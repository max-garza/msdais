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12" r:id="rId1"/>
    <p:sldMasterId id="2147483737" r:id="rId2"/>
    <p:sldMasterId id="2147483764" r:id="rId3"/>
  </p:sldMasterIdLst>
  <p:notesMasterIdLst>
    <p:notesMasterId r:id="rId61"/>
  </p:notesMasterIdLst>
  <p:handoutMasterIdLst>
    <p:handoutMasterId r:id="rId62"/>
  </p:handoutMasterIdLst>
  <p:sldIdLst>
    <p:sldId id="256" r:id="rId4"/>
    <p:sldId id="310" r:id="rId5"/>
    <p:sldId id="257" r:id="rId6"/>
    <p:sldId id="363" r:id="rId7"/>
    <p:sldId id="258" r:id="rId8"/>
    <p:sldId id="259" r:id="rId9"/>
    <p:sldId id="388" r:id="rId10"/>
    <p:sldId id="389" r:id="rId11"/>
    <p:sldId id="369" r:id="rId12"/>
    <p:sldId id="390" r:id="rId13"/>
    <p:sldId id="392" r:id="rId14"/>
    <p:sldId id="391" r:id="rId15"/>
    <p:sldId id="396" r:id="rId16"/>
    <p:sldId id="393" r:id="rId17"/>
    <p:sldId id="394" r:id="rId18"/>
    <p:sldId id="395" r:id="rId19"/>
    <p:sldId id="397" r:id="rId20"/>
    <p:sldId id="398" r:id="rId21"/>
    <p:sldId id="365" r:id="rId22"/>
    <p:sldId id="264" r:id="rId23"/>
    <p:sldId id="401" r:id="rId24"/>
    <p:sldId id="399" r:id="rId25"/>
    <p:sldId id="400" r:id="rId26"/>
    <p:sldId id="402" r:id="rId27"/>
    <p:sldId id="404" r:id="rId28"/>
    <p:sldId id="260" r:id="rId29"/>
    <p:sldId id="262" r:id="rId30"/>
    <p:sldId id="265" r:id="rId31"/>
    <p:sldId id="371" r:id="rId32"/>
    <p:sldId id="350" r:id="rId33"/>
    <p:sldId id="373" r:id="rId34"/>
    <p:sldId id="352" r:id="rId35"/>
    <p:sldId id="405" r:id="rId36"/>
    <p:sldId id="406" r:id="rId37"/>
    <p:sldId id="407" r:id="rId38"/>
    <p:sldId id="408" r:id="rId39"/>
    <p:sldId id="411" r:id="rId40"/>
    <p:sldId id="273" r:id="rId41"/>
    <p:sldId id="288" r:id="rId42"/>
    <p:sldId id="289" r:id="rId43"/>
    <p:sldId id="290" r:id="rId44"/>
    <p:sldId id="302" r:id="rId45"/>
    <p:sldId id="296" r:id="rId46"/>
    <p:sldId id="305" r:id="rId47"/>
    <p:sldId id="303" r:id="rId48"/>
    <p:sldId id="306" r:id="rId49"/>
    <p:sldId id="307" r:id="rId50"/>
    <p:sldId id="308" r:id="rId51"/>
    <p:sldId id="309" r:id="rId52"/>
    <p:sldId id="403" r:id="rId53"/>
    <p:sldId id="382" r:id="rId54"/>
    <p:sldId id="412" r:id="rId55"/>
    <p:sldId id="409" r:id="rId56"/>
    <p:sldId id="413" r:id="rId57"/>
    <p:sldId id="410" r:id="rId58"/>
    <p:sldId id="414" r:id="rId59"/>
    <p:sldId id="415" r:id="rId6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Georgia" panose="02040502050405020303" pitchFamily="18"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Georgia" panose="02040502050405020303" pitchFamily="18"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Georgia" panose="02040502050405020303" pitchFamily="18"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Georgia" panose="02040502050405020303" pitchFamily="18"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Georgia" panose="02040502050405020303" pitchFamily="18" charset="0"/>
        <a:ea typeface="+mn-ea"/>
        <a:cs typeface="Arial" panose="020B0604020202020204" pitchFamily="34" charset="0"/>
      </a:defRPr>
    </a:lvl5pPr>
    <a:lvl6pPr marL="2286000" algn="l" defTabSz="914400" rtl="0" eaLnBrk="1" latinLnBrk="0" hangingPunct="1">
      <a:defRPr kern="1200">
        <a:solidFill>
          <a:schemeClr val="tx1"/>
        </a:solidFill>
        <a:latin typeface="Georgia" panose="02040502050405020303" pitchFamily="18" charset="0"/>
        <a:ea typeface="+mn-ea"/>
        <a:cs typeface="Arial" panose="020B0604020202020204" pitchFamily="34" charset="0"/>
      </a:defRPr>
    </a:lvl6pPr>
    <a:lvl7pPr marL="2743200" algn="l" defTabSz="914400" rtl="0" eaLnBrk="1" latinLnBrk="0" hangingPunct="1">
      <a:defRPr kern="1200">
        <a:solidFill>
          <a:schemeClr val="tx1"/>
        </a:solidFill>
        <a:latin typeface="Georgia" panose="02040502050405020303" pitchFamily="18" charset="0"/>
        <a:ea typeface="+mn-ea"/>
        <a:cs typeface="Arial" panose="020B0604020202020204" pitchFamily="34" charset="0"/>
      </a:defRPr>
    </a:lvl7pPr>
    <a:lvl8pPr marL="3200400" algn="l" defTabSz="914400" rtl="0" eaLnBrk="1" latinLnBrk="0" hangingPunct="1">
      <a:defRPr kern="1200">
        <a:solidFill>
          <a:schemeClr val="tx1"/>
        </a:solidFill>
        <a:latin typeface="Georgia" panose="02040502050405020303" pitchFamily="18" charset="0"/>
        <a:ea typeface="+mn-ea"/>
        <a:cs typeface="Arial" panose="020B0604020202020204" pitchFamily="34" charset="0"/>
      </a:defRPr>
    </a:lvl8pPr>
    <a:lvl9pPr marL="3657600" algn="l" defTabSz="914400" rtl="0" eaLnBrk="1" latinLnBrk="0" hangingPunct="1">
      <a:defRPr kern="1200">
        <a:solidFill>
          <a:schemeClr val="tx1"/>
        </a:solidFill>
        <a:latin typeface="Georgia" panose="02040502050405020303"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0066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91" autoAdjust="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notesMaster" Target="notesMasters/notesMaster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Calibri" panose="020F050202020403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281FE8-4FDB-4FE5-9E4E-7094B7546F42}" type="datetimeFigureOut">
              <a:rPr lang="en-US" smtClean="0">
                <a:latin typeface="Calibri" panose="020F0502020204030204" pitchFamily="34" charset="0"/>
              </a:rPr>
              <a:pPr/>
              <a:t>9/28/2023</a:t>
            </a:fld>
            <a:endParaRPr lang="en-US" dirty="0">
              <a:latin typeface="Calibri" panose="020F050202020403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Calibri" panose="020F050202020403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530DB62-7727-4AAC-B667-CC142E3C771B}" type="slidenum">
              <a:rPr lang="en-US" smtClean="0">
                <a:latin typeface="Calibri" panose="020F0502020204030204" pitchFamily="34" charset="0"/>
              </a:rPr>
              <a:pPr/>
              <a:t>‹#›</a:t>
            </a:fld>
            <a:endParaRPr lang="en-US" dirty="0">
              <a:latin typeface="Calibri" panose="020F0502020204030204" pitchFamily="34" charset="0"/>
            </a:endParaRPr>
          </a:p>
        </p:txBody>
      </p:sp>
    </p:spTree>
    <p:extLst>
      <p:ext uri="{BB962C8B-B14F-4D97-AF65-F5344CB8AC3E}">
        <p14:creationId xmlns:p14="http://schemas.microsoft.com/office/powerpoint/2010/main" val="2650656183"/>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39:32.957"/>
    </inkml:context>
    <inkml:brush xml:id="br0">
      <inkml:brushProperty name="width" value="0.035" units="cm"/>
      <inkml:brushProperty name="height" value="0.035" units="cm"/>
    </inkml:brush>
  </inkml:definitions>
  <inkml:trace contextRef="#ctx0" brushRef="#br0">68 66 24575,'0'0'0,"0"0"0,0 0 0,0 0 0,0 0 0,-29-28 0,-10-10-8191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6.017"/>
    </inkml:context>
    <inkml:brush xml:id="br0">
      <inkml:brushProperty name="width" value="0.035" units="cm"/>
      <inkml:brushProperty name="height" value="0.035" units="cm"/>
    </inkml:brush>
  </inkml:definitions>
  <inkml:trace contextRef="#ctx0" brushRef="#br0">1 25 2032,'80'-17'1551,"-79"17"-1486,-1 1 0,1-1 0,0 0 0,-1-1 0,1 1 0,0 0 0,-1 0 0,1 0 0,0 0-1,-1 0 1,1-1 0,0 1 0,-1 0 0,1 0 0,-1-1 0,1 1 0,-1-5 6129,10 50-5857,-2 0-1,1 49 1,-7-25-124,-13 135 1,8-163-161,-2-13-26,0 17 121,5-43-176,0 0 1,0 0-1,0 0 1,0 0-1,0 0 0,1 0 1,-1-1-1,0 1 1,1 0-1,0 0 0,-1 0 1,1-1-1,0 1 1,0 0-1,0-1 0,0 1 1,2 1-1,-3-3-82,1 1 0,0-1 0,-1 1 0,1-1 1,0 0-1,-1 1 0,1-1 0,0 0 0,-1 0 0,1 1 0,0-1 0,-1 0 0,1 0 0,0 0 0,0 0 0,-1 0 0,1 0 0,0 0 0,0 0 0,-1 0 0,1 0 0,0-1 1,-1 1-1,1 0 0,0 0 0,-1-1 0,1 1 0,0 0 0,-1-1 0,1 1 0,0-1 0,-1 1 0,1-1 0,9-11-1264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6.380"/>
    </inkml:context>
    <inkml:brush xml:id="br0">
      <inkml:brushProperty name="width" value="0.035" units="cm"/>
      <inkml:brushProperty name="height" value="0.035" units="cm"/>
    </inkml:brush>
  </inkml:definitions>
  <inkml:trace contextRef="#ctx0" brushRef="#br0">18 186 3745,'-10'0'1736,"4"-4"-256,4 4 689,2-1-1249,0-1-456,14-2-40,35-9-80,69-14-56,-38 0-111,3 6-65,3-3-64,-3 1-24,-16 6-905,-1 2-1199,-22 7 1320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6.732"/>
    </inkml:context>
    <inkml:brush xml:id="br0">
      <inkml:brushProperty name="width" value="0.035" units="cm"/>
      <inkml:brushProperty name="height" value="0.035" units="cm"/>
    </inkml:brush>
  </inkml:definitions>
  <inkml:trace contextRef="#ctx0" brushRef="#br0">44 139 4401,'-27'14'1936,"14"-11"-863,9 7-65,8-12 48,11-4-320,18 3-456,5-15-48,22-2-88,13-13-64,22 9-120,-6-13-440,6 15 336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7.102"/>
    </inkml:context>
    <inkml:brush xml:id="br0">
      <inkml:brushProperty name="width" value="0.035" units="cm"/>
      <inkml:brushProperty name="height" value="0.035" units="cm"/>
    </inkml:brush>
  </inkml:definitions>
  <inkml:trace contextRef="#ctx0" brushRef="#br0">96 2 1648,'1'0'10,"50"-1"660,-34 3-70,-17-2-577,0 0 0,0 0-1,0 0 1,0 0 0,-1 0-1,1 0 1,0 0 0,0 0-1,0 0 1,0 0 0,0 0 0,0 0-1,0 0 1,-1 0 0,1 0-1,0 1 1,0-1 0,0 0-1,0 0 1,0 0 0,0 0 0,0 0-1,0 0 1,0 0 0,0 0-1,0 1 1,0-1 0,0 0-1,0 0 1,0 0 0,-1 0 0,1 0-1,0 0 1,0 0 0,0 1-1,0-1 1,0 0 0,1 0-1,-1 0 1,0 0 0,0 0-1,0 0 1,0 0 0,0 1 0,0-1-1,0 0 1,0 0 0,0 0-1,0 0 1,0 0 0,0 0-1,0 0 1,0 0 0,0 1 0,0-1-1,1 0 1,-1 0 0,0 0-1,0 0 1,0 0 0,0 0-1,0 0 1,0 0 0,0 0 0,1 0-1,-1 0 1,0 0 0,0 0-1,-5 4 214,0 0 0,0 1 0,0-1 1,1 1-1,0 0 0,0 0 0,0 0 0,0 1 0,1-1 0,0 1 0,-4 9 0,-11 18-7,-27 57 5,38-76-112,0-1 0,0 1 0,2 1 0,-1-1 0,2 1 0,0-1 1,1 1-1,0 1 0,1-1 0,1 0 0,1 28 0,1-36-36,-1 0-1,1 0 0,0 0 1,1-1-1,0 1 1,3 10-1,-4-15-72,0 0 1,0-1-1,0 1 1,1 0-1,-1 0 0,0 0 1,1-1-1,-1 1 0,1-1 1,0 1-1,0-1 1,-1 0-1,1 1 0,0-1 1,0 0-1,0 0 0,0-1 1,0 1-1,0 0 1,0-1-1,1 1 0,-1-1 1,0 1-1,0-1 0,3 0 1,3 0 7,0-1 0,1 0 1,-1-1-1,0 1 0,0-2 1,0 1-1,0-1 0,0 0 0,-1-1 1,1 1-1,-1-2 0,0 1 1,8-7-1,11-10 45,46-49-1,-64 61-53,0 0 0,-2 1 0,1-2-1,-1 1 1,-1-1 0,0 0 0,0 0-1,-1 0 1,0-1 0,-1 0-1,0 0 1,-1 0 0,1-12-1,-1 15-4,-1 0-1,-1 0 0,0 0 0,0 1 1,0-1-1,-1 0 0,0 0 0,-1 0 0,0 0 1,0 1-1,0-1 0,-1 1 0,0-1 0,-1 1 1,0 0-1,0 0 0,-7-9 0,6 11-41,-1 1 0,1-1-1,-1 1 1,-12-6 0,-9-7-3349,19 11 2159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7.524"/>
    </inkml:context>
    <inkml:brush xml:id="br0">
      <inkml:brushProperty name="width" value="0.035" units="cm"/>
      <inkml:brushProperty name="height" value="0.035" units="cm"/>
    </inkml:brush>
  </inkml:definitions>
  <inkml:trace contextRef="#ctx0" brushRef="#br0">12 0 2609,'-10'16'1496,"8"10"-232,8 3 32,-4 18-151,3-3-281,5 11-320,-18 2-80,10 2-128,13 15-104,-7-19-144,15 0-8,-4-28-32,-6-16-328,6-11 216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7.910"/>
    </inkml:context>
    <inkml:brush xml:id="br0">
      <inkml:brushProperty name="width" value="0.035" units="cm"/>
      <inkml:brushProperty name="height" value="0.035" units="cm"/>
    </inkml:brush>
  </inkml:definitions>
  <inkml:trace contextRef="#ctx0" brushRef="#br0">21 57 2296,'-1'-1'44,"1"1"0,0 0-1,0 0 1,0 0 0,0-1 0,-1 1-1,1 0 1,0 0 0,0-1-1,0 1 1,0 0 0,0 0-1,0-1 1,0 1 0,0 0-1,0 0 1,0-1 0,-1 1-1,1 0 1,1-1 0,-1 1-1,0 0 1,0 0 0,0-1-1,0 1 1,0 0 0,0 0-1,0-1 1,0 1 0,0 0-1,0 0 1,1-1 0,-1 1-1,0 0 1,0 0 0,0-1-1,0 1 1,1 0 0,-1 0-1,0 0 1,0 0 0,0-1-1,1 1 1,-1 0 0,0 0-1,0 0 1,1 0 0,-1 0-1,0 0 1,1 0 0,-1 0-1,0 0 1,0 0 0,1 0-1,-1 0 1,0 0 0,1 0-1,-1 0 13,1 0-1,-1 0 0,0 0 0,1 0 1,-1 0-1,0 0 0,0 0 1,1 0-1,-1-1 0,0 1 1,1 0-1,-1 0 0,0 0 1,1 0-1,-1 0 0,0 0 0,0-1 1,1 1-1,-1 0 0,0 0 1,0 0-1,1-1 0,-1 1 1,0 0-1,0 0 0,0-1 1,1 1-1,-1 0 0,0-1 0,0 1 1,0 0-1,0 0 0,0-1 1,0 1-1,1 0 0,-1-1 1,0 1-1,0 0 0,0-1 1,0 1-1,0-1 0,0 1 14,0-1 0,0 0 0,0 1-1,1-1 1,-1 0 0,0 1 0,1-1 0,-1 1-1,1-1 1,-1 1 0,0-1 0,1 1 0,-1-1-1,1 1 1,-1-1 0,1 1 0,0 0 0,-1-1 0,1 1-1,-1 0 1,1-1 0,0 1 0,0 0 0,26-8 664,29 0-163,-27 5-345,-6 0-123,0 0 1,0 2-1,26 2 1,-44 0-99,0-1-1,0 1 1,0 0 0,0 0 0,0 0-1,0 1 1,-1-1 0,1 1 0,0 0-1,-1 1 1,0-1 0,1 1 0,-1 0-1,0 0 1,-1 0 0,1 1 0,0-1-1,-1 1 1,6 8 0,-5-4 1,0 1 0,0-1-1,-1 1 1,0 0 0,-1 0 0,1 0 0,-2 0 0,0 1 0,0-1-1,0 0 1,-1 1 0,-1-1 0,0 0 0,0 1 0,-3 8-1,3-12 4,0-1 0,0 0 0,-1 0-1,0 1 1,0-1 0,-1 0 0,1-1-1,-1 1 1,0 0 0,0-1 0,-1 0-1,0 1 1,1-1 0,-1-1 0,0 1-1,-1-1 1,1 1 0,-1-1 0,1 0-1,-1-1 1,0 1 0,0-1 0,0 0-1,0 0 1,-1-1 0,-6 2 0,-113 26 76,23-5-70,51-12 4,50-12-21,1 0 1,0 0 0,0 0 0,-1 0-1,1 0 1,0 0 0,0 0 0,-1 0-1,1 0 1,0 0 0,0 0-1,-1 1 1,1-1 0,0 0 0,0 0-1,-1 0 1,1 0 0,0 0-1,0 1 1,0-1 0,-1 0 0,1 0-1,0 0 1,0 1 0,0-1 0,0 0-1,0 0 1,-1 1 0,1-1-1,0 0 1,0 0 0,0 1 0,0-1-1,0 0 1,0 1 73,1 0 0,-1-1 0,1 1 1,-1-1-1,1 1 0,-1-1 0,1 1 0,-1-1 0,1 1 1,0-1-1,-1 0 0,1 1 0,0-1 0,-1 0 0,1 0 0,0 1 1,-1-1-1,1 0 0,0 0 0,-1 0 0,2 0 0,28 7 55,0 1 0,0 1 0,33 15 0,13 13-27,-47-21-262,38 13-1,-27-18 18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8.398"/>
    </inkml:context>
    <inkml:brush xml:id="br0">
      <inkml:brushProperty name="width" value="0.035" units="cm"/>
      <inkml:brushProperty name="height" value="0.035" units="cm"/>
    </inkml:brush>
  </inkml:definitions>
  <inkml:trace contextRef="#ctx0" brushRef="#br0">1 554 4281,'122'6'1992,"-121"-6"-1939,0 0-1,1 0 1,-1 0-1,0 0 0,1 0 1,-1-1-1,0 1 0,1 0 1,-1-1-1,0 1 1,1-1-1,-1 0 0,0 1 1,2-3-1,-3 3-14,1-1-1,-1 1 1,0-1-1,1 0 1,-1 1-1,0-1 1,0 0 0,0 1-1,0-1 1,1 0-1,-1 1 1,0-1-1,0 0 1,0 1-1,0-1 1,-1 0-1,1 0 1,-1-15 277,1-1 1,1 1-1,0 0 1,2 0-1,-1 0 0,2 0 1,0 1-1,1-1 1,12-27-1,85-147 266,-95 175-560,-1 0 0,8-26-1,-12 34-22,-2 7 1,0-1-1,0 1 1,1-1-1,-1 1 0,0-1 1,0 1-1,0-1 0,0 1 1,0-1-1,0 1 0,0-1 1,0 1-1,0-1 0,0 0 1,0 1-1,0-1 1,0 1-1,0-1 0,0 1 1,-1-1-1,1 1 0,0-1 1,0 1-1,-1-1 0,1 0 1,-6 1-39,10 34-66,4 0 125,22 62 0,-19-63 103,15 64 1,-23-82-86,20 100 225,-21-111-247,0 0 0,0 0 1,0 0-1,0-1 0,1 1 1,-1-1-1,1 1 0,0-1 0,0 0 1,0 0-1,0 0 0,5 2 1,-7-4-5,0-1 0,0 1 0,0-1 0,0 1 0,0-1 0,0 0 0,0 1 0,0-1 0,0 0 0,0 0 0,0 0 0,0 0 0,0 0 0,1 0 1,-1 0-1,0 0 0,0 0 0,0-1 0,0 1 0,0 0 0,0-1 0,0 1 0,0-1 0,0 1 0,0-1 0,0 1 0,0-1 0,0 0 0,-1 1 1,1-1-1,0 0 0,1-1 0,3-4 44,1-1 1,-1 1-1,6-11 1,-4 6 11,24-29 73,-14 19-79,25-42 1,9-43-27,8-13-18,-49 100-18,2 0 0,0 1 0,30-32 0,-39 46 0,1 1 0,0-1 0,0 1 0,1-1 0,-1 1 0,1 0 0,0 1 0,7-4-1,-10 5 9,0 1-1,0-1 1,0 1-1,0-1 1,0 1-1,0 0 0,0 0 1,0 0-1,0 0 1,1 0-1,-1 1 1,0-1-1,0 1 0,0-1 1,0 1-1,-1-1 1,1 1-1,0 0 1,0 0-1,0 0 0,-1 0 1,1 0-1,0 1 1,-1-1-1,3 2 1,2 6 86,0 0 0,0 1 0,0 0 1,-1-1-1,-1 1 0,7 20 1,-10-27-77,8 29 290,11 62 0,-2-3-121,-4-34-114,-2-9-194,32 89 0,-35-119 56,18 27-1,-27-45 67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25.685"/>
    </inkml:context>
    <inkml:brush xml:id="br0">
      <inkml:brushProperty name="width" value="0.035" units="cm"/>
      <inkml:brushProperty name="height" value="0.035" units="cm"/>
    </inkml:brush>
  </inkml:definitions>
  <inkml:trace contextRef="#ctx0" brushRef="#br0">74 282 1096,'-48'82'1206,"37"-58"-231,5-13 734,5-11-1652,1 0-1,0 0 1,-1 1-1,1-1 1,0 0-1,0 0 1,-1 0-1,1 0 1,0 0-1,-1 0 1,1 0-1,0 0 1,-1 0-1,1 0 1,0 0-1,0 0 1,-1 0-1,1 0 1,0-1-1,-1 1 1,1 0-1,0 0 1,0 0-1,-1 0 1,1 0-1,0-1 1,0 1-1,0 0 1,-1-1-1,17-29 3277,-12 22-3316,-1 1 0,1-1 0,1 1 0,0 0 0,0 0-1,9-9 1,-7 9-5,-1-1 0,0 0-1,0 0 1,-1 0 0,7-14-1,8-18 48,4-5 117,-3-2 1,17-51-1,-38 97-161,1 0 0,-1 0 0,0 0 0,1 0 0,-1 0 0,0 0 0,1 0 0,-1 0 0,1 0-1,-1 0 1,1 0 0,0 0 0,-1 0 0,2 0 0,-1 1-5,-1 0 1,1 0-1,-1 0 1,0 1-1,1-1 0,-1 0 1,0 0-1,1 1 0,-1-1 1,0 0-1,1 1 1,-1-1-1,0 0 0,0 1 1,1-1-1,-1 0 1,0 1-1,0-1 0,0 1 1,0-1-1,1 0 0,-1 1 1,0-1-1,0 1 1,0-1-1,0 1 0,1 1 168,-1-1 24,6 19-28,-1-1-1,0 1 0,1 24 0,-4-23-131,-2-1-1,0 1 1,-1 0 0,-7 36 0,4-35-25,-5 62 113,3 119-1,7-208-182,0 1-1,0 0 1,0 1 0,1-1-1,-1 0 1,1 0 0,0 0-1,0 1 1,0-1 0,5-5-1,3-3-665,9-10-1562,-2 16 1170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26.058"/>
    </inkml:context>
    <inkml:brush xml:id="br0">
      <inkml:brushProperty name="width" value="0.035" units="cm"/>
      <inkml:brushProperty name="height" value="0.035" units="cm"/>
    </inkml:brush>
  </inkml:definitions>
  <inkml:trace contextRef="#ctx0" brushRef="#br0">114 96 2513,'-88'42'1903,"69"-38"-525,19-3-1353,-1-1-1,1 0 1,0 0 0,0-1 0,-1 1-1,1 0 1,0 0 0,0 0 0,-1 0-1,1 0 1,0 0 0,0 0-1,0 0 1,-1 0 0,1 0 0,0 0-1,0-1 1,0 1 0,-1 0 0,1 0-1,0 0 1,0 0 0,0-1-1,0 1 1,-1 0 0,1 0 0,0 0-1,0-1 1,0 1 0,0 0 0,0 0-1,0-1 1,5-13 1932,-5 13-1483,0 0-404,1 0 0,-1 0 0,1-1 1,0 1-1,0 0 0,-1 0 0,1 0 1,0 0-1,0 1 0,0-1 0,0 0 1,0 0-1,0 0 0,0 1 1,0-1-1,0 1 0,0-1 0,0 0 1,2 1-1,28 0 691,-25 0-666,1 1-4,1 0 0,0-1 0,-1 0 0,1 0-1,0-1 1,-1 0 0,1 0 0,-1-1 0,1 0-1,-1 0 1,0-1 0,13-6 0,-3 0-48,-1 2 1,1 0 0,1 1 0,-1 0-1,1 2 1,0 0 0,0 1-1,26-1 1,-8 2-789,-1-2 0,1-2 0,37-10-1,-43 8-259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26.754"/>
    </inkml:context>
    <inkml:brush xml:id="br0">
      <inkml:brushProperty name="width" value="0.035" units="cm"/>
      <inkml:brushProperty name="height" value="0.035" units="cm"/>
    </inkml:brush>
  </inkml:definitions>
  <inkml:trace contextRef="#ctx0" brushRef="#br0">15 1 2144,'10'92'1675,"-9"-90"-1556,-1 0-1,0 0 0,0 0 0,0 0 1,0 0-1,0 0 0,0 0 0,0 0 1,-1 0-1,1 0 0,-2 2 0,-2-4 1376,5 1-626,1-5-286,-1-15 227,-2 18-755,1-1 1,-1 0-1,0 0 0,0 1 0,0-1 1,0 1-1,0-1 0,0 1 0,-3-3 1,-7-10 345,14 15-377,0 0 0,1 0 0,-1 0 0,0 0 0,0 0 0,1-1 0,-1 1 0,0-1 0,1 0 0,4-1 1,-5 0-13,0-1 1,0 1 0,-1-1-1,1 0 1,0 0 0,-1-1-1,4-3 1,-5 4-11,1 1 0,-1-1 0,1 1 0,0-1 0,-1 1 0,1-1 0,0 1 0,0 0 0,0 0 0,0 0 0,0 0 0,0 0 0,0 0 0,0 0 0,3 0 0,-18 43-1089,13-41 569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27.668"/>
    </inkml:context>
    <inkml:brush xml:id="br0">
      <inkml:brushProperty name="width" value="0.035" units="cm"/>
      <inkml:brushProperty name="height" value="0.035" units="cm"/>
    </inkml:brush>
  </inkml:definitions>
  <inkml:trace contextRef="#ctx0" brushRef="#br0">0 105 2353,'84'-50'1278,"-84"50"-1231,1-1-1,0 1 1,0-1-1,0 0 0,0 1 1,-1-1-1,1 0 0,0 0 1,-1 0-1,1 1 0,-1-1 1,1 0-1,-1 0 0,1-2 1,-1 3-30,0 0 1,0-1 0,0 1-1,0 0 1,0-1 0,0 1-1,0 0 1,0 0 0,0-1-1,0 1 1,0 0 0,-1-1-1,1 1 1,0 0 0,0 0-1,0 0 1,0-1 0,-1 1-1,1 0 1,0 0 0,0-1-1,0 1 1,-1 0 0,1 0-1,0 0 1,0 0 0,-1 0-1,0-1 1,1 1 93,-1 0 1,0-1-1,0 1 0,0 0 1,0-1-1,0 1 0,0 0 1,0 0-1,0 0 0,0 0 1,0 0-1,0 0 0,0 0 0,0 0 1,-1 1-1,2 9 303,-1 0 1,2 1-1,-1-1 0,1 0 1,1 0-1,5 19 0,-4-19-357,-1-1-1,0 1 1,0 0-1,-1 1 1,0-1-1,-2 19 0,-1-16-2,-1-1 0,-7 17-1,6-16 23,0-1-1,-3 19 0,0-2 96,6-27-146,0 1 1,0 0-1,1 0 1,-1 0-1,0 0 1,1-1-1,0 1 1,-1 0-1,1 0 1,1 0 0,-1 0-1,0 0 1,1 0-1,-1 0 1,1 0-1,0-1 1,0 1-1,0 0 1,0 0-1,0-1 1,1 1-1,-1-1 1,5 5-1,-5-5-12,1 0-1,0 0 1,-1 0 0,1-1-1,0 1 1,0-1 0,0 1-1,1-1 1,-1 0 0,0 0-1,0 0 1,1 0 0,-1 0 0,1-1-1,-1 1 1,0-1 0,1 1-1,4-1 1,-6 0-7,0 0 1,1 0-1,-1 0 0,1-1 1,-1 1-1,1-1 0,-1 1 1,1-1-1,-1 1 1,0-1-1,1 0 0,-1 1 1,0-1-1,0 0 0,0 0 1,1 0-1,-1 0 0,0 0 1,0 0-1,0-1 0,-1 1 1,1 0-1,0 0 1,0-1-1,-1 1 0,1 0 1,-1-1-1,1 1 0,-1-1 1,1 1-1,-1-1 0,0-1 1,1-2 3,0 1 0,0 0 0,0 0 0,0 0 0,1 1 0,0-1 0,-1 0 0,1 0 0,1 1 0,2-5 0,4-2 17,0 1 0,13-11-1,-11 10-13,-4 5-4,-1 0 0,0 0 0,0-1 0,0 0 1,-1 0-1,0 0 0,0-1 0,-1 0 0,0 0 1,7-14-1,5-32 27,-11 32-26,2 1 0,11-26 1,-16 42-10,0 0 0,-1-1 1,1 1-1,-1 0 1,0-1-1,0 1 0,0 0 1,-1-1-1,0 1 1,0-1-1,0 1 0,0-1 1,0 1-1,-1-1 1,0 1-1,0 0 0,-3-8 1,1 2 47,7 13 37,5 17 88,-12 16 62,2-29-188,0 1 1,0-1-1,1 13 1,1 75 139,0 8-35,0-98-145,-1 1-1,1-1 1,0 1 0,1-1 0,-1 1-1,1-1 1,0 0 0,1 0-1,-1 0 1,1 0 0,0 0-1,5 6 1,-7-10-168,0-1 0,0 1 0,1-1 0,-1 0 0,0 1 0,1-1 0,-1 0 0,0 0 0,1 1 0,-1-1 0,0 0 0,1 0 0,-1-1 0,0 1 0,1 0 0,-1 0 0,0-1 0,1 1-1,-1-1 1,0 1 0,0-1 0,1 1 0,1-3 0,14-8-1205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28.117"/>
    </inkml:context>
    <inkml:brush xml:id="br0">
      <inkml:brushProperty name="width" value="0.035" units="cm"/>
      <inkml:brushProperty name="height" value="0.035" units="cm"/>
    </inkml:brush>
  </inkml:definitions>
  <inkml:trace contextRef="#ctx0" brushRef="#br0">0 316 3057,'40'35'1587,"-39"-34"-1562,-1-1 0,0 0 1,0 0-1,1 0 1,-1 0-1,0 1 0,0-1 1,1 0-1,-1 0 1,0 0-1,0 0 0,1 0 1,-1 0-1,0 0 1,0 0-1,1 0 0,-1 0 1,0 0-1,1 0 0,-1 0 1,0 0-1,0 0 1,1 0-1,-1 0 0,0-1 1,0 1-1,1 0 1,-1 0-1,0 0 0,0 0 1,1 0-1,-1-1 1,0 1-1,0 0 0,0 0 1,1 0-1,-1-1 1,0 1-1,0 0 0,0 0 1,0-1-1,0 1 0,1 0 1,-1 0-1,0-1 1,0 1-1,0 0 0,0-1 1,2-17 862,-1 11-529,0-4-129,1 1 0,0 0 0,0-1 0,1 1 0,0 0 1,1 0-1,0 0 0,9-14 0,91-168 654,-103 191-880,0-1-1,0 1 1,0-1-1,0 1 1,0 0-1,0-1 1,1 1 0,-1 0-1,0 0 1,1 0-1,-1 0 1,1 0-1,2-1 1,5-3 74,-8 4-19,0 2 225,-1 5-183,9 81 189,3 1-80,-10-48-99,3-1 0,1 1-1,21 71 1,-27-111-99,0 1 0,1 0 0,-1 0 0,0 0-1,0-1 1,1 1 0,-1 0 0,0-1 0,1 1 0,-1 0-1,1-1 1,-1 1 0,1 0 0,-1-1 0,1 1 0,0-1-1,-1 1 1,1-1 0,-1 1 0,1-1 0,0 1 0,0-1 0,-1 0-1,1 1 1,0-1 0,0 0 0,-1 0 0,1 0 0,0 1-1,0-1 1,0 0 0,-1 0 0,1 0 0,0 0 0,0 0-1,0-1 1,-1 1 0,1 0 0,0 0 0,0 0 0,0-1 0,-1 1-1,1 0 1,0-1 0,-1 1 0,1-1 0,0 1 0,-1-1-1,2 0 1,8-21 246,11 3-61,-18 17-179,0-1-1,0 1 1,0-1-1,-1 1 1,1-1 0,0 0-1,-1 0 1,0 0-1,4-7 1,7-32 79,-3 18-56,-6 17-30,-1-1 0,0 0 0,0 1 0,-1-1 0,2-14 0,-1-1-213,2 1 1,0 0-1,10-25 0,-8 28-361,-5 12 61,1 1-1,0 0 0,1 0 0,-1 0 0,9-10 0,-6 7-551,1-5-408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28.487"/>
    </inkml:context>
    <inkml:brush xml:id="br0">
      <inkml:brushProperty name="width" value="0.035" units="cm"/>
      <inkml:brushProperty name="height" value="0.035" units="cm"/>
    </inkml:brush>
  </inkml:definitions>
  <inkml:trace contextRef="#ctx0" brushRef="#br0">1 34 1672,'0'0'3981,"2"0"-2655,3 1-1067,-1 0 0,1-1 0,-1 1 1,1-1-1,-1 0 0,1-1 0,-1 1 0,1-1 0,7-2 1,30-12 225,-42 15-482,19-10 332,-18 9-317,0 0 0,0 1 0,-1-1 0,1 1 0,0-1 0,1 1 0,-1-1 0,0 1 0,0 0 0,0-1 0,0 1 0,0 0 0,0 0 1,0 0-1,0 0 0,1 0 0,-1 0 0,0 0 0,0 0 0,0 0 0,0 1 0,0-1 0,0 0 0,2 1 0,14 7 49,-1 0-1,0 1 1,0 1 0,21 16-1,-34-22-32,1-1-1,0 1 1,-1 0-1,1 0 1,-1 0-1,0 0 0,-1 1 1,1-1-1,-1 1 1,3 6-1,-4-9-10,0 0-1,-1 0 1,1 0-1,0 0 0,-1 0 1,1 0-1,-1 0 1,0 0-1,0 0 1,0 0-1,0 1 0,0-1 1,0 0-1,-1 0 1,1 0-1,-1 0 1,1 0-1,-1 0 0,0 0 1,1 0-1,-1 0 1,0-1-1,-1 1 1,1 0-1,0 0 0,-2 1 1,-14 15 56,16-15-68,-1-1 0,0 0-1,0 1 1,0-1 0,-1 0 0,1 0-1,0 0 1,-1 0 0,1-1-1,-1 1 1,0 0 0,0-1 0,-4 2-1,-27 8-594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28.955"/>
    </inkml:context>
    <inkml:brush xml:id="br0">
      <inkml:brushProperty name="width" value="0.035" units="cm"/>
      <inkml:brushProperty name="height" value="0.035" units="cm"/>
    </inkml:brush>
  </inkml:definitions>
  <inkml:trace contextRef="#ctx0" brushRef="#br0">16 25 1664,'0'-12'2206,"0"0"5132,0 14-6643,8 144 609,-10-121-1122,-9 50-1,7-53-86,-2 32-1,6-47-85,0 0 0,0 0 0,1-1 0,0 1-1,0 0 1,1 0 0,-1 0 0,5 9 0,-5-14-34,0-1 1,-1 1-1,1-1 0,0 0 1,0 1-1,0-1 0,0 0 1,0 1-1,0-1 1,2 2-1,-3-3 1,0 0 1,1 0 0,-1 0-1,0 1 1,1-1-1,-1 0 1,0 0-1,1 0 1,-1 0 0,0 0-1,1 0 1,-1 0-1,0 0 1,1 0-1,-1 0 1,0 0 0,0 0-1,1 0 1,-1 0-1,0 0 1,1 0-1,-1-1 1,0 1 0,1 0-1,-1 0 1,0 0-1,0 0 1,1-1-1,-1 1 1,1 0 0,0-2-144,1-1 1,-1 1 0,1 0 0,-1-1 0,0 1 0,0-1 0,0 1 0,1-6-1,10-29-665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29.314"/>
    </inkml:context>
    <inkml:brush xml:id="br0">
      <inkml:brushProperty name="width" value="0.035" units="cm"/>
      <inkml:brushProperty name="height" value="0.035" units="cm"/>
    </inkml:brush>
  </inkml:definitions>
  <inkml:trace contextRef="#ctx0" brushRef="#br0">8 107 3537,'-2'0'1984,"-4"-2"3473,6 0-4921,0 0-39,23-2-41,19-5-72,66-7-128,-49-1-48,30 8-88,8 1-24,-36-13-128,5 14-224,-43-3-1032,-8 10-993,16 12 1385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29.669"/>
    </inkml:context>
    <inkml:brush xml:id="br0">
      <inkml:brushProperty name="width" value="0.035" units="cm"/>
      <inkml:brushProperty name="height" value="0.035" units="cm"/>
    </inkml:brush>
  </inkml:definitions>
  <inkml:trace contextRef="#ctx0" brushRef="#br0">1 103 3385,'0'-3'2376,"4"1"-343,7-10-305,19 8-224,14-3-695,-4-12-225,15 6-288,0 1-96,-4-1-88,14 9-80,-18-3-1713,-9 1 1265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31.079"/>
    </inkml:context>
    <inkml:brush xml:id="br0">
      <inkml:brushProperty name="width" value="0.035" units="cm"/>
      <inkml:brushProperty name="height" value="0.035" units="cm"/>
    </inkml:brush>
  </inkml:definitions>
  <inkml:trace contextRef="#ctx0" brushRef="#br0">84 107 808,'0'0'92,"0"0"0,0 0 1,-1 0-1,1 1 0,0-1 0,0 0 0,-1 0 0,1 0 0,0 0 0,0 0 0,-1 0 1,1 0-1,0 0 0,0 0 0,-1 0 0,1 0 0,0 0 0,0 0 0,0 0 1,-1-1-1,1 1 0,0 0 0,0 0 0,-1 0 0,1 0 0,0 0 0,0 0 1,0-1-1,-1 1 0,1 0 0,0 0 0,0 0 0,0 0 0,0-1 0,-1 1 0,1 0 1,0 0-1,0 0 0,0-1 0,0 1 0,0 0 0,0 0 0,0-1 0,0 1 1,0 0-1,0 0 0,0-1 0,0 1 0,0 0 0,0 0 0,0-1 0,0 1 1,0 0-1,0 0 0,0-1 0,0 1 0,0 0 0,0 0 0,0 0 0,1-1 0,11-13-360,-11 12 442,11-9-148,0 0-1,0 1 0,1 0 1,0 1-1,18-10 0,-27 17-24,0 0 0,0 1 0,0-1 0,1 1 0,-1 0 0,0 0 0,0 0 0,1 0 0,-1 1 0,1 0 0,-1 0 0,0 0 0,1 0 0,-1 1 0,0 0 0,1 0 0,5 2 0,-4-1 16,0 0-1,0 1 0,0 0 0,-1 0 0,1 1 1,-1-1-1,0 1 0,0 0 0,6 7 0,-9-9 31,0 0 0,-1 0 0,0 0 0,1 1 0,-1-1 0,0 0 0,0 0 0,0 1 0,0-1 0,-1 1 0,1-1 0,0 1 0,-1-1 0,0 1-1,0-1 1,0 5 0,-1 2 202,0 0 0,-1-1-1,-4 13 1,4-14-183,0-2-32,-1 0 0,0 0 0,0 0 0,-1 0 0,1 0 0,-1 0 0,0-1 0,0 0-1,-1 0 1,1 0 0,-1-1 0,-7 5 0,-22 21 39,-40 40 2,-29 30-23,99-95-12,0-1 0,0 1 0,0-1 1,-1 0-1,1 0 0,-7 3 1,-8 5 543,18-11-557,-4 3 626,4-10 202,1 6-843,1 0 0,0 0 0,0 1-1,0-1 1,0 1 0,0-1-1,0 1 1,-1-1 0,1 1 0,0 0-1,0-1 1,0 1 0,1 0-1,-1 0 1,1 0 0,1-1 11,56-10 86,-43 9-68,-1 0 1,23-8 0,32 0 110,-29 3-196,65-3 0,-69 8-1643,-17 3 893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31.470"/>
    </inkml:context>
    <inkml:brush xml:id="br0">
      <inkml:brushProperty name="width" value="0.035" units="cm"/>
      <inkml:brushProperty name="height" value="0.035" units="cm"/>
    </inkml:brush>
  </inkml:definitions>
  <inkml:trace contextRef="#ctx0" brushRef="#br0">1 0 2889,'99'45'2124,"-82"-34"-875,-17-11-1211,0 0-1,1 0 1,-1 1-1,0-1 1,0 0-1,0 0 1,0 0-1,0 0 0,0 0 1,0 0-1,0 0 1,0 0-1,0 0 1,0 0-1,0 1 1,1-1-1,-1 0 1,0 0-1,0 0 1,0 0-1,0 0 0,0 0 1,0 0-1,0 1 1,0-1-1,0 0 1,0 0-1,0 0 1,0 0-1,0 0 1,0 0-1,0 0 0,0 1 1,0-1-1,-1 0 1,1 0-1,0 0 1,0 0-1,0 0 1,0 0-1,0 0 1,0 0-1,0 0 1,0 1-1,0-1 0,0 0 1,0 0-1,-1 0 1,1 0-1,0 0 1,0 0-1,0 0 1,0 0-1,0 0 1,-15-1 3233,14-1-3185,0 0-1,-1 1 1,1-1-1,0 0 1,1 0-1,-1 0 1,0 0-1,1 0 0,-1 0 1,1 0-1,-1 0 1,1 0-1,0 0 1,0 0-1,0 0 1,0 0-1,0 0 0,1-3 1,0-7 3,4 8-265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0.332"/>
    </inkml:context>
    <inkml:brush xml:id="br0">
      <inkml:brushProperty name="width" value="0.035" units="cm"/>
      <inkml:brushProperty name="height" value="0.035" units="cm"/>
    </inkml:brush>
  </inkml:definitions>
  <inkml:trace contextRef="#ctx0" brushRef="#br0">0 229 992,'66'52'1080,"-65"-52"-946,-1 1-1,1-1 0,-1 1 0,1-1 0,-1 0 0,1 1 1,0-1-1,-1 0 0,1 1 0,0-1 0,-1 0 0,1 0 0,0 1 1,-1-1-1,1 0 0,0 0 0,-1 0 0,1 0 0,0 0 1,-1 0-1,1 0 0,0 0 0,0 0 0,-1-1 0,1 1 0,0 0 1,-1 0-1,1-1 0,14-13 237,-8 6 19,7-6-157,-1-1-1,13-18 0,3-3 124,-27 34-321,0 0 0,0 0 0,0 0 0,1 1 1,-1-1-1,1 1 0,4-3 0,-5 3-5,-1 1 0,1-1-1,0 0 1,0 0 0,0-1-1,-1 1 1,1 0 0,0 0 0,-1-1-1,1 1 1,-1-1 0,0 0-1,0 1 1,2-4 0,2-6 45,1-1 0,0 2 0,0-1 0,1 1 0,0 0 0,1 0 0,11-11 0,6-10 27,-25 32-96,0 0 0,1-1 0,-1 1 0,0 0 0,0-1 0,0 1 0,1 0 0,-1 0 0,0-1 0,0 1 0,0 0 0,0 0 0,0-1 0,0 1 0,0 0 0,-1 0 0,1-1 0,0 1 0,0 0 0,-1-1 0,1 2 0,-2 6 79,1-1-12,1 1-1,1 0 1,-1-1 0,1 1 0,1-1 0,3 14 0,-3-13-20,0 0 0,0-1 0,-1 1 0,0 0 0,0 0 0,-1 12 0,-18 73 230,0-1-94,17-81-153,0 1 1,1-1-1,0 0 1,1 1-1,0-1 1,3 12-1,-4-23-27,0 1-1,0 0 0,0 0 0,1 0 1,-1-1-1,0 1 0,1 0 1,-1-1-1,1 1 0,-1 0 0,1-1 1,-1 1-1,1 0 0,-1-1 0,1 1 1,0-1-1,0 1 0,3 3-1730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0.754"/>
    </inkml:context>
    <inkml:brush xml:id="br0">
      <inkml:brushProperty name="width" value="0.035" units="cm"/>
      <inkml:brushProperty name="height" value="0.035" units="cm"/>
    </inkml:brush>
  </inkml:definitions>
  <inkml:trace contextRef="#ctx0" brushRef="#br0">117 124 3665,'-116'61'1856,"129"-66"-528,-7-9-279,9 7-345,4-9-40,4-1-80,21 12-48,-8-11-136,-10-6-80,12 10-160,-4-1-40,6 0-48,-4 3 0,2-1 24,-7-3 9,-1 9-218,2 1-471,-13 4 392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1.135"/>
    </inkml:context>
    <inkml:brush xml:id="br0">
      <inkml:brushProperty name="width" value="0.035" units="cm"/>
      <inkml:brushProperty name="height" value="0.035" units="cm"/>
    </inkml:brush>
  </inkml:definitions>
  <inkml:trace contextRef="#ctx0" brushRef="#br0">1 321 2280,'34'117'1365,"-28"-95"-291,-6-20-634,0-4-41,-1-2 368,16-42 2780,13-17-3230,-11 24-125,9-20-1,37-64 0,-45 91-169,-14 23-22,1 0 0,1 0 0,-1 1 0,1-1 0,1 1 0,0 1 0,0-1 0,0 1 0,11-8 0,-17 15-2,0-1 1,0 1 0,0-1-1,-1 1 1,1-1-1,0 1 1,0-1-1,0 1 1,0 0-1,0 0 1,-1 0-1,1-1 1,0 1-1,0 0 1,0 0-1,0 0 1,0 0-1,0 0 1,0 1-1,1-1 1,-2 0 0,1 1 1,-1-1-1,1 1 1,0-1-1,-1 1 1,1-1-1,-1 1 1,0-1 0,1 1-1,-1 0 1,1-1-1,-1 1 1,0 0-1,0-1 1,1 1-1,-1 0 1,0-1-1,0 1 1,0 1 0,1 5 7,-1 1 0,0-1 0,-1 0 0,-1 9 0,1-8 9,-11 53 112,7-39-42,-3 33 1,6-30-34,2 0 1,1 1-1,1-1 0,1 0 1,11 43-1,-13-64-37,0 0 1,1 0-1,-1 0 1,1 0-1,0 0 0,0 0 1,0-1-1,1 1 0,-1-1 1,1 1-1,0-1 0,0 0 1,0 0-1,0 0 0,1 0 1,-1-1-1,1 1 1,-1-1-1,1 0 0,0 0 1,0 0-1,0-1 0,0 1 1,0-1-1,0 0 0,0 0 1,1-1-1,-1 1 1,5-1-1,-7-1 16,1 1 0,-1-1 1,0 0-1,1 0 0,-1 0 1,0-1-1,0 1 0,0-1 1,0 1-1,0-1 0,0 0 1,-1 1-1,1-1 0,0 0 0,2-4 1,-2 4-5,2-4 21,0-1 0,0 1 0,0-1 0,-1 0 0,0 0 0,0 0 0,0 0 1,-1 0-1,0 0 0,1-12 0,-1-4 13,-1 1 1,-3-28 0,2 39-51,-1 2-1,1 1-1,0 0 1,1-1-1,0 1 1,0-1-1,1 1 0,0 0 1,0 0-1,1 0 1,5-11-1,0-5-122,-8 22-59,0 1-1,0-1 1,1 0 0,-1 1-1,0-1 1,1 1-1,0-1 1,-1 1 0,1 0-1,0-1 1,0 1 0,-1-1-1,1 1 1,0 0 0,0 0-1,0 0 1,1-1-1,-1 1 1,2-1 0,11-3-948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1.528"/>
    </inkml:context>
    <inkml:brush xml:id="br0">
      <inkml:brushProperty name="width" value="0.035" units="cm"/>
      <inkml:brushProperty name="height" value="0.035" units="cm"/>
    </inkml:brush>
  </inkml:definitions>
  <inkml:trace contextRef="#ctx0" brushRef="#br0">0 9 2240,'56'-8'1454,"-56"8"-1378,1 0 0,0 0 1,-1 0-1,1 0 0,0 0 0,0 0 0,-1 0 0,1 0 1,0 0-1,0 1 0,-1-1 0,1 0 0,0 0 0,-1 1 1,1-1-1,0 0 0,-1 1 0,1-1 0,-1 1 0,1-1 1,-1 1-1,1-1 0,-1 1 0,1-1 0,-1 1 0,1 0 1,-1-1-1,1 1 0,-1-1 0,0 1 0,0 0 0,1-1 1,-1 1-1,0 0 0,0 0 0,0-1 0,0 1 0,1 0 1,-1 0-1,0-1 0,0 1 0,-1 0 0,1-1 0,0 2 1,1 2 371,1 11 55,0 0 0,0 0 0,-1 0 0,-1 0 0,-3 27 0,1-18-203,2 30 1,0-45-269,1-1 1,1 0-1,-1 1 0,1-1 1,1 0-1,0 0 0,5 11 1,4 3-50,2-2 0,27 34 0,-41-53-190,1 0 1,0-1-1,-1 1 0,1-1 1,0 1-1,0 0 0,0-1 0,-1 1 1,1-1-1,0 0 0,0 1 1,0-1-1,0 0 0,1 1 0,1-1-1063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1.918"/>
    </inkml:context>
    <inkml:brush xml:id="br0">
      <inkml:brushProperty name="width" value="0.035" units="cm"/>
      <inkml:brushProperty name="height" value="0.035" units="cm"/>
    </inkml:brush>
  </inkml:definitions>
  <inkml:trace contextRef="#ctx0" brushRef="#br0">78 230 3961,'-64'-106'2184,"52"104"-919,10-6-217,2-3 16,17 1-704,20 4-160,10-5-80,6 0-24,6-6-32,-4-4 8,4 7-24,0 5-184,-12 5-1224,7 8 976</inkml:trace>
  <inkml:trace contextRef="#ctx0" brushRef="#br0" timeOffset="1">90 329 3009,'-25'17'1808,"8"-17"32,2 7-247,9-7-137,0-11-416,18 17-576,9-6-112,13-4-95,7 0-57,9-15-80,5-8 0,11 1-16,22 5-280,-12-7 144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4.685"/>
    </inkml:context>
    <inkml:brush xml:id="br0">
      <inkml:brushProperty name="width" value="0.035" units="cm"/>
      <inkml:brushProperty name="height" value="0.035" units="cm"/>
    </inkml:brush>
  </inkml:definitions>
  <inkml:trace contextRef="#ctx0" brushRef="#br0">204 80 1056,'41'-62'1498,"-36"48"-895,-8 11 692,-9 8 1201,10-2-2373,0 0 0,0-1 0,0 1-1,0-1 1,-1 0 0,1 1 0,-1-1 0,0 0-1,0-1 1,1 1 0,-6 2 0,4-2-65,1 1 1,-1 1-1,0-1 0,1 0 1,0 1-1,0 0 0,0-1 1,-3 7-1,-1 2-17,0-1-1,-1 0 1,-16 19-1,-16 18 302,25-34-151,14-13-177,0 0-1,-1 0 1,1 0-1,0 0 1,-1 0-1,1 1 1,0-1-1,0 0 1,0 1-1,0-1 1,1 1-1,-1-1 1,0 1-1,0-1 1,0 4-1,-11 41 214,-19 59 344,29-98-524,1-1 0,0 1 1,0 0-1,0 0 0,1-1 1,0 1-1,1 9 0,0 6 131,0-15-144,0 0 1,0 1 0,1-2-1,1 1 1,-1 0 0,1 0-1,0-1 1,0 1 0,1-1-1,6 9 1,-9-14 132,1 0-155,0 1 0,0-1 0,0 0-1,0 0 1,0 0 0,0 0 0,1 0 0,2 0 0,0 1 5,16 7 17,0-2 0,30 7 1,-49-14-32,0 0 1,0 0 0,0 0-1,0 0 1,0 0 0,0 0-1,0-1 1,0 1 0,0-1 0,0 1-1,0-1 1,0 0 0,0 0-1,0 0 1,0 0 0,0 0-1,2-2 1,0-1 14,0-1-1,0 1 0,0 0 1,4-8-1,3-3 48,-11 15-114,1-1-1,-1 1 0,1 0 0,-1-1 1,1 1-1,-1-1 0,1 1 1,0 0-1,-1 0 0,1-1 1,0 1-1,-1 0 0,1 0 0,0 0 1,-1 0-1,1 0 0,0-1 1,-1 1-1,1 0 0,0 1 1,0-1-1,2 0-1003,-2 0 148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5.649"/>
    </inkml:context>
    <inkml:brush xml:id="br0">
      <inkml:brushProperty name="width" value="0.035" units="cm"/>
      <inkml:brushProperty name="height" value="0.035" units="cm"/>
    </inkml:brush>
  </inkml:definitions>
  <inkml:trace contextRef="#ctx0" brushRef="#br0">0 77 2024,'4'17'3115,"1"3"-1190,13 34 1,-11-39-1854,-4-10-49,-1 0 1,0 0-1,0 1 1,0-1-1,-1 0 1,0 1-1,0-1 1,0 1-1,-1-1 1,1 1-1,-1-1 1,-1 1-1,1-1 1,-3 12-1,-22 68 436,25-83-448,-1-1 1,1 1-1,0 0 1,1 0-1,-1 0 1,0 0 0,0-1-1,1 1 1,1 3-1,-2-4-8,0-1-1,0 1 1,0-1-1,0 1 1,0-1-1,1 1 1,-1-1-1,0 0 1,0 1-1,1-1 1,-1 1-1,0-1 1,1 1-1,-1-1 1,0 0-1,1 1 1,-1-1 0,0 0-1,1 1 1,-1-1-1,1 0 1,-1 0-1,1 1 1,-1-1-1,1 0 1,-1 0-1,1 0 1,-1 0-1,1 0 1,-1 0-1,1 0 1,1-2 11,0 0 0,-1-1 1,1 1-1,-1-1 0,1 0 0,-1 0 1,0 1-1,0-1 0,-1 0 1,1 0-1,0 0 0,-1 0 0,0-4 1,6-21 45,0 18-40,0-1 0,0 1 0,0 0 0,14-15 0,14-21 17,-34 46-37,6-10 6,0 0-1,-1 0 0,0 0 1,0-1-1,4-18 0,-7 21-5,0-4 4,1 0-1,0 1 1,1-1-1,7-13 1,-11 23-6,1 0 1,0 0 0,0 0-1,0 0 1,0 1-1,0-1 1,1 1-1,-1-1 1,0 1 0,1-1-1,-1 1 1,1 0-1,-1-1 1,1 1 0,0 0-1,0 0 1,-1 0-1,1 0 1,0 1-1,0-1 1,0 0 0,0 1-1,0 0 1,0-1-1,0 1 1,0 0 0,0 0-1,0 0 1,0 0-1,0 0 1,0 0-1,0 1 1,0-1 0,2 1-1,-3 0 1,0-1-1,0 1 1,0 0-1,0-1 1,0 1-1,0 0 1,0-1-1,0 1 1,0 0-1,0 0 1,-1 0-1,1 0 1,0 0-1,-1 0 1,1 0-1,-1 0 1,1 0-1,-1 0 1,1 0-1,-1 0 1,0 0 0,1 0-1,-1 1 1,0-1-1,0 1 1,-1 35-12,-1-16 10,4 5 1,-1-21 2,0 0 1,-1 0-1,1 1 0,-1-1 0,0 0 0,-1 0 0,1 0 0,-1 1 0,0-1 0,-2 7 1,-6-3 16,7-6 7,9 2-8,-6-4-14,-1-1 0,0 0 0,1 0-1,-1 0 1,0 0 0,1 0 0,-1 0 0,0 0 0,1 0 0,-1 0 0,0 0-1,1 0 1,-1 0 0,0 0 0,1 0 0,-1 0 0,0-1 0,1 1 0,-1 0 0,0 0-1,1 0 1,-1 0 0,0-1 0,1 1 0,-1 0 0,0 0 0,0-1 0,1 1-1,-1 0 1,0 0 0,0-1 0,0 1 0,1 0 0,-1-1 0,0 1 0,0 0 0,0-1-1,0 1 1,7-19 32,-5 12-17,4-4 5,1 0 1,14-19-1,-14 22-16,-1 0 1,0-1-1,-1 1 1,0-1-1,-1 0 1,4-10-1,-5 8-3,8-16 3,-10 25-6,0 1 0,0 0 0,0 0-1,0 0 1,0 0 0,1 0 0,-1 0 0,0 0-1,0 0 1,1 1 0,-1-1 0,1 0-1,-1 1 1,1-1 0,-1 1 0,1 0 0,1-1-1,1 0 4,9-1-44,-13 2 40,0 0 0,0 0 0,0 0 0,0 0 0,0 0 0,0 0 0,0 0 0,-1 0 0,1 0-1,0 0 1,0 0 0,0 1 0,0-1 0,0 0 0,0 0 0,0 0 0,0 0 0,0 0 0,0 0 0,0 0-1,0 0 1,-1 1 0,1-1 0,0 0 0,0 0 0,0 0 0,0 0 0,0 0 0,0 0 0,0 1 0,0-1-1,0 0 1,0 0 0,0 0 0,0 0 0,0 0 0,0 0 0,0 0 0,1 1 0,-1-1 0,0 0 0,0 0-1,0 0 1,0 0 0,0 0 0,0 0 0,0 0 0,0 0 0,0 1 0,0-1 0,0 0 0,1 0 0,-1 0-1,0 0 1,0 0 0,0 0 0,0 0 0,0 0 0,0 0 0,0 0 0,0 0 0,1 0 0,-2 7-14,22 117 48,-11-71-86,-9-46-42,-1-5-18,1 0 1,-1 0-1,0 0 0,1 0 0,-1 0 1,1 0-1,0 0 0,0 0 1,0 0-1,0 0 0,0 0 0,0-1 1,0 1-1,2 2 0,15 9-556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6.279"/>
    </inkml:context>
    <inkml:brush xml:id="br0">
      <inkml:brushProperty name="width" value="0.035" units="cm"/>
      <inkml:brushProperty name="height" value="0.035" units="cm"/>
    </inkml:brush>
  </inkml:definitions>
  <inkml:trace contextRef="#ctx0" brushRef="#br0">0 277 1272,'42'-57'984,"-41"57"-952,-1 0-1,0 0 0,1-1 1,-1 1-1,0 0 1,1 0-1,-1 0 0,0-1 1,1 1-1,-1 0 0,0 0 1,1 0-1,-1 0 0,1 0 1,-1 0-1,0 0 0,1 0 1,-1 0-1,1 0 0,-1 0 1,0 0-1,1 0 0,-1 0 1,1 0-1,-1 0 0,0 0 1,1 1-1,-1-1 0,0 0 1,1 0-1,-1 0 0,0 1 1,1-1-1,-1 0 0,0 1 1,1-1-1,-1 0 0,0 0 1,0 1-1,1-1 0,-1 0 1,0 1-1,0-1 0,0 0 1,0 1-1,0-1 0,1 1 1,-1-1-1,10 24 714,-8-18-582,1 4 197,0 0 1,0 1-1,-1-1 0,-1 1 1,1 12-1,4 25 526,-5-46-864,-1-1 0,0 0 0,1 1 0,-1-1 0,0 0 1,1 1-1,0-1 0,-1 0 0,1 0 0,0 0 0,-1 1 0,1-1 0,0 0 0,0 0 0,0 0 0,0 0 0,2 1 0,-2-1-12,0-1 1,0 0-1,0 0 1,-1 0-1,1 0 1,0 0-1,0 0 1,0 0-1,0 0 1,0 0-1,-1 0 1,1 0-1,0 0 1,0-1-1,0 1 1,-1 0-1,1 0 1,0-1-1,0 1 1,1-2-1,2-1 15,0 0 0,0 0 0,-1-1 0,1 0 0,-1 0 0,5-6 0,5-8 15,7-12 17,23-43 1,-38 65-57,-1-1 1,0 0-1,-1 0 1,0 0 0,-1 0-1,0 0 1,0-1 0,-1 1-1,0 0 1,-1-12 0,-1 14-24,-1 12 14,0 12 8,3 9 70,-5 41-1,2-47 7,1 1 1,1-1-1,3 32 0,-2-49-57,0 1 0,0 0-1,0 0 1,0 0 0,1-1-1,-1 1 1,1 0 0,0-1-1,0 1 1,0-1 0,3 3-1,-4-5-11,0 0 0,0 0 0,0-1 0,-1 1 0,1-1 0,0 1 0,0 0 0,0-1 0,0 0 0,0 1 0,0-1 0,0 1 0,0-1 0,0 0 0,0 0 0,1 0 0,-1 0 0,1 0 0,-1 0-8,1 0-1,0-1 1,-1 1-1,1-1 0,-1 1 1,1-1-1,-1 0 0,0 0 1,1 0-1,-1 0 0,0 0 1,1 0-1,-1 0 0,0 0 1,2-2-1,0-2-152,0-1 1,0 1-1,0-1 1,0 1-1,-1-1 1,0 0-1,0 0 1,1-11-1,7-17-1027,9-28-761,-9 27 1024,19-42 0,-19 51 852,-6 17 77,0-1-1,0 1 0,1 0 0,0 0 0,8-11 1,10-6 193,-13 19 325,-10 7-506,0 0 0,0 0 0,0 0 0,0 0 0,-1 0 0,1 0 0,0 0 0,0 0 0,0 0 0,0 0 0,0 0 0,0 0 0,0 0 0,0 0 0,0 1 0,0-1 0,0 0 0,0 0 0,0 0 0,-1 0 0,1 0 0,0 0 0,0 0 0,0 0 0,0 0 0,0 1 0,0-1 0,0 0 0,0 0 0,0 0 0,0 0 0,0 0 0,0 0 0,0 0 0,0 0 0,0 1 0,0-1 0,0 0 0,1 0 0,-1 0 0,0 0 0,0 0 0,0 0 0,0 0 0,0 0 0,0 0 0,0 0 0,0 1 0,0-1 0,0 0 0,0 0 0,0 0 0,0 0 0,1 0 0,-1 0 0,0 0 0,0 0 0,0 0 0,0 0 0,0 0 0,0 0 0,0 0 0,0 0 0,1 0 0,-1 0-1,0 0 1,-2 5 135,1 0 0,0-1-1,0 1 1,1 0-1,-1 0 1,1 0-1,0 0 1,1 7-1,8 45 535,-1-16-405,-6-8-82,-2 33-1,2 22 17,-1-77-192,0-1 0,1 0 1,0 0-1,1 0 0,0 0 1,5 11-1,-7-20-29,-1 0 0,0 0 0,1 0 0,-1 0 0,1-1 0,-1 1-1,1 0 1,0 0 0,-1 0 0,1-1 0,0 1 0,-1 0 0,1 0 0,0-1 0,0 1 0,0-1 0,1 2 0,-1-2-10,-1 0 1,1 0-1,-1 0 1,1 0-1,-1-1 1,1 1 0,-1 0-1,1 0 1,-1 0-1,1 0 1,-1-1-1,1 1 1,-1 0-1,1 0 1,-1-1-1,0 1 1,1 0-1,-1-1 1,1 1-1,-1 0 1,0-1-1,1 1 1,-1-1-1,14-29-699,-14 30 707,16-32-394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6.664"/>
    </inkml:context>
    <inkml:brush xml:id="br0">
      <inkml:brushProperty name="width" value="0.035" units="cm"/>
      <inkml:brushProperty name="height" value="0.035" units="cm"/>
    </inkml:brush>
  </inkml:definitions>
  <inkml:trace contextRef="#ctx0" brushRef="#br0">123 1 1224,'-4'5'285,"1"-4"-146,1 1 0,0 0 0,0 0 0,0 0 0,0 0 0,1 1 0,-1-1 0,1 1 0,-1-1 0,1 1 0,0-1 0,0 1 0,0-1 0,-1 7 0,5 28 1043,-6-6-570,2-21-425,0 1-1,1 0 1,1 14 0,1 23 126,-4-30-222,1-14-77,0 0 0,1 1 0,-1-1 0,1 0 0,0 1 0,1-1 0,-1 0 0,1 1 0,0-1 0,0 0 0,0 0 0,2 5 0,7 15 30,0-1 0,24 37 0,-32-51-386,-8-13-582,-1-4 341,0 0-6,0 0 0,1-1 0,-6-9 1,9 13 732,-1 0 1,0 0-1,0 1 1,0-1-1,0 1 1,-1 0-1,0 0 1,0 1-1,0-1 1,0 1-1,-1 0 1,1 1-1,-1-1 1,0 1 0,-11-2-1,16 3-54,0 1 1,0 0-1,0-1 0,0 1 1,0-1-1,0 1 1,0-1-1,0 1 0,0-1 1,0 1-1,0-1 0,0 0 1,0 0-1,1 0 0,-1 1 1,0-1-1,1 0 0,-1 0 1,0 0-1,1 0 0,-1 0 1,1 0-1,0 0 1,-1 0-1,1 0 0,0 0 1,-1 0-1,1-1 0,0 1 1,0 0-1,0 0 0,0 0 1,0 0-1,0 0 0,1-2 1,-1 3-85,0-1 0,0 1 0,0 0 0,0-1 0,0 1 0,0-1 0,0 1 0,1-1 0,-1 1 0,0 0 0,0-1 0,0 1 0,1 0 0,-1-1 0,0 1 0,0 0 0,1-1 0,-1 1 0,0 0 0,1-1 0,-1 1 0,0 0 0,1 0 0,-1-1 0,0 1 0,1 0 0,-1 0 0,1 0 0,0-1 0,118-44 152,-110 42-187,0 0 0,0 1 0,16-1 0,5-2-484,-6-1 232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7.038"/>
    </inkml:context>
    <inkml:brush xml:id="br0">
      <inkml:brushProperty name="width" value="0.035" units="cm"/>
      <inkml:brushProperty name="height" value="0.035" units="cm"/>
    </inkml:brush>
  </inkml:definitions>
  <inkml:trace contextRef="#ctx0" brushRef="#br0">14 200 1416,'11'161'1265,"-20"-132"-65,3-6-32,-3-23-8,9 2-432,0-14-127,7 1-209,14 15-88,-8-25-184,3 7-48,-5-5-1392,-5-13 999</inkml:trace>
  <inkml:trace contextRef="#ctx0" brushRef="#br0" timeOffset="1">63 162 4401,'-38'-110'2016,"23"100"-1119,13 1-161,6-1-432,6 5-208,3 1-80,6 0-8,2 0-1112,-6-1 832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7.499"/>
    </inkml:context>
    <inkml:brush xml:id="br0">
      <inkml:brushProperty name="width" value="0.035" units="cm"/>
      <inkml:brushProperty name="height" value="0.035" units="cm"/>
    </inkml:brush>
  </inkml:definitions>
  <inkml:trace contextRef="#ctx0" brushRef="#br0">1 0 1656,'73'48'1170,"-72"-47"-1104,0 0-1,1 0 1,-1 0 0,0 0-1,0 0 1,0 0 0,0 0-1,0 0 1,0 1 0,0-1-1,0 0 1,0 0 0,0 1-1,-1-1 1,1 1 0,-1-1-1,1 1 1,-1-1 0,1 1-1,-1-1 1,0 1 0,0-1-1,0 1 1,0-1 0,0 1-1,0 2 1,-1 2 208,24 198 4203,-13-170-4196,-1-20-194,-8-14-83,-1 0-1,0 0 1,1 0 0,-1 1 0,0-1-1,1 0 1,-1 0 0,0 0-1,1 0 1,-1 0 0,1 0 0,-1 0-1,0 0 1,1 0 0,-1 0 0,0 0-1,1 0 1,-1 0 0,0 0 0,1 0-1,-1 0 1,1 0 0,-1 0-1,0 0 1,1-1 0,-1 1 0,0 0-1,1 0 1,-1 0 0,0-1 0,0 1-1,1 0 1,-1-1 0,4-3 21,0 0 1,0-1-1,-1 1 0,0-1 1,1 0-1,-2 0 1,1 0-1,-1-1 0,0 1 1,3-8-1,-3 5-6,1 0-1,1 0 1,-1 0-1,8-10 1,11-16 34,18-24-111,-35 53-297,-2-1 0,1 0 1,-1 0-1,0 0 1,0-1-1,4-12 1,0-17-599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8.009"/>
    </inkml:context>
    <inkml:brush xml:id="br0">
      <inkml:brushProperty name="width" value="0.035" units="cm"/>
      <inkml:brushProperty name="height" value="0.035" units="cm"/>
    </inkml:brush>
  </inkml:definitions>
  <inkml:trace contextRef="#ctx0" brushRef="#br0">94 0 1616,'72'27'1139,"-45"-14"879,-27-10-1407,-6-3-206,-31-4 45,33 3-424,1 0 0,-1 0 1,1 1-1,0-1 0,-1 1 0,1 0 1,-1 0-1,-5 1 0,8-1 1,-1 1 0,1-1 0,0 1 1,-1 0-1,1 0 0,0 0 0,0 0 0,0 0 0,0 0 0,0 0 0,0 0 0,0 0 0,0 0 1,0 0-1,0 1 0,1-1 0,-1 0 0,1 1 0,-1-1 0,1 1 0,-1-1 0,1 0 0,-1 2 1,-6 33 454,6-30-421,0-1 1,0 1 0,0 0-1,-1 0 1,0 0-1,0-1 1,0 1 0,-1-1-1,1 0 1,-1 0-1,-1 0 1,-5 7-1,3-5 1,0 0-1,0 1 1,1 0-1,-1 1 1,2-1-1,-5 11 1,7-15-50,1-1 1,-1 1-1,1 0 1,0 0 0,1 0-1,-1 1 1,0-1-1,1 0 1,0 0-1,0 0 1,1 0-1,-1 0 1,1 1-1,0-1 1,0 0 0,0 0-1,2 4 1,-1-3-4,1-1 0,0 0 1,-1-1-1,1 1 0,5 4 1,-8-7-6,1-1 0,0 1 0,-1-1 0,1 1 0,0 0 0,0-1 0,-1 1 0,1-1 0,0 0 0,0 1 0,0-1 0,0 0 0,-1 1 0,1-1-1,0 0 1,0 0 0,0 0 0,0 0 0,0 0 0,0 0 0,0 0 0,0 0 0,1 0 0,18-11 69,-5 3-33,-10 5-30,-1 1 1,0-1-1,0 0 1,0 0-1,0 0 1,3-4-1,13-11 46,-4 5-11,-1 0 0,21-24 0,-36 37-44,2-2 2,0 0 0,0-1 0,-1 1 0,1 0 0,0-1 0,-1 1 0,0-1 0,0 1 0,1-1 0,-2 0 0,1 0 0,0 1 0,0-1 0,-1 0 0,0 0 0,1 0 0,-1 0 0,-1-3 0,0-1-1,0 0 1,-1 0-1,0 0 0,-1 0 0,-4-8 0,-3-11-32,40 82 157,-25-43-43,-3-10-55,-1 0 0,0 0 0,0 0 0,0 0 0,0 0 0,-1 0 0,1 1 0,-1 4 0,-2 2 75,2-8-94,-1 0 0,0-1 0,1 1 1,-1 0-1,1 0 0,0-1 0,0 1 0,0 0 0,0 0 0,0-1 1,0 1-1,0 0 0,0 0 0,1 0 0,-1-1 0,1 1 0,-1 0 1,1-1-1,0 1 0,0 0 0,-1-1 0,1 1 0,0-1 0,1 1 1,-1-1-1,0 0 0,0 1 0,0-1 0,3 2 0,-1-1 7,1 0 0,-1 0-1,0 0 1,1-1-1,0 1 1,-1-1 0,1 0-1,6 1 1,-8-1-45,0-1 0,0 0-1,0 0 1,0 0 0,0 0 0,-1 0-1,1 0 1,0-1 0,0 1-1,0 0 1,0-1 0,0 0 0,-1 1-1,1-1 1,0 0 0,0 0 0,-1 0-1,1 0 1,-1 0 0,1-1 0,-1 1-1,3-3 1,8-22-968,1-4 404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8.360"/>
    </inkml:context>
    <inkml:brush xml:id="br0">
      <inkml:brushProperty name="width" value="0.035" units="cm"/>
      <inkml:brushProperty name="height" value="0.035" units="cm"/>
    </inkml:brush>
  </inkml:definitions>
  <inkml:trace contextRef="#ctx0" brushRef="#br0">14 95 2248,'5'-95'1313,"-12"116"-209,1 9 16,0 8-400,12 16-79,-2 4-225,-2-1-112,5 10-160,1-8-40,7-2-1361,0-17 961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8.749"/>
    </inkml:context>
    <inkml:brush xml:id="br0">
      <inkml:brushProperty name="width" value="0.035" units="cm"/>
      <inkml:brushProperty name="height" value="0.035" units="cm"/>
    </inkml:brush>
  </inkml:definitions>
  <inkml:trace contextRef="#ctx0" brushRef="#br0">34 1 4529,'46'36'2368,"-63"-14"-1087,-2-6-105,4 10-144,-3 18-640,7 9-176,11 6-784,4 0 432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9.496"/>
    </inkml:context>
    <inkml:brush xml:id="br0">
      <inkml:brushProperty name="width" value="0.035" units="cm"/>
      <inkml:brushProperty name="height" value="0.035" units="cm"/>
    </inkml:brush>
  </inkml:definitions>
  <inkml:trace contextRef="#ctx0" brushRef="#br0">215 1 3009,'0'0'3792,"-4"3"-3062,-3 12-507,5-9-178,-1 0 0,0 0 0,0-1 0,0 1 0,-7 7 0,-13 14 48,10-13-20,1 0 0,0 1 0,2 0 0,-10 18 0,-41 75 584,57-101-631,0 0 0,0 1 0,1-1 0,0 1 0,0-1 0,1 1-1,0 0 1,1 0 0,-1 8 0,1-13-21,1-1 1,0 0-1,1 1 0,-1-1 1,0 0-1,1 1 0,-1-1 1,1 0-1,0 1 0,-1-1 1,1 0-1,1 0 0,-1 0 1,0 0-1,0 0 0,1 0 1,-1 0-1,1 0 0,-1-1 1,1 1-1,0 0 0,0-1 1,0 1-1,0-1 0,0 0 1,0 0-1,0 0 0,0 0 1,0 0-1,0 0 0,1 0 1,-1-1-1,4 1 0,0 0 8,-1-1-1,1 0 1,0 0-1,0 0 0,-1-1 1,1 0-1,0 0 1,-1 0-1,1-1 1,-1 1-1,0-2 0,1 1 1,8-5-1,7-6 35,36-28 1,-49 36-45,2-3 9,-5 4-263,1 0 0,-1 0 0,1-1 0,-1 0 1,-1 0-1,6-7 0,3-10-486</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59.872"/>
    </inkml:context>
    <inkml:brush xml:id="br0">
      <inkml:brushProperty name="width" value="0.035" units="cm"/>
      <inkml:brushProperty name="height" value="0.035" units="cm"/>
    </inkml:brush>
  </inkml:definitions>
  <inkml:trace contextRef="#ctx0" brushRef="#br0">55 67 1840,'0'0'58,"0"0"0,0 0-1,0 0 1,0 0-1,0 0 1,0 1 0,0-1-1,0 0 1,0 0-1,0 0 1,-1 0 0,1 0-1,0 0 1,0 0 0,0 0-1,0 0 1,0 0-1,0 0 1,0 0 0,0 0-1,0 0 1,-1 0-1,1-1 1,0 1 0,0 0-1,0 0 1,0 0-1,0 0 1,0 0 0,0 0-1,0 0 1,0 0-1,0 0 1,0 0 0,0 0-1,0 0 1,-1 0-1,1 0 1,0 0 0,0 0-1,0-1 1,0 1 0,0 0-1,0 0 1,0 0-1,0 0 1,0 0 0,0 0-1,0 0 1,0 0-1,0 0 1,0-1 0,0 1-1,-5 12 669,1 6-403,0 1-1,-1 30 1,2-20-93,3-25-165,-1 1-1,0-1 1,0 1 0,0-1 0,-1 0-1,0 1 1,0-1 0,0 0 0,0 0-1,-4 4 1,5-6-32,0-1-1,0 1 1,0-1-1,0 1 1,0 0-1,0-1 1,1 1 0,-1 0-1,1-1 1,-1 1-1,1 0 1,-1 0-1,1 0 1,0 0-1,0-1 1,0 4-1,0-4-7,1 0 0,0 0 0,-1 0-1,1 0 1,0 0 0,-1 0-1,1 0 1,0 0 0,0 0 0,0 0-1,0 0 1,0 0 0,0-1-1,0 1 1,0 0 0,0-1 0,0 1-1,1-1 1,-1 1 0,0-1 0,3 1-1,19 4 129,-19-6-121,0 0 0,-1-1 0,1 1 0,0-1 0,-1 0 0,1 0 1,5-4-1,-2 1 8,42-34 87,-27 27-109,-12 6-6,0 0 0,0-1-1,-1 1 1,11-11 0,-18 14-4,0 1 0,-1-1 1,1 1-1,-1-1 0,0 1 0,0-1 1,1 0-1,-2 0 0,1 0 0,0 0 1,-1 1-1,1-1 0,-1 0 0,0 0 1,0 0-1,0 0 0,0 0 0,0 0 0,-1 0 1,0 0-1,1 0 0,-1 0 0,0 0 1,-2-3-1,-1-3 5,0 0-1,0 1 1,-1-1 0,0 1-1,0 0 1,-9-9 0,2 6-7,9 8-179,0 1 0,0-1 0,0 1 0,1-1 1,-5-6-1,4 2-211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0.408"/>
    </inkml:context>
    <inkml:brush xml:id="br0">
      <inkml:brushProperty name="width" value="0.035" units="cm"/>
      <inkml:brushProperty name="height" value="0.035" units="cm"/>
    </inkml:brush>
  </inkml:definitions>
  <inkml:trace contextRef="#ctx0" brushRef="#br0">0 1 640,'60'54'1144,"-59"-54"-1089,0 1-1,0-1 0,-1 1 1,1 0-1,0 0 0,0-1 1,-1 1-1,1 0 0,-1 0 1,1 0-1,-1 0 0,1 0 1,-1-1-1,1 1 0,-1 0 1,0 0-1,0 0 0,1 0 1,-1 0-1,0 0 0,0 0 1,0 0-1,0 2 0,0-3-27,-2 28 1135,1 0-1,2 0 0,1 0 1,7 36-1,-9-63-1117,0 0-1,0 0 1,0 0 0,0 0-1,1 0 1,-1 0 0,0 0 0,1 0-1,-1 0 1,1 0 0,-1 0-1,1 0 1,-1 0 0,1-1 0,1 3-1,-1-3-23,-1 0-1,1 0 1,-1-1-1,1 1 1,-1 0-1,1 0 1,-1 0-1,1 0 1,-1 0-1,1 0 1,-1-1-1,1 1 1,-1 0-1,1 0 0,-1-1 1,0 1-1,1 0 1,-1-1-1,0 1 1,1 0-1,-1-1 1,0 1-1,1-1 1,-1 1-1,0 0 1,1-1-1,-1 1 1,0-1-1,0 1 1,0-1-1,0 1 1,1-1-1,-1 0 1,37-84 576,-24 51-556,22-39 1,-33 70-42,0 0 0,0 1 0,0-1 1,1 1-1,-1 0 0,1 0 0,-1 0 0,1 0 0,0 0 0,-1 1 1,1-1-1,0 1 0,0-1 0,0 1 0,0 0 0,0 0 0,1 1 1,-1-1-1,0 1 0,0-1 0,1 1 0,-1 0 0,0 0 1,5 1-1,-7 0-1,1 0 1,-1 1-1,0-1 1,1 0 0,-1 1-1,0-1 1,0 1-1,0-1 1,0 1-1,0 0 1,-1-1 0,1 1-1,0 0 1,-1 0-1,1-1 1,-1 1-1,0 0 1,1 0 0,-1 0-1,0-1 1,0 4-1,0-3 2,1 26-1,-1 0 0,-2 1 1,-5 30-1,0 3 82,7-61-74,-1 0 0,1 0 0,0 0-1,0 0 1,0-1 0,0 1-1,0 0 1,0 0 0,0 0 0,0 0-1,0 0 1,1 0 0,-1 0 0,0 0-1,1 0 1,-1 0 0,0 0-1,1 0 1,-1-1 0,2 2 0,-2-2-2,1 0 0,-1 1 1,1-1-1,0 0 1,-1 0-1,1 0 0,-1 0 1,1 0-1,-1-1 0,1 1 1,0 0-1,-1 0 1,1 0-1,-1 0 0,1-1 1,-1 1-1,1 0 0,-1-1 1,1 1-1,-1 0 1,1-1-1,-1 1 0,1-1 1,29-33 154,-29 33-157,15-21 55,21-41 1,-5 7-34,-20 35-18,-9 15-7,0 1 0,0-1 0,1 0 0,0 1 0,0 0 0,0 0 0,1 0 0,0 0 0,0 1 0,7-6 0,-11 10-1,-1-1 0,1 1 0,-1 0 0,1 0 0,-1-1 1,1 1-1,-1 0 0,1 0 0,-1 0 0,1 0 0,-1 0 0,1 0 0,-1 0 0,1 0 0,-1 0 0,1 0 0,0 0 0,-1 0 0,1 0 1,-1 0-1,1 1 0,-1-1 0,1 0 0,-1 0 0,0 0 0,1 1 0,-1-1 0,1 0 0,-1 1 0,1-1 0,-1 0 0,0 1 0,1-1 1,0 1-1,6 16-28,-6-9 27,1 1 0,0-1 0,0 0 0,1-1 0,0 1 0,1 0 0,0-1 0,0 0 0,7 11 0,-12-23-596,1 0 1,-1 0-1,1 0 1,0 0-1,0 0 1,1 1 0,0-9-1,7-7-645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0.801"/>
    </inkml:context>
    <inkml:brush xml:id="br0">
      <inkml:brushProperty name="width" value="0.035" units="cm"/>
      <inkml:brushProperty name="height" value="0.035" units="cm"/>
    </inkml:brush>
  </inkml:definitions>
  <inkml:trace contextRef="#ctx0" brushRef="#br0">0 179 1648,'2'0'937,"2"1"-260,1 8 669,3 11-900,0-1 0,-1 1 1,5 26-1,4 16 548,-10-41-674,-1-3 10,0-1-1,3 26 0,-5-22-107,-1-13-140,-1 0 0,0 0 1,-1 0-1,0 9 1,-1-8-5,0-7-57,0 0 1,1 1-1,-1-1 0,1 1 1,0-1-1,0 1 0,0-1 1,0 1-1,0-1 0,1 1 1,-1-1-1,1 0 1,-1 1-1,1-1 0,0 1 1,0-1-1,0 0 0,0 0 1,3 4-1,-4-6-18,0 0 1,0 0-1,1 0 0,-1 0 1,0 0-1,0 0 0,0 0 1,0 0-1,0 0 0,0 0 1,1 0-1,-1 0 0,0 0 1,0 0-1,0 0 0,0 0 1,0 0-1,0 0 0,0 0 1,1 0-1,-1 0 0,0 0 1,0 0-1,0 0 0,0 0 1,0 0-1,0 0 0,0 0 1,1 0-1,-1-1 0,0 1 1,0 0-1,0 0 0,0 0 1,0 0-1,0 0 0,0 0 1,0 0-1,0 0 1,0-1-1,0 1 0,0 0 1,0 0-1,0 0 0,0 0 1,0 0-1,0 0 0,0-1 1,0 1-1,0 0 0,0 0 1,0 0-1,0 0 0,0 0 1,0 0-1,0-1 0,0 1 1,1-16 108,-3-21-19,0 23-86,1 0 0,0 1 1,1-1-1,0 0 0,1 1 1,1-1-1,0 0 0,1 1 1,8-24-1,6-7-43,35-64-1,-23 51-19,-23 44 43,4-9-24,1 1 0,1-1 0,1 2 0,21-27 0,-33 46 34,0 0 0,0 0-1,-1 0 1,1 0 0,0 0-1,0 0 1,1 0 0,-1 1-1,0-1 1,0 0 0,0 1-1,0-1 1,1 1 0,-1-1-1,0 1 1,0 0 0,3-1-1,-4 1 2,1 0 0,0 0-1,-1 1 1,1-1-1,0 0 1,-1 0-1,1 1 1,0-1 0,-1 0-1,1 1 1,0-1-1,-1 1 1,1-1-1,-1 1 1,1-1 0,-1 1-1,1-1 1,-1 1-1,1 0 1,-1-1-1,0 1 1,1 0 0,1 4-5,-1-1 1,1 1-1,-1-1 1,0 1-1,0-1 0,-1 1 1,1 8-1,-2 2 6,0 1-1,-1-1 0,-1 0 0,-7 25 1,-27 60 39,11-32 20,25-65-54,0 0 0,0 0 0,-1 0-1,1-1 1,-1 1 0,0-1 0,1 1-1,-1-1 1,0 1 0,0-1 0,-1 0-1,1 0 1,0 0 0,-1 0 0,-4 2-1,7-4-37,0 0 0,0 0-1,-1 0 1,1 0 0,0 0-1,0 0 1,-1 0 0,1 0-1,0 0 1,0 0 0,-1 0-1,1 0 1,0 0 0,-1 0-1,1 0 1,0 0 0,0-1-1,0 1 1,-1 0 0,1 0-1,0 0 1,0 0 0,-1-1-1,1 1 1,0 0 0,0 0-1,0 0 1,0-1 0,0 1-1,-1 0 1,1 0 0,0 0-1,0-1 1,0 1 0,0 0-1,0 0 1,0-1 0,0 1-1,0 0 1,0-1 0,0 1-1,0 0 1,0 0 0,0-1-1,0 1 1,-1-1-350,7 1-410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1.196"/>
    </inkml:context>
    <inkml:brush xml:id="br0">
      <inkml:brushProperty name="width" value="0.035" units="cm"/>
      <inkml:brushProperty name="height" value="0.035" units="cm"/>
    </inkml:brush>
  </inkml:definitions>
  <inkml:trace contextRef="#ctx0" brushRef="#br0">0 145 2128,'16'16'505,"-1"0"-1,16 22 0,-31-36-419,1-1 0,-1 1-1,1-1 1,-1 1 0,0-1 0,1 1 0,-1-1 0,0 1 0,0-1 0,0 1-1,0-1 1,-1 1 0,1-1 0,0 1 0,-1-1 0,1 1 0,-1-1 0,1 1 0,-1-1-1,0 1 1,1-1 0,-1 0 0,0 1 0,0-1 0,0 0 0,0 0 0,0 0 0,0 0-1,-1 0 1,1 0 0,-2 1 0,3-1-29,-1 0 0,0-1 0,0 1 0,1 0 0,-1-1 0,0 1 0,0-1 0,0 1 0,0-1 0,0 1 0,0-1 0,0 0 0,0 0-1,0 1 1,0-1 0,0 0 0,0 0 0,0 0 0,0 0 0,0 0 0,0 0 0,0 0 0,0 0 0,0 0 0,0-1 0,0 1 0,0 0 0,0-1 0,0 1 0,0-1 0,0 1 0,0-1 0,1 1 0,-1-1 0,0 0 0,0 1 0,1-1-1,-1 0 1,0 0 0,1 1 0,-1-1 0,0 0 0,0-2 0,0-1 1,-1-1-1,1 0 1,1 0-1,-1 0 0,1 0 1,-1 0-1,1 0 1,1 0-1,-1 0 1,3-8-1,15-50 47,-8 34-91,27-50 0,-36 77-13,-1 1-1,1 0 0,0 0 0,0-1 0,0 1 0,0 0 1,0 0-1,0 0 0,0 0 0,0 0 0,0 0 0,0 0 1,1 0-1,-1 1 0,0-1 0,1 0 0,-1 1 0,0-1 0,1 1 1,-1-1-1,1 1 0,-1 0 0,1 0 0,-1-1 0,1 1 1,-1 0-1,1 0 0,-1 1 0,3-1 0,-2 1 0,-1 0-1,1-1 0,-1 1 0,1 0 1,-1 0-1,1 0 0,-1 0 1,0 0-1,1 1 0,-1-1 1,0 0-1,0 1 0,0-1 0,0 0 1,0 1-1,0-1 0,0 1 1,-1 0-1,1-1 0,-1 1 1,1 0-1,-1-1 0,1 1 0,-1 3 1,2 15-37,3 26 105,-5-44-88,1 0 0,-1 0 0,1 0 0,-1 0 0,1-1 0,0 1 0,0 0 0,0-1 0,0 1 0,0 0 0,0-1 0,0 1 0,1-1 0,-1 0 0,0 1 0,1-1 1,-1 0-1,1 0 0,1 1 0,-1-1-99,-1-1 1,1 0 0,0 0 0,-1 0-1,1 0 1,-1 0 0,1 0 0,-1 0-1,1 0 1,0-1 0,-1 1 0,1-1-1,-1 1 1,1-1 0,-1 1-1,0-1 1,1 0 0,-1 0 0,0 0-1,1 0 1,-1 0 0,2-2 0,-3 3 105,27-21-1020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1.549"/>
    </inkml:context>
    <inkml:brush xml:id="br0">
      <inkml:brushProperty name="width" value="0.035" units="cm"/>
      <inkml:brushProperty name="height" value="0.035" units="cm"/>
    </inkml:brush>
  </inkml:definitions>
  <inkml:trace contextRef="#ctx0" brushRef="#br0">82 21 3569,'1'-1'137,"0"0"0,0 0 1,1 0-1,-1 0 0,0 0 1,0-1-1,0 1 1,0 0-1,-1-1 0,1 1 1,0-1-1,0 1 0,0-4 1,-20 11 1668,-14 8-351,30-13-1314,-1 0 0,1 1 0,0-1 0,0 1 0,0 0 0,0 0 1,0 0-1,0 0 0,0 1 0,-3 3 0,5-5-88,0 0-43,1-1-1,0 0 0,-1 0 1,1 1-1,0-1 0,-1 0 1,1 1-1,0-1 1,-1 0-1,1 1 0,0-1 1,0 0-1,0 1 1,-1-1-1,1 0 0,0 1 1,0-1-1,0 1 0,0-1 1,0 0-1,0 1 1,0-1-1,0 1 0,0-1 1,0 1-1,0-1 0,0 0 1,0 1-1,0-1 1,0 1-1,0-1 0,0 0 1,0 1-1,1-1 0,-1 1 1,0-1-1,0 0 1,1 1-1,-1-1 0,0 0 1,0 1-1,1-1 0,-1 1 1,1-1-9,0 1 1,0-1-1,0 1 1,0-1-1,0 1 1,0-1-1,0 0 1,0 1-1,1-1 1,-1 0-1,0 0 1,0 0-1,2 0 1,2 0-2,6-2 2,0 1 0,0 1-1,1 0 1,-1 0-1,0 1 1,15 3 0,-9 0 2,0 1 0,0 0 0,29 14 0,-38-15-3,0 0 1,0 1-1,-1 0 0,1 0 0,-1 0 1,0 1-1,-1 0 0,0 1 1,10 11-1,-15-15 5,1 0 1,0 1-1,0-1 0,-1 1 0,0 0 1,0-1-1,0 1 0,0 0 0,-1 0 1,1 0-1,-1 0 0,0-1 0,0 1 1,0 0-1,-1 0 0,0 0 0,1 0 1,-1-1-1,0 1 0,-1 0 0,1-1 1,-1 1-1,1-1 0,-1 1 0,0-1 1,-1 0-1,1 0 0,0 0 1,-1 0-1,0 0 0,1-1 0,-1 1 1,0-1-1,-1 1 0,-3 1 0,-4 2 63,0-1 0,0 0 0,-20 5 0,-18 9 97,43-16-135,1 0-99,0 0-1,-1 0 1,0 0-1,1-1 1,-1 0-1,0 0 1,0 0-1,0-1 1,0 1-1,-1-2 1,1 1-1,-12-1 1,5-5-299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1.940"/>
    </inkml:context>
    <inkml:brush xml:id="br0">
      <inkml:brushProperty name="width" value="0.035" units="cm"/>
      <inkml:brushProperty name="height" value="0.035" units="cm"/>
    </inkml:brush>
  </inkml:definitions>
  <inkml:trace contextRef="#ctx0" brushRef="#br0">103 1 6729,'42'125'2785,"-71"-87"-1913,18 9-64,-16-12-520,-3 1-152,21-2-528,-22-11-2384,24-8 1976</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2.694"/>
    </inkml:context>
    <inkml:brush xml:id="br0">
      <inkml:brushProperty name="width" value="0.035" units="cm"/>
      <inkml:brushProperty name="height" value="0.035" units="cm"/>
    </inkml:brush>
  </inkml:definitions>
  <inkml:trace contextRef="#ctx0" brushRef="#br0">28 149 888,'-1'2'236,"-1"1"-1,1 0 0,1 0 1,-1 0-1,0-1 1,1 1-1,-1 5 0,1-7-112,-18 86 2181,17-74-2152,0 0 0,0 0-1,1 0 1,1 0-1,0 0 1,1 0-1,1 0 1,6 22-1,-6-26-40,-3-8-96,2 6 105,0 0 1,0 0 0,1 0-1,4 7 1,-7-13-76,0 0 1,1 0-1,-1-1 1,0 1-1,1 0 1,-1-1-1,1 1 1,-1 0-1,1-1 1,-1 1 0,1 0-1,0-1 1,-1 1-1,1-1 1,0 0-1,-1 1 1,1-1-1,0 1 1,0-1-1,0 0 1,-1 0-1,1 1 1,0-1-1,0 0 1,0 0-1,-1 0 1,1 0-1,0 0 1,0 0-1,0 0 1,-1 0-1,1 0 1,0 0-1,0-1 1,0 1-1,-1 0 1,1 0 0,0-1-1,0 1 1,-1-1-1,1 1 1,0-1-1,-1 1 1,1-1-1,1 0 1,-1-1 21,0 0 1,1 0 0,-1 0-1,0 0 1,0-1 0,0 1 0,0 0-1,-1 0 1,1-1 0,-1 1-1,1 0 1,-1-1 0,0 1 0,0-1-1,0 1 1,-1-5 0,2-4 113,-1-2-82,2 1-1,-1-1 1,2 1 0,0 0-1,0 0 1,1 0 0,1 0-1,6-12 1,-9 19-92,0 1-1,0-1 1,-1 0 0,1 0-1,-1 0 1,0 0 0,-1 0-1,1 0 1,-1 0 0,0-5-1,0 2-3,0 1-1,1 0 1,-1 0-1,4-10 1,-4 15-3,3-11-1,0 1 0,1-1 0,1 1 0,0 0 0,1 0 1,0 0-1,10-15 0,-6 13-27,-7 8-26,1 0 1,0 0-1,0 1 0,9-9 1,-11 12-17,0 1 1,0-1-1,0 1 1,0 0-1,0 0 0,0 0 1,0 0-1,1 0 1,-1 0-1,0 0 1,0 1-1,1-1 1,-1 1-1,1 0 0,-1 0 1,0 0-1,1 0 1,3 0-1,-1 1-216,-1 0-1,1 0 1,-1 1-1,0-1 1,8 5-1,15 14-778</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3.069"/>
    </inkml:context>
    <inkml:brush xml:id="br0">
      <inkml:brushProperty name="width" value="0.035" units="cm"/>
      <inkml:brushProperty name="height" value="0.035" units="cm"/>
    </inkml:brush>
  </inkml:definitions>
  <inkml:trace contextRef="#ctx0" brushRef="#br0">1 242 1408,'8'2'522,"1"0"-1,-1 0 1,1-1-1,0 0 1,16 0-1,-24-1-473,1 0 0,-1 0-1,1 0 1,-1-1 0,1 1 0,-1 0-1,1-1 1,-1 1 0,0-1 0,1 1-1,-1-1 1,0 0 0,1 0 0,-1 1 0,0-1-1,0 0 1,0 0 0,0 0 0,0-1-1,0 1 1,0 0 0,0 0 0,1-2-1,9-10 329,16-4 129,-7 0-174,10-7 125,-10 8-176,4-2 109,-4 13-127,-17 5-234,-1 0 1,1 0 0,-1-1-1,1 1 1,-1-1 0,1 0-1,-1 0 1,0 0 0,1 0-1,-1 0 1,0 0 0,0 0 0,3-3-1,-4 1-14,-1 1 0,0-1 0,0 1-1,0-1 1,0 1 0,0-1 0,0 1 0,-1-1-1,1 1 1,-1-1 0,0 1 0,0-1 0,-1-2-1,-17-35 141,18 38-144,-1-1 0,0 1-1,0 0 1,1-1 0,-1 1 0,-1 0 0,1 0-1,0 0 1,0 0 0,-1 1 0,1-1 0,-6-2-1,7 4-10,0-1 0,0 1 0,0 0 0,0-1 0,0 1 0,0 0-1,-1 0 1,1 0 0,0 0 0,0 0 0,0 0 0,0 0 0,0 0-1,0 1 1,0-1 0,0 0 0,0 0 0,0 1 0,0-1 0,0 1-1,0-1 1,0 1 0,0-1 0,0 1 0,1 0 0,-1 0 0,0-1-1,0 1 1,1 0 0,-1 0 0,0 0 0,1 0 0,-1-1 0,1 1-1,-1 0 1,1 0 0,-1 2 0,-1 2-5,-1 1-1,0 1 0,0 0 0,-1-1 0,1 0 0,-1 0-1,-1 0 1,-5 6 0,1-4 0,-14 17-3,3 20 35,11-28 3,6-13-19,1-1 1,0 0 0,0 1-1,1-1 1,-1 1 0,1-1-1,0 1 1,-1 0 0,2 0 0,-1-1-1,0 1 1,1 0 0,0 0-1,0 0 1,0 0 0,1 5-1,7 33 114,-8-37-111,1-1 0,0 0 0,0 0 0,0 1-1,1-1 1,-1 0 0,1 0 0,0 0 0,0 0 0,0-1 0,1 1 0,-1-1-1,6 7 1,13 17 41,-20-25-45,0 0 1,1 0-1,-1 0 1,0 0-1,1 0 1,0 0 0,-1 0-1,1 0 1,4 2-1,-6-4-2,1 0-1,0 0 1,0 0 0,0 0-1,-1 0 1,1-1-1,0 1 1,0 0 0,-1 0-1,1-1 1,0 1-1,0 0 1,-1-1-1,1 1 1,-1-1 0,1 1-1,0-1 1,-1 0-1,1 1 1,-1-1 0,1 0-1,11-9-69,51-47-1501,-23 18 971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3.740"/>
    </inkml:context>
    <inkml:brush xml:id="br0">
      <inkml:brushProperty name="width" value="0.035" units="cm"/>
      <inkml:brushProperty name="height" value="0.035" units="cm"/>
    </inkml:brush>
  </inkml:definitions>
  <inkml:trace contextRef="#ctx0" brushRef="#br0">33 19 1368,'5'132'3381,"0"-74"-2430,-3 0 0,-11 111 0,8-163-826,0 1 1,0-1-1,-1 1 1,0-1-1,0 0 1,0 1-1,-1-1 1,0 0-1,-6 8 1,9-13-113,0-1 0,0 0 1,0 0-1,0 0 1,0 1-1,0-1 0,0 0 1,0 0-1,0 0 1,-1 0-1,1 1 0,0-1 1,0 0-1,0 0 1,0 0-1,0 0 1,-1 0-1,1 1 0,0-1 1,0 0-1,0 0 1,-1 0-1,1 0 0,0 0 1,0 0-1,0 0 1,-1 0-1,1 0 0,0 0 1,0 0-1,0 0 1,-1 0-1,1 0 1,0 0-1,0 0 0,-1 0 1,-1-8 249,1-12-38,2-2-163,2-1-1,1 1 1,0-1 0,2 1 0,0 0 0,12-25 0,67-120-97,-71 141 44,-11 22-15,-1-1 0,1 1 0,0 0 1,0 0-1,1 0 0,-1 1 1,1-1-1,0 1 0,0-1 0,0 1 1,0 0-1,6-2 0,-8 4 2,-1 1 0,1-1 0,0 0 0,0 1-1,0 0 1,0-1 0,0 1 0,-1 0 0,1 0-1,0 0 1,0 0 0,0 1 0,0-1 0,0 0-1,-1 1 1,1-1 0,0 1 0,0 0 0,-1 0-1,1-1 1,0 1 0,-1 0 0,1 0 0,-1 1-1,1-1 1,-1 0 0,1 0 0,-1 1 0,0-1-1,0 1 1,0-1 0,0 1 0,0-1 0,0 1-1,1 2 1,3 5-1,-1 0-1,0 0 1,-1 1 0,0-1 0,0 1-1,2 18 1,-4-25 6,-1 1 1,1-1-1,-1 1 0,0-1 1,0 1-1,0-1 1,0 1-1,-1-1 0,0 1 1,1-1-1,-1 0 1,-1 1-1,1-1 0,0 0 1,-1 0-1,1 0 0,-1 0 1,0 0-1,0 0 1,0 0-1,-1 0 0,-3 3 1,5-5-1,-1 0 0,1 0 0,0 0-1,0 0 1,-1 1 0,1-1 0,0 1 0,0-1 0,0 0 0,1 1 0,-1-1 0,0 1 0,0 0 0,1-1-1,-1 1 1,1 0 0,0-1 0,-1 1 0,1 0 0,0 3 0,0-4 0,0 0-1,1 0 1,-1 0 0,0-1 0,0 1 0,1 0-1,-1 0 1,1 0 0,-1 0 0,1-1 0,-1 1-1,1 0 1,-1 0 0,1-1 0,0 1 0,-1-1-1,1 1 1,0 0 0,0-1 0,-1 1-1,1-1 1,0 0 0,0 1 0,0-1 0,0 0-1,0 1 1,-1-1 0,1 0 0,0 0 0,0 0-1,0 0 1,0 0 0,0 0 0,0 0 0,0 0-1,0 0 1,0 0 0,0 0 0,1-1-1,15-4 19,-1 0 0,0-1-1,0 0 1,25-15-1,-3 3-1,3 1-4,-31 14-11,-1 0-1,0-1 1,0 0-1,0 0 1,0-1-1,-1 0 1,0-1-1,8-7 1,-13 10-2,-1 1 0,0-1 1,0 0-1,-1 0 0,1 0 1,0 0-1,-1 0 0,0 0 1,0 0-1,0 0 0,0-1 1,0 1-1,-1-1 0,1 1 1,-1 0-1,0-4 1,0 1 0,1 1 1,-1 0 0,1 0 0,0 0 0,2-6 0,-2 10 0,-1 0 0,1 0 0,0 0 0,-1 1 0,1-1 0,0 0 0,-1 0 0,1 1 0,0-1 0,0 1 0,0-1 0,0 0-1,0 1 1,0 0 0,0-1 0,-1 1 0,1-1 0,0 1 0,2 0 0,-2 0 1,-1 0-1,1 0 1,0-1 0,0 1-1,-1 0 1,1 0-1,0 0 1,-1-1 0,1 1-1,0 0 1,-1-1-1,1 1 1,0-1 0,-1 1-1,1 0 1,-1-1-1,1 0 1,-1 1 0,1-1-1,-1 1 1,1-1-1,-1 1 1,1-1-1,-1 0 1,0 1 0,0-1-1,1 0 1,-1 0-1,0 1 1,0-1 0,0 0-1,1 1 1,-1-1-1,0 0 1,0 0 0,0 1-1,0-1 1,-1 0-1,1 0 1,0 1 0,0-1-1,0 0 1,0 0-1,-1 0 1,0-1 5,0-1-1,1 1 1,-1-1 0,0 1 0,-1 0-1,1 0 1,0 0 0,-1 0 0,1 0-1,-1 0 1,1 0 0,-1 0 0,0 0-1,0 1 1,0-1 0,-4-2 0,4 4 2,1-1 1,-1 0 0,0 1 0,0-1 0,0 1-1,1 0 1,-1 0 0,0-1 0,0 1 0,0 0-1,0 0 1,0 1 0,0-1 0,0 0 0,1 1-1,-1-1 1,0 1 0,0 0 0,1-1 0,-1 1-1,0 0 1,-2 2 0,-57 39 297,54-38-294,1 0 0,-1 1 0,1 0 0,0 0 0,1 1 0,-1-1 0,1 1 0,1 0 0,-7 9 0,8-10-12,1-1 0,-1 1 0,1 0 0,0 1 0,0-1 0,0 0 1,1 0-1,-1 1 0,1-1 0,1 1 0,-1-1 0,1 1 0,1 9 0,-1-13-1,11 45 8,-11-45-7,1 0-1,0 1 1,0-1-1,0 0 1,0 0-1,0 0 1,1 0-1,-1 0 1,1 0-1,-1 0 1,1 0-1,0 0 1,0-1-1,0 1 1,0-1-1,0 0 1,0 1-1,0-1 1,3 1-1,22 4 0,1-1-1,0-2 0,34 0 1,-49-4-338,0-1 1,0 0 0,0 0-1,0-1 1,-1-1-1,1 0 1,21-12 0,-30 15 205,41-22-769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4.150"/>
    </inkml:context>
    <inkml:brush xml:id="br0">
      <inkml:brushProperty name="width" value="0.035" units="cm"/>
      <inkml:brushProperty name="height" value="0.035" units="cm"/>
    </inkml:brush>
  </inkml:definitions>
  <inkml:trace contextRef="#ctx0" brushRef="#br0">235 135 1864,'-20'10'2033,"18"-9"-1897,0 1 0,1-1 1,-1 0-1,0 0 0,0 0 0,0-1 1,0 1-1,0 0 0,0-1 0,0 1 1,-3-1-1,2 0-58,0 0-1,0 1 1,0-1 0,0 1-1,0 0 1,0-1 0,0 1 0,1 0-1,-1 1 1,0-1 0,0 0-1,1 1 1,-1 0 0,1-1 0,-1 1-1,1 0 1,0 0 0,-2 3-1,-1 1-6,1 1-1,0 0 1,0 0-1,1 0 1,-4 10-1,-7 17 254,6-17-17,-1 0 0,-19 24 1,16-27 9,9-11-236,0 0 0,0 1 0,0-1-1,1 1 1,0 0 0,-1-1 0,1 1 0,0 0-1,-1 6 1,-7 30 391,10-38-451,0 0 0,-1-1 0,1 1 0,0-1-1,0 1 1,0 0 0,0-1 0,0 1 0,0-1 0,1 1 0,-1-1 0,1 1 0,-1 0 0,1-1-1,-1 1 1,1-1 0,0 0 0,0 1 0,-1-1 0,1 0 0,0 1 0,0-1 0,2 1 0,-2-1-14,-1-1 0,1 0 0,-1 0 0,1 0 0,0 0 0,-1 0 0,1 0 0,0 0 0,-1 0 1,1 0-1,0 0 0,-1 0 0,1 0 0,0 0 0,-1 0 0,1-1 0,0 1 0,-1 0 0,1 0 1,-1-1-1,1 1 0,-1 0 0,1-1 0,0 0 0,22-11 121,29-19 56,-25 10-141,-1-1-1,-1-2 1,-1 0 0,24-34-1,-31 31-38,-16 24-6,0 1-1,-1 0 1,2 0 0,-1 0 0,0 0-1,0 0 1,0 1 0,1-1 0,-1 0-1,1 1 1,0-1 0,-1 1 0,4-3-1,5 16-96,-8-8 107,1 1 0,0-1 0,0 0-1,0 0 1,0 0 0,1 0-1,6 5 1,-2-4 3,0 0 1,1 0-1,17 6 0,-24-10-13,0-1-1,1 0 1,-1 1-1,0-1 1,0 0-1,1 0 1,-1 0-1,0 0 1,1-1-1,-1 1 1,0 0-1,0-1 0,0 0 1,1 1-1,-1-1 1,0 0-1,0 0 1,0-1-1,0 1 1,0 0-1,-1 0 1,4-4-1,1-1-90,0 0 0,-1-1 0,0 1 0,6-11 0,-6 9-72,7-14-836,0 0-1,13-35 0,7-15-1481,1 10 1082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4.486"/>
    </inkml:context>
    <inkml:brush xml:id="br0">
      <inkml:brushProperty name="width" value="0.035" units="cm"/>
      <inkml:brushProperty name="height" value="0.035" units="cm"/>
    </inkml:brush>
  </inkml:definitions>
  <inkml:trace contextRef="#ctx0" brushRef="#br0">168 63 2104,'51'-63'1417,"-80"86"55,33 23-64,-28-1-367,33 10-177,1 1-368,3 10-144,2-7-216,-4 2-40,22 1-16,-24-22 0,-3-8-360,-16-14-760,-1-7 688</inkml:trace>
  <inkml:trace contextRef="#ctx0" brushRef="#br0" timeOffset="1">183 506 3897,'-152'-124'2440,"135"94"-335,4-10-649,24 25-304,16 1-471,11 1-177,24 13-336,-5 6-64,-2-2-160,16 18-544,-15-12 431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5.984"/>
    </inkml:context>
    <inkml:brush xml:id="br0">
      <inkml:brushProperty name="width" value="0.035" units="cm"/>
      <inkml:brushProperty name="height" value="0.035" units="cm"/>
    </inkml:brush>
  </inkml:definitions>
  <inkml:trace contextRef="#ctx0" brushRef="#br0">223 1 1216,'16'10'325,"20"16"527,-33-23-366,-6-3 198,-20-11 1454,22 11-2048,-1-1-1,1 1 0,-1 0 1,1-1-1,0 1 1,-1 0-1,1 0 1,-1 0-1,1 0 0,-1 0 1,1 0-1,-1 1 1,1-1-1,0 0 1,-1 1-1,1-1 0,-1 1 1,1-1-1,0 1 1,0 0-1,-1-1 1,1 1-1,0 0 0,0 0 1,0 0-1,0 0 1,-2 2-1,-4 5 299,0 0 0,-11 17-1,2-3-1,-32 27 89,33-35-422,0 1 1,1 1-1,0 0 0,2 1 1,-18 28-1,26-37-35,2-5 4,1 0 0,-1 1 0,0-1 1,1 1-1,0-1 0,0 1 0,-1 6 0,2-8-8,0-1-1,0 0 1,0 0-1,1 1 1,-1-1 0,0 0-1,1 0 1,-1 0-1,1 1 1,0-1-1,-1 0 1,1 0-1,0 0 1,0 0-1,-1 0 1,1 0 0,0 0-1,0-1 1,0 1-1,0 0 1,0 0-1,0-1 1,0 1-1,1-1 1,-1 1-1,0-1 1,0 1 0,2 0-1,1 0 12,0 0-1,0 0 1,0 0-1,0 0 1,0-1-1,0 1 1,0-1 0,0 0-1,1 0 1,-1-1-1,0 1 1,0-1-1,0 0 1,0 0 0,6-3-1,-3 1 5,0 0-1,0-1 1,-1 0-1,0 0 1,0-1-1,0 0 1,0 0-1,5-7 1,-5 6-14,0-1 0,-1 1 0,1-1 0,-1-1 0,-1 1 0,0-1 0,0 1 0,0-1 0,-1 0 0,3-12 0,9-55-38,-1 125-101,-5-25 132,-5-15-2,0 0 1,-1 0-1,0 0 1,-1 0 0,0 0-1,-1 1 1,1 16-1,-2-6 17,-1 0 0,-1 0-1,-1 0 1,0-1 0,-2 1-1,0-1 1,-16 37 0,17-48 4,0-1 0,-1 0 0,-9 10 0,13-16-16,0 0 0,-1-1 0,1 1 0,-1 0 0,1-1 0,-1 1 0,0-1 0,1 1 0,-1-1-1,0 0 1,0 0 0,0 0 0,0 0 0,0 0 0,-1-1 0,1 1 0,0 0 0,-4 0 0,5-2-24,1 1 0,-1 0 1,1 0-1,0 0 0,-1 0 0,1-1 1,-1 1-1,1 0 0,-1 0 1,1-1-1,0 1 0,-1 0 1,1-1-1,-1 1 0,1-1 0,0 1 1,0 0-1,-1-1 0,1 1 1,0-1-1,0 1 0,-1-1 0,1 1 1,0-1-1,0 1 0,0-1 1,0 1-1,0-1 0,0 1 1,0-1-1,0 1 0,0-1 0,0 1 1,0-1-1,0 1 0,0-1 1,0 1-1,0-1 0,6-20-1040,24-36-3222,-13 21 2785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6.362"/>
    </inkml:context>
    <inkml:brush xml:id="br0">
      <inkml:brushProperty name="width" value="0.035" units="cm"/>
      <inkml:brushProperty name="height" value="0.035" units="cm"/>
    </inkml:brush>
  </inkml:definitions>
  <inkml:trace contextRef="#ctx0" brushRef="#br0">0 494 1384,'82'-13'1461,"-81"13"-1257,0 0 0,1 0-1,-1 0 1,0 0 0,0-1 0,0 1 0,1 0 0,-1-1 0,0 1 0,0-1 0,0 1 0,0-1 0,1 0 0,-1 1 0,0-1 0,0 0 0,-1 0 0,3-2 0,-3 2 37,0 1 0,1-1 1,-1 0-1,0 0 0,0 0 1,0 0-1,0 0 1,0 0-1,0 0 0,-1 1 1,1-1-1,0 0 0,0 0 1,-1 0-1,0-1 1,-1-9 750,2-12-740,1 1-1,1-1 1,8-33-1,-7 40-163,8-34 11,24-65-1,-31 105-158,0 0 0,0 1 0,1-1 0,0 1 0,1 0 0,0 0 0,1 1 0,0 0 0,0 0 0,0 0 0,1 1 0,0 0 0,10-6 0,-16 11 6,0 1 1,0-1-1,1 1 0,-1-1 0,1 1 0,-1 0 0,6-2 0,-8 3-21,1 0 0,0 0 0,-1 0 0,1 0-1,0 0 1,-1 0 0,1 0 0,0 0 0,-1 0-1,1 0 1,-1 0 0,1 0 0,0 1 0,-1-1-1,1 0 1,-1 0 0,1 1 0,0-1 0,-1 0-1,1 1 1,-1-1 0,1 1 0,1 3-344,0-1 1,0 1-1,0 0 1,-1 0-1,1-1 1,-1 1-1,0 0 1,-1 0-1,2 4 1,9 37-853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6.744"/>
    </inkml:context>
    <inkml:brush xml:id="br0">
      <inkml:brushProperty name="width" value="0.035" units="cm"/>
      <inkml:brushProperty name="height" value="0.035" units="cm"/>
    </inkml:brush>
  </inkml:definitions>
  <inkml:trace contextRef="#ctx0" brushRef="#br0">94 146 2024,'-23'16'1961,"18"-14"-1493,1 1 1,-1 0-1,1 0 1,0 0-1,0 1 1,-5 5-1,9-8-335,-1 0 0,0 0 1,0 0-1,0 0 0,1-1 0,-1 1 0,0 0 0,0 0 0,0-1 1,-1 1-1,1 0 0,-1 0 0,1-1-90,1 0 0,-1 0 0,0 0 1,1 0-1,-1-1 0,0 1 0,1 0 0,-1 0 0,0 0 1,1 0-1,-1-1 0,1 1 0,-1 0 0,1-1 0,-1 1 0,1 0 1,-1-1-1,1 1 0,-1-1 0,1 1 0,-1-1 0,1 1 1,0-1-1,-1 1 0,1-1 0,0 1 0,-1-1 0,1 0 1,0 1-1,-1-2 0,0 0-7,0-1-1,0 1 1,0-1 0,1 1-1,-1-1 1,0 0 0,1 1-1,0-1 1,0 0 0,0 1-1,0-1 1,0 0 0,0 1-1,1-1 1,-1 0 0,1 1-1,-1-1 1,1 1 0,0-1-1,0 1 1,1-1 0,-1 1-1,0 0 1,1 0 0,1-3-1,6-4-33,-1 0-1,1 0 0,0 1 0,14-10 1,-1 1 35,-21 17-38,0-1 0,0 0 0,0 0-1,0 0 1,0 0 0,0 0 0,0 0 0,0 0 0,0 0 0,0 0 0,-1-1 0,1 1 0,-1 0 0,1 0 0,-1-1-1,1 1 1,-1 0 0,1-1 0,-1 1 0,0 0 0,0-1 0,0-2 0,4-16-77,11 54-117,21 14 67,-30-36-390,-8-8-376,1-3 489,-1 0-262</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7.145"/>
    </inkml:context>
    <inkml:brush xml:id="br0">
      <inkml:brushProperty name="width" value="0.035" units="cm"/>
      <inkml:brushProperty name="height" value="0.035" units="cm"/>
    </inkml:brush>
  </inkml:definitions>
  <inkml:trace contextRef="#ctx0" brushRef="#br0">0 112 1384,'15'-9'398,"4"-2"30,-19 11-400,0 0-1,0 0 1,0 0-1,0 0 1,0 0 0,0 1-1,0-1 1,0 0-1,0 0 1,0 0-1,0 0 1,0 0-1,0 0 1,0 0-1,0 1 1,0-1-1,1 0 1,-1 0-1,0 0 1,0 0 0,0 0-1,0 0 1,0 0-1,0 0 1,0 0-1,0 0 1,0 0-1,0 1 1,1-1-1,-1 0 1,0 0-1,0 0 1,0 0-1,0 0 1,0 0 0,0 0-1,0 0 1,0 0-1,1 0 1,-1 0-1,0 0 1,0 0-1,0 0 1,0 0-1,0 0 1,0 0-1,0 0 1,1 0-1,-2 2 69,0 0-1,0 1 0,1-1 0,-1 1 0,1-1 1,0 1-1,-1-1 0,1 1 0,1-1 0,-1 1 1,0-1-1,0 1 0,2 4 0,0 5 179,-1 2 264,1 1-1,1-1 1,0 0-1,7 18 1,-10-30-470,1-1 0,-1 0 0,1 0 1,-1 0-1,1 0 0,0 0 0,-1 0 0,1 0 1,0-1-1,0 1 0,0 0 0,0 0 0,0 0 1,0-1-1,0 1 0,0-1 0,0 1 0,0-1 1,0 1-1,0-1 0,0 1 0,1-1 0,-1 0 1,0 0-1,0 0 0,0 0 0,1 1 0,-1-2 1,0 1-1,0 0 0,0 0 0,1 0 1,-1 0-1,0-1 0,1 0 0,2 0-4,-1 0 0,1 0 0,-1 0 1,1-1-1,-1 0 0,0 1 0,0-1 0,0 0 0,0-1 0,0 1 0,4-5 0,-5 4-54,-1 1 0,0-1-1,1 1 1,-1-1 0,0 0-1,0 0 1,-1 1 0,2-7-1,5-15 44,0 6-31,-1-1 1,-1 0-1,4-20 0,-3 10-8,-5 16-10,3-11 1,-4 23-5,0 1-1,0 0 1,0-1 0,0 1 0,0 0 0,0-1-1,0 1 1,0-1 0,0 1 0,0 0-1,1-1 1,-1 1 0,0-1 0,0 1 0,0 0-1,1-1 1,-1 1 0,0 0 0,0 0 0,1-1-1,-1 1 1,0 0 0,0-1 0,1 1 0,-1 0-1,0 0 1,1 0 0,-1-1 0,1 1-1,-1 0 1,0 0 0,1 0 0,-1 0 0,1 0-1,0 1 38,0 1 0,0-1 0,-1 1 0,1-1 0,0 1 0,-1-1-1,1 1 1,-1 0 0,0-1 0,0 1 0,1 3 0,0 3-41,34 144 239,-34-151-233,-1 0 0,0 0 0,0 0 0,0 0 0,1 0 0,-1-1 0,0 1 0,1 0 0,-1 0 0,1 0 0,-1-1 0,1 1 0,-1 0 0,1 0 0,-1-1 0,1 1 0,0-1 0,-1 1 0,1 0 0,1 0 0,-2-1-20,1 0 0,-1 0 0,1 0-1,-1 0 1,1-1 0,0 1 0,-1 0-1,1 0 1,-1 0 0,1 0 0,-1-1-1,1 1 1,-1 0 0,1 0 0,-1-1-1,1 1 1,-1 0 0,1-1 0,-1 1-1,1-1 1,-1 1 0,1-1 0,3-5-336,0 1 0,0-1 1,6-11-1,-8 12 73,36-60-3675,-22 26 2846</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7.545"/>
    </inkml:context>
    <inkml:brush xml:id="br0">
      <inkml:brushProperty name="width" value="0.035" units="cm"/>
      <inkml:brushProperty name="height" value="0.035" units="cm"/>
    </inkml:brush>
  </inkml:definitions>
  <inkml:trace contextRef="#ctx0" brushRef="#br0">0 93 1224,'2'-6'51,"-2"4"54,1-1-1,-1 1 1,1-1-1,0 0 0,0 1 1,0-1-1,0 1 1,0 0-1,0-1 1,1 1-1,2-4 1,-2 9 100,0 0-1,-1 0 1,1 0 0,-1 0 0,1 1 0,-1-1 0,0 0 0,0 0 0,-1 1-1,1 5 1,11 37 1017,-3 1-1,-2 1 0,2 55 0,-7-60-678,0-27-336,-1 1 0,-1 0-1,-4 31 1,-1-33-5,5-15-195,0 0-1,-1 0 1,1 0-1,0 0 0,0 0 1,0 0-1,0 0 1,0 0-1,0 0 0,-1 0 1,1 0-1,0 0 1,0 0-1,0 0 1,0 1-1,0-1 0,0-1 1,-1 1-1,1 0 1,0 0-1,0 0 0,0 0 1,0 0-1,0 0 1,0 0-1,-1 0 0,1 0 1,0 0-1,0 0 1,0 0-1,0 0 1,0 0-1,0 0 0,0 0 1,-1-1-1,1 1 1,0 0-1,0 0 0,0 0 1,0 0-1,0 0 1,0 0-1,0 0 0,0-1 1,0 1-1,0 0 1,0 0-1,-6-27 311,4 3-290,2-1 0,1 1 0,0 0 1,2 1-1,1-1 0,1 0 0,9-28 0,-1 20-40,0 1 1,2 0-1,1 1 0,31-43 0,-43 66-1,1 1 0,0 1 0,0-1 0,1 1 0,7-6 0,-12 10 9,0 0 0,0 0 0,0 1 0,0-1 0,0 0 0,0 1 0,1-1 0,-1 0 0,0 1 0,0 0 0,1-1 0,-1 1 0,0 0 0,1-1 0,-1 1 0,0 0 0,1 0 0,-1 0 0,0 0 0,1 1 0,-1-1 0,0 0 0,0 0 0,1 1 0,-1-1 0,0 1 0,0-1 0,1 1 0,-1-1 0,0 1 0,0 0 0,0 0 0,0 0 0,0-1 0,0 1 0,0 0 0,0 0 1,0 2-1,7 7-16,-2 0 0,1 1 1,-1 0-1,-1 1 0,8 23 1,-11-29 22,-1 0 0,1 1 0,-1 0 0,0-1 0,-1 1 0,1 0 0,-1-1 0,0 1 0,-1 0 0,0 0 0,0-1 0,-1 1-1,-2 9 1,-6 2 155,0 0-1,-1 0 1,-14 16-1,-1 3 213,25-37-370,1 1 0,0-1 0,0 1 0,-1-1 0,1 0 0,0 1 0,0-1 0,-1 1 0,1-1 0,0 0 0,-1 1 0,1-1 0,-1 0 0,1 1 0,0-1 0,-1 0 0,1 0 0,-1 1 0,1-1 0,-1 0 0,1 0-1,-1 0 1,1 0 0,-1 0 0,1 1 0,-1-1 0,1 0 0,-1 0 0,0 0 0,1-1-27,-1 1-1,1-1 0,-1 0 1,1 1-1,-1-1 0,1 1 1,0-1-1,-1 0 1,1 1-1,0-1 0,0 0 1,-1 1-1,1-1 0,0 0 1,0 1-1,0-1 1,0 0-1,0 1 0,0-1 1,0 0-1,0 0 1,0 0-1,3-27-293</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1:08.048"/>
    </inkml:context>
    <inkml:brush xml:id="br0">
      <inkml:brushProperty name="width" value="0.035" units="cm"/>
      <inkml:brushProperty name="height" value="0.035" units="cm"/>
    </inkml:brush>
  </inkml:definitions>
  <inkml:trace contextRef="#ctx0" brushRef="#br0">20 423 3881,'66'-29'2255,"-61"28"-1725,-5 3-15,-9 4 479,0-2-360,1-1-36,0 1 1,0 0-1,-12 8 1,18-10-515,0 0 0,-1 0 0,1 0 0,0 0-1,0 0 1,0 0 0,1 1 0,-1-1 0,1 1 0,-1 0 0,1-1 0,0 1 0,0 0 0,0 0-1,-1 4 1,1-4-60,1-1 0,0 1-1,0 0 1,0-1-1,0 1 1,0-1 0,0 1-1,1 0 1,-1-1-1,2 3 1,-2-4-20,1 0 0,-1 0 0,0 0 0,1 0 0,-1-1 0,1 1 0,-1 0 0,1-1 0,0 1 0,-1 0 1,1-1-1,0 1 0,-1 0 0,1-1 0,0 1 0,0-1 0,0 0 0,-1 1 0,1-1 0,0 1 0,0-1 0,0 0 0,0 0 0,0 0 0,0 1 0,-1-1 0,1 0 0,0 0 1,0 0-1,0 0 0,0-1 0,1 1 0,7-1-6,0 0 0,1 1 1,-1 0-1,0 0 0,0 1 1,0 0-1,0 1 0,0 0 1,0 0-1,0 1 0,11 5 1,-14-5-6,0 0 0,0 0 1,0 1-1,0 0 0,0 0 1,-1 0-1,0 1 0,0 0 1,0 0-1,0 0 0,-1 1 1,0-1-1,0 1 0,-1 0 1,5 11-1,-5-10 12,-1 0-1,0 0 1,0 0 0,-1 1 0,1 12-1,-2-17 1,1 0 0,-2 0 0,1 1 1,0-1-1,-1 0 0,1 0 0,-1 0 0,0 0 0,0 0 0,0 0 0,0 0 0,-1 0 0,1 0 0,-1 0 1,0 0-1,-2 2 0,-4 3 27,0 0 1,-1 0 0,0-1-1,0 0 1,-1-1-1,-10 6 1,18-11-51,-1-1 1,1 1 0,-1 0-1,1-1 1,-1 1 0,1-1-1,-1 0 1,0 0-1,1 0 1,-1 0 0,1 0-1,-1-1 1,1 1 0,-1-1-1,1 0 1,-1 1-1,1-1 1,-1 0 0,1-1-1,0 1 1,-1 0 0,1-1-1,0 1 1,0-1-1,0 0 1,0 1 0,1-1-1,-1 0 1,0 0 0,1 0-1,-1 0 1,1-1-1,-1-1 1,-2-4-53,1 1-1,1 0 1,-4-16 0</inkml:trace>
  <inkml:trace contextRef="#ctx0" brushRef="#br0" timeOffset="0.11">167 119 7330,'-45'-92'2986,"34"68"-1380,11 24-1594,0 0 1,0 0 0,0 0 0,0 0 0,0 0-1,0 0 1,0 0 0,0-1 0,0 1-1,0 0 1,0 0 0,1 0 0,-1 0-1,0 0 1,0 0 0,0 0 0,0-1 0,0 1-1,0 0 1,0 0 0,0 0 0,0 0-1,0 0 1,1 0 0,-1 0 0,0 0 0,0 0-1,0 0 1,0 0 0,0 0 0,0 0-1,1 0 1,-1 0 0,0 0 0,0 0-1,0 0 1,0 0 0,0 0 0,0 0 0,0 0-1,1 0 1,-1 0 0,0 0 0,0 0-1,0 0 1,0 0 0,0 0 0,0 0-1,1 0 1,-1 0 0,0 0 0,0 0 0,0 0-1,0 0 1,0 1 0,0-1 0,0 0-1,0 0 1,8 2 323,20 0-34,1 2 0,-1 1 0,0 1 0,-1 2 0,49 20 0,-61-21-290,-1 0 0,-1 1 0,0 1 0,0 0 0,0 1 0,-1 0 1,-1 1-1,1 0 0,-2 1 0,0 1 0,0-1 0,8 16 1,-7-7 19,-2 0 0,0 1 0,-1-1 0,-1 1 0,-1 1 0,-1-1 1,-1 1-1,2 45 0,-7-52-3,0 0-1,-1 0 1,0 0 0,-1 0 0,-1-1 0,-7 18-1,-40 84 144,37-87-226,-2-1 0,-1-1-1,-1 0 1,-32 38-1,46-63 41,1 0-1,-1 0 0,1 0 1,-1 0-1,-6 3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24.132"/>
    </inkml:context>
    <inkml:brush xml:id="br0">
      <inkml:brushProperty name="width" value="0.035" units="cm"/>
      <inkml:brushProperty name="height" value="0.035" units="cm"/>
    </inkml:brush>
  </inkml:definitions>
  <inkml:trace contextRef="#ctx0" brushRef="#br0">1 437 840,'22'20'867,"10"11"-1611,-25-21 3279,-7-10-2399,0 0 1,0 0-1,0 0 0,0 0 1,0 1-1,0-1 1,0 0-1,0 0 1,0 0-1,0 0 0,0 0 1,-1 2 2182,1-2-2182,0 0-1,0 0 0,-1 1 1,1-1-1,0 0 1,0 0-1,0 0 1,0 0-1,0 0 0,-1 0 1,1 0-1,0 0 1,0 0-1,0 0 1,0 0-1,0 0 0,0 0 1,-1 0-1,1 0 1,0 0-1,0 0 1,5 12 1459,-4-10-1513,0 0 1,0 0-1,0-1 0,0 1 1,1 0-1,-1 0 0,0-1 1,1 1-1,0-1 0,-1 0 1,1 1-1,0-1 0,3 2 1,0-1 3,0 0 0,1 0 1,-1 0-1,1-1 0,-1 0 0,8 1 1,1 0-20,-10-1-48,0 0-1,0 0 0,0-1 1,0 0-1,0 0 1,0 0-1,0 0 0,0 0 1,0-1-1,-1 0 0,1 0 1,0 0-1,0 0 1,0 0-1,5-4 0,0 2 35,0 0 0,-1 0 0,1 1 1,17-3-1,21-5 111,0-2 21,-35 9-115,-1 0 1,1-1-1,19-8 0,45-16 208,15-24-56,-88 51-219,0 0 0,0 0-1,0 0 1,0 0 0,0 1 0,0-1 0,1 1 0,-1 0 0,0 0 0,0 0 0,5 1 0,36 11 30,-19-5-7,0-2 4,20 6 50,-45-11-71,0 0 0,1 0-1,-1 0 1,0 1 0,1-1 0,-1 0 0,0 0 0,1 0 0,-1 0 0,1 0 0,-1 0 0,0 0-1,1 0 1,-1 0 0,0 0 0,1 0 0,-1 0 0,0 0 0,1-1 0,-1 1 0,0 0 0,1 0-1,-1 0 1,0 0 0,1-1 0,-1 1 0,0 0 0,0 0 0,1 0 0,-1-1 0,0 1 0,0 0-1,1-1 1,-1 1 0,0 0 0,0-1 0,0 1 0,0 0 0,1-1 0,-1 1 0,0 0 0,0-1-1,0 1 1,0 0 0,0-1 0,0 1 0,0 0 0,0-1 0,0 1 0,0-29-57,0 17 84,-2-174 6,1 179-39,0-1 0,0 1-1,-1 0 1,1 0 0,-5-10 0,3 10-1,1 0 0,0-1-1,0 1 1,-1-13 0,1-76-3,4 105-25,0-3 23,0 1-1,-1 0 1,0 0-1,0 0 0,0 0 1,-1 1-1,0-1 1,-2 10-1,2-16-266,6-6-2380,22-9 1592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5.794"/>
    </inkml:context>
    <inkml:brush xml:id="br0">
      <inkml:brushProperty name="width" value="0.035" units="cm"/>
      <inkml:brushProperty name="height" value="0.035" units="cm"/>
    </inkml:brush>
  </inkml:definitions>
  <inkml:trace contextRef="#ctx0" brushRef="#br0">46 0 3033,'-2'2'1467,"-37"43"2388,39-44-3670,-1 1 1,0 0-1,0 0 0,1 0 1,-1 0-1,1 0 0,0 1 0,-1-1 1,1 0-1,0 0 0,0 0 1,1 0-1,-1 0 0,1 4 1,0 5-323,16 246 349,-10-134-234,-5-129-2243,-4 3 1344</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6.258"/>
    </inkml:context>
    <inkml:brush xml:id="br0">
      <inkml:brushProperty name="width" value="0.035" units="cm"/>
      <inkml:brushProperty name="height" value="0.035" units="cm"/>
    </inkml:brush>
  </inkml:definitions>
  <inkml:trace contextRef="#ctx0" brushRef="#br0">162 0 3089,'-41'28'466,"-62"37"1532,103-64-1882,0-1 0,-1 0-1,1 1 1,0-1 0,-1 0-1,1 1 1,-1-1 0,1 0 0,0 0-1,-1 0 1,1 0 0,-1 1-1,1-1 1,-1 0 0,1 0-1,-1 0 1,1 0 0,-1 0 0,1 0-1,0 0 1,-1 0 0,1 0-1,-1 0 1,1-1 0,-1 1 0,1 0-1,-1 0 1,1 0 0,0 0-1,-1-1 1,1 1 0,-1 0-1,1 0 1,0-1 0,-1 1 0,1 0-1,0-1 1,-1 1 0,1 0-1,0-1 1,-1 1 0,1-1 0,0 1-1,0-1 1,-1 0 0,2 1-86,0-1 1,-1 1-1,1 0 0,0-1 1,-1 1-1,1 0 1,0 0-1,-1-1 1,1 1-1,0 0 0,0 0 1,-1 0-1,1 0 1,0 0-1,0 0 1,-1 0-1,1 0 0,1 0 1,0 0 25,24-1 67,28 3-1,27 1-29,-66-4-279,0-1 1,-1 0-1,1 0 1,-1-2-1,0 0 1,0 0 0,0-1-1,-1-1 1,0-1-1,0 0 1,0 0-1,15-12 1,-15 7-642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6.611"/>
    </inkml:context>
    <inkml:brush xml:id="br0">
      <inkml:brushProperty name="width" value="0.035" units="cm"/>
      <inkml:brushProperty name="height" value="0.035" units="cm"/>
    </inkml:brush>
  </inkml:definitions>
  <inkml:trace contextRef="#ctx0" brushRef="#br0">280 0 1856,'-131'53'869,"128"-52"-814,1 0 1,0 0-1,0 0 1,0 0-1,0 1 1,0-1-1,0 0 1,0 1-1,0 0 1,1-1-1,-1 1 1,0 0-1,-1 2 1,3-3-23,0 0 0,0-1 1,-1 1-1,1 0 0,0 0 1,0-1-1,0 1 0,0 0 1,0 0-1,0-1 0,0 1 1,1 0-1,-1 0 0,0-1 1,0 1-1,0 0 0,1-1 1,-1 1-1,1 1 0,1 3 300,-3 11 804,1-14-1033,0-1 0,-1 1-1,1-1 1,0 1 0,0 0-1,0-1 1,0 1 0,0 0-1,0-1 1,0 1 0,1-1 0,-1 1-1,0-1 1,1 1 0,0-1-1,-1 1 1,1-1 0,0 1-1,0-1 1,-1 0 0,1 1-1,0-1 1,1 0 0,-1 0-1,0 0 1,0 1 0,0-1 0,1-1-1,-1 1 1,2 1 0,1 0-23,-1 0 0,0 1 0,0-1 0,0 0 0,-1 1 0,1 0 0,0 0 0,-1 0 0,0 0 1,0 0-1,0 0 0,2 4 0,19 44 380,-20-45-382,-1 1 1,0 0 0,0 0 0,0 0 0,-1 0 0,-1 0 0,1 12 0,-1-15-41,0 0 1,-1 0 0,0 0-1,0 0 1,0 0-1,0 0 1,0 0 0,-1 0-1,0 0 1,1-1 0,-1 1-1,-1 0 1,1-1 0,-5 5-1,1-1 21,-1 0 1,0 0-1,0-1 0,-15 9 1,18-13-50,0 0 1,-1 0-1,1 0 0,-1-1 1,1 1-1,-1-1 1,1 0-1,-1-1 1,0 1-1,0-1 0,-7 0 1,5-1 4,0 1 0,-1-1 0,1-1 0,0 1 1,-8-4-1,13 5-48,1-1-1,0 1 1,-1-1 0,1 1 0,0-1 0,-1 1 0,1-1 0,0 0 0,0 0 0,0 0 0,0 0-1,-1 0 1,1 0 0,1 0 0,-1 0 0,0 0 0,0 0 0,0 0 0,0-1 0,1 1-1,-1 0 1,1-1 0,-1 1 0,1 0 0,-1-1 0,1 1 0,0-1 0,0 1 0,0-1-1,0 1 1,0 0 0,0-1 0,0-1 0,4-18-1035,0-3 403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7.029"/>
    </inkml:context>
    <inkml:brush xml:id="br0">
      <inkml:brushProperty name="width" value="0.035" units="cm"/>
      <inkml:brushProperty name="height" value="0.035" units="cm"/>
    </inkml:brush>
  </inkml:definitions>
  <inkml:trace contextRef="#ctx0" brushRef="#br0">140 272 3153,'0'4'209,"-1"-1"1,-1 1-1,1-1 1,0 0 0,-1 0-1,1 1 1,-1-1-1,0 0 1,0 0 0,0 0-1,-1-1 1,1 1-1,-1 0 1,1-1-1,-1 0 1,-3 3 0,3-4-73,1 0 0,-1 0 0,1 0 0,-1 0 1,1 0-1,-1-1 0,0 1 0,1-1 0,-1 1 1,0-1-1,0 0 0,1 0 0,-1-1 0,0 1 1,0 0-1,1-1 0,-1 0 0,1 1 0,-1-1 1,0 0-1,-2-2 0,2 2-41,0-1 0,1 1 0,-1-1 0,0 0 0,1 0 0,0 0 0,-1 0-1,1 0 1,0 0 0,0-1 0,0 1 0,1-1 0,-1 0 0,0 1 0,1-1 0,-2-3 0,2 1-35,-1-1 1,1 1-1,0 0 1,1 0-1,-1-1 1,1 1-1,0 0 1,2-10-1,0-1-48,2 1-1,0-1 1,1 1-1,1 0 1,8-17-1,-11 28-12,-1-1 1,1 1-1,0 0 0,0 0 0,1 0 0,-1 0 0,9-6 1,7-7-4,-7 1-3,-10 13 4,1 0-1,-1 0 0,1 0 1,0 0-1,0 0 0,0 0 1,0 1-1,0-1 0,1 1 1,-1 0-1,7-3 1,-3 3-6,-1-1 1,1 2-1,-1-1 1,1 1-1,0 0 1,0 0 0,0 1-1,-1 0 1,1 0-1,10 2 1,-14-2 5,-1 1 1,0-1-1,0 1 0,1 0 1,-1 0-1,0 0 1,0 0-1,0 0 0,0 0 1,0 1-1,0-1 1,0 1-1,0-1 0,-1 1 1,1 0-1,-1 0 1,1 0-1,-1-1 0,1 1 1,-1 1-1,0-1 1,0 0-1,0 0 0,0 0 1,-1 1-1,1-1 0,-1 0 1,1 1-1,-1-1 1,0 0-1,0 1 0,0 2 1,1 10 0,-1-9 2,0 0 0,0 0 1,0 0-1,-1 0 0,0 0 1,-2 7-1,-6 9 9,6-18-7,1 1 0,0 0 0,0 0 0,0 1 0,1-1 0,-2 6 0,-10 32 40,13-41-194,-1 0 1,1 0-1,-1 0 0,0-1 0,1 1 1,-1 0-1,0-1 0,0 1 0,0 0 1,0-1-1,-1 1 0,1-1 0,0 0 0,-3 3 1,2-5-673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7.398"/>
    </inkml:context>
    <inkml:brush xml:id="br0">
      <inkml:brushProperty name="width" value="0.035" units="cm"/>
      <inkml:brushProperty name="height" value="0.035" units="cm"/>
    </inkml:brush>
  </inkml:definitions>
  <inkml:trace contextRef="#ctx0" brushRef="#br0">16 1 3145,'-2'15'1472,"2"6"-672,10 5 152,-7 10 73,5 6-249,-10 4-240,4 3-256,-15-11-72,3-2-104,-1-4-24,11-15-144,5-5-352,-1-27-1569,6-23 1353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7.780"/>
    </inkml:context>
    <inkml:brush xml:id="br0">
      <inkml:brushProperty name="width" value="0.035" units="cm"/>
      <inkml:brushProperty name="height" value="0.035" units="cm"/>
    </inkml:brush>
  </inkml:definitions>
  <inkml:trace contextRef="#ctx0" brushRef="#br0">67 91 3209,'-29'-74'1447,"29"73"-1383,-1 0 1,0 0-1,1 0 1,-1 0-1,1 0 1,-1 0 0,0 0-1,0 0 1,0 0-1,0 0 1,0 0-1,0 0 1,0 1-1,0-1 1,0 0-1,0 1 1,0-1 0,-1 0-1,-2 1 576,9 1 189,83 2 195,-78-3-959,0 0-1,0 0 1,10 3-1,-17-3-30,0 0 0,-1 1-1,1 0 1,0 0 0,-1 0 0,1 0 0,-1 0-1,1 0 1,-1 0 0,0 1 0,1-1 0,-1 1 0,0 0-1,0 0 1,2 2 0,-4-3-8,1 0 0,-1 0 1,0 0-1,0 0 0,0 0 0,0 0 1,0 0-1,0 0 0,0-1 0,0 1 1,0 0-1,0 0 0,-1 0 0,1 0 1,0 0-1,0 0 0,-1 0 0,1 0 1,-1-1-1,1 1 0,-2 1 0,-13 21 347,11-18-255,-9 12 126,-1-1 0,-1-1-1,0 0 1,-1-1 0,-1 0 0,0-2-1,0 0 1,-27 13 0,43-24-239,1-1 0,-1 0-1,1 0 1,-1 0 0,1 1 0,-1-1 0,1 0-1,-1 1 1,1-1 0,0 0 0,-1 1 0,1-1 0,-1 1-1,1-1 1,0 0 0,0 1 0,-1-1 0,1 1-1,0-1 1,0 1 0,-1-1 0,1 1 0,0-1-1,0 1 1,0-1 0,0 2 0,2-2 48,-1-7-47,4 3-19,15-5 7,1 1-1,1 1 1,-1 1-1,29-4 1,-41 8 5,0 1-1,0 1 1,0 0-1,0 0 1,0 1-1,-1 0 1,1 0 0,0 1-1,0 0 1,-1 1-1,1 0 1,-1 0-1,16 9 1,-20-10 5,0 0 0,-1 1 1,1-1-1,0 1 0,-1 0 0,0 0 1,0 0-1,0 0 0,0 1 0,0-1 0,0 1 1,-1 0-1,0 0 0,0 0 0,0 0 1,0 0-1,-1 0 0,1 1 0,-1-1 0,0 0 1,0 1-1,-1-1 0,1 1 0,-1-1 1,0 1-1,0-1 0,-1 1 0,1-1 0,-2 5 1,0-3 17,0 1 0,0-2 1,0 1-1,-1 0 0,0 0 1,0-1-1,0 1 0,-1-1 0,1 0 1,-1 0-1,-1 0 0,1-1 1,-1 0-1,1 1 0,-1-2 1,0 1-1,-10 5 0,-14 9-7,15-9-85,0-1 0,-1 0-1,1-1 1,-1 0-1,-1-2 1,1 1-1,-24 3 1,-5-5-227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48.436"/>
    </inkml:context>
    <inkml:brush xml:id="br0">
      <inkml:brushProperty name="width" value="0.035" units="cm"/>
      <inkml:brushProperty name="height" value="0.035" units="cm"/>
    </inkml:brush>
  </inkml:definitions>
  <inkml:trace contextRef="#ctx0" brushRef="#br0">54 95 2312,'-46'3'1358,"39"-4"361,7-1-836,16 1 2652,-10 2-3431,3 0-19,0 1 0,0-2 0,0 1 0,0-1-1,0 0 1,0-1 0,-1 0 0,1 0 0,0-1 0,0 0-1,0-1 1,-1 0 0,0 0 0,10-5 0,12-7 361,47-16 0,-63 27-350,0 1 1,1 0-1,-1 0 0,0 2 0,1 0 0,16 0 0,43 7 338,81 15 1,-129-17-299,0-1 1,0-1 0,52-3-1,-72 0-96,0 0 0,0 0 0,0-1 0,0 1 0,8-5 0,14-4 138,2 3 6,-11 3 11,-1 0 0,30-3 0,-21 5 13,-21 1-136,0 1 0,0 0 0,0 0 0,0 0 0,12 2 0,-4 0 157,0 0-1,24-1 0,-35-1-23,-7 0-2124,2 0 1152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08.239"/>
    </inkml:context>
    <inkml:brush xml:id="br0">
      <inkml:brushProperty name="width" value="0.035" units="cm"/>
      <inkml:brushProperty name="height" value="0.035" units="cm"/>
    </inkml:brush>
  </inkml:definitions>
  <inkml:trace contextRef="#ctx0" brushRef="#br0">28 110 1208,'-5'-3'4102,"-5"-3"-1958,10 6-2115,0 0 1,0 0-1,0 0 1,-1-1-1,1 1 1,0 0-1,0 0 1,0 0-1,0 0 1,0 0-1,-1 0 1,1 0-1,0 0 1,0 0-1,0 0 1,0 0 0,0 0-1,-1 0 1,1 0-1,0 0 1,0 0-1,0 0 1,0 0-1,0 0 1,-1 0-1,1 0 1,0 0-1,0 0 1,0 0-1,0 1 1,0-1-1,-1 0 1,1 0-1,0 0 1,0 0 0,0 0-1,0 0 1,0 0-1,0 0 1,0 1-1,0-1 1,-1 0-1,1 0 1,0 0-1,0 0 1,0 0-1,0 1 1,0-1-1,0 0 1,-3 22 84,1 0 0,1-1 0,0 1 0,4 27-1,-1-17 51,-1 117 87,1 5-155,-2-148-83,1 0 0,0-1-1,0 1 1,0 0 0,0-1 0,1 1-1,0-1 1,5 10 0,-6-14-6,-1 0 1,1 0-1,0 0 1,0 0-1,-1-1 1,1 1-1,0 0 1,0 0-1,0-1 1,0 1-1,0 0 1,0-1-1,0 1 1,0-1 0,0 1-1,1-1 1,-1 0-1,2 1 1,-1-1 2,0 0 1,0 0 0,0-1 0,0 1-1,0-1 1,0 1 0,0-1 0,0 0-1,0 1 1,0-1 0,-1 0 0,1 0-1,0-1 1,-1 1 0,2-1 0,10-10 64,21-22 0,-21 20-33,22-20 0,-26 27-20,-1-1 1,0 0-1,-1-1 0,0 1 0,0-1 0,-1-1 0,0 1 0,8-19 0,1-7 59,12-47 0,-1 2-26,10-20 16,-34 96-69,-1 0-1,0-1 1,0 1-1,0-1 1,-1 0-1,1 1 0,-1-1 1,0 0-1,-1 1 1,1-1-1,-3-8 1,2 7-1,0 0 0,1 1 0,-1-1 0,1 0 0,0 0 0,1-6 0,1-25-3,-2 37 2,0 0 0,0 0 0,0 0 1,0 0-1,0 0 0,0 0 1,0 0-1,0 0 0,0 0 0,0 0 1,1 0-1,-1 0 0,0 0 0,0 0 1,0 0-1,0 0 0,0 0 0,0 0 1,0 0-1,0 0 0,0 0 0,0 0 1,0 0-1,0 0 0,0 0 0,0 0 1,0 0-1,0 0 0,0 0 0,0 0 1,0 0-1,0 0 0,0-1 0,1 1 1,-1 0-1,0 0 0,0 0 0,0 12 75,0 23 10,3 63 19,1 60 35,-9-97-118,-1 52 10,6-97-15,1 0-1,0 1 1,1-1 0,7 25 0,-8-39-8,0 1 1,-1-1-1,1 1 1,1-1 0,-1 0-1,0 1 1,1-1-1,-1 0 1,1 0 0,-1 0-1,1 0 1,0 0-1,4 2 1,-6-3 0,1-1-1,0 1 1,0-1-1,0 0 1,0 1-1,0-1 1,0 0-1,0 1 1,0-1-1,0 0 1,0 0-1,0 0 1,0 0-1,0 0 1,0 0-1,0 0 1,0-1-1,0 1 1,0 0-1,0 0 0,0-1 1,0 1-1,0-1 1,0 1-1,0-1 1,0 1-1,0-1 1,0 1-1,-1-1 1,1 0-1,0 0 1,-1 1-1,2-2 1,44-56 288,-45 57-288,0 0-1,0 1 1,0-2-1,0 1 0,0 0 1,0 0-1,0 0 1,-1 0-1,1 0 1,0-1-1,-1 1 0,1 0 1,0-1-1,-1 1 1,0 0-1,1-1 1,-1-1-1,0 1-38,-1 0 0,1 0 0,-1 0 0,1 0 0,-1 1 0,0-1 0,0 0 0,0 0 1,0 1-1,0-1 0,0 1 0,-1-1 0,1 1 0,-2-2 0,-9-11-838,9 7 362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09.017"/>
    </inkml:context>
    <inkml:brush xml:id="br0">
      <inkml:brushProperty name="width" value="0.035" units="cm"/>
      <inkml:brushProperty name="height" value="0.035" units="cm"/>
    </inkml:brush>
  </inkml:definitions>
  <inkml:trace contextRef="#ctx0" brushRef="#br0">0 438 1184,'43'29'864,"-43"-29"-848,1 1 0,-1-1-1,0 0 1,0 0 0,0 0-1,1 0 1,-1 0-1,0 0 1,0 0 0,1 0-1,-1 0 1,0 0 0,0 0-1,1 0 1,-1 0-1,0 0 1,0 0 0,0 0-1,1 0 1,-1 0 0,0-1-1,0 1 1,1 0-1,-1 0 1,0 0 0,0 0-1,0 0 1,0 0 0,1-1-1,-1 1 1,0 0-1,0 0 1,0 0 0,0-1-1,0 1 1,1 0 0,-1 0-1,0 0 1,0-1-1,0 1 1,0 0 0,0 0-1,0-1 1,0 1 0,0 0-1,0 0 1,0-1-1,0 1 1,0 0 0,0 0-1,0 0 1,0-1 0,0 1-1,-3-19 648,2 11-336,1-7 80,1-1 0,0 1 0,1 0 0,1 0-1,9-29 1,-6 22-109,5-32 0,-7 23-98,1 1-1,1-1 1,12-32 0,-18 62-171,1 0 0,-1 0 0,1 0 1,-1 0-1,0 0 0,1 0 0,-1 0 1,0 0-1,0 0 0,0 0 0,0 0 1,0 0-1,0 0 0,0 0 0,0 0 1,-1 0-1,1 0 0,0 0 0,0 0 0,-1 0 1,1 0-1,-1 0 0,1 0 0,-1 0 1,1 0-1,-2-1 0,1 2 90,0 1 260,2 10-350,15 49 77,-6-26-64,4 36 1,-6 22 45,-7-67 29,1 0 0,1-1 0,1 1 0,9 28 0,-13-51-99,1-1 0,-1 1 0,1-1 0,0 0 0,-1 1-1,1-1 1,0 0 0,0 1 0,0-1 0,0 0 0,0 0 0,0 0 0,0 0 0,0 0-1,0 0 1,0 0 0,1 0 0,-1-1 0,0 1 0,1 0 0,-1-1 0,1 1 0,-1-1-1,0 1 1,1-1 0,-1 0 0,1 1 0,-1-1 0,1 0 0,0 0 0,-1 0 0,1 0-1,-1-1 1,1 1 0,-1 0 0,1-1 0,-1 1 0,0-1 0,1 1 0,1-2 0,2 0 25,-1 0 1,0-1 0,1 1 0,-1-1 0,0 0 0,-1 0 0,1 0 0,0-1 0,-1 1 0,0-1-1,5-7 1,-4 2-3,1 0-1,-2 0 0,1 0 0,-1-1 0,-1 1 1,0-1-1,2-17 0,-3-75 85,-2 31-65,12-67 62,-11 135-116,0 0 1,0-1 0,0 1-1,0 0 1,1 0 0,-1 0 0,1 0-1,0 0 1,0 0 0,0 0-1,3-5 1,-3 8-119,0-1 0,0 0 0,0 0-1,0 0 1,0 1 0,0-1 0,1 0 0,-1 1 0,0-1-1,0 1 1,1 0 0,-1-1 0,0 1 0,0 0 0,1 0-1,-1 0 1,0 0 0,1 0 0,-1 0 0,0 0-1,1 0 1,-1 0 0,0 1 0,1-1 0,-1 1 0,0-1-1,0 1 1,0-1 0,1 1 0,0 0 0,15 8-1052</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09.906"/>
    </inkml:context>
    <inkml:brush xml:id="br0">
      <inkml:brushProperty name="width" value="0.035" units="cm"/>
      <inkml:brushProperty name="height" value="0.035" units="cm"/>
    </inkml:brush>
  </inkml:definitions>
  <inkml:trace contextRef="#ctx0" brushRef="#br0">155 51 2128,'23'-28'1470,"-9"10"140,-12 14-1118,-3 4 390,-8 10 46,-13 27-679,10-19-180,2 1-1,0 0 1,1 0-1,-6 22 1,8-23-10,-1-2 0,-1 1-1,-12 17 1,12-20-27,0 0-1,1 1 0,0 1 1,-5 18-1,9-24-16,2 1-1,-1 0 1,-1 21 0,4-30-12,0 1 1,0 0-1,0 0 0,0 0 1,0-1-1,1 1 0,-1 0 1,1 0-1,0-1 0,0 1 0,0 0 1,0-1-1,0 1 0,1-1 1,-1 0-1,1 1 0,-1-1 1,1 0-1,4 4 0,-5-5 0,-1 0 0,1-1-1,0 1 1,0 0 0,0-1 0,0 1 0,0 0-1,0-1 1,0 1 0,0-1 0,0 0-1,0 1 1,0-1 0,0 0 0,0 0-1,0 1 1,0-1 0,0 0 0,0 0 0,1 0-1,-1 0 1,0-1 0,0 1 0,0 0-1,0 0 1,0-1 0,0 1 0,1-1-1,0-1 10,1 1 0,-1-1 0,-1 0 0,1-1-1,0 1 1,0 0 0,-1 0 0,3-5 0,4-5 44,27-23 80,-9 12-57,12-12 5,-27 26-65,-1 0 0,0 0 0,-1-1-1,0 0 1,15-22 0,25-54 69,-39 72-66,-9 13-19,-1 1 0,1-1-1,0 0 1,0 0-1,-1 0 1,1 1 0,-1-1-1,1 0 1,-1 0 0,1 0-1,-1 0 1,1 0-1,-1 0 1,0 0 0,1 0-1,-1 0 1,0 0-1,0 0 1,0-1 0,0 1-1,0 0 1,0 0-1,0 0 1,0 0 0,-1 0-1,1 0 1,0 0-1,-1 0 1,1 0 0,0 0-1,-1 0 1,1 0-1,-1 0 1,0 0 0,1 1-1,-1-1 1,0 0 0,1 0-1,-1 0 1,-1 0-1,-1-3 8,0 0-1,-1-1 0,0 2 0,0-1 1,0 0-1,0 1 0,0 0 0,0 0 1,-1 0-1,0 0 0,1 1 0,-1 0 1,0 0-1,0 0 0,0 1 1,-1-1-1,-5 0 0,4 1-82,6 1 7,0-1 0,-1 1-1,1 0 1,0-1 0,0 1-1,-1 0 1,1 0 0,0 0-1,-1 0 1,1 0 0,0 0-1,-1 0 1,1 1 0,0-1-1,-1 0 1,1 1 0,0-1-1,0 1 1,0-1 0,-2 2-1,2-1-523</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0.271"/>
    </inkml:context>
    <inkml:brush xml:id="br0">
      <inkml:brushProperty name="width" value="0.035" units="cm"/>
      <inkml:brushProperty name="height" value="0.035" units="cm"/>
    </inkml:brush>
  </inkml:definitions>
  <inkml:trace contextRef="#ctx0" brushRef="#br0">0 2 1256,'20'-1'303,"-13"1"-207,0-1 1,0 1-1,0 0 0,1 1 1,7 1-1,-13-2-51,-1 1-1,0-1 1,0 0-1,0 1 1,0-1-1,1 1 1,-1 0 0,0-1-1,0 1 1,0 0-1,0 0 1,0 0 0,-1-1-1,1 1 1,0 0-1,0 0 1,0 0-1,-1 0 1,1 1 0,-1-1-1,1 0 1,-1 0-1,1 0 1,-1 0 0,1 1-1,-1-1 1,0 0-1,0 0 1,0 1-1,0-1 1,0 0 0,0 0-1,0 3 1,-7 82 1516,4 0 0,12 132 0,-8-213-1553,-1-2 6,0 1 0,0-1-1,1 1 1,-1-1 0,1 0 0,0 1-1,0-1 1,0 0 0,1 0-1,-1 1 1,1-1 0,-1 0 0,4 4-1,-5-7-11,1 0 0,-1 0-1,0 0 1,1 0 0,-1 0-1,0 0 1,0 0 0,1 0-1,-1 0 1,0 0-1,1 0 1,-1 0 0,0 0-1,0 0 1,1 0 0,-1 0-1,0 0 1,0 0-1,1 0 1,-1 0 0,0 0-1,1-1 1,-1 1 0,0 0-1,0 0 1,0 0-1,1 0 1,-1-1 0,0 1-1,0 0 1,0 0 0,1-1-1,-1 1 1,0 0 0,0 0-1,0-1 1,0 1-1,7-14-146,-7 13 116,6-18-961,5-29-1,-9 39 752,7-30-588</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0.736"/>
    </inkml:context>
    <inkml:brush xml:id="br0">
      <inkml:brushProperty name="width" value="0.035" units="cm"/>
      <inkml:brushProperty name="height" value="0.035" units="cm"/>
    </inkml:brush>
  </inkml:definitions>
  <inkml:trace contextRef="#ctx0" brushRef="#br0">17 165 1304,'-15'-60'1075,"15"57"-960,-1 1 0,1 0-1,0-1 1,0 1 0,0-1-1,0 1 1,0 0 0,1-1-1,-1 1 1,0 0 0,1-1-1,0 1 1,0 0 0,0 0 0,0-1-1,0 1 1,0 0 0,0 0-1,1 0 1,-1 0 0,1 1-1,-1-1 1,4-2 0,-1 0-25,1 1 1,-1 0 0,1 0 0,0 0-1,0 1 1,10-4 0,7-1 11,0 1 0,1 2 1,-1 0-1,1 1 0,-1 2 1,1 0-1,43 5 0,-60-4-95,-2 1 0,0-1 0,0 0-1,0 1 1,1 0 0,-1 0 0,0 0-1,0 0 1,0 1 0,-1-1 0,1 1-1,0 0 1,-1 0 0,1 1 0,5 4-1,-8-6-1,-1 0 0,1-1-1,-1 1 1,0-1-1,0 1 1,1 0 0,-1 0-1,0-1 1,0 1-1,0 0 1,0-1 0,0 1-1,0 0 1,0-1-1,0 1 1,0 0-1,0 0 1,0-1 0,0 1-1,-1 0 1,1-1-1,0 1 1,0 0 0,-1-1-1,1 1 1,0-1-1,-1 1 1,1 0 0,-1-1-1,1 1 1,-1-1-1,1 1 1,-1-1 0,1 1-1,-1-1 1,1 0-1,-1 1 1,0-1 0,-1 1-1,-11 15 157,11-13-132,-24 48 387,23-47-381,1 0 1,-1 0 0,-1 0 0,1 0-1,0 0 1,-1-1 0,0 1 0,0-1 0,-7 4-1,-6 0 46,0 0 0,0-2 0,-1 0 0,-21 3 0,-7 3 5,42-11-40,1 1 0,-1 0 1,1 1-1,-1-1 0,1 0 0,-1 1 0,1 0 0,0 0 0,0 0 1,0 0-1,0 1 0,0-1 0,0 1 0,1-1 0,-1 1 0,1 0 1,0 0-1,0 0 0,-4 7 0,-1 7 331,6-16-330,0 1 0,0 0 0,0-1-1,1 1 1,-1 0 0,1-1 0,-1 1 0,1 0 0,0 0-1,-1-1 1,1 1 0,0 0 0,0 0 0,0 0-1,1-1 1,-1 1 0,0 0 0,1 0 0,-1 0-1,2 2 1,-2-2-19,1 1 0,0-1 0,0 1 0,0-1 0,1 0 0,-1 1 0,1-1 0,-1 0 0,1 0 0,0 0 0,-1 0-1,5 3 1,-1-1 4,1 0 0,0-1-1,1 1 1,7 2 0,55 21 65,-60-24-83,-1-1 0,1 0 0,-1-1 0,1 0 0,0 0 1,11 0-1,81-12-369,-70 14 164</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1.353"/>
    </inkml:context>
    <inkml:brush xml:id="br0">
      <inkml:brushProperty name="width" value="0.035" units="cm"/>
      <inkml:brushProperty name="height" value="0.035" units="cm"/>
    </inkml:brush>
  </inkml:definitions>
  <inkml:trace contextRef="#ctx0" brushRef="#br0">1 511 1440,'22'68'1283,"-22"-68"-1251,0 0 0,0 0 0,0 0 0,1 1 0,-1-1 0,0 0 0,0 0-1,0 0 1,0 0 0,0 0 0,0 0 0,1 0 0,-1 0 0,0 0 0,0 0 0,0 0 0,0 0-1,0 0 1,0 0 0,1 0 0,-1 0 0,0 0 0,0 0 0,0 0 0,0 0 0,0 0-1,1 0 1,-1 0 0,0 0 0,0 0 0,0 0 0,0 0 0,0 0 0,0 0 0,1 0 0,-1 0-1,0 0 1,0 0 0,0-1 0,0 1 0,0 0 0,0 0 0,0 0 0,0 0 0,0 0 0,1 0-1,-1-1 1,10-9 763,9-19 60,-2-6-605,-1-1 1,-1-1-1,17-74 0,7-14-104,-27 94-125,-5 13-11,0-1 0,-1 1 0,5-30 0,-11 46-11,0 1 0,0-1 0,1 0 0,-1 1 1,1-1-1,-1 0 0,1 1 0,-1-1 0,1 1 0,0-1 0,0 1 0,1-2 0,5 2-9,0 12 31,-2 9 127,-1 1 0,0-1 0,-2 1 1,0 0-1,-2 31 0,0-21 94,0 19 127,5 96 886,-1-135-794,3-15-47,5-18-45,-10 19-437,28-53 126,-18 36-44,-2-1-1,0 0 1,9-29-1,29-110 34,-46 152-48,0 1 0,1-1 0,0 1 0,1 0-1,-1 0 1,1 0 0,6-7 0,-9 13-1,1-1 0,-1 1 0,0-1-1,1 1 1,0-1 0,-1 1 0,1 0 0,0 0 0,0 0-1,-1 0 1,1 0 0,0 0 0,0 0 0,0 1-1,0-1 1,0 1 0,0-1 0,0 1 0,0 0 0,1 0-1,-1 0 1,0 0 0,0 0 0,0 0 0,0 1-1,0-1 1,0 1 0,0 0 0,0-1 0,0 1 0,2 1-1,3 2 0,1 0 0,-1 0 0,0 1-1,-1 0 1,1 1 0,-1-1 0,0 1-1,0 0 1,-1 1 0,5 7 0,-2-3 4,-1 1 0,-1 0 1,0 1-1,-1 0 1,6 20-1,-3 0 14,-2 0 0,-2 1 0,0-1 0,-3 40 0,-2-40 1,0-23-257,0 1-1,1-1 1,2 19 0,1-26-138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1.787"/>
    </inkml:context>
    <inkml:brush xml:id="br0">
      <inkml:brushProperty name="width" value="0.035" units="cm"/>
      <inkml:brushProperty name="height" value="0.035" units="cm"/>
    </inkml:brush>
  </inkml:definitions>
  <inkml:trace contextRef="#ctx0" brushRef="#br0">0 602 968,'108'33'1087,"-106"-33"-1031,-1 1-1,0-1 1,0 1-1,1-1 1,-1 0-1,0 0 1,1 0-1,-1 0 1,0 0-1,0 0 1,1 0-1,-1 0 1,0 0-1,1 0 1,-1-1 0,0 1-1,0-1 1,1 1-1,-1-1 1,0 1-1,0-1 1,2-1-1,-2 1 7,-1 0 1,1 0-1,-1 0 0,1 0 0,-1 0 0,0 0 0,1-1 0,-1 1 1,0 0-1,0 0 0,0 0 0,0-1 0,0 1 0,0-1 1,0-6 344,27-54 1425,27-164-428,-45 203-1319,0 1-1,2-1 1,1 1-1,17-23 0,4-10 5,-26 42-75,59-95 32,-66 108-46,0-1-1,0 1 1,0 0-1,0 0 1,0-1 0,0 1-1,0 0 1,1-1-1,-1 1 1,0 0 0,0 0-1,0 0 1,1-1-1,-1 1 1,0 0-1,0 0 1,1 0 0,-1-1-1,0 1 1,0 0-1,1 0 1,-1 0-1,0 0 1,0 0 0,1 0-1,-1 0 1,0-1-1,1 1 1,-1 0 0,0 0-1,0 0 1,1 0-1,-1 0 1,0 0-1,1 0 1,-1 1 0,0-1-1,1 0 1,-1 0-1,0 0 1,0 0-1,1 0 1,-1 0 0,0 0-1,1 1 1,3 13-17,-4 2 38,-1 0 0,0 0 0,-8 32 0,-1 3 187,4-4 93,2 0 0,2 0 0,2 0 0,2 0 0,12 73 0,7 25-193,-17-84-2507,-3-41 1455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2.175"/>
    </inkml:context>
    <inkml:brush xml:id="br0">
      <inkml:brushProperty name="width" value="0.035" units="cm"/>
      <inkml:brushProperty name="height" value="0.035" units="cm"/>
    </inkml:brush>
  </inkml:definitions>
  <inkml:trace contextRef="#ctx0" brushRef="#br0">97 310 4177,'-97'-182'2272,"101"155"-823,0-1-257,11 9-728,10 3-296,7 1-136,4 4 0,8 5-16,3 6-8,-5 4-760,-10-8-1104,1-2 1199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2.597"/>
    </inkml:context>
    <inkml:brush xml:id="br0">
      <inkml:brushProperty name="width" value="0.035" units="cm"/>
      <inkml:brushProperty name="height" value="0.035" units="cm"/>
    </inkml:brush>
  </inkml:definitions>
  <inkml:trace contextRef="#ctx0" brushRef="#br0">15 55 1792,'70'-53'1601,"-70"52"-1577,0 1 0,0 0 0,0 0 0,0 0 1,0 0-1,1 0 0,-1 0 0,0 0 0,0 0 1,0 0-1,0 0 0,0 0 0,0 0 0,1 0 1,-1 0-1,0 0 0,0 0 0,0 0 0,0 0 0,0 0 1,1 0-1,-1 0 0,0 0 0,0 0 0,0 0 1,0 0-1,0 0 0,0 0 0,1 0 0,-1 0 1,0 0-1,0 0 0,0 0 0,0 0 0,0 0 0,0 0 1,0 1-1,0-1 0,1 0 0,-1 0 0,0 0 1,0 0-1,0 0 0,0 0 0,0 0 0,0 1 1,0-1-1,0 0 0,0 0 0,1 12 971,-7 25 551,3-20-866,-8 64 975,7-40-1089,-2 1 1,-14 48-1,12-64-371,0-2 2,1 1 0,1 0 0,-4 38 0,10-62-186,-1 0 1,1 0 0,0 0-1,0 0 1,0 0-1,0 0 1,0 0-1,0 0 1,0 0-1,0 0 1,0 0 0,0 0-1,0 0 1,1 0-1,-1 0 1,0 0-1,1 0 1,-1 0-1,1 0 1,-1 0 0,1 0-1,-1-1 1,1 1-1,0 0 1,-1 0-1,1-1 1,0 1-1,0 0 1,1 0 0,0-1 17,0 0 0,1 0 1,-1 0-1,0 0 0,0 0 1,1-1-1,-1 1 0,0-1 1,0 0-1,0 1 0,0-1 1,0 0-1,2-2 0,63-33 493,-47 23-463,1 2-1,1 0 1,32-11 0,-45 20-38,1 0 0,-1 1 1,1 1-1,0-1 0,-1 1 0,1 1 1,0 0-1,14 3 0,-13-2-564,-1 0 0,1-1 0,0 0 0,0-1 0,0 0 0,18-3-1,-9-3-757</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2.984"/>
    </inkml:context>
    <inkml:brush xml:id="br0">
      <inkml:brushProperty name="width" value="0.035" units="cm"/>
      <inkml:brushProperty name="height" value="0.035" units="cm"/>
    </inkml:brush>
  </inkml:definitions>
  <inkml:trace contextRef="#ctx0" brushRef="#br0">56 112 2905,'44'-104'1656,"-46"121"-384,4 4 33,-2 13-89,7 21-200,-3-5-120,2 7-40,0 3-231,3-6-153,1-1-232,-1-10-88,8-8-88,-4-7-32,3 1-1024,-3-14-1113,-6-4 1313</inkml:trace>
  <inkml:trace contextRef="#ctx0" brushRef="#br0" timeOffset="1">100 179 4169,'-99'-86'2152,"103"83"-559,5 1-417,12-13-240,4-6-400,13 5-400,15 1-56,-5 4-56,5 5-8,-8 2-360,-7 4-672,-9 6 672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3.372"/>
    </inkml:context>
    <inkml:brush xml:id="br0">
      <inkml:brushProperty name="width" value="0.035" units="cm"/>
      <inkml:brushProperty name="height" value="0.035" units="cm"/>
    </inkml:brush>
  </inkml:definitions>
  <inkml:trace contextRef="#ctx0" brushRef="#br0">14 147 5265,'-14'-4'2281,"14"-9"-1329,14 5-24,18-9-240,6 2-296,15-4-272,0 4-40,0 1-80,4 5-344,-11-4-1864,0-6 1560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3.761"/>
    </inkml:context>
    <inkml:brush xml:id="br0">
      <inkml:brushProperty name="width" value="0.035" units="cm"/>
      <inkml:brushProperty name="height" value="0.035" units="cm"/>
    </inkml:brush>
  </inkml:definitions>
  <inkml:trace contextRef="#ctx0" brushRef="#br0">0 110 4273,'48'-44'2108,"-44"40"-1851,1 0-1,-1 0 1,1 1-1,0-1 0,0 1 1,0 1-1,0-1 1,0 1-1,1 0 0,-1 0 1,1 0-1,7-1 1,10-3 41,-9 1-232,0 1 0,1 0 0,0 1 0,-1 1 0,1 0 0,0 1 0,0 1 0,0 0 0,18 3 0,76 1 606,-108-4-662,1 0-1,-1 0 1,0 0-1,1 0 0,-1 0 1,1 0-1,-1 0 1,0 0-1,1 1 1,-1-1-1,1 1 1,-1-1-1,0 1 1,0-1-1,1 1 1,-1 0-1,0-1 1,0 1-1,0 0 1,0 0-1,0 0 1,0 0-1,0 0 0,0 0 1,0 1-1,0-1 1,0 0-1,-1 0 1,1 0-1,0 1 1,-1-1-1,1 0 1,-1 1-1,0-1 1,1 1-1,-1-1 1,0 0-1,0 1 1,0-1-1,0 1 1,0-1-1,0 1 0,-1-1 1,1 0-1,0 1 1,-1-1-1,0 3 1,-5 7 4,-1 0 0,-1 0-1,0 0 1,0-1 0,-14 13 0,12-13-8,7-6-5,-6 5 19,0 1 0,1-1 0,0 2 0,1-1-1,-11 21 1,-9 30 152,-34 73 316,58-127-467,0 0 0,0 0-1,1 0 1,-2 15 0,-2 6 97,5-26-92,0 0 0,1 1 0,-1-1 0,1 0 0,0 1 0,-1-1 0,1 0 1,0 0-1,1 3 0,-1-4-10,0 0 0,1 0 1,-1-1-1,0 1 0,1 0 0,-1 0 1,1-1-1,-1 1 0,1 0 0,-1-1 0,1 1 1,0 0-1,-1-1 0,1 1 0,0-1 1,-1 1-1,1-1 0,0 1 0,0-1 1,0 0-1,-1 1 0,1-1 0,0 0 1,0 0-1,0 1 0,0-1 0,-1 0 1,2 0-1,1-1 25,0 1 0,0-1 1,0 1-1,0-1 0,0 0 1,-1 0-1,1-1 0,0 1 0,-1-1 1,1 1-1,2-3 0,0 1 12,42-29 159,-27 17-200,29-15 0,93-44-4672,-106 56 3075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4.155"/>
    </inkml:context>
    <inkml:brush xml:id="br0">
      <inkml:brushProperty name="width" value="0.035" units="cm"/>
      <inkml:brushProperty name="height" value="0.035" units="cm"/>
    </inkml:brush>
  </inkml:definitions>
  <inkml:trace contextRef="#ctx0" brushRef="#br0">22 130 3033,'2'-4'550,"2"-3"1755,-4 11-178,-4 21-725,2 31 11,-11 66 1,10-100-1097,0 1 1,1-1-1,1 1 1,2 0-1,5 41 1,-4-56-289,0 1 0,0-1 0,1 1 0,0-1 0,1 0 0,0 0 0,8 13 0,-8-16-17,0 0-1,0-1 1,0 0-1,0 0 1,1 0-1,-1 0 1,1-1-1,0 1 1,0-1 0,1 0-1,-1-1 1,10 4-1,-8-4 7,0-1 0,1 0 0,-1 0 0,1 0 0,-1-1 0,0 0-1,1-1 1,-1 0 0,1 0 0,-1 0 0,0-1 0,11-4 0,10-4-217,47-26-1,-49 23-426,-2-3-1585,2 0 965</inkml:trace>
  <inkml:trace contextRef="#ctx0" brushRef="#br0" timeOffset="1">141 240 4329,'-19'0'2128,"10"-10"-463,5-5-409,19-6 16,19 8-328,6-12-455,6-1-65,1 1-120,-9-5-96,4 5-136,0 4-24,-4 6-56,0 5-408,-15 7-2305,-10 5 1929</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4.516"/>
    </inkml:context>
    <inkml:brush xml:id="br0">
      <inkml:brushProperty name="width" value="0.035" units="cm"/>
      <inkml:brushProperty name="height" value="0.035" units="cm"/>
    </inkml:brush>
  </inkml:definitions>
  <inkml:trace contextRef="#ctx0" brushRef="#br0">16 426 5913,'-14'0'2769,"12"-13"-1457,14-6-456,20-6-128,18-9-519,6 8-105,17-3-80,-9-3-8,1 13-257,5 15-495,-15-2 488</inkml:trace>
  <inkml:trace contextRef="#ctx0" brushRef="#br0" timeOffset="1">591 90 2929,'48'-89'1736,"-50"106"216,-2 6-623,6 20 63,0 13-160,-2 12-288,3 4-55,-3-5-193,0-1-120,6 1-264,6-1-120,-1-11-176,2-15-352,-1-17-1760,-7-8 1471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0:14.904"/>
    </inkml:context>
    <inkml:brush xml:id="br0">
      <inkml:brushProperty name="width" value="0.035" units="cm"/>
      <inkml:brushProperty name="height" value="0.035" units="cm"/>
    </inkml:brush>
  </inkml:definitions>
  <inkml:trace contextRef="#ctx0" brushRef="#br0">1 132 5017,'1'-5'268,"0"-1"1,0 0-1,1 1 1,0 0-1,0-1 1,0 1-1,1 0 0,0 0 1,0 0-1,0 0 1,1 1-1,-1-1 1,1 1-1,0 0 0,1 0 1,-1 1-1,0-1 1,1 1-1,0 0 1,6-3-1,-1 0-168,0 2 0,1-1-1,-1 1 1,1 1 0,0 0 0,0 0-1,0 1 1,0 0 0,17 1 0,-19 1-77,0 1-1,-1 1 1,1 0 0,-1 0-1,1 0 1,-1 1 0,0 0-1,0 1 1,0 0 0,-1 0 0,1 1-1,-1 0 1,12 10 0,-1 2 12,0 0 1,0 2-1,21 30 1,-31-39 31,0 1 1,0 1 0,-2-1-1,1 1 1,-1 0-1,-1 1 1,0-1-1,-1 1 1,-1 0-1,4 21 1,-6-24 12,4 21 201,-2 1-1,-1 0 1,-4 62 0,1-86-256,0 0 1,0 0-1,-1 0 1,0 0 0,-1 0-1,0-1 1,0 1-1,0-1 1,-1 1 0,0-1-1,-1 0 1,0-1-1,0 1 1,0-1 0,-1 0-1,1 0 1,-1-1-1,-1 1 1,1-1 0,-14 7-1,12-9-52,0 0 0,-1 0 0,1-1 1,0-1-1,-1 1 0,1-1 0,-1-1 0,1 1 0,-16-3 0,22 2-3,-38-2-1795,-56-12-1,31 1 471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3.927"/>
    </inkml:context>
    <inkml:brush xml:id="br0">
      <inkml:brushProperty name="width" value="0.035" units="cm"/>
      <inkml:brushProperty name="height" value="0.035" units="cm"/>
    </inkml:brush>
  </inkml:definitions>
  <inkml:trace contextRef="#ctx0" brushRef="#br0">1 52 1768,'0'0'10211,"4"10"-9826,-2-2-355,1 0 0,0 0 0,1 0 0,0 0 0,0 0 0,8 10 0,6 13 29,-16-26-44,-1 0 0,1-1 0,-1 1 0,0 0 0,0 0-1,0 0 1,-1 0 0,1 0 0,-1 0 0,-1 8-1,0 15 57,3 54 219,-13 107 1,9-172-258,0-2 1,1 0 0,1 1 0,1 19 1,0-27-16,-1 0-1,0 0 1,0 0 0,-2 12 0,-1 12 67,0-11-65,2-16 350,0-11 1138,1 5-1492,1-1-1,-1 1 0,1 0 0,0-1 1,0 1-1,-1 0 0,1-1 0,0 1 1,0 0-1,0 0 0,0 0 0,1 0 1,-1 0-1,0 0 0,0 0 0,3-1 1,6-7 16,-2 1-27,-1 0 0,2 0-1,-1 0 1,1 1 0,1 1 0,16-10 0,-23 14-6,0 1 1,0 0-1,0 0 0,0 0 1,0 0-1,0 1 0,0-1 1,0 1-1,0-1 0,1 1 1,-1 0-1,0 1 0,0-1 1,0 1-1,0-1 0,4 2 1,8 0 1,-4-2 0,1 0 1,0-1-1,-1-1 0,1 0 1,-1 0-1,13-5 0,-10 3 3,1 0-1,-1 1 0,18-1 0,36 2 12,105 9 0,-97-5 1,-28-2-8,-16 2 12,55-5 0,-74 2-13,0-1-1,0-1 1,0 0 0,0-1-1,0 0 1,21-11 0,-29 13-3,-1 0-1,0 1 1,1-1 0,0 1-1,-1 0 1,1 0 0,0 1 0,-1-1-1,1 1 1,0 0 0,8 1 0,-6 0 0,-1-1 1,1 0 0,0 0 0,10-2 0,-16 1-3,1 1 0,-1-1 0,1 1 0,-1-1 0,1 0 0,-1 0 0,1 0 0,-1 0 0,0 0 0,0 0 0,1 0 0,0-2 0,14-9 71,-8 10-54,2-3 49,-7-14 2,-9-155-10,-7-119-2,14 291-65,-1 0 0,-1-1 0,1 1 0,0 0 0,-1 0 0,1-1 0,-1 1 0,1 0 1,-1 0-1,0-1 0,0 1 0,0 0 0,0 0 0,-1 0 0,1 0 0,-3-2 1,-1 0-461,4 6 201,11 13-4784,3 2 3735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4.527"/>
    </inkml:context>
    <inkml:brush xml:id="br0">
      <inkml:brushProperty name="width" value="0.035" units="cm"/>
      <inkml:brushProperty name="height" value="0.035" units="cm"/>
    </inkml:brush>
  </inkml:definitions>
  <inkml:trace contextRef="#ctx0" brushRef="#br0">1 1 2937,'72'6'1785,"-71"-5"-1697,-1-1-1,0 0 0,1 0 0,-1 0 0,1 0 1,-1 0-1,1 0 0,-1 0 0,0 0 0,1 0 1,-1 0-1,1 0 0,-1 0 0,1 0 0,-1-1 1,0 1-1,1 0 0,-1 0 0,1 0 0,-1 0 1,0-1-1,1 1 0,-1 0 0,0-1 0,1 1 1,-1 0-1,0 0 0,1-1 0,-1 1 0,0-1 1,0 1-1,0 0 0,1-1 0,-1 1 0,0-1 1,0 0-1,-1 2 1853,0 10-1385,2 3-447,-1 1 0,-1-1 0,0 1 0,-1-1 0,0 0 0,-1 1 0,-9 24 0,8-25-12,-6 32 43,3 1 0,1-1 1,0 74-1,6-117-150,0 0-1,0 0 1,0 0 0,0 0-1,0 0 1,1 0-1,-1 0 1,1-1-1,0 1 1,2 5 0,-3-8 2,0 1 1,0-1-1,0 0 1,1 0-1,-1 0 1,0 0-1,0 0 1,0 0 0,0 0-1,0 0 1,1 0-1,-1 0 1,0 0-1,0 0 1,0 0 0,0 0-1,1 0 1,-1 0-1,0 0 1,0 0-1,0 0 1,0 0 0,0 0-1,1 0 1,-1 0-1,0 0 1,0 0-1,0 0 1,0 0-1,0 0 1,1 0 0,-1 0-1,0-1 1,0 1-1,0 0 1,0 0-1,0 0 1,0 0 0,0 0-1,1 0 1,-1 0-1,0-1 1,0 1-1,0 0 1,0 0 0,0 0-1,0 0 1,0 0-1,0-1 1,6-19-630,3-18 128</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4.960"/>
    </inkml:context>
    <inkml:brush xml:id="br0">
      <inkml:brushProperty name="width" value="0.035" units="cm"/>
      <inkml:brushProperty name="height" value="0.035" units="cm"/>
    </inkml:brush>
  </inkml:definitions>
  <inkml:trace contextRef="#ctx0" brushRef="#br0">0 159 1768,'4'-13'481,"-3"11"-356,0 0 1,0 0-1,-1 0 1,1 0-1,-1 0 1,1 0-1,-1-1 1,0 1-1,0 0 1,0 0-1,0 0 0,0 0 1,0 0-1,0 0 1,-1 0-1,1-1 1,-1 1-1,0 0 1,-1-3-1,2 3 79,1 0 0,-1 0-1,0 0 1,1 0 0,-1 0-1,1 0 1,0 0 0,0 0-1,0 0 1,0 0 0,0 0-1,0 0 1,0 0 0,3-2-1,0-2 75,-1 2-184,-1 0 0,1 0 0,1 0 0,-1 1 0,0-1 0,1 1 0,0 0-1,0 0 1,0 0 0,0 1 0,0-1 0,0 1 0,1 0 0,-1 0 0,1 0 0,8-1 0,5-1 42,0 2 1,1 0-1,21 1 1,-6 0 19,-20 0-118,1 1 0,-1 0-1,20 4 1,-30-3-13,0-1-1,0 1 1,0 1-1,0-1 1,-1 1 0,1-1-1,-1 1 1,6 3-1,-8-4 3,0 0 1,0 0-1,0 0 0,0 1 0,0-1 0,0 0 0,0 0 1,0 1-1,0-1 0,0 0 0,-1 1 0,1-1 0,0 1 0,-1-1 1,0 1-1,1-1 0,-1 1 0,0 0 0,0-1 0,0 1 1,0 2-1,0 4 100,0-5-66,0 0 0,0 0-1,0 1 1,0-1 0,-1 0 0,0 0-1,-1 3 1,1-2 2,1 0 0,-1-1 0,0 1 0,1 0 0,0 0 0,0 4 0,0-5-16,1 0 1,-1 0-1,-1 0 1,1 0-1,0-1 1,-1 1-1,1 0 1,-1 0-1,0 0 1,0 0 0,-3 5-1,-1-2 56,-1 1 1,0 0-1,-1-1 0,1-1 0,-1 1 1,-13 7-1,-18 17 68,22-11-112,13-15-48,0-1-1,0 1 0,0-1 0,0 0 0,-1 0 1,1 0-1,-5 3 0,3-3 5,-1 0 1,1-1-1,-1 0 0,1 0 1,-11 2-1,14-3-16,0-1 1,-1 0-1,1 1 0,0-1 1,-1 0-1,1 0 0,-1 0 1,1-1-1,0 1 0,-1-1 1,1 1-1,0-1 0,-1 0 1,1 0-1,0 0 0,0 0 1,-4-2-1,5 1-102,0 0 0,0 0 0,1 0 1,-1 0-1,1-1 0,-1 1 0,1 0 0,0 0 0,0 0 1,0 0-1,0 0 0,0 0 0,1-1 0,-1 1 0,0 0 1,1 0-1,0 0 0,-1 0 0,2-2 0,17-44-3333,-16 43 3135,1 1 1,-1-1-1,1 1 1,8-8-1,-11 12 280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5.319"/>
    </inkml:context>
    <inkml:brush xml:id="br0">
      <inkml:brushProperty name="width" value="0.035" units="cm"/>
      <inkml:brushProperty name="height" value="0.035" units="cm"/>
    </inkml:brush>
  </inkml:definitions>
  <inkml:trace contextRef="#ctx0" brushRef="#br0">0 127 1184,'24'9'159,"0"-1"0,29 5-1,-52-13-145,0 0 0,0 0-1,-1 0 1,1 0-1,0 0 1,0 0 0,0 0-1,-1 0 1,1 0 0,0-1-1,0 1 1,-1 0-1,1 0 1,0-1 0,0 1-1,-1-1 1,1 1 0,0-1-1,-1 1 1,1-1-1,-1 1 1,1-1 0,-1 1-1,1-1 1,-1 0 0,1 1-1,-1-1 1,1 0-1,-1 1 1,0-1 0,1-1-1,2-26 439,-3 17-203,6-32 1025,2-18 2675,-10 71-405,-4 17-2935,-1 1-375,-4 21 52,3 0-1,1 1 1,1 98 0,7-144-280,3 20 90,-3-24-93,-1 1 1,1 0-1,0 0 0,-1 0 0,1-1 0,0 1 1,-1 0-1,1-1 0,0 1 0,0-1 0,0 1 1,0 0-1,0-1 0,-1 0 0,1 1 1,0-1-1,0 0 0,0 1 0,0-1 0,0 0 1,0 0-1,0 0 0,0 0 0,0 0 0,0 0 1,2 0-1,-2-1-47,1 1 0,0 0 0,-1-1 0,1 1 0,0-1 0,-1 1 0,1-1 0,-1 0 1,1 0-1,-1 1 0,1-1 0,-1 0 0,0-1 0,1 1 0,-1 0 0,0 0 0,0 0 0,0-1 0,0 1 0,0-1 0,0 1 0,0-1 1,0 1-1,-1-1 0,1 1 0,-1-1 0,1 0 0,0-2 0,9-32-460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5.718"/>
    </inkml:context>
    <inkml:brush xml:id="br0">
      <inkml:brushProperty name="width" value="0.035" units="cm"/>
      <inkml:brushProperty name="height" value="0.035" units="cm"/>
    </inkml:brush>
  </inkml:definitions>
  <inkml:trace contextRef="#ctx0" brushRef="#br0">4 42 1888,'-1'-8'661,"0"7"-528,1 1 0,0-1 0,-1 1 0,1-1 0,0 1 1,0-1-1,0 0 0,0 1 0,-1-1 0,1 1 0,0-1 1,0 1-1,0-1 0,0 0 0,0 1 0,0-1 1,0 1-1,1-1 0,-1 1 0,0-1 0,0 0 0,0 1 1,0-1-1,1 1 0,-1-1 0,0 1 0,1-1 0,-1 1 1,0-1-1,1 1 0,-1 0 0,0-1 0,1 1 1,-1-1-1,2 1 0,-1-3 1136,-1 3-1244,0 0 0,0-1 1,0 1-1,0 0 0,0 0 1,0 0-1,0 0 0,0 0 1,0-1-1,0 1 0,0 0 1,0 0-1,0 0 1,0 0-1,0-1 0,0 1 1,0 0-1,0 0 0,0 0 1,0 0-1,0 0 0,0-1 1,0 1-1,0 0 0,0 0 1,1 0-1,-1 0 1,0 0-1,0 0 0,0 0 1,0 0-1,0-1 0,0 1 1,1 0-1,-1 0 0,0 0 1,0 0-1,0 0 0,0 0 1,0 0-1,1 0 1,-1 0-1,0 0 0,0 0 1,0 0-1,0 0 0,1 0 1,-1 0-1,0 0 0,0 0 1,0 0-1,0 0 0,1 0 1,27-3 331,0 0 0,33 2 1,-48 1-243,-7 0-88,0 0 1,-1 1 0,1 0 0,0-1-1,0 2 1,7 2 0,-10-3-21,0 0-1,-1 0 1,1 1-1,-1-1 1,1 1 0,-1 0-1,1 0 1,-1 0-1,0 0 1,0 0 0,0 0-1,0 1 1,-1-1 0,1 1-1,2 3 1,-2-1 2,0 0 1,0-1-1,-1 1 1,1 0-1,-1 0 1,0 0-1,0 0 1,-1 0-1,1 1 1,-1-1-1,0 0 1,-1 0-1,1 0 1,-3 9-1,2-11-2,0-1-1,0 1 1,0 0-1,-1 0 1,1 0-1,-1-1 1,1 1-1,-1-1 1,0 1-1,0-1 1,-1 0-1,1 0 0,0 0 1,-1 0-1,1 0 1,-1 0-1,1-1 1,-1 1-1,0-1 1,0 0-1,0 0 1,0 0-1,0 0 1,0 0-1,0-1 1,-4 1-1,-1 1 19,-1-1-1,1 2 1,-14 5-1,-16 4 98,20-8-46,15-3-44,1 0 0,-1 0 0,0 0 0,0-1 0,0 1 1,0-1-1,0 0 0,1 0 0,-1 0 0,0 0 0,-6-1 1,9 1-12,0-1 0,-1 1 0,1 0 0,0-1 0,-1 1-1,1 0 1,-1 0 0,1 0 0,-1 0 0,1-1 0,0 1 0,-1 0 0,1 0 0,-1 0 0,1 0 0,-1 0 0,1 0 0,-1 0 0,1 0 0,0 0 0,-1 0 0,1 0 0,-1 0 0,1 1 0,-1-1 0,1 0 0,0 0 0,-1 0 0,1 1 0,-1-1 0,1 0 0,0 0 0,-1 1 0,1-1 0,-1 1 998,4 1-845,169 76 95,-157-72-303,3 2-301,0-1 0,1 0 0,31 6 1,-26-16-1155,-2-3 570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6.150"/>
    </inkml:context>
    <inkml:brush xml:id="br0">
      <inkml:brushProperty name="width" value="0.035" units="cm"/>
      <inkml:brushProperty name="height" value="0.035" units="cm"/>
    </inkml:brush>
  </inkml:definitions>
  <inkml:trace contextRef="#ctx0" brushRef="#br0">1 377 3609,'36'40'2011,"-36"-39"-1951,0-1 1,0 1-1,0-1 0,0 0 1,1 1-1,-1-1 0,0 1 1,0-1-1,1 0 0,-1 0 1,0 1-1,1-1 0,-1 0 1,0 1-1,1-1 0,-1 0 1,0 0-1,1 0 0,-1 1 1,1-1-1,-1 0 1,0 0-1,1 0 0,-1 0 1,1 0-1,-1 0 0,1 0 1,-1 0-1,1 0 0,-1 0 1,0 0-1,1 0 0,-1 0 1,1 0-1,-1 0 0,1 0 1,-1 0-1,0 0 0,1-1 1,-1 1-1,0 0 1,1 0-1,-1-1 0,1 1 1,-1 0-1,0 0 0,0-1 1,1 1-1,-1 0 0,0-1 1,1 1-1,-1-1 0,0 1 1,0 0-1,0-1 0,1 1 1,-1-1-1,5-25 893,-5 15-661,1-1 0,0 1 0,4-15 0,-3 17-218,0-1-1,-1 0 1,0 1 0,0-1 0,-1 0-1,-1-14 1,-7-5 20,4 19-56,1 1 0,1-2 0,-2-10 1,4 19-29,0 0-1,0 1 1,0-1 0,0 0 0,0 0 0,0 1 0,0-1 0,0 0 0,1 0 0,-1 1 0,1-1-1,-1 0 1,1 1 0,0-1 0,0 0 0,0 1 0,0-1 0,0 1 0,0 0 0,0-1 0,0 1-1,0 0 1,3-2 0,6-4 39,-5 4-19,1 0 0,-1-1 0,-1 0 0,1 0 0,7-8-1,52-53 77,-60 61-108,0 1 1,0 0-1,1 0 1,-1 1-1,1-1 1,5-1-1,-9 3 1,0 0-1,0 1 1,1-1-1,-1 1 0,0 0 1,0-1-1,1 1 1,-1 0-1,0 0 0,1 0 1,-1 0-1,0 0 1,1 0-1,-1 0 0,0 0 1,0 1-1,1-1 1,-1 0-1,0 1 0,0-1 1,1 1-1,-1-1 1,0 1-1,0 0 1,0 0-1,0-1 0,0 1 1,0 0-1,0 0 1,0 0-1,1 2 0,1 4 15,0 1 0,-1 0-1,0-1 1,0 1 0,-1 0 0,0 0-1,0 0 1,-1 0 0,-1 11-1,2 4 40,-2 8 21,-2 0-1,0 0 1,-11 39 0,-13 14 25,15-45-84,-2 9-3318,14-29 2131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6.549"/>
    </inkml:context>
    <inkml:brush xml:id="br0">
      <inkml:brushProperty name="width" value="0.035" units="cm"/>
      <inkml:brushProperty name="height" value="0.035" units="cm"/>
    </inkml:brush>
  </inkml:definitions>
  <inkml:trace contextRef="#ctx0" brushRef="#br0">1 110 2857,'81'-84'1812,"-80"83"-1467,1-1 1,0 0-1,-1 1 1,1-1-1,-1 0 0,1 0 1,-1 0-1,0 0 1,0 0-1,0-1 0,1-2 1,2 10 4351,101 87-3962,-97-85-720,1-2 1,0 1-1,0-1 1,1 0 0,0-1-1,-1 0 1,1-1-1,1 0 1,-1 0-1,0-1 1,1-1 0,-1 1-1,11-1 1,18 3 3,-31-3-74,9 2 5,-1-2 0,1 1 0,19-2 0,-32-1-69,0 1 0,1-1 0,-1 0-1,0 0 1,0 0 0,0 0 0,6-4-1,-8 4-17,0 0-1,-1 0 1,1 0-1,0-1 0,-1 1 1,0-1-1,1 1 1,-1-1-1,0 1 1,0-1-1,0 1 0,0-1 1,0 0-1,0 0 1,0 0-1,1-3 1,2-25-1069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6.951"/>
    </inkml:context>
    <inkml:brush xml:id="br0">
      <inkml:brushProperty name="width" value="0.035" units="cm"/>
      <inkml:brushProperty name="height" value="0.035" units="cm"/>
    </inkml:brush>
  </inkml:definitions>
  <inkml:trace contextRef="#ctx0" brushRef="#br0">86 0 3073,'-80'7'2167,"74"-5"-331,13 0 9,-5-2-1637,0 0 1,-1 1-1,1-1 0,0 1 0,-1-1 0,1 1 0,0 0 0,-1 0 0,1-1 0,-1 1 0,1 0 0,-1 0 0,0 1 0,1-1 1,1 2-1,48 171 2858,-43-147-2849,-1 0 0,5 40 0,-10-54-216,-1 0 0,0 0 0,-1 0 0,-1 0 0,0 0 0,-1 0-1,-4 19 1,-6-5-651,11-26 584,0 0-1,0 0 1,0 0-1,0 0 0,0 0 1,-1 0-1,1-1 1,0 1-1,0 0 0,-1-1 1,1 1-1,0 0 1,-1-1-1,1 0 1,0 1-1,-1-1 0,1 0 1,-1 0-1,1 0 1,-2 0-1,-44-7-697</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7.802"/>
    </inkml:context>
    <inkml:brush xml:id="br0">
      <inkml:brushProperty name="width" value="0.035" units="cm"/>
      <inkml:brushProperty name="height" value="0.035" units="cm"/>
    </inkml:brush>
  </inkml:definitions>
  <inkml:trace contextRef="#ctx0" brushRef="#br0">90 1 4905,'-10'21'2185,"3"-8"-1049,-12 65 88,17-50-136,-2-3-216,4 25-319,-8-3-81,14 14-152,-16-2-80,-9-8-128,6 4-32,9-2-40,8-3-56,13-11-504,6-4-497,-23-30 617</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8.313"/>
    </inkml:context>
    <inkml:brush xml:id="br0">
      <inkml:brushProperty name="width" value="0.035" units="cm"/>
      <inkml:brushProperty name="height" value="0.035" units="cm"/>
    </inkml:brush>
  </inkml:definitions>
  <inkml:trace contextRef="#ctx0" brushRef="#br0">25 1 2953,'4'13'1520,"3"0"104,-3-1-543,-2 3 159,2 21-184,-4 42-480,-4-29-152,0 12-192,-5-10-56,5 14-56,-4-18-24,1-13-152,-3-18-376,31-11-2136,-13-24 1784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8.717"/>
    </inkml:context>
    <inkml:brush xml:id="br0">
      <inkml:brushProperty name="width" value="0.035" units="cm"/>
      <inkml:brushProperty name="height" value="0.035" units="cm"/>
    </inkml:brush>
  </inkml:definitions>
  <inkml:trace contextRef="#ctx0" brushRef="#br0">18 160 3265,'-14'-44'1704,"11"55"-376,22 7-71,1-13 55,-4-5-280,20-11-304,-19-6-128,17-10-224,13 6-87,-5-3-145,15 3-48,-13 11-216,-6 3-385,-13 1-1919,-12 0 1640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9.111"/>
    </inkml:context>
    <inkml:brush xml:id="br0">
      <inkml:brushProperty name="width" value="0.035" units="cm"/>
      <inkml:brushProperty name="height" value="0.035" units="cm"/>
    </inkml:brush>
  </inkml:definitions>
  <inkml:trace contextRef="#ctx0" brushRef="#br0">111 54 2505,'-29'5'1552,"14"-5"616,-6-9-975,23 13-145,15-2-144,-3-8-608,22 6-112,2-4-96,-6-11-40,12 5-336,-23-10-536,5 20 536</inkml:trace>
  <inkml:trace contextRef="#ctx0" brushRef="#br0" timeOffset="1">26 344 2304,'-8'-11'1489,"-9"-2"335,36 7-488,6-4-111,-14-16-257,23-3-480,-9-1-136,13 11-160,11 17-48,-7 2-104,-8 4-8,-7 2-872,-10-5-968,11 26 1136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9.470"/>
    </inkml:context>
    <inkml:brush xml:id="br0">
      <inkml:brushProperty name="width" value="0.035" units="cm"/>
      <inkml:brushProperty name="height" value="0.035" units="cm"/>
    </inkml:brush>
  </inkml:definitions>
  <inkml:trace contextRef="#ctx0" brushRef="#br0">0 390 4913,'0'0'2048,"1"-4"148,14-38-1886,-1 0 1,-3 0 0,7-47 0,-16 79-303,-1 1 0,1-1 0,1 0 0,0 1 0,0 0 1,1-1-1,9-14 0,-13 24-8,0 0-1,0-1 1,0 1-1,0 0 1,0 0 0,0-1-1,0 1 1,1 0 0,-1 0-1,0 0 1,0-1 0,0 1-1,0 0 1,0 0 0,1 0-1,-1 0 1,0-1 0,0 1-1,1 0 1,-1 0-1,0 0 1,0 0 0,0 0-1,1 0 1,-1 0 0,0 0-1,0 0 1,1 0 0,-1 0-1,0 0 1,0 0 0,1 0-1,-1 0 1,0 0-1,0 0 1,1 0 0,-1 0-1,0 0 1,0 0 0,0 0-1,1 0 1,-1 0 0,0 0-1,0 1 1,1-1 0,-1 0-1,0 0 1,0 0 0,0 0-1,0 1 1,1-1-1,-1 0 1,0 0 0,0 0-1,0 1 1,0-1 0,0 0-1,0 0 1,1 0 0,-1 1-1,0-1 1,0 0 0,0 0-1,0 1 1,0-1 0,0 0-1,0 1 1,3 22-7,-2-18 9,5 26 213,1-1 1,2 0-1,1-1 1,21 45-1,-18-57 44,-13-17-246,1 0 0,-1 1 0,0-1 0,1 0 0,-1 1 0,1-1 1,-1 0-1,0 0 0,1 1 0,-1-1 0,1 0 0,-1 0 1,1 0-1,-1 1 0,1-1 0,-1 0 0,1 0 0,-1 0 1,0 0-1,1 0 0,-1 0 0,1 0 0,-1 0 0,1 0 0,-1 0 1,1 0-1,-1-1 0,1 1 0,-1 0 0,1 0 0,-1 0 1,1-1-1,-1 1 0,0 0 0,1 0 0,-1-1 0,1 1 1,-1 0-1,0-1 0,1 1 0,-1 0 0,0-1 0,1 1 1,-1-1-1,0 1 0,0 0 0,0-1 0,1 1 0,-1-1 0,0 0 1,4-8 73,-1-1 1,0 0 0,-1 0-1,2-16 1,1-2-44,6-19 7,19-70-10,-28 112-46,0-1-1,1 1 0,0-1 0,0 1 0,0 0 1,1 0-1,4-5 0,-7 9 5,-1 0 0,1 0 0,-1 1 1,1-1-1,0 0 0,-1 0 0,1 1 0,0-1 0,0 1 0,0-1 0,0 1 0,-1-1 0,1 1 1,0-1-1,0 1 0,0 0 0,0-1 0,0 1 0,0 0 0,0 0 0,0 0 0,0-1 1,0 1-1,0 0 0,0 1 0,0-1 0,0 0 0,0 0 0,0 0 0,0 1 0,0-1 0,0 0 1,0 1-1,0-1 0,0 1 0,-1-1 0,1 1 0,0-1 0,0 1 0,0 0 0,-1-1 0,1 1 1,0 0-1,-1 0 0,1-1 0,-1 1 0,1 0 0,-1 0 0,1 0 0,-1 0 0,1 0 1,-1 0-1,1 2 0,3 6 6,-1 1 0,0-1 1,0 1-1,-1 0 0,2 18 1,-1 58 51,-1-18-33,4 4-667,-6-71 584,0 0 1,0-1-1,0 1 0,0-1 0,0 1 0,0-1 0,0 1 0,0 0 0,1-1 0,-1 1 0,0-1 0,0 1 1,1-1-1,-1 1 0,0-1 0,0 1 0,1-1 0,-1 1 0,1-1 0,-1 0 0,0 1 0,1-1 1,0 1-1,11-5-735</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19.898"/>
    </inkml:context>
    <inkml:brush xml:id="br0">
      <inkml:brushProperty name="width" value="0.035" units="cm"/>
      <inkml:brushProperty name="height" value="0.035" units="cm"/>
    </inkml:brush>
  </inkml:definitions>
  <inkml:trace contextRef="#ctx0" brushRef="#br0">0 88 4665,'91'-87'2152,"-89"112"-943,-11 3 47,7 16-264,0 1-264,-11 9-368,9-3-104,0 2-151,25 8-25,-2-27-88,-8-7-257,18-24-1143,-27-14-1256,9-2 1607</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20.276"/>
    </inkml:context>
    <inkml:brush xml:id="br0">
      <inkml:brushProperty name="width" value="0.035" units="cm"/>
      <inkml:brushProperty name="height" value="0.035" units="cm"/>
    </inkml:brush>
  </inkml:definitions>
  <inkml:trace contextRef="#ctx0" brushRef="#br0">1 89 2841,'1'0'210,"0"-1"-1,0 1 1,0-1 0,0 0 0,0 1 0,0-1 0,0 0 0,0 0 0,0 0 0,0 0 0,0 0-1,0 0 1,-1 0 0,1 0 0,0 0 0,-1 0 0,1 0 0,-1 0 0,1 0 0,-1-1 0,1 1-1,-1 0 1,0 0 0,0-1 0,0 1 0,0 0 0,0-3 0,1 3-154,-1 0 0,0 0 0,1 0 0,-1-1 0,1 1 0,-1 0 0,1 0 0,-1 0 0,1 0 0,0 0 0,0 1 0,-1-1 0,1 0 0,0 0 0,0 0 0,0 1 0,0-1 0,0 0 0,0 1 0,0-1 0,0 1 0,0-1 0,0 1 0,2-1 0,33-10 370,-30 9-289,16-4 148,0 1 1,0 0-1,0 1 1,35 0-1,-51 4-217,1 0 1,-1 1-1,1 0 1,-1 0-1,0 0 0,0 1 1,1 0-1,-1 0 1,5 4-1,-7-4-21,-1 0 1,1 0-1,-1 1 0,0-1 1,0 1-1,0 0 0,0 0 1,-1 0-1,1 0 0,-1 1 1,0-1-1,0 1 1,0-1-1,0 1 0,1 6 1,-2-6 15,0 0 0,0 0-1,0 0 1,-1 0 0,1 1 0,-1-1 0,0 0 0,-1 0 0,1 0 0,-1 0 0,1 0 0,-1 1 0,-3 6 0,1-4 14,0 0-1,-1-1 0,0 0 1,0 0-1,0 0 1,0 0-1,-11 9 1,10-10-68,-1 1 0,0-1 1,-1 0-1,1-1 0,-1 0 1,0 0-1,0 0 1,0-1-1,0 0 0,0 0 1,-1-1-1,0 0 0,1 0 1,-1-1-1,-14 1 1,-8-5-1285,-29-5 0,31-1 242</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50.210"/>
    </inkml:context>
    <inkml:brush xml:id="br0">
      <inkml:brushProperty name="width" value="0.035" units="cm"/>
      <inkml:brushProperty name="height" value="0.035" units="cm"/>
    </inkml:brush>
  </inkml:definitions>
  <inkml:trace contextRef="#ctx0" brushRef="#br0">1 26 848,'0'1'9503,"12"6"-9242,2-1-73,0 0 0,0-1 0,1-1 1,-1 0-1,31 3 0,-28-6 64,0-1 0,1 0 1,-1-1-1,32-6 0,21-2 505,-36 9-428,0 2 0,64 12 0,-69-8-199,1-2 0,0-1 0,0-1 0,41-3 1,-67 1-120,1 0 0,-1-1-1,1 0 1,-1 0 0,1 0 0,-1 0 0,0-1 0,1 1 0,-1-1 0,0 0 0,0-1 0,0 1 0,5-5 0,29-27 173,-30 25-128,-8 8-49,1 0 0,0 0-1,0 0 1,-1 1 0,1-1-1,0 0 1,0 0 0,0 1 0,0-1-1,0 0 1,0 1 0,0-1-1,1 1 1,-1-1 0,0 1 0,0 0-1,0-1 1,0 1 0,1 0 0,-1 0-1,0 0 1,0 0 0,3 0-1,0 0 15,0 0-1,1 0 0,-1 0 0,1 1 0,-1 0 0,0 0 0,1 0 1,-1 0-1,0 1 0,0-1 0,0 1 0,0 0 0,0 1 0,0-1 0,-1 1 1,1-1-1,-1 1 0,1 0 0,2 4 0,-35-34-57,27 25-245</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52.582"/>
    </inkml:context>
    <inkml:brush xml:id="br0">
      <inkml:brushProperty name="width" value="0.035" units="cm"/>
      <inkml:brushProperty name="height" value="0.035" units="cm"/>
    </inkml:brush>
  </inkml:definitions>
  <inkml:trace contextRef="#ctx0" brushRef="#br0">1 51 528,'28'10'262,"-28"-9"-200,1 0 0,-1-1 1,1 1-1,-1 0 0,0-1 1,0 1-1,1 0 0,-1 0 1,0-1-1,0 1 0,0 0 1,0 0-1,0 0 1,0-1-1,0 1 0,0 0 1,0 0-1,0 1 0,-2 2 1555,1-11 2312,13 12-2239,5 4-1334,0 1 0,16 12 0,-20-13-119,0 0-1,1-1 1,0-1-1,18 8 1,-30-14-207,0-1-1,-1 1 1,1 0 0,-1-1 0,1 1-1,0-1 1,-1 0 0,1 0-1,0 0 1,0 1 0,-1-1-1,1-1 1,0 1 0,-1 0-1,1 0 1,0-1 0,-1 1-1,1-1 1,0 1 0,-1-1-1,1 0 1,-1 0 0,1 1-1,-1-1 1,0 0 0,1-1-1,-1 1 1,0 0 0,1 0-1,-1 0 1,0-1 0,0 1 0,0 0-1,0-1 1,-1 1 0,1-1-1,1-1 1,-1 0 26,1 0 1,0 1-1,0-1 1,0 1-1,0-1 1,0 1-1,0 0 1,1 0-1,-1 0 1,1 0-1,5-3 1,4 2 125,-1-1 0,1 2 0,0 0 0,0 0 0,22 0 0,11-1 190,-36 1-287,15-1 203,30-1 0,-45 5-222,0-1-1,0 1 1,0 1 0,0-1-1,0 2 1,15 5-1,-9-4 22,-1 0 0,1-1 0,0-1 0,1-1 0,-1 0-1,0 0 1,0-2 0,22-2 0,42 0 222,144 11 817,-179-11-819,-30 5-253,6 0 13,-1 0 0,0-1 0,1-1 0,31-5 0,36-23 105,-73 23-148,-1-1-1,0 0 0,0-1 1,16-11-1,-18 10-9,1 1-1,0 0 1,1 1 0,-1 0-1,16-4 1,-18 8-3,0 0 1,0 1-1,1 0 0,-1 0 1,0 1-1,0 1 1,1 0-1,-1 0 0,12 4 1,9 3 49,47 21-1,-51-18-27,-1-1 0,36 7-1,-56-15-19,1-1-1,-1 0 1,1-1 0,0 0 0,-1 0-1,1 0 1,0-1 0,-1 0-1,1 0 1,0 0 0,-1-1-1,0 0 1,12-6 0,-15 7 0,0-1 0,0 0 1,0 1-1,0 0 1,0 0-1,0-1 1,0 2-1,1-1 1,-1 0-1,0 1 1,1-1-1,-1 1 1,0 0-1,5 1 1,0 0 32,1 1 1,-1 1 0,0-1-1,9 5 1,-6-2 32,1-1 0,20 6 0,-30-10-70,0 1 0,-1-1 0,1 0 0,0 1 0,0-1 0,-1 0 0,1 0 0,0 0 0,0 0 0,-1-1 0,1 1 0,0 0 1,-1-1-1,1 1 0,0-1 0,-1 1 0,1-1 0,-1 0 0,1 0 0,-1 0 0,1 0 0,-1 0 0,3-2 0,-1-2 7,0 1 0,-1-1-1,0 0 1,0 1-1,0-1 1,0 0 0,1-7-1,1 10 369,-6 3-1434,-7-1-4110,7 0 4057</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53.394"/>
    </inkml:context>
    <inkml:brush xml:id="br0">
      <inkml:brushProperty name="width" value="0.035" units="cm"/>
      <inkml:brushProperty name="height" value="0.035" units="cm"/>
    </inkml:brush>
  </inkml:definitions>
  <inkml:trace contextRef="#ctx0" brushRef="#br0">188 144 1848,'-36'-38'1067,"33"36"-170,3 4-395,5 8 39,-2-4 463,-4-3-704,1 6 1618,6 13 20,-6-18-1878,1 0-1,-1-1 0,-1 1 1,1 0-1,-1 0 0,1 0 1,-1 0-1,0-1 0,0 1 1,-1 0-1,1-1 0,-1 1 1,0-1-1,0 1 0,0-1 1,0 0-1,0 0 0,-1 0 1,1 0-1,-1 0 0,0-1 1,0 1-1,0-1 0,0 0 1,0 0-1,-1 0 0,1 0 1,-1 0-1,1-1 0,-6 2 1,8-3-29,0 1 0,0-1 0,0 0 0,0 1 0,-1-1 0,1 1 0,0 0 0,0-1 0,0 1 0,1 0 0,-1 0 0,0 0 0,0 0 0,0-1 1,0 1-1,1 0 0,-1 0 0,0 2 0,-2-1 267,-4-10-142,0 1-33,-31-42 443,37 47-548,-1 0 0,1 0-1,0 0 1,-1 0-1,1-1 1,0 1-1,0 0 1,1-1-1,-1 1 1,0-1-1,1 1 1,-1 0-1,1-1 1,0 1-1,0-1 1,0 1 0,0-1-1,1-4 1,0 1 3,0 0 1,0 0 0,-1 0-1,0-1 1,0 1 0,-1 0-1,0 0 1,0 0 0,0 0 0,-5-11-1,3 6 30,3 10-42,0-1-1,0 1 1,0 0 0,0-1-1,0 1 1,0-1-1,0 1 1,0-1 0,0 1-1,1 0 1,-1-1-1,1 1 1,-1-1 0,1 1-1,0 0 1,-1 0 0,1-1-1,0 1 1,0 0-1,0 0 1,0 0 0,0 0-1,0 0 1,0 0 0,0 0-1,0 0 1,0 0-1,2 0 1,-2 1-6,-1-1 0,1 1 0,0-1 0,-1 1 0,1-1 0,0 1-1,-1-1 1,1 1 0,-1-1 0,1 0 0,-1 1 0,1-1 0,-1 0 0,0 1 0,1-1 0,-1 0 0,1 0-1,-2 0-1,1 0-1,-1 0 1,0 0-1,1 0 1,-1 0-1,0 0 1,1 1-1,-1-1 1,0 0-1,0 1 1,0-1-1,0 0 1,1 1-1,-1-1 1,0 1-1,0-1 1,0 1-1,0 0 1,-2-1-1,-9-4 9,14 7 5,-1-2-14,0 1 1,0-1 0,1 1-1,-1-1 1,0 0 0,0 0-1,1 1 1,-1-1-1,0 0 1,0 0 0,1 0-1,-1 0 1,0-1-1,3 1 1,-1-2-7,2 1 16,-3 8-138,3 12-336,-1-4-455,-1-5 386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3:20.641"/>
    </inkml:context>
    <inkml:brush xml:id="br0">
      <inkml:brushProperty name="width" value="0.035" units="cm"/>
      <inkml:brushProperty name="height" value="0.035" units="cm"/>
    </inkml:brush>
  </inkml:definitions>
  <inkml:trace contextRef="#ctx0" brushRef="#br0">67 96 2561,'-31'36'1364,"30"-36"-1276,0 1 0,0 0 0,0-1 0,0 1 0,-1-1 0,1 1 0,0-1 1,0 0-1,-1 1 0,1-1 0,0 0 0,-1 0 0,1 0 0,0 0 0,0 0 0,-2 0 0,2 0-6,1 0-1,-1 0 1,1 0-1,-1 0 1,0-1-1,1 1 1,-1 0-1,1 0 1,-1 0-1,1 0 1,-1-1-1,1 1 1,-1 0-1,1 0 1,-1-1-1,1 1 1,-1-1-1,1 1 1,-1 0-1,1-1 1,-1 1-1,1-1 1,0 1-1,-1-1 1,1 1-1,-1-2 856,8-3-18,1 1-850,0-1 0,0 0 1,0-1-1,-1 1 1,1-1-1,10-13 0,-12 13-59,0 0-1,0 1 0,0-1 0,0 1 0,1 1 0,0-1 1,0 1-1,0 0 0,12-4 0,-5 4 5,0 0 0,1 0 0,0 1 1,0 1-1,0 1 0,0 0 0,0 0 0,0 2 0,0 0 0,0 1 0,0 0 0,-1 1 0,19 6 1,-30-8 0,0 1 0,0-1 1,0 0-1,-1 1 0,1 0 1,0 0-1,-1-1 1,1 2-1,1 1 0,-3-3-6,0 0-1,-1-1 1,1 1 0,-1 0-1,1 0 1,-1 0-1,1 0 1,-1 0-1,1 0 1,-1 0 0,0 0-1,1 0 1,-1 0-1,0 0 1,0 0-1,0 0 1,0 1 0,0-1-1,0 0 1,0 0-1,0 0 1,-1 0-1,1 0 1,0 0 0,-1 0-1,1 0 1,0 0-1,-1 0 1,1 0-1,-1 0 1,0 1 0,-5 7 24,1 2 1,0-1-1,0 0 1,-3 16-1,-7 14 37,13-37-62,1-1 1,-1 1-1,-1-1 1,1 1-1,0-1 0,-1 0 1,1 0-1,-1 0 0,1 0 1,-1 0-1,0-1 1,0 1-1,0-1 0,-3 2 1,-3 0 31,0 0 1,1 0-1,-16 2 1,13-3-43,1 1 0,-1 0 0,1 0 0,0 1 0,0 1 0,-11 6 0,4-2-1320,10-8 639</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3:20.981"/>
    </inkml:context>
    <inkml:brush xml:id="br0">
      <inkml:brushProperty name="width" value="0.035" units="cm"/>
      <inkml:brushProperty name="height" value="0.035" units="cm"/>
    </inkml:brush>
  </inkml:definitions>
  <inkml:trace contextRef="#ctx0" brushRef="#br0">44 88 5793,'-25'15'2001,"16"-4"-1393,9 1 216,-4-11 240,0-4 24,4 1-407,-2 0-225,2-4-216,2-11-48,2-8-88,13-37-40,-11 54-48,-6 6-16,0 15 0,-2 1 8,0 14-224,2-1-520,0-1 496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3:21.702"/>
    </inkml:context>
    <inkml:brush xml:id="br0">
      <inkml:brushProperty name="width" value="0.035" units="cm"/>
      <inkml:brushProperty name="height" value="0.035" units="cm"/>
    </inkml:brush>
  </inkml:definitions>
  <inkml:trace contextRef="#ctx0" brushRef="#br0">1 57 4161,'15'13'592,"0"0"1,14 16 0,-29-28-546,1 0 1,0-1 0,-1 1-1,1 0 1,-1 0 0,1 0 0,-1 0-1,1 0 1,-1 0 0,1 0-1,-1 0 1,0 0 0,0 0 0,0 0-1,1 1 1,-1-1 0,0 0-1,0 0 1,0 0 0,-1 0 0,1 0-1,0 0 1,0 0 0,-1 0-1,1 0 1,-1 2 0,0-1 86,-1 0 0,0 0 0,1 0 1,-1 0-1,0-1 0,0 1 0,-4 2 0,0 2 395,1-3 288,6-7-257,8-9-30,13-10-281,1 2 1,1 0 0,42-27-1,-58 43-240,0 0 0,1 1 0,0-1-1,-1 2 1,1 0 0,1 0 0,-1 0 0,0 1-1,1 1 1,-1-1 0,1 2 0,0-1 0,-1 1-1,1 1 1,-1 0 0,15 3 0,-18-2 0,0 1 1,0 0-1,0 1 1,-1-1 0,1 1-1,-1 0 1,0 0-1,0 1 1,-1-1-1,1 1 1,-1 0-1,0 1 1,6 10-1,-7-11 0,-1 0-1,0 0 0,1 0 1,-2 1-1,1-1 1,-1 1-1,1-1 1,-1 1-1,-1-1 0,1 1 1,-1 0-1,0 0 1,-1-1-1,1 1 1,-1 0-1,0-1 0,0 1 1,-1-1-1,0 1 1,-3 7-1,-5 8 36,-1 0 0,-1-1 0,-23 30 1,17-25-3,14-18-191,-1-1 0,1 0 1,-1 0-1,-1-1 0,1 0 0,-1 0 0,0 0 0,-11 6 0,0-4-346</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3:22.073"/>
    </inkml:context>
    <inkml:brush xml:id="br0">
      <inkml:brushProperty name="width" value="0.035" units="cm"/>
      <inkml:brushProperty name="height" value="0.035" units="cm"/>
    </inkml:brush>
  </inkml:definitions>
  <inkml:trace contextRef="#ctx0" brushRef="#br0">109 1 8530,'-46'125'3289,"44"-127"-2169,-7-9-440,-1 1-16,9 3-40,-18-5-152,26 14-272,-3 4-80,-12 3-136,1 1-312,-10 3-1240,17 0 1072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29.802"/>
    </inkml:context>
    <inkml:brush xml:id="br0">
      <inkml:brushProperty name="width" value="0.035" units="cm"/>
      <inkml:brushProperty name="height" value="0.035" units="cm"/>
    </inkml:brush>
  </inkml:definitions>
  <inkml:trace contextRef="#ctx0" brushRef="#br0">404 69 2224,'-1'-1'335,"0"0"-1,0-1 1,1 1-1,-1-1 1,0 1-1,1-1 0,-1 1 1,1-1-1,-1 1 1,1-1-1,0 1 1,0-1-1,-1-2 0,2 3-183,-1-1-1,-1 1 0,1-1 0,0 1 1,0-1-1,-1 1 0,1-1 0,-1 1 0,1-1 1,-1 1-1,1-1 0,-1 1 0,0 0 1,0-1-1,0 1 0,0 0 0,0 0 1,0 0-1,0 0 0,0 0 0,-3-2 1,0 0 1,2 1-103,0 1 0,0 0 1,0 0-1,0 0 0,0 0 0,0 0 1,-1 0-1,1 1 0,0-1 0,0 0 1,0 1-1,-1 0 0,1 0 0,0 0 1,-1 0-1,1 0 0,0 0 0,-4 1 1,-4 1 6,-1 1 1,1 0 0,0 0-1,0 1 1,1 0 0,-1 1-1,1 0 1,0 1 0,0 0 0,1 0-1,-1 1 1,2 0 0,-1 0-1,1 1 1,0 0 0,0 0-1,-8 15 1,8-8-15,-1-1 1,0 0-1,-1 0 0,-1-1 0,0 0 1,-15 16-1,17-23-29,0 2 0,1-1 0,0 1-1,0 0 1,1 0 0,0 1 0,1 0 0,0 0 0,0 0-1,1 1 1,0 0 0,1-1 0,0 1 0,0 1 0,-1 11-1,3-12 20,0 1-1,0-1 1,1 0-1,0 0 1,1 1-1,0-1 1,4 17-1,-5-26-22,1 0 0,-1 0-1,0 1 1,1-1-1,-1 0 1,1 0-1,-1 0 1,1 0-1,0 0 1,-1 0 0,1 0-1,0 0 1,0 0-1,0 0 1,-1-1-1,1 1 1,0 0-1,0 0 1,0-1 0,0 1-1,0-1 1,1 1-1,-1-1 1,0 1-1,0-1 1,0 0-1,0 1 1,1-1-1,1 0 1,1 0 24,0-1 0,0 0 0,0 0 0,0-1 0,-1 1 0,1-1 0,4-2 0,6-2 75,32-20 85,-31 17-128,30-13 1,66-20 46,-43 22-62,-38 6 93,1 1-717,-30 13 222,0 0 0,0 0 0,1 0 0,-1-1 0,0 1 0,0 1 1,1-1-1,-1 0 0,0 0 0,0 0 0,0 1 0,1-1 0,1 1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0.293"/>
    </inkml:context>
    <inkml:brush xml:id="br0">
      <inkml:brushProperty name="width" value="0.035" units="cm"/>
      <inkml:brushProperty name="height" value="0.035" units="cm"/>
    </inkml:brush>
  </inkml:definitions>
  <inkml:trace contextRef="#ctx0" brushRef="#br0">44 50 2088,'48'-40'1462,"-41"32"-475,-9 7-250,-7 4 290,0 7-552,1 1 0,1-1 0,0 1 0,0 1 0,-8 21 0,8-13-333,1 0-1,1 1 1,1 0-1,1 0 1,-1 37-1,-1 6 55,6-36-22,-1-27-170,0-1 0,0 1 1,0-1-1,0 0 0,1 1 1,-1-1-1,0 1 0,0-1 1,0 1-1,0-1 0,1 0 1,-1 1-1,0-1 0,0 1 1,1-1-1,-1 0 0,0 1 1,0-1-1,1 0 1,-1 1-1,0-1 0,1 0 1,-1 0-1,1 1 0,-1-1 1,0 0-1,1 0 0,-1 0 1,1 1-1,-1-1 0,1 0 1,-1 0-1,1 0 0,-1 0 1,1 0-1,-1 0 0,0 0 1,1 0-1,-1 0 0,1 0 1,-1 0-1,1 0 0,-1-1 1,1 1-1,-1 0 1,0 0-1,1 0 0,-1 0 1,1-1-1,-1 1 0,1-1 1,7-5 40,-1 0 1,0-1-1,0 0 1,0 0-1,-1 0 1,0-1-1,0 0 1,-1-1-1,6-11 1,13-20 40,-20 34-75,1 0-1,-2-1 1,1 1-1,-1-1 1,0 0-1,-1 0 1,1 0-1,-1-1 1,-1 1-1,1 0 1,-1-1-1,-1 1 1,1-1-1,-1 0 1,-1 1-1,1-1 1,-1 1 0,-2-8-1,-14-18 105,17 32-116,-1-1 1,0 1 0,0 0-1,0-1 1,0 1-1,0 0 1,0 0 0,0 0-1,0 0 1,-1 0 0,1 0-1,0 0 1,-1 0 0,1 1-1,-1-1 1,1 0-1,-2 0 1,2 1-708</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1.241"/>
    </inkml:context>
    <inkml:brush xml:id="br0">
      <inkml:brushProperty name="width" value="0.035" units="cm"/>
      <inkml:brushProperty name="height" value="0.035" units="cm"/>
    </inkml:brush>
  </inkml:definitions>
  <inkml:trace contextRef="#ctx0" brushRef="#br0">1 83 2072,'56'24'1125,"-46"-16"-491,-10-2 86,-3 2 65,5 61 1448,-1-50-1764,0 0 0,-1-1 1,-5 36-1,-10 21 1426,15-75-1885,0 1 0,0-1 1,0 0-1,0 0 0,0 1 0,0-1 0,0 0 0,0 0 1,0 1-1,0-1 0,0 0 0,0 1 0,0-1 0,1 0 1,-1 0-1,0 0 0,0 1 0,0-1 0,0 0 0,0 0 1,1 1-1,-1-1 0,0 0 0,0 0 0,0 0 0,1 0 1,-1 1-1,0-1 0,0 0 0,1 0 0,-1 0 0,0 0 1,0 0-1,1 0 0,-1 0 0,0 0 0,1 0 0,-1 1 1,0-1-1,0 0 0,1 0 0,-1-1 0,0 1 0,0 0 1,1 0-1,-1 0 0,0 0 0,0 0 0,1 0 0,-1 0 1,0 0-1,0 0 0,1-1 0,-1 1 0,0 0 0,0 0 1,1 0-1,-1 0 0,0-1 0,0 1 0,0 0 0,0 0 1,1-1-1,-1 1 0,0 0 0,0 0 0,0-1 0,0 1 1,9-13 118,-2-1 0,9-20 0,3-6-32,-3 11-32,39-51 0,-47 67-55,0-2-1,0 1 1,-2-1-1,9-24 1,-1 2 5,-14 35-15,1 1 0,0 0 0,0 0 0,0 0 0,0-1 0,0 1 0,0 0 0,0 0 0,0 0 0,0 0 0,0 1 0,0-1 0,1 0 0,-1 0 0,0 1 0,1-1 0,-1 1 0,0-1 0,1 1 0,-1-1 0,1 1 0,-1 0 0,1 0 0,-1 0 0,1 0 0,-1 0 0,1 0 0,-1 0 0,1 0 0,1 1 0,-3 0-1,1-1 1,-1 1-1,1-1 0,-1 1 1,1-1-1,-1 1 0,1-1 1,-1 1-1,0 0 0,0-1 0,1 1 1,-1 0-1,0-1 0,0 1 1,0 0-1,1-1 0,-1 1 1,0 0-1,0-1 0,0 1 1,0 0-1,0-1 0,0 1 1,-1 0-1,1-1 0,0 1 0,0 0 1,0-1-1,-1 1 0,1 0 1,-3 5-3,1-3 2,0 1 1,1-1 0,-1 0-1,1 1 1,0-1 0,0 1-1,1-1 1,-1 1 0,1-1-1,-1 4 1,-1 15 4,-1-1 0,-1 1 1,-1-1-1,-1 0 0,-9 21 0,14-39-1,0-1-1,0 0 1,1 1-1,-1-1 1,0 1-1,1-1 1,0 0-1,-1 1 1,1-1 0,0 1-1,0-1 1,0 1-1,1-1 1,-1 1-1,1-1 1,-1 1-1,1-1 1,0 0-1,0 1 1,0-1-1,0 0 1,0 0-1,0 0 1,1 1-1,2 1 1,-4-3 0,1-1-1,0 0 1,-1 1 0,1-1 0,0 0 0,0 0 0,-1 1-1,1-1 1,0 0 0,0 0 0,-1 0 0,1 0 0,0 0-1,0 0 1,-1 0 0,1 0 0,0 0 0,0-1 0,-1 1-1,1 0 1,0 0 0,0-1 0,-1 1 0,1-1-1,0 1 1,-1 0 0,1-1 0,-1 1 0,1-1 0,0 1-1,-1-1 1,1 0 0,-1 1 0,0-1 0,1 1 0,-1-1-1,1 0 1,-1 0 0,0 1 0,1-2 0,3-5 13,2-4 8,0 0-1,1 1 0,10-13 0,-6 11-12,0 0 0,-1-1 0,0 0 0,-2-1 0,1 0 0,-2 0 0,11-25 0,-18 37-11,0 1 0,0 0 0,1-1 0,-1 1 0,1 0-1,-1-1 1,1 1 0,0 0 0,-1 0 0,1-1 0,0 1 0,0 0 0,0 0 0,0 0-1,0 0 1,0 0 0,0 0 0,0 0 0,0 1 0,0-1 0,1 0 0,-1 1 0,0-1-1,0 1 1,1-1 0,-1 1 0,1-1 0,-1 1 0,0 0 0,1 0 0,-1 0 0,1-1-1,-1 1 1,2 1 0,-1-1-1,0 1 1,0-1-1,0 1 0,0-1 0,0 1 1,0 0-1,0 0 0,0 0 0,0 0 1,0 1-1,-1-1 0,1 0 0,-1 1 0,1-1 1,-1 1-1,1-1 0,-1 1 0,0 0 1,0-1-1,2 4 0,-1 2 2,-1 0 0,0 0 0,0 0 1,0 1-1,-1-1 0,0 0 0,-1 0 0,0 0 0,0 0 0,0 0 0,-4 10 0,-2 28 18,6-35-27,1 0 1,0 0-1,3 17 0,-3-27-2,0 0 0,0 0-1,1 1 1,-1-1-1,0 0 1,0 0 0,0 0-1,0 1 1,0-1-1,0 0 1,0 0 0,0 0-1,0 0 1,0 1 0,0-1-1,1 0 1,-1 0-1,0 0 1,0 0 0,0 0-1,0 1 1,1-1-1,-1 0 1,0 0 0,0 0-1,0 0 1,0 0-1,1 0 1,-1 0 0,0 0-1,0 0 1,0 0-1,1 0 1,-1 0 0,0 0-1,0 0 1,0 0-1,1 0 1,-1 0 0,0 0-1,0 0 1,0 0-1,1 0 1,-1 0 0,12-8-539,8-18-791,-15 19 956,5-8-492,-1 0-1,0-1 1,-1 0-1,-1 0 1,9-30-1,11-74-1750,-27 119 2634,0 0-1,0 0 0,0 0 1,1 0-1,-1 0 1,0 0-1,1 0 1,-1 0-1,0 0 0,1 0 1,-1 0-1,1 1 1,-1-1-1,1 0 0,1-1 1,-2 2 18,0 0 0,1 0 1,-1 0-1,0 0 0,1 0 0,-1 0 1,0 0-1,0 0 0,1 0 1,-1 0-1,0 0 0,1 0 0,-1 0 1,0 0-1,1 0 0,-1 0 0,0 0 1,0 0-1,1 0 0,-1 1 0,0-1 1,1 0-1,-1 0 0,0 0 1,0 1-1,1-1 0,-1 0 0,0 0 1,1 1-1,0 1 169,1 0 1,-1 0-1,1 0 0,-1 0 1,0 1-1,0-1 1,0 0-1,0 1 0,0 2 1,1 12 503,0-1 0,-2 1 0,0-1-1,-3 20 1,0 22 318,5 40 119,-3 103 432,-4-163-1171,5-38-391,0 0 1,0 0-1,0 0 1,0 0-1,0 0 0,0-1 1,0 1-1,0 0 1,0 0-1,0 0 1,0 0-1,0 0 1,-1 0-1,1-1 1,0 1-1,0 0 0,0 0 1,0 0-1,0 0 1,0 0-1,0 0 1,0 0-1,-1 0 1,1 0-1,0 0 1,0-1-1,0 1 0,0 0 1,0 0-1,-1 0 1,1 0-1,0 0 1,0 0-1,0 0 1,0 0-1,0 0 1,0 0-1,-1 0 0,1 0 1,0 0-1,0 0 1,0 0-1,0 1 1,0-1-1,-1 0 1,1 0-1,0 0 1,0 0-1,0 0 0,0 0 1,0 0-1,0 0 1,0 0-1,-1 0 1,1 0-1,0 1 1,0-1-1,0 0 1,0 0-1,-3-17 193,28-188 132,-20 186-323,1 0 0,1 0 1,0 1-1,1-1 1,19-29-1,9-21 6,-34 65-14,0 0-1,0 1 1,0-1-1,1 0 1,-1 1-1,4-5 1,-5 8 0,-1 0 1,0-1-1,1 1 0,-1 0 0,0-1 1,1 1-1,-1 0 0,1 0 0,-1-1 1,0 1-1,1 0 0,-1 0 0,1 0 1,-1 0-1,1 0 0,-1 0 0,1-1 1,-1 1-1,1 0 0,-1 0 0,1 0 1,-1 1-1,1-1 0,-1 0 0,1 0 1,0 1-2,0-1 1,0 1 0,0 0 0,0 0 0,0 0 0,-1-1 0,1 1 0,0 0 0,-1 0 0,1 0 0,0 0 0,-1 1 0,1-1-1,-1 0 1,1 2 0,1 5 3,0-1-1,0 2 1,-1-1-1,0 0 0,-1 0 1,1 0-1,-2 0 1,1 1-1,-1-1 1,0 0-1,-5 15 0,5-17-13,-1 0 0,0 0 0,-1 0 0,1 0 0,-1 0 0,0-1-1,-1 1 1,1-1 0,-1 0 0,0 0 0,0 0 0,-1-1-1,0 1 1,1-1 0,-12 7 0,15-10-102,0-1 0,0 1 0,0-1 0,0 0 0,0 1 1,0-1-1,0 0 0,0 0 0,0 1 0,0-1 0,-1 0 0,1 0 0,0 0 0,0-1 1,0 1-1,0 0 0,0 0 0,0 0 0,-2-1 0,-8-9-801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1.740"/>
    </inkml:context>
    <inkml:brush xml:id="br0">
      <inkml:brushProperty name="width" value="0.035" units="cm"/>
      <inkml:brushProperty name="height" value="0.035" units="cm"/>
    </inkml:brush>
  </inkml:definitions>
  <inkml:trace contextRef="#ctx0" brushRef="#br0">5 23 3889,'-5'-16'3075,"5"16"-2998,1-1 0,-1 1 1,0 0-1,0 0 0,0-1 1,0 1-1,0 0 0,0 0 1,1-1-1,-1 1 0,0 0 1,0 0-1,0-1 0,1 1 1,-1 0-1,0 0 0,0 0 1,1 0-1,-1-1 0,0 1 1,0 0-1,1 0 0,-1 0 1,0 0-1,0 0 1,1 0-1,-1 0 0,0 0 1,1 0-1,-1 0 0,3 0 85,-1 0-1,1 1 1,-1 0-1,1-1 0,-1 1 1,1 0-1,-1 0 1,0 0-1,0 0 1,3 2-1,0 1-6,0 0 1,0 1-1,-1-1 0,0 1 1,1 0-1,-2 0 0,1 0 0,4 8 1,20 45 501,-24-43-500,0 0 1,0 0-1,-1 1 0,1 18 1,3 18 105,12 37 41,6 38 32,-25-114-271,1 1 101,-1-14-162,0 1-1,0-1 1,1 0 0,-1 0 0,0 0 0,0 1 0,1-1-1,-1 0 1,0 0 0,0 0 0,1 0 0,-1 0 0,0 0-1,1 0 1,-1 0 0,0 1 0,0-1 0,1 0 0,-1 0-1,0 0 1,1 0 0,-1 0 0,0-1 0,1 1 0,-1 0-1,0 0 1,1 0 0,-1 0 0,0 0 0,0 0-1,1 0 1,-1-1 0,0 1 0,0 0 0,1 0 0,-1 0-1,0-1 1,0 1 0,1 0 0,1-3 21,-1 1 1,1 0-1,0-1 0,-1 1 1,0-1-1,1 1 0,-1-1 1,0 0-1,0 1 0,-1-1 1,2-4-1,2-7 51,40-138 301,19-49-322,-60 186-140,12-35-236,-14 46 172,1 1 1,-1 0-1,1 0 1,-1 0-1,1 0 0,0 0 1,0 0-1,1 1 1,-1-1-1,0 1 0,1-1 1,3-2-1,-5 5-65,0 0 0,-1-1-1,1 1 1,0-1 0,0 1-1,0 0 1,0 0 0,0 0-1,0 0 1,0-1 0,-1 1-1,1 0 1,0 0 0,0 1 0,0-1-1,0 0 1,0 0 0,0 0-1,0 1 1,0-1 0,-1 0-1,1 1 1,0-1 0,0 1-1,0-1 1,0 1 0,14 9-1595</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2.341"/>
    </inkml:context>
    <inkml:brush xml:id="br0">
      <inkml:brushProperty name="width" value="0.035" units="cm"/>
      <inkml:brushProperty name="height" value="0.035" units="cm"/>
    </inkml:brush>
  </inkml:definitions>
  <inkml:trace contextRef="#ctx0" brushRef="#br0">133 18 2753,'44'5'1572,"-34"-2"-385,-13-4 36,-16-7 639,18 7-1788,0 1 0,0-1 0,-1 1 0,1-1 1,0 1-1,-1 0 0,1-1 0,0 1 1,-1 0-1,1 0 0,0 0 0,-1 0 0,1 0 1,0 0-1,-1 0 0,1 1 0,0-1 1,-1 0-1,1 1 0,0-1 0,0 1 1,0 0-1,-1-1 0,1 1 0,0 0 0,-2 1 1,-33 29 948,21-17-660,6-6-227,1-1 1,0 1-1,1 0 1,-12 16-1,15-18-109,1 0 0,0 0-1,1 0 1,-1 0 0,1 0-1,0 1 1,1-1 0,-1 1-1,0 11 1,2-12-14,-2 8 29,2 0 0,0 1 0,0-1 0,4 23 0,-4-37-38,0 1 1,0-1-1,1 0 1,-1 1-1,0-1 1,0 1-1,0-1 1,0 1 0,1-1-1,-1 1 1,0-1-1,0 0 1,1 1-1,-1-1 1,0 1-1,1-1 1,-1 0-1,0 1 1,1-1-1,-1 0 1,1 0-1,-1 1 1,0-1-1,1 0 1,-1 0-1,1 1 1,-1-1 0,1 0-1,14-6 110,17-23 41,-30 27-147,10-12 30,-2 3 20,23-21-1,26-28 55,-55 56-104,0 0-1,0 0 0,-1-1 1,1 1-1,-1-1 0,0 0 1,-1 0-1,1 0 0,3-9 1,9-20 32,-5 7-13,-2 2-10,-8 25-16,0 0-1,0-1 0,0 1 1,0-1-1,1 1 0,-1-1 0,0 1 1,0-1-1,0 1 0,1-1 1,-1 1-1,0 0 0,1-1 1,-1 1-1,0 0 0,1-1 1,-1 1-1,1 0 0,-1-1 1,0 1-1,1 0 0,-1 0 0,1 0 1,-1-1-1,1 1 0,-1 0 1,1 0-1,0 3-4,-1 1 0,0-1-1,-1 1 1,1-1 0,-1 1 0,1-1-1,-1 1 1,0-1 0,-3 7 0,2-3 2,-1 16 14,0 0 1,1 0-1,2 1 0,3 30 1,-3-49-11,0 0 7,0 1 1,1 0-1,0-1 1,0 1-1,3 10 1,-3-15-8,-1 0 0,1 0 0,-1 0 0,1 0 0,-1 0 0,1-1 0,0 1 1,-1 0-1,1 0 0,0 0 0,0-1 0,0 1 0,0 0 0,-1-1 0,1 1 0,0-1 0,0 1 1,0-1-1,0 1 0,1-1 0,-1 0 0,0 1 0,0-1 0,0 0 0,0 0 0,0 0 0,0 0 0,0 0 1,0 0-1,0 0 0,1 0 0,-1-1 0,1 1 0,4-2-27,0 1-1,0-1 1,0 0-1,0-1 1,0 1-1,-1-1 0,1-1 1,-1 1-1,8-7 1,-1-1-379,-1 0-1,13-18 1,5-5-723,-15 20 652,24-18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2:32.699"/>
    </inkml:context>
    <inkml:brush xml:id="br0">
      <inkml:brushProperty name="width" value="0.035" units="cm"/>
      <inkml:brushProperty name="height" value="0.035" units="cm"/>
    </inkml:brush>
  </inkml:definitions>
  <inkml:trace contextRef="#ctx0" brushRef="#br0">0 50 3945,'6'-16'2112,"-8"-4"-559,-2 6-169,10 14-336,-6 2-184,10 32-112,1 2 41,-11 20-129,-2 10-120,-7 10-280,9 21-104,1-4-64,11-2-400,16-21 232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1.289"/>
    </inkml:context>
    <inkml:brush xml:id="br0">
      <inkml:brushProperty name="width" value="0.035" units="cm"/>
      <inkml:brushProperty name="height" value="0.035" units="cm"/>
    </inkml:brush>
  </inkml:definitions>
  <inkml:trace contextRef="#ctx0" brushRef="#br0">39 1820 2945,'25'37'584,"29"58"0,-54-93-559,1-1 0,-1 0 1,1 0-1,-1 0 0,0 1 1,0-1-1,1 0 0,-1 0 1,0 1-1,0-1 0,0 0 1,-1 0-1,1 1 0,0-1 1,0 0-1,-1 0 0,1 0 0,0 1 1,-1-1-1,0 0 0,1 0 1,-1 0-1,1 0 0,-1 0 1,0 0-1,0 0 0,0 0 1,0 0-1,1 0 0,-1 0 0,0-1 1,0 1-1,-1 0 0,1-1 1,0 1-1,0-1 0,0 1 1,0-1-1,0 1 0,-1-1 1,-1 0-1,0 1 130,1 0 1,-1-1-1,1 1 1,-1-1-1,1 0 1,-1 0-1,1 0 1,-1 0-1,1 0 1,-1 0-1,1-1 1,-1 1-1,1-1 1,-1 0 0,1 0-1,0 0 1,-5-2-1,5 0 28,0 0-1,0 0 1,0 1 0,1-1-1,-1 0 1,1-1 0,0 1-1,0 0 1,0 0 0,0 0-1,1-1 1,-1 1 0,1-4-1,0-50 1231,0 36-945,0-3 45,-2-1 1,-1 0-1,-11-43 0,11 50-384,0-1-1,1 1 1,1-38 0,11-61 164,-1 17-61,-4 35-187,2 0 0,4 1-1,2 0 1,38-108 0,-23 89 128,4 1-1,84-153 0,-106 218-133,-8 12-29,1 1 0,-1 0 0,1 0 0,-1 0 0,1 1 0,1-1 0,-1 1 0,0-1 0,4-2 0,124-97 132,-92 71-79,-15 13 44,35-23 0,60-31 251,105-60 161,-184 116-428,0 2-1,1 1 1,1 2-1,84-13 1,-98 22-14,1 1 0,-1 1 0,41 5 1,-39-2 23,0-1 1,59-5-1,79-11 141,-149 14-221,15 1 21,0 1 1,0 1 0,-1 2 0,42 10-1,132 45 264,-8-2 58,0-6 19,-155-37-277,0 2 0,58 31 0,-83-35-35,33 24 0,-22-13-13,24 16 52,142 95 196,-176-124-260,-1 0-1,1-2 1,38 12-1,-35-13 20,1 1 0,30 16 1,-45-18-42,0-1 0,0 1 0,-1 0 0,0 1 0,0 0 0,0 0 0,-1 1 0,10 12 0,-9-7 5,-1 0 0,0 0 0,0 1 0,-1 0 0,6 21 0,48 188 179,-55-211-191,1 0-1,0 0 1,0 0-1,1-1 1,11 14-1,11 18 39,-26-38-48,-1 1 0,0-1 0,0 1 0,0-1 0,-1 1 0,0 0 0,0-1 0,0 11 0,2 14 16,15 53 35,6 45 46,-17-74-36,3-2 0,2 1 0,24 64 0,-26-82-42,-1 0 1,4 38-1,7 31 55,-18-85-5,-2-18-75,0-1-1,0 0 1,0 0 0,0 0-1,0 1 1,0-1 0,0 0-1,0 0 1,0 1 0,-1-1-1,1 0 1,0 0 0,0 0-1,0 1 1,0-1 0,0 0-1,0 0 1,0 0 0,-1 0-1,1 1 1,0-1 0,0 0 0,0 0-1,0 0 1,-1 0 0,1 0-1,0 0 1,0 0 0,0 1-1,-1-1 1,1 0 0,0 0-1,0 0 1,-1 0 0,1 0-1,0 0 1,0 0 0,0 0-1,-1 0 1,1 0 0,0 0-1,0 0 1,-1 0 0,1 0-1,0 0 1,0 0 0,0-1-1,-1 1 1,1 0 0,0 0-1,0 0 1,0 0 0,0 0-1,-1 0 1,1-1 0,0 1-1,0 0 1,0 0 0,0 0 0,0 0-1,-1-1 1,1 1 0,0 0-1,0 0 1,0 0 0,0-1-1,0 1 1,0 0 0,-1-1-146,1-7-1363,7-21 901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2.536"/>
    </inkml:context>
    <inkml:brush xml:id="br0">
      <inkml:brushProperty name="width" value="0.035" units="cm"/>
      <inkml:brushProperty name="height" value="0.035" units="cm"/>
    </inkml:brush>
  </inkml:definitions>
  <inkml:trace contextRef="#ctx0" brushRef="#br0">124 108 2785,'-91'-89'1140,"68"72"158,23 17-1271,0 0 0,0 0 0,-1-1 0,1 1-1,0 0 1,0 0 0,0 0 0,-1 0 0,1 0-1,0 0 1,0 0 0,-1 0 0,1 0 0,0 0-1,0 0 1,-1 0 0,1 0 0,0 0 0,0 0-1,-1 0 1,1 0 0,0 0 0,0 0 0,-1 0 0,1 0-1,0 0 1,0 0 0,-1 1 0,1-1 0,0 0-1,0 0 1,0 0 0,-1 0 0,1 1 0,0-1-1,0 0 1,-1 1 0,1 1 124,0 0 0,0 0-1,0 0 1,0 0 0,0 0 0,0 0-1,1 0 1,-1 0 0,2 4 0,-1-2 245,4 24 907,12 37-1,-4-17-541,27 95 375,10 42-672,-47-168-466,0-1 0,1 0 0,1-1 1,1 1-1,0-1 0,15 27 0,-21-41-87,1 0 1,0 1-1,0-1 1,0 0-1,0 1 1,0-1 0,0 0-1,1 0 1,-1 0-1,0 0 1,1 0-1,-1 0 1,0-1-1,1 1 1,-1 0-1,1-1 1,-1 1-1,1-1 1,0 1 0,-1-1-1,1 0 1,-1 1-1,1-1 1,0 0-1,-1 0 1,4-1-1,16-3-883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3.115"/>
    </inkml:context>
    <inkml:brush xml:id="br0">
      <inkml:brushProperty name="width" value="0.035" units="cm"/>
      <inkml:brushProperty name="height" value="0.035" units="cm"/>
    </inkml:brush>
  </inkml:definitions>
  <inkml:trace contextRef="#ctx0" brushRef="#br0">25 230 4489,'-20'-8'1916,"19"7"-1827,1 1 0,-1-1 0,1 1 0,0-1-1,-1 0 1,1 1 0,0-1 0,-1 1 0,1-1 0,0 0-1,0 1 1,0-1 0,-1 0 0,1 0 0,0 1 0,0-1-1,0 0 1,0 1 0,0-1 0,0 0 0,0 1 0,1-1-1,-1 0 1,0 1 0,0-1 0,0 0 0,1 1-1,-1-1 1,1 0 0,-1-1 186,2-2-171,-1 0-1,1 0 1,0 0 0,0 0 0,1 0 0,-1 0 0,1 1 0,0-1 0,0 1-1,0 0 1,6-6 0,45-29 100,-49 35-165,45-36 104,-34 26-63,31-19 0,-40 28-61,0 1 0,-1 0 0,1 0-1,0 0 1,1 1 0,-1 0 0,0 1 0,14-2-1,-16 3 0,0 0-1,1 0 0,-1 0 1,0 1-1,1 0 0,-1 0 1,0 0-1,0 1 0,1-1 0,-1 1 1,0 0-1,-1 1 0,1-1 1,0 1-1,-1 0 0,1 0 1,-1 1-1,0-1 0,0 1 0,4 5 1,-4-3 17,0 0 0,0 0 1,-1 0-1,1 1 0,-1-1 1,-1 1-1,0 0 0,0-1 0,0 1 1,0 0-1,-1 0 0,-1 1 1,1-1-1,-1 0 0,-1 8 1,0 2 37,-1 1 1,-1-1 0,-1 0-1,0 0 1,-1 0 0,-1 0-1,-10 18 1,11-25-41,0-1 1,0 0-1,-1 0 1,-1-1-1,1 0 1,-1 0-1,-1 0 1,0-1-1,0 0 0,0 0 1,-1-1-1,1 0 1,-12 5-1,3-5 83,0 0 0,0 0 1,-30 4-1,6-1 311,40-9-406,0 0-1,1 0 1,-1 1-1,0-1 0,0 0 1,0 1-1,1-1 1,-1 1-1,0-1 0,1 1 1,-1-1-1,0 1 1,1 0-1,-1-1 0,0 1 1,1 0-1,-1-1 0,1 1 1,0 0-1,-1 0 1,1-1-1,-1 1 0,1 0 1,0 0-1,0 0 1,-1-1-1,1 3 0,2 23 318,-1-18-246,3 9-14,0 0 0,1 0-1,0 0 1,1 0 0,2-1 0,-1 0 0,2-1 0,0 0 0,1 0 0,0-1 0,1 0 0,19 18 0,-28-29-70,1 0 0,0 0-1,0-1 1,0 1 0,0-1 0,0 0-1,1 0 1,-1 0 0,1 0 0,-1-1-1,1 1 1,0-1 0,0 0 0,0 0-1,-1 0 1,6 0 0,-4-1-2,0-1-1,0 1 1,1-1 0,-1-1-1,0 1 1,0-1 0,0 1-1,0-1 1,0-1 0,0 1-1,6-5 1,38-26-2901,54-47 0,-62 49 1257</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5.268"/>
    </inkml:context>
    <inkml:brush xml:id="br0">
      <inkml:brushProperty name="width" value="0.035" units="cm"/>
      <inkml:brushProperty name="height" value="0.035" units="cm"/>
    </inkml:brush>
  </inkml:definitions>
  <inkml:trace contextRef="#ctx0" brushRef="#br0">1 1372 1976,'52'-69'1317,"-34"51"-174,-8 16-58,-7 2-646,-3 0-387,0 0-1,1 0 1,-1 0-1,0 0 1,0 0-1,0 0 1,0 0-1,1 0 1,-1 0 0,0 0-1,0 0 1,0 0-1,0 0 1,1 0-1,-1 0 1,0 0-1,0 0 1,0 0 0,0 0-1,0 0 1,1 0-1,-1 0 1,0 1-1,0-1 1,0 0 0,0 0-1,0 0 1,0 0-1,1 0 1,-1 0-1,0 1 1,0-1-1,0 0 1,0 0 0,0 0-1,0 0 1,0 1-1,0-1 1,0 0-1,0 0 1,0 0 0,0 0-1,0 1 1,0-1-1,0 0 1,0 0-1,0 0 1,0 0-1,0 1 1,0-1 56,0 1 0,-1-1 1,1 0-1,0 1 0,0-1 0,-1 0 0,1 1 0,0-1 0,-1 0 1,1 1-1,0-1 0,-1 0 0,1 0 0,0 1 0,-1-1 1,1 0-1,0 0 0,-1 0 0,1 1 0,-1-1 0,1 0 1,0 0-1,-1 0 0,1 0 0,-1 0 0,1 0 0,-1 0 0,-5 2 1291,11 3-942,11 3-383,-9-7-60,-1 0 0,1 0-1,0-1 1,-1 0 0,1 0 0,0 0-1,-1-1 1,1 0 0,-1 0 0,1-1-1,-1 1 1,11-6 0,-14 6-7,4-2 5,-1 1 0,0-2 0,0 1 1,-1-1-1,1 0 0,-1 0 0,1 0 1,-1-1-1,-1 0 0,1 0 1,-1 0-1,0 0 0,6-10 0,2-6 37,-2 0 0,12-32-1,-12 27-4,-8 23-38,1-6 19,1 1 0,-1-1 0,-1 0 1,3-11-1,-5 18-21,0 1 1,0-1-1,1 1 0,-1-1 0,0 1 1,0-1-1,0 1 0,-1-1 0,1 1 1,0-1-1,0 1 0,-1-1 1,1 1-1,-1 0 0,0-1 0,1 1 1,-1 0-1,0-1 0,0 1 1,1 0-1,-1 0 0,0-1 0,0 1 1,0 0-1,-1 0 0,1 0 0,0 1 1,0-1-1,-1 0 0,1 0 1,0 1-1,-1-1 0,-1 0 0,0 0-2,0 1-1,0 0 1,0 1 0,0-1-1,0 0 1,0 1-1,1 0 1,-1-1-1,0 1 1,0 0-1,1 0 1,-1 1-1,0-1 1,1 1 0,-1-1-1,1 1 1,0 0-1,-3 2 1,-4 3 1,1 1 0,0 0 1,-10 13-1,2 4-16,0 1 0,-20 48 0,22-45 5,9-18 6,1 1 0,-1 0 0,2 0 0,0 0 0,0 0 0,1 0 0,1 1 0,0 16 0,2 6 69,10 57-1,-9-79-38,0-4-8,1 0 0,-1 0 0,1-1-1,5 11 1,-1-3 8,-6-13-23,0-1 1,0 0 0,0 1-1,0-1 1,0 0 0,1 1-1,-1-1 1,1 0 0,-1 0-1,1 0 1,0 0-1,0 0 1,-1-1 0,2 1-1,-1 0 1,0-1 0,0 0-1,0 1 1,1-1 0,-1 0-1,0 0 1,1 0-1,-1-1 1,1 1 0,-1 0-1,1-1 1,0 0 0,-1 0-1,1 1 1,-1-2 0,1 1-1,0 0 1,-1 0 0,5-2-1,0-1-3,0 0 0,0 0 0,-1-1-1,1 0 1,-1 0 0,0 0 0,0-1 0,0 0-1,0 0 1,-1-1 0,0 0 0,0 0 0,-1 0-1,1 0 1,4-11 0,4-6-366,-2-1-1,0-1 1,8-29 0,-7 11-663,-2-1 0,-2 0 0,3-49 0,-3-136-1219,-5 214 2374,-3 15-110,1 0 0,-1-1 0,0 1 0,0 0 0,0 0 0,1 0 0,-1 0 0,0-1 1,0 1-1,1 0 0,-1 0 0,0 0 0,1 0 0,-1 0 0,0 0 0,0 0 0,1 0 1,-1 0-1,0 0 0,1 0 0,-1 0 0,0 0 0,0 0 0,1 0 0,-1 0 0,0 0 1,1 0-1,-1 1 0,2 0 78,0 0 0,0 0 0,-1 1 0,1-1 0,0 0 0,-1 1 0,1 0 0,-1-1 0,2 4 0,7 11 318,-1 0 0,-1 0 0,-1 1-1,-1 0 1,8 30 0,13 96 883,-14-62-722,46 149 554,0 2 188,-59-219-1092,-3-13 20,-8-15-27,-5-16-167,1-1 0,1 0-1,2-2 1,2 1 0,1-1 0,-6-42-1,8 21-47,3-1 0,1 1 0,3-1 0,3 0 0,17-102 0,-18 151-4,1-12 0,10-28 0,-12 42-1,1 0 0,1 0 0,-1 0 0,1 0 0,0 0 0,0 0 0,0 1 0,1 0-1,-1 0 1,5-4 0,-7 7 1,0-1-1,0 1 1,1 0 0,-1 1-1,0-1 1,0 0-1,1 0 1,-1 0 0,0 1-1,1-1 1,-1 1-1,1-1 1,-1 1 0,1-1-1,-1 1 1,1 0-1,-1 0 1,1 0 0,-1 0-1,1 0 1,-1 0 0,1 0-1,-1 0 1,1 1-1,-1-1 1,1 0 0,-1 1-1,0 0 1,1-1-1,-1 1 1,0 0 0,1-1-1,-1 1 1,0 0-1,0 0 1,0 0 0,1 0-1,-1 0 1,0 1-1,-1-1 1,1 0 0,2 3-1,0 1 0,0 1 0,0 0 0,0 0 0,-1 0 1,0 0-1,0 0 0,0 0 0,1 9 0,-2 8 7,-1 0-1,-1-1 1,-1 1 0,-9 38 0,8-49 1,0 1-1,-10 20 1,9-25-3,1 1 1,0 0-1,0 0 0,1 0 1,-2 13-1,4-21-3,0 0 0,-1 0 0,1-1 0,0 1 0,0 0 0,0 0 0,0 0 0,0 0 0,0-1 0,1 1 1,-1 0-1,0 0 0,0-1 0,1 1 0,-1 0 0,0 0 0,1-1 0,-1 1 0,0 0 0,1-1 0,-1 1 0,1 0 0,-1-1 0,1 1 0,0-1 0,-1 1 0,1-1 0,0 1 0,-1-1 0,1 1 0,0-1 0,-1 0 0,1 1 0,0-1 0,0 0 0,-1 0 0,1 1 0,0-1 0,0 0 0,0 0 0,-1 0 0,1 0 1,0 0-1,0 0 0,0 0 0,-1-1 0,1 1 0,0 0 0,0 0 0,0-1 0,6-1-1,-1 0 1,0 0 0,0 0-1,9-7 1,-3 3-2,0 0 1,-1-1 0,0 0 0,20-17 0,-13 7 1,39-36 1,87-107 0,-138 151 3,0 0-1,-1-1 1,8-18 0,-8 17 3,0 0 1,14-22 0,-15 28-2,0-1 0,0-1 1,-1 1-1,0-1 1,0 1-1,0-1 0,-1 0 1,3-11-1,-5 15-3,1 0 0,-1 0-1,0 1 1,0-1 0,-1 0 0,1 0 0,0 0-1,-1 0 1,0 0 0,0 1 0,0-1-1,0 0 1,0 1 0,0-1 0,-1 1-1,1-1 1,-1 1 0,1-1 0,-1 1-1,0 0 1,0 0 0,0 0 0,-1 0-1,-3-3 1,3 3-3,0 1-1,0-1 1,-1 0-1,1 1 1,0 0-1,-1 0 1,1 0-1,-1 0 1,1 0-1,-1 1 1,0 0-1,1-1 1,-1 1-1,1 1 1,-1-1-1,0 0 1,1 1-1,-1 0 1,1 0 0,-1 0-1,1 0 1,0 0-1,-1 1 1,1 0-1,0-1 1,0 1-1,0 0 1,0 1-1,0-1 1,1 0-1,-1 1 1,-3 4-1,-7 13-9,0 1 0,2 0 0,0 0 0,1 1 0,-8 29 0,-13 27 1,16-45 9,-27 66-11,38-88 8,1 1 0,0-1 0,1 1 0,0-1 0,1 1 0,1 0 0,0 14 0,0-23 2,1 0 0,-1 1 0,1-1-1,-1 0 1,1 0 0,0 0 0,1 1 0,-1-1 0,0 0-1,1-1 1,0 1 0,-1 0 0,6 5 0,-6-6 1,2-1-1,-1 1 1,0-1 0,0 0 0,0 1 0,1-1 0,-1 0-1,0 0 1,1-1 0,-1 1 0,1 0 0,-1-1 0,1 1-1,-1-1 1,1 0 0,0 0 0,-1 0 0,1 0 0,-1-1 0,1 1-1,2-1 1,6-2 4,-1 0-1,0 0 1,0-1-1,-1-1 1,1 0-1,-1 0 1,0 0-1,0-1 1,-1-1 0,0 1-1,13-15 1,6-9-70,41-59 1,-39 50-95,115-148-1143,-129 167 1223,0 0 0,-2 0-1,0-2 1,-1 1 0,14-38 0,-25 55 81,0 0 0,0 0 0,-1 0 1,1 0-1,-1-1 0,0 1 0,0 0 0,0 0 1,0-1-1,-1 1 0,0 0 0,0 0 1,0 0-1,0 0 0,-1 0 0,1 0 0,-1 0 1,0 0-1,0 0 0,-1 1 0,1-1 0,-1 1 1,1 0-1,-1 0 0,0 0 0,-1 0 0,1 0 1,0 1-1,-1-1 0,1 1 0,-1 0 1,-6-3-1,9 5 2,0 0 0,1-1 1,-1 1-1,0 0 0,0 0 0,0 0 1,0 0-1,0 0 0,1 0 0,-1 0 1,0 0-1,0 0 0,0 0 0,0 1 1,0-1-1,1 0 0,-1 0 1,0 1-1,0-1 0,1 1 0,-1-1 1,0 0-1,0 1 0,1 0 0,-1-1 1,1 1-1,-1-1 0,0 1 0,1 0 1,-1-1-1,1 1 0,-1 1 0,-13 29 85,11-23-61,-10 34 148,2-1-1,-8 48 0,-6 27 421,23-107-536,0-3-16,0-1 0,0 0 0,1 1 0,0 0 0,0-1-1,0 1 1,1 0 0,0-1 0,0 1 0,0 0 0,2 7-1,-1-13-37,-1 1-1,0 0 0,1 0 0,-1 0 0,0-1 0,1 1 0,-1 0 0,1-1 1,-1 1-1,1 0 0,0-1 0,-1 1 0,1 0 0,0-1 0,-1 1 0,1-1 0,0 0 1,-1 1-1,1-1 0,0 1 0,0-1 0,0 0 0,-1 0 0,1 1 0,0-1 0,0 0 1,0 0-1,0 0 0,0 0 0,-1 0 0,1 0 0,0 0 0,1-1 0,1 1 1,0-1 0,-1 0 0,1 0 0,0 0 0,-1 0-1,1 0 1,3-3 0,7-6 17,-1-1-1,0-1 0,0 1 0,-1-2 1,-1 0-1,0 0 0,-1-1 1,0 0-1,-1 0 0,11-28 0,-13 26 0,0 0 0,-1 0 0,-1 0 0,-1-1-1,0 1 1,-1-1 0,-1 0 0,0 0-1,-2 1 1,-2-26 0,3 41-22,0 1 0,0-1-1,0 0 1,0 1 0,0-1 0,0 1 0,-1-1-1,1 0 1,0 1 0,0-1 0,0 1 0,-1-1-1,1 1 1,0-1 0,-1 1 0,1-1 0,0 1-1,-1-1 1,1 1 0,0-1 0,-1 1 0,1-1 0,-1 1-1,1 0 1,-1-1 0,1 1 0,-1 0 0,0 0-1,1-1 1,-1 1 0,1 0 0,-1 0 0,1 0-1,-1 0 1,0-1 0,1 1 0,-2 0 0,3 7-38,1 8 37,2 1 0,0-1 0,1 0 0,10 23 1,-13-33 3,1-1-1,-1 0 1,0 0 0,1 0 0,0-1 0,0 1 0,0 0 0,1-1 0,-1 0 0,1 0-1,-1 0 1,1 0 0,0-1 0,0 0 0,0 1 0,1-1 0,-1-1 0,6 3 0,1-2 6,0 1 1,0-2 0,0 0-1,1 0 1,18-2 0,-24 1-3,0-1 1,1 0 0,-1 0 0,0 0-1,0-1 1,0 0 0,0-1-1,0 1 1,0-1 0,-1 0 0,1 0-1,6-7 1,-3 3-53,-1-1 1,0 0-1,0 0 0,-1-1 1,0 0-1,9-15 0,-4 1-309,-1 0-1,-1-1 1,-1 0-1,-2 0 0,9-41 1,-13 43-64,0 0 1,-2-1-1,0 1 1,-3-25-1,-17-86-1244,13 100 1184,-21-64-1,23 85 627,-1-1 0,-1 1 0,0 0 0,-1 1 0,0 0 0,0 0 1,-17-18-1,36 41 162,-1 0 1,0 1 0,0 1-1,-1 0 1,-1 0 0,-1 1 0,0 0-1,7 18 1,-4 2 180,9 49 0,1 4-35,68 212 248,-88-296-788,0 0-1,0 0 1,1 0 0,0 0 0,0 0 0,0 0-1,0-1 1,4 6 0,-1-2-818,-9-5-453,-17-8-831,17 5 2095,-177-68-2388,168 64 2717,1-1-1,-1-1 0,1 0 0,1 0 1,-1-1-1,-15-14 0,24 19-123,0 0 0,0 0 1,1 0-1,-1 0 0,1-1 0,0 1 0,0-1 0,0 1 0,0-1 0,0 0 0,1 1 0,0-1 1,-1 0-1,2 0 0,-1 0 0,0 0 0,1 0 0,0-1 0,0 1 0,0 0 0,0 0 0,0 0 0,1 0 1,0 0-1,2-6 0,0 3 13,1 1 1,-1-1-1,1 1 0,1 0 1,-1 1-1,1-1 1,0 1-1,11-9 0,14-17 188,-8 4-110,122-144 349,-136 163-590,-1 1-1,1 0 0,0 0 0,1 1 1,0 0-1,0 1 0,0 0 1,0 0-1,1 1 0,0 0 1,0 0-1,14-2 0,-10 4-586,0 0-1,0 1 0,0 0 0,0 1 0,0 1 0,0 0 1,0 1-1,25 7 0,-4 3-2352,-9 4 1377</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5.626"/>
    </inkml:context>
    <inkml:brush xml:id="br0">
      <inkml:brushProperty name="width" value="0.035" units="cm"/>
      <inkml:brushProperty name="height" value="0.035" units="cm"/>
    </inkml:brush>
  </inkml:definitions>
  <inkml:trace contextRef="#ctx0" brushRef="#br0">0 0 2673,'19'126'1960,"-11"-98"-96,3-5-143,3 11-105,-3-17-288,4 10-103,4 3-225,-6-13-120,-3-1-320,3 1-136,-13-19-232,8 0-72,-1-2-72,-9 2-208,1 0-728,-5-39-552,-13-62-1465,7 50 1745</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5.984"/>
    </inkml:context>
    <inkml:brush xml:id="br0">
      <inkml:brushProperty name="width" value="0.035" units="cm"/>
      <inkml:brushProperty name="height" value="0.035" units="cm"/>
    </inkml:brush>
  </inkml:definitions>
  <inkml:trace contextRef="#ctx0" brushRef="#br0">94 297 4161,'-21'-53'2432,"8"9"-255,1 3-273,3 6-431,5 7-225,-5-1-472,-1 3-200,2 3-352,1 10-120,7 9-96,7 8-376,5 7-1760,-5-9 1488</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6.341"/>
    </inkml:context>
    <inkml:brush xml:id="br0">
      <inkml:brushProperty name="width" value="0.035" units="cm"/>
      <inkml:brushProperty name="height" value="0.035" units="cm"/>
    </inkml:brush>
  </inkml:definitions>
  <inkml:trace contextRef="#ctx0" brushRef="#br0">1 245 2521,'32'80'5703,"-32"-96"-2400,9-23-2890,-3 14-260,2-5-115,11-30-1,-19 58-26,1 1 1,-1-1-1,1 1 1,0-1-1,0 1 1,0-1-1,-1 1 0,1 0 1,0-1-1,1 1 1,-1 0-1,0 0 1,0 0-1,0 0 1,1 0-1,-1 0 0,1 0 1,-1 0-1,1 1 1,-1-1-1,1 0 1,-1 1-1,3-1 1,-1 1 44,1-1 0,-1 1 0,0 0 0,1 1 1,-1-1-1,1 1 0,-1-1 0,0 1 0,0 0 1,7 3-1,-2 0 73,1 0 0,-1 1 0,0 0 0,0 0 0,0 1 0,-1 0 1,11 11-1,-11-9-59,1 0 0,-1-1 1,1 0-1,0-1 0,1 1 1,9 4-1,-15-9-97,0 0-1,0-1 1,0 1 0,0-1-1,0 0 1,0 0 0,0 0-1,0 0 1,1 0 0,-1-1-1,0 0 1,1 1 0,-1-1-1,0 0 1,1-1 0,-1 1 0,0-1-1,1 1 1,-1-1 0,0 0-1,0 0 1,4-2 0,-1-1-218,-1-1 0,0 1 1,1-1-1,4-7 1,12-9-764,-10 10 431,-1 1 0,0-2 0,-1 1 1,0-2-1,-1 1 0,10-18 1,-17 25 489,-1 0 1,1 0 0,-1 0-1,0 0 1,0 0 0,0 0 0,-1 0-1,1-1 1,-2-7 0,1 10 127,0 1 0,-1 0 0,1-1 0,-1 1-1,0 0 1,1-1 0,-1 1 0,0 0 0,0 0 0,-2-3 0,2 4 29,1 1 0,-1-1-1,0 0 1,1 0 0,-1 1 0,0-1-1,0 1 1,0-1 0,1 1 0,-1-1-1,0 1 1,0-1 0,0 1 0,0 0-1,0-1 1,0 1 0,0 0 0,0 0-1,0 0 1,0 0 0,0 0 0,0 0-1,-2 0 1,0 1 115,0 0-1,0 0 1,0 0-1,0 1 0,1-1 1,-1 1-1,1-1 1,-1 1-1,1 0 1,-1 0-1,1 0 0,0 1 1,0-1-1,0 0 1,0 1-1,-1 2 1,-3 4 157,1 0 0,0 0 0,-5 15 0,5-10-21,0 1 1,2-1-1,0 1 0,-1 20 1,3-27-192,0 0 1,1 0-1,1 0 1,-1 0 0,1 0-1,0 0 1,1 0-1,0 0 1,5 12-1,-6-19-117,0 0 0,0 0-1,0 0 1,0-1 0,0 1-1,0 0 1,0-1-1,0 1 1,1-1 0,-1 1-1,0-1 1,0 1-1,0-1 1,1 0 0,-1 0-1,0 0 1,1 1-1,-1-1 1,0-1 0,1 1-1,-1 0 1,0 0-1,0 0 1,1-1 0,-1 1-1,0 0 1,0-1-1,3-1 1,0 0 5,1-1 0,-1 0 0,1 0 1,-1 0-1,0 0 0,0-1 0,5-6 0,9-8 22,136-116 107,-147 127-145,0 1 0,0 0 0,0 1 0,13-7 0,-17 10-2,1 1 0,-1-1 0,1 1 0,-1 0 0,1 1 0,-1-1 0,1 1 0,-1-1 0,1 1 0,0 0 0,-1 0 0,1 0-1,-1 1 1,7 1 0,-1 1 0,-1 0-1,0 1 1,0 0-1,0 1 1,0-1-1,-1 1 1,0 1-1,0 0 1,0 0-1,-1 0 1,8 9-1,7 12 40,28 43-1,-31-43 69,-2 2 0,13 30-1,-23-44-17,0 1-1,-1-1 0,-1 1 0,-1 1 0,3 25 1,-5-15 92,-2 0 1,-1 1-1,-1-1 1,-11 42 0,9-50-126,-1-2 0,-1 1 0,0-1 0,-2 0 0,0 0 0,0-1 0,-2 0 0,0-1 0,-1 0 0,0-1 0,-1 0 0,0-1 0,-1-1 0,-22 16 0,14-14-342,0-1 0,-1 0 1,-1-2-1,0-1 1,0-1-1,-1 0 0,0-2 1,0-1-1,-46 4 0,-5-4-701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7.198"/>
    </inkml:context>
    <inkml:brush xml:id="br0">
      <inkml:brushProperty name="width" value="0.035" units="cm"/>
      <inkml:brushProperty name="height" value="0.035" units="cm"/>
    </inkml:brush>
  </inkml:definitions>
  <inkml:trace contextRef="#ctx0" brushRef="#br0">405 79 2208,'-21'-22'1368,"15"14"-663,0 1-1,-1 0 1,0 0-1,0 1 1,-17-12-1,22 18-480,1-1 0,-1 0 0,0 1 0,0-1-1,0 1 1,0 0 0,0 0 0,0-1 0,0 1 0,0 1 0,0-1 0,1 0-1,-1 0 1,0 1 0,0-1 0,-3 2 0,0 0-184,-1 1 0,1-1 1,0 1-1,0 0 0,1 1 0,-9 6 1,-5 8-5,0 0 1,0 1 0,2 1 0,1 1 0,-19 32 0,13-17 36,2 2 1,1 0-1,2 0 0,-12 45 1,19-45 134,2 0 0,2 0 0,-2 48 0,7-69-80,0-1-1,1 1 0,1-1 0,1 0 0,0 0 0,1 0 0,0 0 0,2 0 1,0-1-1,10 19 0,-14-30-101,1 0 0,0 0 0,-1 0 0,2 0 0,-1-1 0,0 0 1,1 1-1,-1-1 0,1 0 0,0-1 0,0 1 0,0-1 0,1 1 0,-1-1 0,0-1 0,1 1 1,-1-1-1,1 1 0,0-1 0,0-1 0,-1 1 0,1-1 0,0 1 0,0-1 0,-1-1 0,1 1 1,8-2-1,-4-2-3,0 0 1,0 0 0,0 0-1,-1-1 1,0 0-1,0-1 1,0 0 0,11-11-1,10-7 29,14-13-15,-2-1 1,-1-2 0,52-69-1,-91 107-39,33-40-991,-2-1 0,-1-2 0,29-61 0,-30 41-390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7.664"/>
    </inkml:context>
    <inkml:brush xml:id="br0">
      <inkml:brushProperty name="width" value="0.035" units="cm"/>
      <inkml:brushProperty name="height" value="0.035" units="cm"/>
    </inkml:brush>
  </inkml:definitions>
  <inkml:trace contextRef="#ctx0" brushRef="#br0">172 473 2449,'-111'129'1612,"75"-89"256,32-33-1157,4-7-671,0 1 1,0-1 0,0 0 0,0 1-1,0-1 1,0 0 0,0 1 0,0-1 0,0 0-1,-1 1 1,1-1 0,0 0 0,0 1-1,0-1 1,0 0 0,-1 1 0,1-1-1,0 0 1,0 0 0,-1 1 0,1-1-1,0 0 1,-1 0 0,1 0 0,0 1-1,-1-1 1,1 0 0,0 0 0,-1 0 0,1 0-1,0 0 1,-1 0 0,1 0 0,0 0-1,-1 1 1,1-1 0,0 0 0,-1-1-1,1 1 1,0 0 0,-1 0 0,1 0-1,-1 0 1,1 0 0,0 0 0,-1 0-1,1 0 1,0-1 0,0 1 0,-1 0 0,1 0-1,0 0 1,-1-1 0,1 1 0,0 0-1,0 0 1,-1-1 0,1 1 0,-1-2 30,0 1 1,1-1 0,-1 1 0,1 0 0,-1-1 0,1 1 0,-1-1 0,1 1-1,0-1 1,0 1 0,0-1 0,0 1 0,0-1 0,0 1 0,0-1 0,0 0-1,1 1 1,-1 0 0,0-1 0,1 1 0,0-1 0,-1 1 0,1-1 0,0 1-1,-1 0 1,3-2 0,0-6 116,5-6-12,0 0 1,0 0-1,2 0 0,14-17 0,11-16 11,-29 38-156,6-10 18,1 1 0,1 0 1,1 1-1,21-20 1,-32 33-32,1 2 0,0-1-1,0 0 1,0 1 0,0 0 0,1 0 0,-1 1 0,1 0 0,8-3 0,-10 5 1,0-1 0,0 1 0,0-1 1,0 1-1,0 0 0,1 1 0,-1-1 1,0 1-1,0 0 0,0 0 0,0 0 0,-1 0 1,1 1-1,0-1 0,5 4 0,-1 0 25,0 1-1,0 0 0,-1 1 0,0-1 1,0 1-1,0 1 0,-1-1 0,8 14 0,39 75 208,-34-59-177,-17-34-82,-1 0 0,1 0 0,0 0 1,0-1-1,0 1 0,0-1 0,0 1 0,1-1 0,-1 0 1,1 0-1,-1 0 0,1 0 0,4 2 0,-5-3-89,1-1 1,-1 1-1,0-1 0,0 1 0,0-1 0,0 0 0,1 0 0,-1 1 1,0-2-1,0 1 0,0 0 0,0 0 0,1-1 0,-1 1 0,0-1 1,0 0-1,0 0 0,0 1 0,0-1 0,0 0 0,2-2 0,18-18-2196,-20 19 2129,-1 0 1,0 0 0,1 0 0,-1 1 0,1-1 0,0 1 0,-1-1 0,1 1 0,0 0 0,0-1 0,0 1 0,0 0 0,0 0 0,0 1-1,0-1 1,0 0 0,1 1 0,-1-1 0,0 1 0,0-1 0,1 1 0,-1 0 0,0 0 0,3 1 0,1 0 316,0 1 1,0 0-1,0 1 1,0-1-1,0 1 1,0 0-1,-1 1 1,0-1-1,10 9 1,-7-6 591,10 3 1309,-18-9-2016,0 0 0,0 0 0,1 0 0,-1 0 0,0 0 0,0 0 1,1 0-1,-1 0 0,0 0 0,0 0 0,0-1 0,0 1 0,1 0 0,-1 0 0,0 0 0,0 0 1,0-1-1,0 1 0,1 0 0,-1 0 0,0 0 0,0-1 0,0 1 0,0 0 0,0 0 0,0 0 1,0-1-1,0 1 0,0 0 0,0 0 0,0-1 0,0 1 0,0 0 0,0 0 0,0-1 1,0 1-1,0 0 0,0 0 0,0-1 0,-10-32 1795,8 28-1661,-6-13 318,-1 0 0,-11-18 0,-14-26 179,15 21-371,9 23-190,2-1-1,0-1 1,1 0-1,-5-21 1,9 27-96,-1-4 30,1 0-1,0 0 1,1-26 0,2 40-61,0 0-1,0 0 1,0 1 0,1-1-1,0 0 1,0 0 0,0 0-1,0 1 1,0-1 0,1 1-1,0-1 1,-1 1 0,1-1-1,0 1 1,1 0-1,-1 0 1,1 0 0,-1 0-1,1 0 1,0 1 0,6-5-1,-3 3-313,0 1 0,0-1 0,0 1 1,1 0-1,-1 1 0,1-1 0,-1 2 0,1-1 0,0 0 0,-1 1 0,1 1 0,0-1 0,0 1 0,10 1 0,26 1-1138</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8.103"/>
    </inkml:context>
    <inkml:brush xml:id="br0">
      <inkml:brushProperty name="width" value="0.035" units="cm"/>
      <inkml:brushProperty name="height" value="0.035" units="cm"/>
    </inkml:brush>
  </inkml:definitions>
  <inkml:trace contextRef="#ctx0" brushRef="#br0">311 173 2441,'-5'16'2436,"-1"-13"-185,4-4-1871,0 0 1,0-1 0,0 1-1,1 0 1,-1-1 0,0 1-1,1-1 1,-3-3-1,-15-13 757,7 13-808,-2 1 0,1 0 0,0 0-1,-1 1 1,0 1 0,-24-1-1,31 2-267,-2 1 55,-1 0 0,0 0 1,0 1-1,0 1 0,-13 3 0,-24 3 236,46-8-349,0 0 1,1 0 0,-1 0 0,0 0 0,0 0-1,0 0 1,0 0 0,0 0 0,0 0 0,1-1 0,-1 1-1,0 0 1,0 0 0,0-1 0,1 1 0,-1-1 0,-1 0-1,2 1-2,0-1 1,-1 1-1,1 0 0,0-1 0,0 1 0,-1-1 0,1 1 0,0-1 0,0 1 1,0-1-1,0 1 0,0-1 0,0 1 0,0 0 0,0-1 0,0 1 1,0-1-1,0 1 0,0-1 0,0 1 0,0-1 0,1 0 0,1-4-3,0 0 1,1 1-1,-1-1 0,7-6 0,-4 2-1,36-50-41,-39 56 43,-1 1 0,0 0 0,1 0 0,0-1-1,-1 1 1,1 0 0,0 0 0,0 1 0,0-1 0,0 0-1,1 1 1,-1-1 0,0 1 0,1 0 0,-1 0 0,4-2-1,1 2 2,0 0-1,0 1 0,0-1 1,0 1-1,10 1 0,-12-1 2,1 0-1,0 1 1,0-1-1,-1 1 0,1 0 1,0 1-1,-1 0 1,1-1-1,-1 2 1,0-1-1,1 1 1,-1-1-1,0 1 0,-1 1 1,1-1-1,0 1 1,-1 0-1,0 0 1,0 0-1,5 7 1,-1 0 28,-1-1 1,-1 1 0,0 1 0,0-1 0,-1 1 0,-1 0 0,5 19-1,-8-27-17,0 0-1,0 0 0,-1 0 0,0 0 0,0 0 0,0 0 0,0 0 0,0 0 0,-1 0 0,0 0 0,0 0 1,0 0-1,0 0 0,-1 0 0,1-1 0,-1 1 0,0-1 0,0 1 0,0-1 0,-1 1 0,1-1 0,-1 0 1,0 0-1,0 0 0,0-1 0,0 1 0,-6 3 0,0-1 5,0-1 0,0 0 0,0 0 0,-1-1 0,1 0 0,-1-1 0,0 0 0,0-1 0,0 0 0,0 0 0,-16-2 0,22 1-49,0-1 0,1 0 0,-1 0 0,1 0 1,-1 0-1,1 0 0,0-1 0,-1 0 0,1 0 0,0 0 0,0 0 0,0 0 0,0 0 1,0-1-1,1 1 0,-1-1 0,1 0 0,0 0 0,0 0 0,-3-6 0,3 7-116,-1-9-711,16-2 265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19.043"/>
    </inkml:context>
    <inkml:brush xml:id="br0">
      <inkml:brushProperty name="width" value="0.035" units="cm"/>
      <inkml:brushProperty name="height" value="0.035" units="cm"/>
    </inkml:brush>
  </inkml:definitions>
  <inkml:trace contextRef="#ctx0" brushRef="#br0">1 814 2088,'102'-76'1406,"-86"59"-120,-16 17-1239,0-1-1,1 1 1,-1 0-1,0 0 1,0-1-1,0 1 1,0 0-1,0 0 1,0-1-1,0 1 1,0 0-1,0 0 1,0-1-1,0 1 1,0 0-1,0-1 1,0 1-1,0 0 0,0 0 1,0-1-1,0 1 1,0 0-1,0-1 1,0 1-1,0 0 1,-1 0-1,1 0 1,0-1-1,0 1 1,-1-1-1,-9-1 1493,8 3-1327,1 1 0,-1-1 0,1 1 1,-1-1-1,1 1 0,0 0 0,-1-1 0,1 1 0,0 0 0,0 0 0,1 0 0,-1 0 0,0 0 0,0 4 0,-1 9 261,0-1 0,1 0 0,3 27-1,-1-7-57,-1-22-289,3 123 1018,-2-114-953,2 0 1,0 1 0,11 36-1,-13-55-172,0 0 0,0-1 0,0 1 0,0 0 0,0-1 0,1 1 0,-1 0 0,1-1 0,0 0 0,-1 1-1,1-1 1,0 0 0,0 0 0,1 0 0,-1 0 0,0-1 0,5 4 0,-5-5-8,1 1 1,-1-1-1,0 1 1,1-1-1,-1 0 1,0 1-1,1-1 0,-1-1 1,1 1-1,-1 0 1,0-1-1,1 1 1,-1-1-1,0 1 1,0-1-1,1 0 1,1-1-1,6-4 13,-1 0 0,1-1 1,-1 0-1,-1 0 0,1-1 0,-1 0 0,8-11 0,-1-2 14,-1 0-1,22-42 1,-19 30-12,-7 14-12,-1 0 0,-2 0 0,0-1 0,-1-1-1,0 1 1,-2-1 0,3-36 0,-6 40-7,0 0-1,-2 0 1,0 0 0,-1 0-1,0 1 1,-2-1 0,0 0-1,0 1 1,-2 0 0,-7-16-1,14 57-24,-2-6 13,31 136-10,-23-124 16,-6-24 1,1 0-1,1 0 1,-1-1 0,1 1-1,0-1 1,0 0 0,1 0-1,0 0 1,9 10 0,-12-15-2,0 0 1,0 0-1,0 0 1,0 0 0,0 0-1,0-1 1,0 1-1,0 0 1,1-1-1,-1 1 1,0-1 0,0 1-1,1-1 1,-1 0-1,0 0 1,0 1-1,1-1 1,-1 0 0,0 0-1,1 0 1,-1 0-1,2-1 1,0 0 0,-1 0-1,0 0 1,0-1 0,0 1-1,0-1 1,0 0 0,0 1-1,-1-1 1,1 0 0,0 0-1,-1 0 1,1 0 0,-1 0-1,0-1 1,0 1-1,2-5 1,25-66-80,-18 44-171,20-43-1,-20 53 110,4-5-274,11-32 1,-22 48 319,0 1 0,-1-1 1,0 0-1,-1 1 0,0-1 0,0 0 1,0 0-1,-1 0 0,-1-9 0,1 17 87,0-1 0,-1 0 0,1 1 0,0-1 0,0 1 0,0-1 0,0 0 0,0 1 0,0-1-1,0 0 1,0 1 0,0-1 0,0 0 0,0 1 0,0-1 0,0 0 0,0 1 0,0-1 0,1 0 0,-1 1-1,1-2 1,10 19-7,31 71 1114,58 168 0,-50-116-555,-45-129-498,23 60 401,-3 1 0,21 103 0,-47-169-204,-3-9-80,-8-16 17,10 17-155,-22-40 30,2-2 0,2 0 0,1-1 0,3-1 0,1 0 0,-12-73 0,18 60-66,3 0 1,1 0-1,4-1 0,11-111 1,-4 134 0,1 1 0,1 0 1,2 0-1,2 1 0,1 1 1,1 0-1,34-57 0,-39 78 5,0 0 0,0 0 0,1 2-1,1-1 1,0 1 0,0 0 0,1 1-1,1 1 1,16-10 0,-22 14 3,0 2 0,1-1 0,0 1 0,0 0 0,0 1 1,0 0-1,0 0 0,0 0 0,1 1 0,-1 1 0,0-1 0,1 1 1,-1 1-1,1 0 0,-1 0 0,0 0 0,0 1 0,15 5 0,-13-3 28,-1 1-1,1 0 1,-1 0-1,0 1 1,0 1-1,0-1 1,-1 1-1,0 1 0,-1-1 1,1 1-1,-1 1 1,-1-1-1,0 1 1,0 0-1,-1 1 1,0-1-1,0 1 1,-1 0-1,-1 0 1,4 15-1,-3-2 69,-1-1-1,-2 0 1,0 1 0,-1-1-1,-2 1 1,0-1 0,-1 0-1,-1 0 1,-1 0 0,-1 0-1,-1-1 1,-1 0 0,-1 0-1,-1-1 1,0 0 0,-19 25-1,23-36-127,-1-1-1,0 1 1,-1-1-1,1 0 1,-2-1-1,1 0 1,-1 0-1,0-1 1,0 0-1,-1-1 1,1 0-1,-1 0 1,-1-1-1,1 0 1,-17 3-1,-60 16-237</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48.663"/>
    </inkml:context>
    <inkml:brush xml:id="br0">
      <inkml:brushProperty name="width" value="0.035" units="cm"/>
      <inkml:brushProperty name="height" value="0.035" units="cm"/>
    </inkml:brush>
  </inkml:definitions>
  <inkml:trace contextRef="#ctx0" brushRef="#br0">165 129 3345,'-133'-54'1431,"131"53"-1327,-1 0-1,0 0 1,0-1 0,1 1 0,-1 0 0,0-1 0,1 0 0,0 0 0,-1 1 0,-2-5 0,5 6-54,0 0 0,0-1 0,0 1 1,0-1-1,1 1 0,-1 0 1,0-1-1,0 1 0,0 0 1,1-1-1,-1 1 0,0 0 1,0-1-1,1 1 0,-1 0 1,0 0-1,1-1 0,-1 1 1,0 0-1,1 0 0,-1 0 1,1 0-1,-1-1 0,0 1 1,1 0-1,-1 0 0,0 0 1,1 0-1,-1 0 0,1 0 1,0 0-1,-1 0 90,1 0 0,-1 0 1,1 0-1,-1 0 0,1-1 0,-1 1 0,1 0 0,-1 0 1,1 0-1,-1-1 0,1 1 0,-1 0 0,1-1 1,-1 1-1,0 0 0,1-1 0,-1 1 0,1-1 0,-1 1 1,0 0-1,1-2 0,0 2-62,-1-1 0,1 1 0,-1 0 0,1-1-1,0 1 1,-1 0 0,1-1 0,0 1 0,-1 0 0,1 0 0,0 0 0,-1 0 0,1 0 0,0 0 0,0 0-1,-1 0 1,2 0 0,1 0 123,44-2 658,-38 2-720,0 0 0,0-1 0,0 0 0,0 0-1,0-1 1,0 0 0,16-7 0,-10 4 55,1 1 1,-1 1 0,1 0 0,0 1-1,0 0 1,-1 2 0,23 1 0,111 19 534,-108-12-508,-18-6-51,0 0 0,0-2 0,0-1 0,32-4 0,33-2 322,-17 11-155,-1 2 1,82 20 0,24 2 12,-110-23-95,0-2-1,115-10 1,4-3 144,-145 7-352,0 2 0,0 2 0,0 2 0,64 12-1,-49-8 21,0-3 0,84-3-1,-66-2 4,-47-3-47,-15 1-11,-11 3-12,0 0 0,0 0 0,0 0 0,1 0 0,-1 0 0,0 0 0,0 0 0,0 0 0,0 0 0,0 0-1,0 0 1,0 0 0,0-1 0,0 1 0,0 0 0,0 0 0,0 0 0,0 0 0,1 0 0,-1 0 0,0 0 0,0 0 0,0 0 0,0 0 0,0 0 0,0 0 0,0 0 0,0-1 0,0 1 0,0 0 0,0 0 0,0 0 0,0 0 0,0 0 0,0 0 0,0 0 0,0 0 0,0 0 0,0-1 0,0 1 0,0 0 0,0 0 0,0 0 0,0 0 0,0 0 0,0 0 0,0 0 0,0 0 0,-1 0 0,1 0 0,0 0 0,0 0-1,0 0 1,0-1 0,0 1 0,0 0 0,0 0 0,0 0 0,0 0 0,0 0 0,0 0 0,0 0 0,0 0 0,-1 0 0,1 0 0,-11-3-1420,-16-2 937</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4:50.967"/>
    </inkml:context>
    <inkml:brush xml:id="br0">
      <inkml:brushProperty name="width" value="0.035" units="cm"/>
      <inkml:brushProperty name="height" value="0.035" units="cm"/>
    </inkml:brush>
  </inkml:definitions>
  <inkml:trace contextRef="#ctx0" brushRef="#br0">141 220 4113,'-125'25'1706,"109"-23"-438,21-4-557,15-4 312,-19 6-870,1 0 0,0 0 0,-1 0-1,1 0 1,-1 0 0,1 1 0,-1-1 0,1 0 0,-1 1 0,1-1 0,-1 1 0,1-1 0,-1 1 0,1 0 0,-1 0 0,0 0 0,2 1 0,16 8 1114,6-5-882,1 0 0,0-2 0,0-1-1,33-1 1,-17-1-184,39-2 140,-1-4-1,107-21 1,-142 19-199,45-11 122,28-5 88,-102 22-301,0 1-1,0 0 1,0 1-1,0 1 1,23 4-1,45 14 103,-39-8-75,1-2 0,49 3 0,-21-8 50,137-12 0,19-8 265,11-2 29,-154 2-339,-64 11-73,0 0 1,1 2-1,0 1 0,0 0 1,26 3-1,25 10 2,-54-7 1,1 0 0,-1-2 0,1 0 0,0-1-1,0-1 1,-1-1 0,35-7 0,-16-2 27,187-37 133,-175 38-150,-27 4-10,34-2-1,70 2 4,-108 4-10,0-2-1,0-1 1,0 0 0,20-8-1,-14 4 0,44-16 13,19-5-5,-71 24-12,1 1 0,0 1-1,0 0 1,0 2 0,0 0 0,1 1 0,-1 1-1,0 1 1,31 7 0,48 19-1,-51-13 12,102 17 0,-39-21 8,72 10 0,-137-10-19,78 27 1,-89-25 7,1-2 0,0-1 1,69 9-1,-57-17 7,1-2 0,63-9 0,55-1 8,-163 10-23,86 1 7,0 4 0,109 20 0,-151-15 0,52 19 0,-67-20 7,0-1 0,1-2 0,0-1 0,41 1-1,53 7 7,-2 15-12,17 3 22,-118-27-14,0-2-1,0 0 0,48-4 1,1-7 22,-7 1 45,77 0-1,-6 6-22,-73-1-47,78 7 1,-40 7 3,188 15 26,-206-21-37,182 4 18,-31-21 9,-221 11-29,-9 1 4,0 0-1,0-1 0,0 1 1,0-1-1,11-4 1,-18 0-185,1 5 17,-1-1 0,0 1 0,1 0 0,-1-1 0,0 1 0,0 0-1,1 0 1,-1 0 0,0-1 0,0 1 0,1 0 0,-1 0 0,0 0 0,0 0 0,1 0 0,-1 0 0,0 1 0,-1-1 0,-40 8-918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15.075"/>
    </inkml:context>
    <inkml:brush xml:id="br0">
      <inkml:brushProperty name="width" value="0.035" units="cm"/>
      <inkml:brushProperty name="height" value="0.035" units="cm"/>
    </inkml:brush>
  </inkml:definitions>
  <inkml:trace contextRef="#ctx0" brushRef="#br0">61 54 2945,'-53'-24'3062,"52"24"-3022,1 0 0,0 0 0,-1 0 0,1 0 0,0 0 0,0 0 0,-1 0 0,1 0 1,0 0-1,-1-1 0,1 1 0,0 0 0,0 0 0,-1 0 0,1 0 0,0-1 0,0 1 1,0 0-1,-1 0 0,1 0 0,0-1 0,0 1 0,0 0 0,-1-1 0,1 1 0,0 0 1,0 0-1,0-1 0,0 1 0,0 0 0,0-1 0,15-4 504,46 0-91,33-5 519,-67 7-433,1 3-1,-1 0 1,1 1-1,-1 2 0,38 8 1,27 3-229,287 41 1136,-313-45-1266,0-3 0,114-4 1,134-26-6,-151 9 241,-97 12-257,-1 3 0,122 19 0,-36-2-107,-116-15-43,15 1 15,73 15 1,-111-16-12,1 2 1,-1 0-1,0 1 1,0 0-1,15 10 1,-17-9-2,0 0-1,1-2 1,0 1 0,0-1 0,0-1 0,0 0 0,16 4 0,-8-6 2,0 0 1,1-2-1,-1 0 1,23-3-1,77-17 33,21-2 23,-57 19 0,87 10-1,2-1 44,-153-6-71,0 0 1,0 1-1,1 1 0,-1 1 0,26 8 1,-31-10 398,-13-6-1477,-5-1-2522,2 4 2061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28.452"/>
    </inkml:context>
    <inkml:brush xml:id="br0">
      <inkml:brushProperty name="width" value="0.035" units="cm"/>
      <inkml:brushProperty name="height" value="0.035" units="cm"/>
    </inkml:brush>
  </inkml:definitions>
  <inkml:trace contextRef="#ctx0" brushRef="#br0">36 161 1360,'-14'12'706,"-7"7"-1028,21-10 7093,12-9-6448,1-1-1,-1 0 1,1 0-1,-1-1 1,18-5-1,-21 4-178,52-17 899,-50 15-839,0 1 0,0 1 0,19-4 0,3 2 60,-1 1-1,0 2 0,38 3 1,192 3 765,-155-5-743,-46-3-10,0-3 0,111-27 0,-134 25-191,28-5 84,0 2-1,104-4 1,63-7 7,-172 14-113,0 2-1,0 3 1,83 5 0,-77 9 39,-1 3 1,92 30 0,-84-21-42,-45-15-1,1-1 0,34 1 1,10 2 69,118 7 157,-63-8-133,99 8 138,-176-15-233,0-2 0,70-11 1,-91 6-40,21-3 46,0 2 0,75-1 0,-92 7-18,0 3 0,0 0-1,0 3 1,-1 1-1,0 1 1,38 14 0,-37-9-20,0-1 0,1-1 0,0-3 1,1 0-1,38 0 0,-7 5 14,-49-8-14,34 3 0,-47-6-20,0-1-1,0-1 0,0 1 0,0-1 1,0 0-1,-1 0 0,1-1 0,0 1 1,10-6-1,-11 5-1,0 1 0,0 0 0,0 0 0,0 0 0,1 0 0,-1 1 1,0 0-1,0 0 0,0 0 0,1 1 0,-1 0 0,0 0 0,7 2 0,28 3 33,-25-6-25,0-2 0,-1 0 0,0 0 0,1-2 0,-1 1 0,0-2 0,24-11 0,-19 9 2,-13 4-8,0 0 1,0-1 0,0 1 0,0-1-1,-1-1 1,9-7 0,-8 7-2,-1 0 0,1 0 0,0 1 0,0 0 1,12-7-1,-14 10-5,-2-1 0,1 0 1,0 0-1,0 0 0,0 0 1,-1 0-1,1-1 0,-1 1 0,0-1 1,0 0-1,0 0 0,0 0 1,0 0-1,-1 0 0,1 0 0,-1 0 1,0 0-1,0-1 0,0 1 1,0-5-1,0 7-3,-1 1 0,0-1 1,0 1-1,0-1 0,1 1 0,-1-1 1,0 0-1,0 1 0,0-1 1,0 1-1,0-1 0,0 0 0,0 1 1,-1-1-1,1 1 0,0-1 0,0 0 1,0 1-1,-1-1 0,1 1 0,0-1 1,0 1-1,-1-1 0,1 1 1,0-1-1,-1 1 0,1-1 0,-1 1 1,1 0-1,-1-1 0,1 1 0,-1 0 1,1-1-1,-1 1 0,1 0 0,-1-1 1,1 1-1,-1 0 0,1 0 1,-1 0-1,0 0 0,1 0 0,-1-1 1,1 1-1,-1 0 0,0 0 0,1 1 1,-1-1-1,1 0 0,-1 0 0,0 0 1,0 0-1,-6 1-97,-1 1 0,1-1 0,0 1 1,-8 3-1,-1 2-516,-1 0 0,2 1 0,-1 1 0,-26 19 0,-6 13-500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29.683"/>
    </inkml:context>
    <inkml:brush xml:id="br0">
      <inkml:brushProperty name="width" value="0.035" units="cm"/>
      <inkml:brushProperty name="height" value="0.035" units="cm"/>
    </inkml:brush>
  </inkml:definitions>
  <inkml:trace contextRef="#ctx0" brushRef="#br0">29 286 2521,'-8'-14'432,"1"-2"0,-7-15 0,14 29-389,0 1 1,0 0 0,1-1-1,-1 1 1,0 0 0,0 0-1,1-1 1,-1 1 0,1 0-1,-1 0 1,1-1 0,-1 1-1,1 0 1,0 0-1,-1 0 1,1 0 0,0 0-1,0 0 1,0 0 0,0 0-1,0 0 1,0 0 0,0 1-1,0-1 1,0 0 0,0 1-1,1-1 1,-1 1-1,0-1 1,0 1 0,2-1-1,4-2 62,12-9 449,37-17-1,-49 26-328,-1 1 0,1 0-1,0 0 1,0 0 0,0 1-1,0 0 1,0 0 0,0 1-1,0 0 1,8 1 0,11 3 514,-8-1-241,1 0-1,0-2 1,0 0-1,32-2 1,-10-5-216,0 3-1,0 1 1,0 2 0,47 6-1,-55-1-203,-4-1 48,53 1 1,53-13 456,154-30 1,-105-3-136,-115 23-142,123-15 0,-41 21-26,0 7 0,156 14 0,-260-4-259,311 39 72,-244-14-66,-82-20-7,0-2-1,0-1 1,33 3-1,52 4 77,34 2 78,-123-15-129,0-1 1,-1-1 0,42-8-1,-4-3 15,-1-2-1,77-29 1,-128 39-47,0 0 0,0 1 0,0 0 0,0 1 0,0 1 0,0 0 0,14 1 0,91 12 86,-104-10-94,172 13 59,-185-15-64,1 0 0,-1 0 1,1 0-1,-1 0 0,1 0 1,-1 0-1,1 1 0,-1-1 0,0 0 1,1 1-1,-1-1 0,1 1 1,-1-1-1,0 1 0,0 0 0,1-1 1,-1 1-1,0 0 0,0 0 1,0 0-1,0 0 0,1 1 1,-2-2-4,0 1 0,0-1 0,0 0 0,0 0 0,0 0 0,0 0 1,0 0-1,0 0 0,0 0 0,0 1 0,0-1 0,0 0 0,0 0 1,0 0-1,0 0 0,0 0 0,0 0 0,0 0 0,0 0 0,0 1 1,0-1-1,0 0 0,0 0 0,0 0 0,0 0 0,0 0 0,0 0 1,-1 0-1,1 0 0,0 0 0,0 0 0,0 0 0,0 1 0,0-1 1,0 0-1,0 0 0,0 0 0,-1 0 0,1 0 0,0 0 0,0 0 1,0 0-1,0 0 0,0 0 0,0 0 0,0 0 0,-1 0 0,1 0 1,0 0-1,0 0 0,0 0 0,0 0 0,0-1 0,0 1 0,-1 0 0,-8 2-978,-29 6-510,-42-6 612</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39.535"/>
    </inkml:context>
    <inkml:brush xml:id="br0">
      <inkml:brushProperty name="width" value="0.035" units="cm"/>
      <inkml:brushProperty name="height" value="0.035" units="cm"/>
    </inkml:brush>
  </inkml:definitions>
  <inkml:trace contextRef="#ctx0" brushRef="#br0">51 952 7066,'-36'-2'1921,"21"0"-1326,15 2-591,0 0-1,1 0 0,-1 0 1,0 0-1,0 0 1,0 0-1,0 0 0,0 0 1,0 0-1,0 0 1,0 0-1,0 0 0,0 0 1,0 0-1,0-1 1,0 1-1,0 0 0,0 0 1,0 0-1,0 0 1,0 0-1,0 0 0,0 0 1,0 0-1,0 0 1,0 0-1,0 0 0,0 0 1,0-1-1,0 1 1,0 0-1,0 0 0,0 0 1,0 0-1,0 0 1,0 0-1,0 0 0,0 0 1,0 0-1,0 0 1,0 0-1,0 0 0,0 0 1,0-1-1,0 1 1,0 0-1,0 0 0,-1 0 1,8-3 116,0 0 0,0-1 1,0 0-1,-1 0 0,0 0 1,0-1-1,0 0 0,0 0 0,5-7 1,13-3 891,9-21-352,3 2 0,60-47 0,-78 70-595,0 0-1,1 1 0,1 1 0,-1 1 0,1 1 1,1 0-1,21-3 0,56-20 134,-24-5-64,-49 23-72,1 0 0,32-10 1,-4 10 95,-1 2 0,107-5 0,-94 11-37,84-16 0,-77 3-23,0-3 1,-2-3 0,0-4-1,-2-2 1,128-76 0,-165 84-32,0 3 1,2 0-1,-1 2 1,2 2-1,0 1 1,1 1-1,54-9 1,-9 10 58,112-19 49,-35-11-107,-90 23-46,-38 9-15,1 2 0,0 1 1,33-3-1,-39 9-1,0 1 0,0 1 0,0 1 0,-1 1 0,1 1 0,-1 1 1,0 2-1,39 17 0,47 24 24,-32-12 22,122 39 0,-76-44-22,96 33 7,-138-33-14,-15-5 81,135 36 0,-87-40-2,127 29 1,-185-36-76,0 2 0,59 28 1,66 46 207,-16-7-62,-107-55-127,94 64 1,44 51 8,-119-86-34,-62-47-12,0 1-1,25 27 1,-35-33-6,-1 0 0,0 0 0,0 0 1,0 0-1,-1 1 0,-1 0 0,1 0 0,4 16 1,14 98 58,-12-64-16,-4 11 20,-5-51-49,0 0-1,2 0 1,5 26 0,18 28 18,-14-41-15,10 39 1,-19-59-14,-1-1-1,-1 1 1,0 0-1,0-1 1,-1 1-1,0 0 1,-4 20-1,1-10 23,2 0 0,0 0 0,1 0 0,1 0 0,6 33 0,-3-23 81,0 47-1,-5-64-88,2 92 77,0-102-93,0 25 18,-1-27-20,0-1 1,0 1-1,0-1 0,0 1 1,-1-1-1,1 1 0,0-1 1,-1 0-1,1 1 0,-1-1 1,1 1-1,-1-1 0,0 0 1,0 0-1,-1 2 1,2-3 10,0 0 1,-1 1 0,1-1 0,-1 1 0,1-1 0,0 0 0,-1 1 0,1-1 0,0 1 0,-1-1 0,1 1 0,0-1 0,0 1 0,-1-1 0,1 1 0,0-1 0,0 1 0,0-1 0,0 1 0,0-1 0,0 1-1,0-1 1,0 1 0,0-1 0,0 1 0,0-1 0,0 1 0,0-1 0,0 1 0,0-1 0,1 1 0,-1-1 0,0 1 0,0-1 0,1 1 0,-1-1 0,1 2 0,-12-9 290,10 6-299,-1 0 0,1 0 0,-1 1-1,1-1 1,0 0 0,-1 0 0,1-1-1,0 1 1,0 0 0,0 0 0,-1-2-1,-23-41 3,22 39-7,1-1 0,-2 0 0,1 1 0,-1-1 0,1 1-1,-1 0 1,-9-9 0,-26-20 7,37 32-8,0 0 0,0 0 1,0 0-1,0 0 0,0-1 0,0 1 0,1 0 1,-3-6-1,3 6 0,0 1 0,0-1 0,0 0 0,0 0 0,0 1 0,-1-1 0,1 1 0,0-1 0,-1 1 0,1-1-1,-1 1 1,1 0 0,-1 0 0,-3-2 0,-51-23-2,17 10-10,0-2 0,2-2 0,-67-47 0,83 50-771,-37-38 0,58 55 740,-4-6-1189,4 6 1182,0 0-1,0 0 1,0 0-1,0-1 1,1 1-1,-1 0 1,0 0 0,0 0-1,0 0 1,0 0-1,0 0 1,0-1-1,1 1 1,-1 0 0,0 0-1,0 0 1,0 0-1,0 0 1,1 0-1,-1 0 1,0 0-1,0 0 1,0 0 0,0 0-1,1 0 1,-1 0-1,0 0 1,0 0-1,0 0 1,0 0 0,1 0-1,-1 0 1,0 0-1,0 0 1,0 0-1,0 0 1,1 0-1,-1 0 1,0 0 0,0 0-1,0 1 1,0-1-1,0 0 1,1 0-1,-1 0 1,0 0 0,0 0-1,0 0 1,0 1-1,28 10-2715,10 6 1167</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39.959"/>
    </inkml:context>
    <inkml:brush xml:id="br0">
      <inkml:brushProperty name="width" value="0.035" units="cm"/>
      <inkml:brushProperty name="height" value="0.035" units="cm"/>
    </inkml:brush>
  </inkml:definitions>
  <inkml:trace contextRef="#ctx0" brushRef="#br0">12 369 5881,'71'95'2537,"-104"-78"-1297,11 4-576,8 0 40,1-19 113,13-6-17,8-13-96,11-12-128,19-3-304,5-10-72,14-5-112,2-3-40,13-5-40,-7 0-176,11-2-1088,-2-3-1193,-10-16 1489</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30.865"/>
    </inkml:context>
    <inkml:brush xml:id="br0">
      <inkml:brushProperty name="width" value="0.035" units="cm"/>
      <inkml:brushProperty name="height" value="0.035" units="cm"/>
    </inkml:brush>
  </inkml:definitions>
  <inkml:trace contextRef="#ctx0" brushRef="#br0">127 0 1352,'-4'0'876,"-11"3"3480,10 15-3417,2-6-799,1-1 1,-2 1-1,0-1 0,0 0 1,-7 14-1,6-16-81,1 0 0,0 0 0,1 0 0,0 0 0,0 1-1,1-1 1,0 1 0,0 19 0,-22 194 624,2-38-1052,21-164-544,1-20 894,0-1-1,0 0 0,1 0 0,-1 1 0,0-1 1,0 0-1,0 1 0,1-1 0,-1 0 0,0 0 1,0 1-1,1-1 0,-1 0 0,0 0 0,0 0 1,1 0-1,-1 1 0,0-1 0,0 0 0,1 0 0,-1 0 1,0 0-1,1 0 0,-1 0 0,0 0 0,1 0 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31.282"/>
    </inkml:context>
    <inkml:brush xml:id="br0">
      <inkml:brushProperty name="width" value="0.035" units="cm"/>
      <inkml:brushProperty name="height" value="0.035" units="cm"/>
    </inkml:brush>
  </inkml:definitions>
  <inkml:trace contextRef="#ctx0" brushRef="#br0">15 261 3393,'-2'-1'65,"1"-1"-1,0 1 1,0 0 0,0-1 0,0 1 0,0 0 0,0-1 0,0 1 0,0-1-1,1 0 1,-1 1 0,0-1 0,1 0 0,-1 1 0,1-1 0,0 0 0,0 1-1,0-1 1,0 0 0,0 0 0,0 1 0,0-1 0,0 0 0,1 0 0,-1 1-1,0-1 1,1 0 0,1-2 0,1-1-2,0 1 0,0-1 0,0 1 1,1 0-1,-1 0 0,1 1 0,0-1 0,0 1 0,5-4 0,14-7 383,37-18 1,-36 20-262,185-82 748,-201 91-924,0 0 0,1 0 1,-1 1-1,1 0 0,-1 1 0,1 0 0,0 0 0,-1 1 0,1 0 0,0 0 0,15 3 0,-20-2-5,0 1-1,0-1 1,0 1-1,0-1 1,-1 1 0,1 0-1,-1 1 1,1-1 0,-1 1-1,0-1 1,1 1 0,-1 0-1,-1 0 1,1 0-1,0 1 1,-1-1 0,0 1-1,0-1 1,0 1 0,0 0-1,0 0 1,-1 0 0,0 0-1,1 0 1,-2 0-1,2 5 1,-2-1 42,1 1 1,-1 0-1,-1 0 1,0-1-1,0 1 0,-1-1 1,0 1-1,0-1 0,-1 1 1,0-1-1,0 0 1,-1 0-1,-6 9 0,-5 8 196,-2 0 0,-29 34 0,-51 45 260,80-89-458,0 0 1,-1-1-1,-1-1 1,-23 13-1,34-22-102,0 0 1,0-1-1,0 0 0,0-1 1,-1 0-1,-11 2 0,5-6-1101,8-8 518</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31.629"/>
    </inkml:context>
    <inkml:brush xml:id="br0">
      <inkml:brushProperty name="width" value="0.035" units="cm"/>
      <inkml:brushProperty name="height" value="0.035" units="cm"/>
    </inkml:brush>
  </inkml:definitions>
  <inkml:trace contextRef="#ctx0" brushRef="#br0">65 35 2353,'2'-3'197,"1"-2"78,1 0-1,-1 1 1,1 0 0,6-6-1,-10 9-242,0 1-1,1 0 0,-1-1 1,1 1-1,-1 0 1,1 0-1,-1-1 0,1 1 1,-1 0-1,1 0 0,-1 0 1,1-1-1,-1 1 1,1 0-1,-1 0 0,1 0 1,0 0-1,-1 0 0,1 0 1,-1 0-1,1 0 0,0 0 1,0 1 10,-1 0 1,1-1 0,0 1-1,-1-1 1,1 1 0,-1 0-1,1-1 1,-1 1-1,1 0 1,-1 0 0,1 0-1,-1-1 1,0 1-1,1 0 1,-1 0 0,0 0-1,0 0 1,0 0 0,1 1-1,0 10 253,-1 1 0,0 0 0,0-1 0,-2 1 0,1 0 0,-1-1-1,-8 23 1,2-3 131,-17 77 687,-20 93 316,37-157-1228,2 1 0,1 65 1,5-100-173,1 1 0,1-1 0,-1 0 0,6 16 0,-6-24-75,-1 0 1,1 0 0,1 0-1,-1 0 1,0 0-1,1 0 1,-1-1 0,1 1-1,0-1 1,0 1-1,0-1 1,0 1 0,0-1-1,0 0 1,1 0-1,-1 0 1,1 0 0,5 3-1,-7-5-27,0 0 1,0 0-1,0 0 0,0 0 0,0 0 0,-1 0 0,1 0 0,0 0 0,0 0 1,0-1-1,0 1 0,0 0 0,-1 0 0,1-1 0,0 1 0,0 0 0,0-1 1,-1 1-1,1-1 0,0 1 0,0-1 0,0 0 0,14-17-1362,6-15 405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32.031"/>
    </inkml:context>
    <inkml:brush xml:id="br0">
      <inkml:brushProperty name="width" value="0.035" units="cm"/>
      <inkml:brushProperty name="height" value="0.035" units="cm"/>
    </inkml:brush>
  </inkml:definitions>
  <inkml:trace contextRef="#ctx0" brushRef="#br0">0 602 2369,'31'-161'1136,"-14"119"-448,10-8-248,12-16-280,9 3-48,-2-13-56,-1 10-16,-7 22-856,-11 10 608</inkml:trace>
  <inkml:trace contextRef="#ctx0" brushRef="#br0" timeOffset="1">57 395 2761,'-13'-9'1496,"17"9"-248,11 9-56,8-5-191,7 9-113,10 10-216,-6-12-16,8 33-128,2 3-56,-16 10-144,7 16-80,-20-7-96,6-1-256,3-25-2280,12-12 1760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32.804"/>
    </inkml:context>
    <inkml:brush xml:id="br0">
      <inkml:brushProperty name="width" value="0.035" units="cm"/>
      <inkml:brushProperty name="height" value="0.035" units="cm"/>
    </inkml:brush>
  </inkml:definitions>
  <inkml:trace contextRef="#ctx0" brushRef="#br0">81 63 3449,'72'-63'1592,"-95"95"-496,17 20 89,-17 10-25,-3 7-136,11 11-328,-12-6-184,16 3-256,3 3-64,-5-15-120,19 1-24,-5-16-432,20-12-392,-4-23-1784,-13-17 1615</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33.178"/>
    </inkml:context>
    <inkml:brush xml:id="br0">
      <inkml:brushProperty name="width" value="0.035" units="cm"/>
      <inkml:brushProperty name="height" value="0.035" units="cm"/>
    </inkml:brush>
  </inkml:definitions>
  <inkml:trace contextRef="#ctx0" brushRef="#br0">66 333 5769,'-52'-100'2113,"47"86"-1609,-3-10-344,42 7 160,2-6 80,27-6 192,19 3 8,9-14-200,4 6-72,7 15-208,-7 13-224,-23 8-672,4 9-600,-24 1 808</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33.543"/>
    </inkml:context>
    <inkml:brush xml:id="br0">
      <inkml:brushProperty name="width" value="0.035" units="cm"/>
      <inkml:brushProperty name="height" value="0.035" units="cm"/>
    </inkml:brush>
  </inkml:definitions>
  <inkml:trace contextRef="#ctx0" brushRef="#br0">132 386 5745,'-78'9'2361,"50"1"-1393,3-4-560,25-14-296,34 10-24,0-21-16,46 8-16,11-16-40,-5-20-248,28 5-1264,1-4 1056</inkml:trace>
  <inkml:trace contextRef="#ctx0" brushRef="#br0" timeOffset="1">890 0 6561,'-2'0'2201,"-13"33"-2025,-20 88 152,30-28 176,-14-3 48,17 16-128,-8-9-160,10-6-168,14-4-168,3-22-1848,9-21 1408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33.929"/>
    </inkml:context>
    <inkml:brush xml:id="br0">
      <inkml:brushProperty name="width" value="0.035" units="cm"/>
      <inkml:brushProperty name="height" value="0.035" units="cm"/>
    </inkml:brush>
  </inkml:definitions>
  <inkml:trace contextRef="#ctx0" brushRef="#br0">0 648 6985,'14'-253'2353,"7"191"-2233,30 7 88,-5-10 16,14 16 0,1 3-88,-13-7-128,1 19-776,0 3 568</inkml:trace>
  <inkml:trace contextRef="#ctx0" brushRef="#br0" timeOffset="1">118 580 7322,'-13'51'2808,"13"-4"-1760,32 7-992,12 14-16,0 8-24,3 11-288,20 10-2160,8-15 1760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43.997"/>
    </inkml:context>
    <inkml:brush xml:id="br0">
      <inkml:brushProperty name="width" value="0.035" units="cm"/>
      <inkml:brushProperty name="height" value="0.035" units="cm"/>
    </inkml:brush>
  </inkml:definitions>
  <inkml:trace contextRef="#ctx0" brushRef="#br0">87 17 2657,'-62'15'1057,"60"-15"-1002,1 0 1,-1 1-1,1-1 0,-1 0 0,1 0 1,-1 0-1,1 0 0,-1 0 0,1 0 0,0-1 1,-1 1-1,-1-1 0,2 1-33,1-1-1,0 1 1,0 0-1,0 0 1,-1 0 0,1-1-1,0 1 1,0 0-1,0 0 1,0 0-1,-1-1 1,1 1 0,0 0-1,0 0 1,0-1-1,0 1 1,0 0-1,0-1 1,0 1 0,0 0-1,0 0 1,0-1-1,0 1 1,0 0-1,0-1 1,0 1 0,0 0-1,0 0 1,0-1-1,0 1 1,0 0-1,0 0 1,0-1 0,1 1-1,0-2 56,-1 1 1,1 0-1,0-1 0,0 1 0,0 0 1,0 0-1,0 0 0,1 0 0,-1 0 0,0 0 1,0 0-1,1 0 0,-1 1 0,1-1 0,2 0 1,12-1 379,0 0 1,0 2 0,0 0 0,0 1 0,29 5-1,82 26 713,3 0-472,-77-23-434,90 28 0,-113-26-194,-1 0 0,-1 2 0,0 1 0,37 25 0,22 18 89,62 47 67,-136-93-171,-1 0 1,0 0-1,-1 1 1,0 1-1,-1 0 1,-1 1-1,0 0 1,-1 0-1,0 1 1,-1-1-1,10 33 1,-8-11 26,-1 1-1,-1 1 1,-3-1 0,1 40 0,-5-67-96,1 10 65,0-1 0,5 22 0,-5-37-79,0 0-1,0 0 1,0 0 0,0 0 0,1 0 0,0 0 0,0 0 0,0 0 0,0-1 0,0 1 0,1-1 0,0 0-1,-1 1 1,1-1 0,5 4 0,24 5-169</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5:45.315"/>
    </inkml:context>
    <inkml:brush xml:id="br0">
      <inkml:brushProperty name="width" value="0.035" units="cm"/>
      <inkml:brushProperty name="height" value="0.035" units="cm"/>
    </inkml:brush>
  </inkml:definitions>
  <inkml:trace contextRef="#ctx0" brushRef="#br0">3430 26 3065,'0'-2'57,"-1"0"1,0 1-1,0-1 1,0 1 0,0 0-1,0-1 1,0 1-1,0 0 1,0-1 0,-1 1-1,1 0 1,0 0-1,-1 0 1,1 0 0,-1 0-1,1 1 1,-1-1-1,0 0 1,1 1 0,-1-1-1,-2 0 1,1 1-11,0 0 1,-1 0-1,1 0 1,0 0-1,-1 1 1,1-1-1,0 1 1,-1 0-1,1 0 1,-5 2-1,0 1 94,0 0 0,0 0 0,0 1 0,1 0 0,0 1 0,0 0 0,0 0 0,-7 9 0,10-10 48,-1 0 1,0 0-1,1 0 1,-2-1 0,1 1-1,0-1 1,-1-1-1,0 1 1,0-1-1,0 0 1,0 0 0,-8 1-1,6-1-50,-1-1-1,0-1 0,0 0 1,0 0-1,0-1 0,-15-1 1,-53-12 768,33 5-765,-48-7 196,19 2-52,0 3 0,-107 0 0,118 14-172,-1 3-1,1 3 0,0 3 1,-61 20-1,-117 24 56,24-6 131,93-22 50,-209 21 1,-91 25-302,346-59-42,-66 19-13,127-30-5,-1 1 1,2 1 0,-1 1-1,1 0 1,0 1-1,-20 15 1,-56 61-33,1-1 39,75-73 10,-1 0-1,-22 10 1,-20 14 13,-55 53-17,97-78-6,10-4 5,-2-1 0,1 0-1,0-1 1,-1 0 0,0 0-1,-16 5 1,23-8 1,-1-1-1,1 1 1,0-1 0,0 1 0,0-1-1,0 1 1,1 0 0,-1 0 0,0-1-1,0 1 1,0 0 0,0 0-1,1 0 1,-1 0 0,0 0 0,1 0-1,-2 2 1,-3 4 39,4-7-41,1 0 0,-1 0 0,1 0 0,-1-1 0,1 1 0,-1 0 0,1 0 0,0-1 0,-1 1 1,1 0-1,-1-1 0,1 1 0,0-1 0,0 1 0,-1 0 0,1-1 0,0 1 0,0-1 0,-1 1 0,1-1 0,0 1 0,0-2 0,-1-4 37,1 4-162,0 4-615,0 23 383</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25.452"/>
    </inkml:context>
    <inkml:brush xml:id="br0">
      <inkml:brushProperty name="width" value="0.035" units="cm"/>
      <inkml:brushProperty name="height" value="0.035" units="cm"/>
    </inkml:brush>
  </inkml:definitions>
  <inkml:trace contextRef="#ctx0" brushRef="#br0">2 43 3649,'0'-2'182,"0"1"0,-1 0 1,1 0-1,0 0 0,0-1 0,0 1 0,0 0 1,0 0-1,0 0 0,0-1 0,0 1 1,0 0-1,0 0 0,1 0 0,-1 0 1,1 0-1,-1-1 0,1 1 0,-1 0 1,1 0-1,-1 0 0,1 0 0,0 0 1,0 0-1,-1 1 0,1-1 0,0 0 1,2-1-1,-2 1-110,0 0 0,0 0 1,0 0-1,0 1 0,0-1 0,0 0 0,0 1 1,0-1-1,0 1 0,1-1 0,-1 1 1,0 0-1,0-1 0,1 1 0,-1 0 1,0 0-1,0 0 0,1 0 0,-1 0 0,0 0 1,0 0-1,0 0 0,1 1 0,-1-1 1,0 0-1,0 1 0,0-1 0,1 1 1,-1-1-1,1 2 0,2 2 6,0 0 0,-1 0-1,0 0 1,0 0 0,0 0-1,0 1 1,-1-1 0,1 1 0,-1 0-1,-1 0 1,3 5 0,10 60 268,-13-66-321,8 66 210,0 84 0,-11 74-150,1-161-193,1-66 158,-1 32-925,0-26-655,0-21-819,0-24 994</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25.818"/>
    </inkml:context>
    <inkml:brush xml:id="br0">
      <inkml:brushProperty name="width" value="0.035" units="cm"/>
      <inkml:brushProperty name="height" value="0.035" units="cm"/>
    </inkml:brush>
  </inkml:definitions>
  <inkml:trace contextRef="#ctx0" brushRef="#br0">136 190 5041,'-9'4'593,"-1"-1"-1,0 0 1,-12 2 0,15-4-272,0 1 1,0-1 0,0 1-1,1 0 1,-1 1 0,1-1 0,0 2-1,0-1 1,0 0 0,-7 6-1,13-9-286,-1 1-1,1-1 1,-1 1-1,1-1 0,-1 1 1,1-1-1,-1 1 0,1 0 1,0-1-1,-1 1 1,1 0-1,0-1 0,-1 1 1,1 0-1,0-1 1,0 1-1,0 0 0,-1 0 1,1-1-1,0 1 1,0 0-1,0 0 0,0-1 1,1 1-1,-1 0 0,0 0 1,0 0-1,1 1 3,0-1 0,0 0-1,0 0 1,0 0 0,0 0-1,0 0 1,0 0 0,0 0-1,0 0 1,0 0 0,1 0-1,-1 0 1,2 0 0,2 1 23,0 0 0,1 0 0,-1 0 0,1-1 1,-1 1-1,11 0 0,-5-3-19,-1 0-1,1 0 1,-1-1 0,1 0-1,-1-1 1,0 0 0,14-6-1,72-40 99,-61 30-100,-11 6-23,282-135 161,-287 141-360,-1 1-1,2 0 0,-1 2 1,0 0-1,24-1 1,-37 5-75,-1 0 1,1 0-1,-1 1 1,1 0 0,-1 0-1,10 3 1,33 16-814</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26.203"/>
    </inkml:context>
    <inkml:brush xml:id="br0">
      <inkml:brushProperty name="width" value="0.035" units="cm"/>
      <inkml:brushProperty name="height" value="0.035" units="cm"/>
    </inkml:brush>
  </inkml:definitions>
  <inkml:trace contextRef="#ctx0" brushRef="#br0">34 6 5537,'-28'-6'2105,"22"6"-1225,17 17-288,3-2 56,10 10 136,3 4-152,17-1-272,16 8-79,13 12-105,5-3-8,5-11-416,3-9-457,-1-21 449</inkml:trace>
  <inkml:trace contextRef="#ctx0" brushRef="#br0" timeOffset="1">579 97 6009,'-121'6'2425,"45"75"-1337,-6 29-672,-1 18-80,8 12-48,9-3 0,39-33-224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27.161"/>
    </inkml:context>
    <inkml:brush xml:id="br0">
      <inkml:brushProperty name="width" value="0.035" units="cm"/>
      <inkml:brushProperty name="height" value="0.035" units="cm"/>
    </inkml:brush>
  </inkml:definitions>
  <inkml:trace contextRef="#ctx0" brushRef="#br0">436 258 544,'13'3'52,"14"5"711,-66-2 1004,8-4-596,22-1-936,0-1 0,0 1 0,1 0 0,-1 1-1,0 0 1,0 0 0,1 1 0,0 0 0,-15 8-1,6 0-28,0 1-1,2 1 0,-1 1 0,2 0 1,-1 1-1,-11 17 0,-67 105 659,78-112-784,2 0 0,0 1 0,2 1 0,1 0 0,1 0 0,-10 55 0,18-80-78,1 1 0,0-1 0,-1 1 0,1-1-1,0 1 1,1-1 0,-1 0 0,0 1 0,1-1 0,0 5 0,0-7-2,-1 1 1,0-1 0,1 0 0,-1 1 0,0-1-1,1 1 1,-1-1 0,0 0 0,1 1-1,-1-1 1,1 0 0,-1 1 0,0-1 0,1 0-1,-1 0 1,1 0 0,-1 1 0,1-1-1,-1 0 1,1 0 0,0 0 0,18-4 21,-9-2-7,-1 0-1,0 0 1,0-1-1,0 0 1,-1 0 0,0-1-1,0 0 1,7-10-1,51-79 99,-38 53-49,-2-1 0,33-80 0,-31 52-16,-5-1-1,28-147 1,-50 216-47,0-1-1,-1 1 1,1-1 0,-2 1-1,1-1 1,0 1 0,-1-1-1,0 1 1,-3-9 0,4 13 0,0 1 1,0 0-1,0-1 1,-1 1 0,1 0-1,0-1 1,0 1 0,0 0-1,0-1 1,-1 1 0,1 0-1,0-1 1,0 1 0,-1 0-1,1 0 1,0-1 0,-1 1-1,1 0 1,0 0 0,0 0-1,-1 0 1,1-1 0,0 1-1,-1 0 1,1 0 0,0 0-1,-1 0 1,1 0 0,-1 0-1,1 0 1,0 0 0,-1 0-1,1 0 1,0 0 0,-1 0-1,1 0 1,0 0 0,-1 0-1,1 0 1,0 0 0,-1 1-1,1-1 1,0 0 0,-1 0-1,1 0 1,0 1 0,-1-1-1,1 0 1,0 0 0,0 1-1,-1-1 1,1 0 0,0 0-1,0 1 1,-1-1 0,1 0-1,0 1 1,0-1 0,0 0-1,0 1 1,0-1 0,0 0-1,0 1 1,-1 0 0,-8 23 138,5-3 21,1 0 0,0 0 0,2 41 0,10 67 398,-6-100-445,5 47 170,21 88-1,-27-157-266,0 0 0,0 0 0,1-1 0,0 1 0,0-1 0,1 1 0,-1-1 0,10 11 0,-10-14-89,0 0 0,0 1 0,1-1 0,0-1 0,-1 1 0,1 0 0,0-1 0,0 0 0,0 0 0,1 0 0,-1 0 0,0-1 0,1 0 0,6 2 0,34-4-1850,4-5 777</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27.968"/>
    </inkml:context>
    <inkml:brush xml:id="br0">
      <inkml:brushProperty name="width" value="0.035" units="cm"/>
      <inkml:brushProperty name="height" value="0.035" units="cm"/>
    </inkml:brush>
  </inkml:definitions>
  <inkml:trace contextRef="#ctx0" brushRef="#br0">147 446 2849,'1'8'179,"0"-1"1,-1 1-1,1 0 1,-1-1-1,-1 1 1,0 0-1,-1 7 1,1-12-80,0 0 0,0-1-1,-1 1 1,1-1 0,-1 1 0,1-1 0,-1 1 0,0-1 0,0 0-1,0 0 1,0 0 0,0 0 0,0 0 0,-1-1 0,1 1 0,-1 0-1,1-1 1,-1 0 0,0 0 0,1 0 0,-1 0 0,0 0 0,-4 0-1,5 0-23,-1-1-1,1 0 0,-1 1 0,0-1 0,1 0 1,-1-1-1,0 1 0,1 0 0,-1-1 0,1 0 1,-1 1-1,1-1 0,-1 0 0,1 0 0,-1-1 1,1 1-1,0 0 0,0-1 0,0 1 0,0-1 1,0 0-1,0 0 0,0 0 0,0 0 0,1 0 0,-3-3 1,0-1-3,1 1 1,0-1-1,0 0 1,0 1-1,1-1 1,0-1 0,0 1-1,0 0 1,1 0-1,-1-8 1,2 4-43,0 0 0,1 0 0,0 0 1,1 0-1,0 0 0,0 1 0,1-1 1,5-11-1,2-2-10,1 0 0,15-21 0,-22 39-19,38-57 15,-38 57-17,0 0 1,1 0 0,0 1 0,0 0-1,0-1 1,0 2 0,1-1-1,11-5 1,-16 8-1,1 1 0,-1-1 0,1 1 1,-1-1-1,1 1 0,-1 0 0,1 0 0,-1 0 0,1 0 0,0 0 0,-1 0 0,1 0 1,-1 0-1,1 1 0,-1-1 0,1 1 0,-1-1 0,1 1 0,-1-1 0,0 1 0,1 0 0,-1 0 1,0 0-1,1 0 0,-1 0 0,0 0 0,0 0 0,0 0 0,0 0 0,0 0 0,0 1 1,0-1-1,0 0 0,-1 1 0,2 1 0,2 6 4,0 0 0,-1 0 0,1 0 0,1 13-1,-5-21-2,4 17 20,-1 0 0,-1 0-1,0 0 1,-3 36 0,-15 71-469,16-125 444,1 4-1268,5-9 453,6-13-252,-6-3 252,0 0 0,-2 0 1,3-27-1,-7 45 748,0 0 0,1-1 0,-1 1 1,1 0-1,-1-1 0,1 1 0,0 0 0,0 0 1,1 0-1,-1 0 0,1 0 0,2-4 0,-7 22 489,1 1-1,0 0 0,1 16 0,-1-1 287,-16 128 3749,18-158-4414,0 0 0,0-1 0,0 1 0,0 0 0,-1 0-1,1-1 1,0 1 0,1 0 0,-1 0 0,0-1 0,0 1 0,0 0 0,0-1 0,1 1 0,-1 0 0,0 0 0,0-1-1,1 1 1,-1-1 0,1 1 0,0 1 0,-1-2-19,1 0-1,-1 0 1,1 0 0,-1 0-1,1 0 1,-1 0 0,1 0-1,0 0 1,-1 0 0,1 0-1,-1 0 1,1 0 0,-1 0-1,1-1 1,-1 1 0,1 0-1,-1 0 1,1 0 0,-1-1-1,1 1 1,-1 0 0,1-1-1,3-2 35,0-1-1,0 1 1,0-1 0,6-8-1,7-12 69,22-46-1,-4 7-37,-1 4-23,-11 19-19,48-66-1,-70 105-41,0 0-1,-1 0 1,1 0-1,0 1 1,-1-1-1,1 0 1,0 0-1,0 1 1,0-1-1,0 1 1,0-1-1,0 1 1,0-1-1,0 1 1,1-1-1,-1 1 1,-1 0-1,1 0 1,-1 0-1,1 0 0,-1 0 1,0 1-1,1-1 1,-1 0-1,1 0 1,-1 0-1,0 1 1,1-1-1,-1 0 0,1 0 1,-1 1-1,0-1 1,1 0-1,-1 1 1,0-1-1,1 0 1,-1 1-1,0-1 0,0 0 1,1 2-1,0 1-1,1 1 0,-1 0 0,0 0 0,0 0 0,-1 0 0,1 0-1,-1 5 1,0 13 2,-1 0-1,-1 0 0,-6 23 1,-3 36 30,11-80-27,0 1 0,-1 0 0,1-1-1,0 1 1,0-1 0,0 1 0,0-1-1,0 1 1,1-1 0,-1 1-1,0 0 1,1-1 0,-1 0 0,1 1-1,0-1 1,-1 1 0,1-1 0,0 0-1,1 3 1,-1-4-1,0 0 1,0 0-1,0 1 0,0-1 0,-1 0 0,1 0 1,0 0-1,0 0 0,0 0 0,0 0 0,0-1 1,0 1-1,0 0 0,-1 0 0,1 0 0,0-1 1,0 1-1,0-1 0,-1 1 0,1 0 0,0-1 1,0 1-1,-1-1 0,2 0 0,8-8-17,0-1-1,0 1 0,10-15 1,-18 22 3,164-234-1900,-121 167 1264,-39 58 565,2 1 0,-1 0 0,1 1 0,0 0 1,1 0-1,0 1 0,1 0 0,13-9 0,-21 16 81,-1 0-1,1 0 1,0 0-1,-1 0 1,1 0-1,0 1 1,0-1-1,-1 1 1,1-1-1,0 1 1,0 0-1,0 0 1,-1 0-1,1 0 0,0 0 1,0 0-1,0 0 1,0 1-1,-1-1 1,1 0-1,0 1 1,0 0-1,-1-1 1,1 1-1,0 0 1,-1 0-1,1 0 1,-1 0-1,1 0 1,-1 0-1,0 1 1,1-1-1,-1 0 1,0 1-1,0-1 0,0 1 1,0-1-1,0 1 1,1 1-1,2 5 59,0 1 0,-1-1 0,0 1-1,0 0 1,-1 0 0,1 13 0,3 9 159,-2 2 0,-2-1 0,-1 0-1,-1 0 1,-6 42 0,-40 149 320,45-215-508,-1 0 0,0 0 0,-1 0-1,0-1 1,0 1 0,-1-1 0,0 0 0,-5 8 0,8-14-22,0 1 0,0-1 1,0 0-1,0 0 1,0 0-1,0 0 1,0 0-1,0 0 0,0 0 1,0 0-1,0 0 1,-1-1-1,1 1 1,0 0-1,-1-1 0,1 1 1,0-1-1,-1 1 1,1-1-1,-1 0 1,1 0-1,-1 0 0,1 0 1,-1 0-1,1 0 1,0 0-1,-1 0 1,-2-1-1,-1-1-3,0 0 0,0-1 0,0 0 0,0 0 0,0 0 0,-5-5 0,-3-2-1,-33-20-13,31 22 32,0-1 0,1-1 0,0-1 1,0 0-1,-23-25 0,35 34 2,0 0-1,1 0 1,-1-1 0,1 1-1,0 0 1,0-1 0,0 1-1,0-1 1,0 1 0,1-1-1,-1 1 1,1-1-1,-1-3 1,1 4-6,0 1-1,1-1 0,-1 0 1,0 0-1,1 1 0,0-1 1,-1 0-1,1 1 1,0-1-1,0 1 0,0-1 1,0 1-1,0-1 1,0 1-1,2-3 0,4-2 19,1 1 0,-1 0-1,1 0 1,1 0 0,-1 1 0,15-5-1,135-46 88,-14 5-160,-27 5-240,9-4 120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28.629"/>
    </inkml:context>
    <inkml:brush xml:id="br0">
      <inkml:brushProperty name="width" value="0.035" units="cm"/>
      <inkml:brushProperty name="height" value="0.035" units="cm"/>
    </inkml:brush>
  </inkml:definitions>
  <inkml:trace contextRef="#ctx0" brushRef="#br0">351 0 1624,'-17'6'494,"1"-1"-1,-1 2 0,2 0 0,-30 19 0,29-15-161,2 1-1,0 0 0,0 1 1,2 0-1,-1 1 0,-15 24 1,-17 18 394,28-38-507,6-6-86,0 0 0,1 0 0,0 1 0,-11 19 0,21-31-129,-1 0 1,1 0-1,-1 0 0,1 0 0,-1 0 0,1 0 0,0 0 0,-1 0 0,1 0 0,0 0 0,0 0 0,0 0 0,0 0 0,0 0 0,0 0 1,0 0-1,0 0 0,0 0 0,1 2 0,-1-3-2,1 1 1,-1 0 0,1-1-1,-1 1 1,1-1-1,0 1 1,-1-1 0,1 1-1,-1-1 1,1 0-1,0 1 1,0-1-1,-1 0 1,1 1 0,0-1-1,-1 0 1,1 0-1,0 0 1,0 0 0,1 1-1,3-1 6,0-1 0,-1 1 0,1 0 0,0-1 0,0 0 0,0 0 0,6-3 0,10-4 19,-2 0 0,1-2 0,-1 0 0,0-1 0,-1-1-1,-1 0 1,0-2 0,0 0 0,-2 0 0,1-2-1,-2 0 1,0-1 0,-1 0 0,-1-1 0,-1 0 0,0-1-1,12-31 1,-22 46-25,0 1 1,0-1-1,0 1 0,-1-1 0,1 0 0,-1 1 0,0-1 1,0 1-1,-1-1 0,0-4 0,0 9-3,0 0 1,0 0-1,0 0 0,0 0 1,0 0-1,1 0 0,-1 0 0,0 1 1,0-1-1,1 0 0,-1 0 1,0 3-1,-3 17 68,0 1 1,1 1-1,1 25 1,0-13 87,1-13 16,0 0-1,2 0 0,6 41 1,-7-62-164,0 0 1,1 0-1,-1 0 0,0 0 1,0 0-1,1 0 1,-1 0-1,1 0 0,-1 0 1,1 0-1,-1 0 1,1 0-1,-1 0 0,1-1 1,0 1-1,-1 0 1,1 0-1,0-1 0,0 1 1,0-1-1,-1 1 1,1 0-1,0-1 1,2 1-1,-2-1 1,1 1 0,0-1 0,-1 0 0,1 0 0,0-1 0,-1 1 0,1 0 0,0 0 0,-1-1 0,1 1 0,-1-1 0,1 0 0,2-1 0,4-2 12,0-1 0,0-1 0,13-12 0,-20 18-20,13-15-281,1-1 0,-2-1 0,0 0-1,-1-1 1,-1 0 0,-1-1 0,11-25-1,13-33-564</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28.976"/>
    </inkml:context>
    <inkml:brush xml:id="br0">
      <inkml:brushProperty name="width" value="0.035" units="cm"/>
      <inkml:brushProperty name="height" value="0.035" units="cm"/>
    </inkml:brush>
  </inkml:definitions>
  <inkml:trace contextRef="#ctx0" brushRef="#br0">82 0 1920,'-9'8'1473,"-1"20"327,-1 8-240,3 17-399,1 10-153,-3 7-344,2 6-144,1 0-224,-1-2-80,6-1-96,0-7-24,8-17-24,4-9-64,5-34-448,2-12-328,0-24-888,2-14-481,-2-1 1337</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29.345"/>
    </inkml:context>
    <inkml:brush xml:id="br0">
      <inkml:brushProperty name="width" value="0.035" units="cm"/>
      <inkml:brushProperty name="height" value="0.035" units="cm"/>
    </inkml:brush>
  </inkml:definitions>
  <inkml:trace contextRef="#ctx0" brushRef="#br0">1 141 1360,'48'-123'1181,"-38"106"1066,-10 17-2230,0-1 1,0 1 0,0 0 0,0 0-1,1 0 1,-1 0 0,0 0 0,0 0-1,0 1 1,0-1 0,1 0 0,-1 0-1,0 0 1,0 0 0,0 0 0,0 0-1,0 0 1,0 0 0,1 0 0,-1 0-1,0 0 1,0 0 0,0 1 0,0-1-1,0 0 1,0 0 0,0 0 0,0 0-1,1 0 1,-1 0 0,0 1 0,0-1-1,0 0 1,0 0 0,0 0 0,0 0 0,0 0-1,0 1 1,0-1 0,0 0 0,0 0-1,0 0 1,0 0 0,0 0 0,0 1-1,0-1 1,0 0 0,0 19 681,-4 70 1676,2-60-1584,1 37 1,1-64-762,1-1 0,-1 1 0,0 0 0,0-1 0,1 1 0,-1-1 1,0 1-1,1-1 0,0 1 0,-1-1 0,1 1 0,0-1 0,1 2 0,-1-2-21,-1-1-1,1 1 1,-1-1-1,1 1 1,-1-1 0,1 0-1,0 1 1,-1-1-1,1 0 1,0 0-1,-1 1 1,1-1-1,0 0 1,0 0-1,-1 0 1,1 0-1,0 0 1,-1 0-1,1 0 1,0 0-1,1 0 1,2-2 5,0 1 0,0-1 0,-1 0 0,1 0 0,0 0 0,-1 0 0,1 0 0,-1-1 0,4-4 0,6-4 14,112-108 119,-112 106-150,0 1-1,1 0 1,28-18 0,-41 29 0,0 0 1,1 0-1,-1 0 1,1 0-1,-1 1 1,1-1-1,-1 0 1,1 1-1,0-1 1,-1 1-1,1-1 1,0 1-1,-1 0 1,1 0 0,0-1-1,-1 1 1,1 1-1,3-1 1,-3 1 0,-1 0-1,0 0 1,1 0 0,-1 1 0,0-1 0,0 0 0,0 1 0,0-1 0,0 1 0,0-1 0,0 1 0,0-1 0,0 1 0,-1-1-1,1 1 1,-1 0 0,1-1 0,-1 1 0,0 0 0,1 2 0,0 14 42,1-1-1,-2 1 1,-1 0-1,0 0 0,-1-1 1,-1 1-1,-7 23 1,-4 38 546,13-47-279,5-16-115,-4-16-186,0 0 0,0 1 0,1-1 0,-1 0 0,0 0 0,0 0 0,0 1 0,1-1 0,-1 0 0,0 0 1,0 0-1,0 1 0,1-1 0,-1 0 0,0 0 0,1 0 0,-1 0 0,0 0 0,0 0 0,1 1 0,-1-1 0,0 0 0,0 0 0,1 0 0,-1 0 0,0 0 0,1 0 0,-1 0 0,0 0 0,1 0 0,-1-1 0,0 1 0,0 0 0,1 0 0,-1 0 0,0 0 0,0 0 0,1-1 0,3-1 10,-1-1 0,0 0 0,1 0 0,-1 0 0,0-1 0,-1 1-1,1-1 1,2-4 0,11-13-31,83-92-1662,-19 24-2061,-39 44 2361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29.763"/>
    </inkml:context>
    <inkml:brush xml:id="br0">
      <inkml:brushProperty name="width" value="0.035" units="cm"/>
      <inkml:brushProperty name="height" value="0.035" units="cm"/>
    </inkml:brush>
  </inkml:definitions>
  <inkml:trace contextRef="#ctx0" brushRef="#br0">168 27 2561,'17'-12'526,"5"-2"342,-22 14-858,0 0 1,0 0-1,0 0 1,0 0-1,0 0 0,0 0 1,0 0-1,0 0 1,0 0-1,0 0 1,0 0-1,0 0 1,0 0-1,0 0 0,0 0 1,0 0-1,0 0 1,0 1-1,0-1 1,0 0-1,0 0 1,0 0-1,0 0 0,0 0 1,0 0-1,0 0 1,0 0-1,0 0 1,1 0-1,-1 0 1,0 0-1,0 0 1,0 0-1,0 0 0,0 0 1,0 0-1,0 0 1,0 0-1,0 0 1,0 0-1,0 0 1,0 0-1,0 0 0,0 0 1,0 0-1,0 0 1,0 0-1,0 0 1,1 0-1,-1 0 1,0 0-1,0 0 0,0 0 1,0 0-1,0 0 1,0 0-1,0 0 1,0 0-1,-8 12 843,-82 115 2049,30-39-2105,52-76-627,0-1 0,1 1 0,-11 25 0,16-32-127,0 0 1,1 0-1,0 0 0,-1 0 1,1 0-1,1 0 0,-1 0 1,1 1-1,0-1 1,0 0-1,1 0 0,0 0 1,1 7-1,-2-10-35,0-1-1,1 1 1,-1-1 0,1 1-1,-1-1 1,1 1-1,-1-1 1,1 0-1,0 1 1,0-1 0,0 0-1,-1 1 1,1-1-1,0 0 1,1 0-1,-1 0 1,0 0 0,0 0-1,0 0 1,1 0-1,-1-1 1,0 1-1,1 0 1,-1-1-1,1 1 1,-1-1 0,1 1-1,-1-1 1,1 1-1,-1-1 1,1 0-1,-1 0 1,1 0 0,-1 0-1,1 0 1,-1 0-1,1-1 1,-1 1-1,3-1 1,2-1 5,-1-1 0,1 0 0,-1 1 0,0-2 0,0 1 0,-1-1 0,1 1 0,7-10 0,110-135-59,-40 44-306,-81 105 285,-4 7 36,-9 22 47,-5 11 83,-11 53 440,27-93-525,1 1 0,0-1 1,-1 1-1,1-1 0,0 1 1,0-1-1,0 1 0,0-1 1,0 1-1,0 0 0,1-1 1,-1 1-1,1 2 0,0-4-9,-1 1 0,1-1-1,0 1 1,-1-1 0,1 1-1,0-1 1,-1 0-1,1 1 1,0-1 0,0 0-1,-1 1 1,1-1 0,0 0-1,0 0 1,-1 0-1,1 0 1,0 0 0,0 0-1,0 0 1,-1 0 0,1 0-1,0 0 1,0-1-1,-1 1 1,1 0 0,0 0-1,0-1 1,-1 1 0,1 0-1,0-1 1,-1 1-1,2-1 1,23-12 13,1-1-1,-2-1 1,0-1 0,29-26-1,-45 35-37,1 0 0,0 1 0,15-9 0,-22 14 15,0 0 0,0 0 1,0 0-1,1 0 0,-1 0 0,0 0 1,1 1-1,-1-1 0,0 1 1,1 0-1,-1 0 0,1 0 0,-1 0 1,1 0-1,-1 0 0,0 1 1,1-1-1,-1 1 0,0-1 1,1 1-1,2 1 0,-4-1 4,1 1 0,-1-1 0,0 0 0,0 0 0,1 1 1,-1-1-1,0 1 0,0-1 0,0 1 0,-1-1 0,1 1 0,0 0 0,-1-1 0,1 1 0,-1 0 0,1 0 0,-1-1 0,1 4 0,-1 39 28,0-17 23,0-27-49,0 1 0,0-1 0,0 0 0,0 1 1,0-1-1,0 0 0,0 1 0,0-1 0,1 0 0,-1 1 0,0-1 1,0 0-1,0 1 0,1-1 0,-1 0 0,0 1 0,1-1 1,-1 0-1,0 0 0,0 1 0,1-1 0,-1 0 0,0 0 0,1 0 1,-1 0-1,0 0 0,1 1 0,-1-1 0,1 0 0,-1 0 1,0 0-1,1 0 0,-1 0 0,0 0 0,1 0 0,-1 0 0,1 0 1,12-3 19,-10 1-17,1 0 1,-1-1-1,0 1 1,0-1-1,1 0 0,-2 1 1,1-1-1,0-1 0,4-5 1,1-2 0,21-28 5,-17 21-23,28-30 0,-37 44 8,0 1 0,1 0 0,0-1 0,0 2 0,0-1 0,0 0 0,0 1 0,0 0 0,1 0 0,-1 0 0,1 0 0,0 1 0,8-2 0,-12 2 3,1 1 0,-1 0 0,1 0 0,-1 0 0,1 0 0,0 0-1,-1 1 1,1-1 0,-1 0 0,1 1 0,-1-1 0,1 1 0,-1-1 0,1 1 0,-1 0 0,0-1 0,1 1 0,-1 0 0,0 0 0,3 2 0,-3-1 2,1 0 0,-1 0 1,0 1-1,0-1 0,0 0 0,0 0 1,0 1-1,0-1 0,-1 1 0,1-1 1,0 5-1,-1 5 20,0-1 0,-1 1 1,0-1-1,-4 18 0,-5 11 195,-22 59 1,13-43-16,-33 83 292,-12 41 44,46-128-404,7-23-42,2 1 0,-6 34 0,14-57-103,0 0 0,1 0 0,0 0 0,1 11 1,1-13-272,2-11-193,12-31-742,13-39 491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0.128"/>
    </inkml:context>
    <inkml:brush xml:id="br0">
      <inkml:brushProperty name="width" value="0.035" units="cm"/>
      <inkml:brushProperty name="height" value="0.035" units="cm"/>
    </inkml:brush>
  </inkml:definitions>
  <inkml:trace contextRef="#ctx0" brushRef="#br0">175 1 3289,'-5'0'381,"-1"0"1,0 1-1,0-1 1,1 1-1,-1 1 1,1-1-1,-1 1 1,1 0-1,0 0 0,-1 1 1,1-1-1,0 1 1,1 0-1,-1 0 1,0 1-1,1 0 1,-7 6-1,1 1-42,0 0 0,1 0 0,0 1 0,0 1 0,-10 20 0,18-32-316,0 1 0,0 0 0,0-1 0,1 1 0,-1 0-1,0 0 1,1 0 0,-1 0 0,1 0 0,-1 0 0,1 0-1,0-1 1,0 1 0,0 0 0,0 0 0,1 4 0,0-5-18,0 1 1,0-1 0,0 0-1,0 0 1,1 0-1,-1 0 1,0-1 0,1 1-1,-1 0 1,0-1-1,1 1 1,-1 0 0,1-1-1,-1 0 1,1 1-1,-1-1 1,1 0 0,-1 0-1,1 0 1,-1 0 0,1 0-1,2 0 1,91-5 42,-75 3-44,0 0 0,0 1 0,0 1 0,0 1 0,0 1 0,0 0 0,20 6 0,-35-6-4,1 0 1,-1 0-1,1 1 1,-1-1 0,0 1-1,0 0 1,0 1-1,0-1 1,4 5-1,-6-5 7,-1-1-1,0 1 1,0-1-1,0 1 1,0 0-1,-1 0 1,1 0-1,-1 0 0,0 0 1,0 1-1,0-1 1,0 0-1,0 0 1,-1 1-1,1-1 0,-1 1 1,0-1-1,0 4 1,-1 0 46,-1 0 1,1 0 0,-1-1-1,0 1 1,-1-1 0,0 1-1,0-1 1,0 0 0,0 0-1,-1 0 1,-7 8-1,-7 7 300,-32 28 0,50-48-347,-27 23 169,0-1 1,-2-2-1,0 0 1,-50 25-1,41-32-865,37-14 570,0 0 1,0 1-1,-1-1 1,1 0-1,0 0 1,-1 1-1,1-1 1,0 0-1,0 0 1,-1-1-1,1 1 1,0 0-1,-1 0 1,1-1 0,0 1-1,0 0 1,0-1-1,-1 1 1,1-1-1,0 0 1,0 1-1,0-1 1,0 0-1,0 0 1,-1-1-1,0-3-138,0-1 0,0 1 0,0-1 0,1 0 0,-1-10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1.152"/>
    </inkml:context>
    <inkml:brush xml:id="br0">
      <inkml:brushProperty name="width" value="0.035" units="cm"/>
      <inkml:brushProperty name="height" value="0.035" units="cm"/>
    </inkml:brush>
  </inkml:definitions>
  <inkml:trace contextRef="#ctx0" brushRef="#br0">1 70 264,'26'-54'285,"-16"38"-20,-7 16 26,-3 7 154,-5 224 4236,2-25-2938,-3-121-1192,-4 101 517,12-159-910,-2-27-154,0 0-1,0 0 0,0 1 1,0-1-1,0 0 0,0 0 1,0 1-1,0-1 0,0 0 0,0 0 1,0 0-1,0 1 0,0-1 1,0 0-1,0 0 0,0 0 1,0 1-1,0-1 0,1 0 1,-1 0-1,0 0 0,0 1 0,0-1 1,0 0-1,0 0 0,0 0 1,1 0-1,-1 1 0,0-1 1,0 0-1,0 0 0,1 0 1,-1 0-1,0 0 0,0 0 0,0 0 1,1 1-1,-1-1 0,0 0 1,0 0-1,0 0 0,1 0 1,-1 0-1,0 0 0,0 0 0,1 0 1,5-12 114,66-165 237,-55 141-325,1 2 1,44-63 0,-54 87-28,11-16 8,27-27-1,-39 46-11,0 1 1,1-1-1,-1 1 0,1 1 0,0 0 0,1 0 1,-1 0-1,13-4 0,-18 8-1,-1 0 0,1 1 0,0-1 1,0 1-1,0-1 0,-1 1 0,1 0 0,0 0 1,0 0-1,0 0 0,0 1 0,0-1 0,-1 1 1,4 1-1,-4-2 1,-1 1 0,1 0 0,-1 0 0,1 0 0,-1 0 0,0 0 0,1 0 0,-1 0 0,0 0 0,0 0 0,0 0 0,0 1 0,0-1 0,0 0 0,0 1 0,0-1 0,-1 1 0,1-1 0,-1 1 0,1-1 0,-1 1 0,1-1 0,-1 1 0,0 0 0,1 2 0,-2 9 4,0 1 1,0-1 0,-1 0-1,0 0 1,-1 0 0,-1 0 0,0-1-1,-1 1 1,0-1 0,-1 0-1,0-1 1,-1 1 0,-12 14-1,-12 13 27,-2-2 0,-48 43 0,10-11-195,69-67 46,-6 6-1006,10-17-1115,12-19 953</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1.514"/>
    </inkml:context>
    <inkml:brush xml:id="br0">
      <inkml:brushProperty name="width" value="0.035" units="cm"/>
      <inkml:brushProperty name="height" value="0.035" units="cm"/>
    </inkml:brush>
  </inkml:definitions>
  <inkml:trace contextRef="#ctx0" brushRef="#br0">0 296 1424,'37'-5'623,"54"0"0,-90 5-558,1 0 0,0 0 0,0 0 1,0 0-1,0 1 0,-1-1 0,1 1 0,0-1 0,0 1 0,-1 0 1,1 0-1,-1 0 0,1 0 0,-1 0 0,1 0 0,-1 0 0,1 0 1,-1 1-1,0-1 0,0 0 0,1 1 0,-1-1 0,0 1 1,0-1-1,-1 1 0,1 0 0,0-1 0,-1 1 0,1 0 0,0 0 1,-1-1-1,0 1 0,0 0 0,1 2 0,2 7 418,7 20 1320,22 45 0,-32-76-1780,0 0-1,0 0 0,0 0 1,0 0-1,0-1 0,0 1 1,1 0-1,-1 0 0,0 0 1,0 0-1,0 0 0,0-1 1,0 1-1,0 0 0,1 0 1,-1 0-1,0 0 0,0 0 1,0 0-1,0 0 0,1 0 1,-1 0-1,0 0 0,0-1 1,0 1-1,0 0 0,1 0 1,-1 0-1,0 0 0,0 0 1,0 0-1,1 0 0,-1 0 1,0 1-1,0-1 0,0 0 1,0 0-1,1 0 0,-1 0 1,0 0-1,0 0 0,0 0 1,0 0-1,1 0 0,-1 0 1,0 1-1,0-1 0,0 0 1,0 0-1,0 0 0,0 0 1,0 0-1,1 1 0,-1-1 1,0 0-1,0 0 0,0 0 1,0 0-1,0 1 0,0-1 1,0 0-1,2-16 289,-2 14-237,4-113 755,-5 79-770,2 0 0,2 1 1,1-1-1,13-53 1,-15 82-129,1 1 1,0-1 0,0 0 0,0 1-1,1-1 1,0 1 0,6-6 0,-9 10-88,0 1 1,1-1 0,-1 0-1,1 1 1,-1-1 0,1 1-1,0-1 1,-1 1 0,1 0-1,0 0 1,0 0-1,0 0 1,0 0 0,0 0-1,0 1 1,1-1 0,-1 1-1,0-1 1,0 1 0,0 0-1,1 0 1,-1 0 0,0 0-1,0 0 1,0 0 0,0 1-1,4 0 1,16 13-979</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2.094"/>
    </inkml:context>
    <inkml:brush xml:id="br0">
      <inkml:brushProperty name="width" value="0.035" units="cm"/>
      <inkml:brushProperty name="height" value="0.035" units="cm"/>
    </inkml:brush>
  </inkml:definitions>
  <inkml:trace contextRef="#ctx0" brushRef="#br0">99 138 568,'18'18'192,"35"30"0,-52-47-186,-1-1-1,0 0 1,0 0 0,1 0-1,-1 0 1,0 1 0,1-1-1,-1 0 1,0 0 0,0 0-1,1 0 1,-1 0 0,0 0-1,1 0 1,-1 0-1,0 0 1,1 0 0,-1 0-1,0 0 1,0 0 0,1 0-1,-1 0 1,0 0 0,1 0-1,-1 0 1,0 0-1,0-1 1,1 1 0,-1 0-1,0 0 1,0 0 0,1-1-1,4-11 150,-4-25 99,-1 21-127,5-33 314,-2 32 20,-1 0 0,-1-21 0,-1 38-426,0-1 0,0 1 0,0-1-1,1 0 1,-1 1 0,0-1 0,0 1 0,-1-1-1,1 0 1,0 1 0,0-1 0,0 1 0,0-1 0,0 0-1,-1 1 1,1-1 0,0 1 0,0-1 0,-1 1 0,1-1-1,-1 1 1,1-1 0,0 1 0,-1-1 0,1 1-1,-1 0 1,1-1 0,-1 1 0,1-1 0,-1 1 0,1 0-1,-1 0 1,1-1 0,-1 1 0,0 0 0,1 0-1,-1 0 1,1 0 0,-1 0 0,0-1 0,1 1 0,-1 0-1,1 0 1,-1 1 0,0-1 0,1 0 0,-1 0 0,1 0-1,-1 0 1,0 0 0,1 1 0,-1-1 0,1 0-1,-1 1 1,1-1 0,-1 0 0,1 1 0,-1-1 0,-5 4 190,1-1 1,0 1 0,0 0 0,-5 6-1,3-3 0,0 1 0,0 0 0,1 0-1,1 1 1,-1-1 0,-5 14 0,1 1 128,-8 34 0,-2 7-207,-14 52 294,30-100-307,1 1 0,1 0 0,1 0 0,0 30 0,1-45-127,0-1 1,0 1 0,0-1-1,0 1 1,0-1 0,1 1-1,-1-1 1,1 1 0,-1-1-1,1 1 1,-1-1 0,1 0-1,0 1 1,-1-1 0,1 0-1,0 0 1,0 1 0,0-1-1,0 0 1,2 1-1,-2-1-1,0-1 0,0 0 0,1 1 0,-1-1 0,0 0 0,0 0 0,0 0 0,1 0-1,-1 0 1,0 0 0,0 0 0,1 0 0,-1-1 0,0 1 0,0 0 0,0-1-1,0 1 1,1-1 0,0 0 0,7-4 18,0-1 1,0-1-1,-1 1 0,11-12 0,-14 14-10,235-187 184,-211 169-183,-23 17 1,-1 1 0,1-2 0,-1 1 0,0-1 0,0 0 0,-1 0 0,1 0 0,-1 0 0,-1-1 0,6-13 0,-7 17-9,-1 0 0,0 0-1,0 0 1,-1 0-1,1 0 1,-1-1 0,1 1-1,-1 0 1,0 0 0,0-1-1,-1 1 1,1 0-1,-1 0 1,1-1 0,-1 1-1,0 0 1,0 0 0,0 0-1,-1 0 1,1 0-1,-1 0 1,0 1 0,0-1-1,0 0 1,0 1-1,0-1 1,-3-2 0,2 3-6,0 0 0,1 1 0,-1-1 1,0 1-1,0-1 0,0 1 0,0 0 0,0 0 1,0 0-1,0 1 0,-1-1 0,1 1 0,0 0 1,0-1-1,-1 2 0,1-1 0,0 0 1,0 0-1,0 1 0,0 0 0,-1 0 0,1 0 1,0 0-1,-4 2 0,-4 3 0,0 0-1,0 0 0,0 1 1,-17 15-1,-90 87 206,98-89-135,1 2 0,1 1 0,-23 39-1,39-59-39,0 1 0,0-1-1,1 1 1,-1 0-1,1 0 1,0 0 0,0 0-1,0 0 1,1 0-1,-1 0 1,1 0 0,0 0-1,0 0 1,1 0-1,-1 0 1,1 0 0,0 0-1,0 0 1,0 0-1,0 0 1,1-1 0,-1 1-1,1 0 1,0-1-1,0 1 1,1-1 0,4 6-1,-1-2 3,1-1 0,-1 0-1,1 0 1,0-1 0,1 1 0,-1-2-1,1 1 1,0-1 0,0 0 0,1-1-1,13 4 1,-7-3 7,1-2 1,0 0-1,-1 0 0,1-2 0,0 0 0,0 0 1,0-2-1,0 0 0,0-1 0,-1 0 1,0-1-1,1-1 0,18-9 0,14-9-305,-1-2-1,70-51 1,-63 40-1138,-25 16-581,-9 1 738</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2.988"/>
    </inkml:context>
    <inkml:brush xml:id="br0">
      <inkml:brushProperty name="width" value="0.035" units="cm"/>
      <inkml:brushProperty name="height" value="0.035" units="cm"/>
    </inkml:brush>
  </inkml:definitions>
  <inkml:trace contextRef="#ctx0" brushRef="#br0">287 208 608,'-8'0'292,"0"1"1,0 0-1,0 0 0,0 1 0,0 0 1,1 0-1,-1 1 0,1 0 0,-1 0 1,1 1-1,0 0 0,1 0 0,-1 1 1,1 0-1,-1 0 0,2 0 0,-1 1 1,0 0-1,1 0 0,0 0 0,-5 11 1,-72 149 1903,71-141-1959,2 1-1,1 0 0,1 0 0,-6 49 1,13-72-214,-1 38 142,1-40-161,0 1 1,0-1 0,0 0 0,0 0 0,0 0 0,1 0-1,-1 0 1,0 0 0,1 0 0,-1 0 0,1 0-1,-1 0 1,1 0 0,-1 0 0,1 0 0,0 0 0,-1 0-1,1 0 1,0 0 0,0-1 0,0 1 0,0 0-1,0-1 1,0 1 0,0 0 0,0-1 0,0 1 0,0-1-1,0 0 1,1 1 0,3-2 7,-1 0-1,0 0 1,0-1-1,0 1 1,0-1 0,0 0-1,-1 0 1,1 0 0,0-1-1,-1 1 1,0-1-1,0 0 1,5-5 0,38-39 122,51-67 0,37-38 24,-130 148-153,16-12-18,-20 16 13,0 0-1,1 0 1,-1 0-1,0 0 0,0 0 1,0 0-1,0 0 0,1 0 1,-1 0-1,0 0 1,0 0-1,0 0 0,1 0 1,-1 0-1,0 1 1,0-1-1,0 0 0,1 0 1,-1 0-1,0 0 0,0 0 1,0 0-1,0 0 1,0 1-1,1-1 0,-1 0 1,0 0-1,0 0 1,0 0-1,0 0 0,0 1 1,0-1-1,0 0 0,1 0 1,0 16-23,-3-2 13,0-1 0,-6 21 0,6-26 18,-1 1 1,1 0-1,1-1 0,-1 1 0,2 0 0,-1 0 0,1 0 0,2 15 0,-2-22-4,0-1 0,1 0 1,-1 0-1,0 0 0,1 1 0,0-1 0,-1 0 0,1 0 1,-1 0-1,1 0 0,0 0 0,0 0 0,0 0 1,0 0-1,0 0 0,0 0 0,0-1 0,0 1 0,0 0 1,0 0-1,0-1 0,0 1 0,0-1 0,0 1 0,1-1 1,-1 0-1,0 1 0,0-1 0,1 0 0,-1 0 0,0 0 1,1 0-1,-1 0 0,0 0 0,0 0 0,1-1 1,-1 1-1,0 0 0,0-1 0,1 1 0,-1-1 0,2 0 1,5-3 5,0 0 1,0 0 0,0-1 0,-1 0-1,8-6 1,7-8-339,0 0 0,-1-2 1,-1-1-1,30-42 0,-26 27-800,-2-1 0,29-66 1,27-63-748,-77 165 1870,-1 1 0,1-1 0,0 1 0,0 0 1,0-1-1,0 1 0,0 0 0,0-1 0,0 1 1,0 0-1,0 0 0,3-2 0,-4 3 9,1 0 1,-1 0-1,0 0 0,1 0 1,-1 0-1,0 0 0,1 0 1,-1 0-1,0 0 0,1 0 1,-1 0-1,0 1 0,1-1 1,-1 0-1,0 0 0,1 0 1,-1 0-1,0 0 0,0 1 1,1-1-1,-1 0 0,0 0 1,0 1-1,1-1 0,-1 0 1,0 0-1,0 1 0,0-1 1,1 0-1,-1 1 0,0-1 1,0 0-1,0 1 0,2 4 87,-1-1-1,1 1 0,-1 0 1,0 0-1,0 9 0,0 30 829,-3 0-1,-6 44 1,-20 88 948,4-35-919,19-107-441,-17 61 0,18-87-290,3-16-90,7-25 9,17-23-86,3 0 1,2 1 0,2 2-1,60-79 1,-77 113-47,1 1 0,1 1 0,19-16 0,-30 29-7,1 0 1,0 0-1,0 0 1,0 1-1,1 0 0,-1 0 1,1 1-1,-1-1 1,1 1-1,0 0 1,0 1-1,0 0 0,0 0 1,0 0-1,1 0 1,7 1-1,-13 0 2,1 0 0,0 1 1,-1-1-1,1 0 0,-1 1 0,1-1 0,-1 1 0,1-1 0,-1 1 1,1 0-1,-1-1 0,1 1 0,-1 0 0,0 0 0,0 0 1,1 0-1,-1 0 0,0 0 0,0 1 0,0-1 0,0 0 1,0 1-1,0-1 0,-1 0 0,1 1 0,0-1 0,-1 1 1,1-1-1,-1 1 0,0-1 0,1 1 0,-1 0 0,0-1 1,0 1-1,0-1 0,0 3 0,0 0 3,0 1 0,-1-1-1,0 1 1,0-1 0,0 1 0,0-1-1,-1 1 1,0-1 0,1 0 0,-2 0-1,1 0 1,-3 4 0,-5 3 9,-1 0 0,0-1 1,-1-1-1,0 0 0,0 0 0,-1-1 0,-21 10 0,15-8 61,1 1 0,-32 24-1,47-32-52,0 0 0,0 0 0,0 0 0,1 0 0,-1 0 0,1 1 0,0-1 0,0 1 0,0 0 0,0 0 0,1-1 0,0 1 0,0 0 0,0 0 0,0 0 0,0 1 0,1-1 0,0 0 0,0 0 0,0 0 0,0 0 0,1 0 0,-1 0 0,1 0 0,0 0-1,0 0 1,1 0 0,-1 0 0,3 4 0,0-1-6,0 1-1,0-1 0,0-1 0,1 1 0,0-1 1,0 0-1,1 0 0,0 0 0,0-1 0,0 0 0,1 0 1,0 0-1,-1-1 0,10 4 0,-6-4-20,1-1 0,-1 0 0,1 0 0,0-1 0,-1 0 0,1-1 0,0 0 0,17-2 0,7-2-363,47-11 0,-62 9 142,103-21-1626,1-5 751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3.783"/>
    </inkml:context>
    <inkml:brush xml:id="br0">
      <inkml:brushProperty name="width" value="0.035" units="cm"/>
      <inkml:brushProperty name="height" value="0.035" units="cm"/>
    </inkml:brush>
  </inkml:definitions>
  <inkml:trace contextRef="#ctx0" brushRef="#br0">543 437 704,'-5'4'397,"1"0"1,-1 0-1,0-1 0,0 0 1,0 0-1,0 0 0,-1-1 1,1 0-1,-1 0 0,-10 3 1,-1 1 818,-51 16 705,46-16-1758,-1 2 1,2 0 0,-1 1 0,1 1-1,-30 20 1,26-11-66,1 1-1,1 1 1,-41 47-1,51-52-16,1 0 0,0 1 0,2 0-1,0 1 1,1 0 0,0 0-1,-6 23 1,14-38-63,0 0 1,0 0-1,1 1 0,-1-1 1,1 1-1,-1-1 0,1 0 1,0 1-1,1-1 0,-1 1 0,0-1 1,2 4-1,-2-6-14,1 0 1,-1-1-1,0 1 1,1-1-1,-1 1 1,0-1-1,1 1 1,-1-1-1,1 1 1,-1-1-1,1 1 1,-1-1-1,1 1 0,-1-1 1,1 0-1,0 1 1,-1-1-1,1 0 1,0 0-1,-1 1 1,1-1-1,0 0 1,1 0 0,0 0 0,0 0 0,0 0 1,-1 0-1,1-1 0,0 1 1,0-1-1,-1 1 0,1-1 1,0 0-1,2-1 0,42-26 63,-2-3-1,-1-1 1,47-46-1,-69 59-49,11-9 8,-2 0-1,-1-2 1,-2-1-1,-1-2 1,-1 0-1,-2-2 1,-1 0-1,24-54 1,-24 28 7,27-113 1,-47 163-33,20-100 11,-20 92-23,-2 19 11,0 0-1,0 0 1,0-1-1,0 1 1,0 0 0,0 0-1,0 0 1,0 0-1,0-1 1,0 1-1,0 0 1,0 0 0,0 0-1,0 0 1,0 0-1,-1-1 1,1 1-1,0 0 1,0 0 0,0 0-1,0 0 1,0 0-1,0-1 1,0 1-1,0 0 1,0 0 0,-1 0-1,1 0 1,0 0-1,0 0 1,0 0-1,0 0 1,0 0 0,-1-1-1,1 1 1,0 0-1,0 0 1,0 0-1,0 0 1,-1 0-1,1 0 1,-2 2-2,1 0 0,0-1 0,-1 1 0,1 0 1,0 0-1,0 0 0,0 0 0,0 0 0,0 0 0,0 0 0,0 0 0,0 3 0,-77 283 568,67-232-415,3 0 1,2 1-1,1 73 0,5-117-126,1 0 0,0 0-1,1 0 1,0-1 0,8 24-1,-8-31-40,-1-1 0,1 0 0,1 0 0,-1-1 0,0 1 0,1 0 0,0-1 0,0 1 0,0-1 0,0 0 0,0 0 0,1 0 0,-1-1-1,1 1 1,0-1 0,0 0 0,0 0 0,0 0 0,0 0 0,5 1 0,1-1-252,0-1 0,0 0 1,0 0-1,0-1 0,0 0 0,0-1 1,0 0-1,12-3 0,-10 1-27,-1-1 0,18-8 0,-29 12 288</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4.539"/>
    </inkml:context>
    <inkml:brush xml:id="br0">
      <inkml:brushProperty name="width" value="0.035" units="cm"/>
      <inkml:brushProperty name="height" value="0.035" units="cm"/>
    </inkml:brush>
  </inkml:definitions>
  <inkml:trace contextRef="#ctx0" brushRef="#br0">159 275 3049,'0'0'81,"0"1"-1,0 0 1,0-1 0,0 1 0,0 0 0,0-1 0,0 1 0,0 0 0,0-1 0,0 1 0,0-1 0,-1 1-1,1 0 1,0-1 0,0 1 0,-1-1 0,1 1 0,0 0 0,-1-1 0,1 1 0,0-1 0,-1 1-1,1-1 1,-1 0 0,1 1 0,-2 0 0,-4 3 347,0 0-1,-1-1 1,0 0 0,0 0 0,0-1-1,-14 4 1,17-5-283,0 0 0,1 0 0,-1-1 0,0 1 1,0-1-1,0 0 0,0 0 0,0 0 0,0-1 0,0 0 0,0 1 1,0-1-1,1 0 0,-1-1 0,0 1 0,-6-4 0,8 3-115,0 0 0,0 0 0,1 0 0,-1 0 1,1 0-1,0-1 0,-1 1 0,1 0 0,0-1 0,0 1 0,1-1 0,-1 1 0,0-1 0,1 1 0,0-1 0,-1 1 0,1-1 0,0 0 0,0 1 0,1-1 0,-1 1 0,1-4 0,1-4-14,0 0-1,1 0 1,0 1-1,6-14 0,-6 17-14,0 0-1,0 0 1,1 0-1,-1 0 1,1 1-1,1-1 1,-1 1-1,1 0 1,0 0-1,0 1 1,0 0-1,0 0 1,1 0-1,0 0 1,0 1-1,0 0 1,0 0-1,0 1 1,1-1-1,-1 1 1,1 1-1,0-1 1,-1 1-1,1 1 1,0-1-1,0 1 1,0 0-1,-1 0 1,1 1-1,0 0 0,0 0 1,-1 1-1,1 0 1,-1 0-1,1 0 1,-1 1-1,0 0 1,0 0-1,0 1 1,-1 0-1,1-1 1,-1 2-1,6 4 1,-8-6 48,2 2-192,0 0-1,1-1 1,-1 0 0,7 4-1,-11-7 35,1-1-1,-1 1 1,0 0-1,1-1 0,-1 1 1,0-1-1,1 0 0,-1 1 1,1-1-1,-1 0 0,1 0 1,-1 0-1,1 0 0,-1 0 1,0 0-1,1 0 1,-1-1-1,1 1 0,-1 0 1,0-1-1,1 1 0,-1-1 1,0 0-1,1 1 0,0-2 1,4-3-405,-1 0-1,0 0 1,-1-1 0,1 1 0,-1-1 0,-1 0 0,4-7-1,-3 7 325,-1-1 0,1 1 0,0 1-1,0-1 1,1 1 0,7-7 0,-8 8 424,-4 4 181,-4 11 305,-1 10 248,2-1 0,0 1 0,0 33 0,3-48-818,0-1 0,0 1-1,1-1 1,0 1 0,0-1 0,0 1-1,0-1 1,1 1 0,0-1 0,0 0 0,0 0-1,1 0 1,0 0 0,0-1 0,0 1-1,1-1 1,-1 1 0,6 4 0,-7-8-115,-1 0 0,1-1 0,-1 1 0,1 0 0,-1-1 0,1 1 0,-1-1 0,1 1 0,-1-1 0,1 0 0,0 1 1,-1-1-1,1 0 0,0 0 0,-1 0 0,1-1 0,0 1 0,-1 0 0,1-1 0,-1 1 0,1-1 0,-1 1 0,1-1 0,-1 0 1,1 1-1,-1-1 0,1 0 0,0-1 0,6-4 22,-1 0 1,0 0 0,10-12-1,-13 13-4,36-49 93,-27 35-108,20-24 0,-29 38-35,1 1 0,-1-1 0,1 1 0,-1 1 1,1-1-1,1 1 0,-1-1 0,0 2 0,12-6 0,-16 8-3,1-1 0,-1 1 0,1 0 0,-1-1 0,1 1 0,0 0 1,-1 0-1,1 0 0,-1 0 0,1 1 0,-1-1 0,1 0 0,-1 0 0,1 1 0,-1-1 0,1 1 0,-1 0 0,0-1 0,1 1 0,-1 0 0,0 0 0,1 0 0,-1 0 0,0 0 0,0 0 0,0 0 0,0 0 0,0 0 0,0 1 0,0-1 0,0 0 0,-1 1 0,1-1 0,0 0 0,-1 1 0,1-1 1,-1 1-1,1-1 0,-1 3 0,3 7 0,-1 0 0,0 1 0,-1 0 0,1 11 0,-2-14 1,-1 13 4,0-19-3,0 0 1,1 0 0,0-1-1,-1 1 1,1 0-1,0 0 1,1 0 0,-1 0-1,0-1 1,1 1-1,0 0 1,-1 0 0,1-1-1,0 1 1,3 4 0,-4-7-2,0 1 1,1-1-1,-1 0 1,1 0 0,-1 1-1,1-1 1,-1 0-1,1 0 1,-1 0-1,1 0 1,-1 0 0,1 0-1,-1 0 1,1 1-1,-1-2 1,1 1 0,-1 0-1,1 0 1,-1 0-1,1 0 1,-1 0-1,1 0 1,-1 0 0,0-1-1,1 1 1,-1 0-1,1 0 1,-1-1 0,1 1-1,-1-1 1,14-11 26,-11 9-19,8-9-55,-1-1-1,0-1 1,-1 0-1,8-16 1,16-26-539,-22 41 297,-4 4-54,0 0 1,1 0-1,0 1 1,1 0 0,0 1-1,1 0 1,15-11-1,-24 19 309,0 0-1,0 0 1,0 1-1,0-1 1,0 0-1,0 1 1,0-1-1,0 1 1,0-1-1,0 1 0,1 0 1,-1 0-1,0-1 1,0 1-1,0 0 1,1 0-1,-1 0 1,0 0-1,0 0 1,0 0-1,1 1 0,-1-1 1,0 0-1,2 1 1,-1 1 19,-1 0 0,1-1 0,0 1 0,-1 0 0,0 0 1,1 0-1,-1 0 0,0 0 0,0 0 0,0 0 0,0 0 0,0 4 1,2 7 75,0 0 0,-1 0 0,-1 1 0,0-1 0,-1 1 0,-1-1 0,0 0 0,-4 20 0,0 34 821,4-66-844,1 0 0,0 1-1,0-1 1,0 0 0,0 0 0,0 0-1,1 0 1,-1 0 0,0 0-1,0 0 1,1 0 0,-1 0 0,1 0-1,-1 0 1,0 0 0,1-1 0,1 3-1,-2-3-19,1 0 0,-1 0 0,0 0 0,1 0 0,-1 1 0,1-1 0,-1 0 0,1 0 0,-1 0 0,1 0-1,-1 0 1,1 0 0,-1 0 0,1-1 0,-1 1 0,1 0 0,-1 0 0,1 0 0,-1 0 0,1-1 0,-1 1 0,0 0 0,1 0 0,-1-1-1,1 0 1,5-4 110,0 0-1,-1 0 0,8-11 0,-5 7-51,13-14 64,0 1-1,2 1 0,0 1 0,47-29 1,-42 31 99,-22 13-158,0 1 0,1-1 0,0 1 0,0 1 0,0 0 0,0 0 0,0 0 1,12-2-1,-15 5-64,-1 0 0,0 0 0,1 0 0,-1 1 0,0 0-1,0 0 1,1 0 0,-1 0 0,0 0 0,0 0 0,0 1 0,0-1 0,0 1 0,-1 0 0,1 0 0,-1 0 0,1 0 0,-1 1 0,3 2 0,6 7 51,-1 1 0,14 22-1,-18-25-35,27 49 97,-26-45-235,0 0-1,0-1 1,1 0 0,1-1-1,20 23 1,2-14-171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5.857"/>
    </inkml:context>
    <inkml:brush xml:id="br0">
      <inkml:brushProperty name="width" value="0.035" units="cm"/>
      <inkml:brushProperty name="height" value="0.035" units="cm"/>
    </inkml:brush>
  </inkml:definitions>
  <inkml:trace contextRef="#ctx0" brushRef="#br0">0 186 1512,'76'-152'961,"-74"132"-137,4 6 144,-8 22 104,-8 11-40,14 26 17,-4 11-97,6 18-352,3 0-128,-5 4-192,-6-3-72,0 3-56,2 0 0,-2-11 8,12-5-16,-4-20-392,-4-15-584,3-33 528</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6.236"/>
    </inkml:context>
    <inkml:brush xml:id="br0">
      <inkml:brushProperty name="width" value="0.035" units="cm"/>
      <inkml:brushProperty name="height" value="0.035" units="cm"/>
    </inkml:brush>
  </inkml:definitions>
  <inkml:trace contextRef="#ctx0" brushRef="#br0">17 125 1528,'-2'-3'230,"0"0"0,0 0 0,0-1-1,0 1 1,1 0 0,-1 0 0,-1-7 0,3 9-185,0 1 1,0-1-1,0 1 1,0-1-1,0 1 1,0-1 0,0 1-1,0 0 1,0-1-1,0 1 1,0-1 0,0 1-1,0-1 1,0 1-1,1-1 1,-1 1 0,0 0-1,0-1 1,0 1-1,1-1 1,-1 1-1,0 0 1,1-1 0,-1 1-1,1-1 1,0 1 13,0-1-1,1 1 1,-1 0 0,0-1-1,0 1 1,1 0 0,-1 0-1,0 0 1,0 0 0,1 0-1,-1 0 1,0 0 0,0 0-1,2 1 1,34 8 847,-24-5-709,0-1 0,0-1 0,0 0 0,25 0 0,-12-5-126,-1-1 0,1-1 1,-1-1-1,0-2 0,38-16 1,-39 13-56,1 2 1,0 1 0,0 1 0,1 1 0,38-4 0,-59 9-11,1 1 0,0 0 1,0 1-1,0-1 0,-1 1 0,1 0 0,0 0 0,-1 1 0,1 0 0,-1 0 0,7 3 0,-9-3 8,-1 0-1,1 0 1,-1 0-1,0 0 1,1 0-1,-1 0 1,0 0 0,-1 1-1,1-1 1,0 1-1,-1 0 1,1-1-1,-1 1 1,0 0-1,0 0 1,0 0-1,0 0 1,-1 0-1,1 0 1,-1 0 0,1 5-1,-2 0 44,1 0-1,-1 1 1,0-1-1,-1 0 1,0 0-1,0 1 1,-1-1-1,0-1 0,0 1 1,-1 0-1,0-1 1,-1 0-1,-6 9 1,-10 11 250,-47 46-1,56-61-246,-30 30 125,-1-2-1,-2-1 1,-63 40-1,105-77-244,-1 0 0,1 0 0,-1-1 0,1 0 0,-1 1 0,0-1 0,0 0 0,0-1 0,1 1 0,-1-1 0,-6 1 0,0-4-243</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6.804"/>
    </inkml:context>
    <inkml:brush xml:id="br0">
      <inkml:brushProperty name="width" value="0.035" units="cm"/>
      <inkml:brushProperty name="height" value="0.035" units="cm"/>
    </inkml:brush>
  </inkml:definitions>
  <inkml:trace contextRef="#ctx0" brushRef="#br0">35 4 1680,'0'0'21,"-1"0"0,1-1 0,0 1-1,-1 0 1,1-1 0,-1 1 0,1 0 0,-1-1-1,1 1 1,0 0 0,-1 0 0,1 0 0,-1 0-1,1 0 1,-1-1 0,1 1 0,-1 0-1,0 0 1,1 0 0,-1 0 0,1 0 0,-1 1-1,1-1 1,-1 0 0,1 0 0,-1 0-1,1 0 1,-1 0 0,1 1 0,0-1 0,-1 0-1,1 0 1,-1 1 0,1-1 0,-1 0-1,1 1 1,0-1 0,-1 1 0,1-1 0,0 0-1,-1 1 1,1-1 0,0 1 0,-1 0 0,2 28 538,1-6-295,-2 99 1233,1-85-683,-8 67 1,-1-10 128,6-64-661,1 2 84,2 35 0,-1-59-290,1 1 0,1-1 0,-1 0 0,1 0 0,1 0 1,-1 0-1,1 0 0,1 0 0,5 8 0,-9-15-60,1 0 0,-1 0 0,1 0 0,0 0 0,-1 0 0,1 0-1,0 0 1,0 0 0,0 0 0,0-1 0,0 1 0,0 0 0,0-1 0,0 1 0,0-1-1,0 1 1,0-1 0,0 1 0,0-1 0,1 0 0,-1 1 0,0-1 0,0 0-1,1 0 1,0-1 5,0 1-1,0-1 0,0 1 0,0-1 1,0 0-1,0 0 0,0 0 1,-1 0-1,1 0 0,0 0 1,-1 0-1,1-1 0,1-1 0,5-6 50,0-1-1,0 0 0,10-19 0,-16 24-60,52-103 179,-42 78-149,2 0 0,34-51-1,-39 67-31,-6 9-7,0 0-1,0 0 0,0 1 1,0 0-1,1-1 0,0 1 1,0 0-1,0 1 1,0-1-1,9-5 0,-12 9 1,-1 0-1,1 0 1,-1 0-1,1 0 1,-1 0-1,0 0 0,1 0 1,-1 0-1,1 0 1,-1 0-1,1 0 1,-1 1-1,0-1 1,1 0-1,-1 0 0,1 0 1,-1 1-1,0-1 1,1 0-1,-1 0 1,0 1-1,1-1 1,-1 0-1,0 1 1,1-1-1,-1 0 0,0 1 1,0-1-1,0 0 1,1 1-1,-1-1 1,0 1-1,0-1 1,0 1-1,0-1 0,0 1 1,4 17-9,-5-9 13,1 0 0,-1 0 1,0 1-1,-1-1 0,0-1 0,-6 17 0,-5 24 38,12-47-47,1-1 0,0 0 1,-1 1-1,1-1 0,0 0 1,0 1-1,0-1 0,0 1 1,0-1-1,1 0 1,-1 1-1,0-1 0,1 1 1,-1-1-1,0 0 0,2 2 1,-2-2-37,1-1 1,-1 0 0,1 1 0,-1-1-1,1 0 1,-1 1 0,1-1 0,-1 0-1,1 0 1,-1 0 0,1 0 0,-1 0-1,1 1 1,0-1 0,-1 0 0,1 0-1,-1 0 1,1 0 0,-1 0 0,1-1-1,-1 1 1,1 0 0,0 0 0,-1 0-1,1 0 1,0-1 0,3-1-320,0 0 0,0-1 1,0 1-1,0-1 0,-1 0 0,1 0 1,-1 0-1,3-4 0,12-17-775</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7.156"/>
    </inkml:context>
    <inkml:brush xml:id="br0">
      <inkml:brushProperty name="width" value="0.035" units="cm"/>
      <inkml:brushProperty name="height" value="0.035" units="cm"/>
    </inkml:brush>
  </inkml:definitions>
  <inkml:trace contextRef="#ctx0" brushRef="#br0">1 218 1712,'3'1'68,"2"0"127,0 1 0,0 0 0,0 1 0,0-1 1,7 5-1,-10-5-91,-1 0 0,1-1 0,-1 1 0,1 0 0,-1 0 0,1 0 0,-1 0 0,0 0 0,0 0 0,0 0 0,0 1 0,-1-1 0,1 0 1,0 0-1,0 5 0,-1-4 42,12 59 2135,-11-57-2067,1 1 0,-1-1-1,1 0 1,1 0 0,-1 0 0,0-1 0,1 1 0,0-1 0,4 6 0,-6-9-180,0-1 0,0 1 0,0 0 1,0 0-1,0-1 0,0 1 0,0-1 0,0 1 0,0-1 1,0 1-1,0-1 0,0 0 0,1 0 0,-1 1 0,0-1 1,0 0-1,0 0 0,0 0 0,1 0 0,-1 0 0,0-1 1,0 1-1,0 0 0,0 0 0,0-1 0,1 1 0,-1-1 1,0 1-1,0-1 0,0 1 0,0-1 0,0 0 0,-1 1 1,1-1-1,2-1 0,3-4 70,0 0 0,-1 0 0,10-14 0,-12 16-44,62-88 302,-24 31-283,76-86 0,-111 140-84,1 0 0,0 1 1,0 0-1,1 0 0,9-5 1,-16 10 2,0 0 0,0 1 0,1-1 1,-1 0-1,0 1 0,1 0 1,-1-1-1,0 1 0,1 0 1,-1 0-1,1 0 0,-1 0 0,0 0 1,1 0-1,-1 0 0,1 0 1,1 1-1,-1 0 1,-1 0 0,0 0 0,1 0 0,-1 0 0,0 0 0,0 0 0,0 0 0,0 1 0,0-1 0,0 0 0,0 1 0,0-1 0,0 1 0,-1-1 0,1 1 0,-1-1 0,1 1 0,-1-1 0,1 3 0,2 13 19,-1 1 0,-1-1 0,0 1 0,-1-1 0,-4 23 0,2-13 42,2 30 0,0-51-43,0 1-49,0 0 0,1 0 0,0 0 0,0 0 0,0-1 0,1 1 0,0 0-1,0-1 1,1 1 0,5 9 0,-5-13 8,1 1-1,0-1 1,0 1 0,0-1-1,1-1 1,6 4-1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8.394"/>
    </inkml:context>
    <inkml:brush xml:id="br0">
      <inkml:brushProperty name="width" value="0.035" units="cm"/>
      <inkml:brushProperty name="height" value="0.035" units="cm"/>
    </inkml:brush>
  </inkml:definitions>
  <inkml:trace contextRef="#ctx0" brushRef="#br0">185 381 1184,'0'-2'236,"0"0"-1,0 0 0,0 1 0,-1-1 1,1 0-1,0 1 0,-1-1 0,1 1 1,-1-1-1,0 0 0,0 1 0,1-1 1,-1 1-1,0 0 0,0-1 0,0 1 1,-1 0-1,1-1 0,-2 0 0,1 1-157,1 0 0,-1 0-1,0 0 1,0 1 0,0-1 0,1 1-1,-1-1 1,0 1 0,0 0-1,0 0 1,0 0 0,0 0-1,0 0 1,0 0 0,0 1-1,0-1 1,1 0 0,-1 1-1,0 0 1,0-1 0,0 1-1,1 0 1,-3 2 0,-2-1-33,1 1 0,0-1 1,0 1-1,0 1 1,0-1-1,0 1 1,1 0-1,-1 0 0,1 0 1,0 1-1,1-1 1,-1 1-1,1 0 1,0 0-1,0 0 0,-2 7 1,-9 32 73,2 1-1,-10 80 1,22-124-117,0-1 0,0 1 0,-1 0-1,1-1 1,0 1 0,0 0 0,0-1 0,0 1 0,0 0 0,0-1 0,0 1-1,0 0 1,0-1 0,0 1 0,0 0 0,0-1 0,0 1 0,1-1 0,-1 1-1,0 0 1,0-1 0,1 1 0,-1-1 0,0 1 0,1-1 0,-1 1 0,1 0-1,-1-1 1,1 0 0,-1 1 0,1-1 0,-1 1 0,1-1 0,-1 0 0,1 1-1,-1-1 1,1 0 0,0 1 0,-1-1 0,1 0 0,0 0 0,-1 0 0,1 0-1,-1 0 1,1 0 0,0 0 0,-1 0 0,1 0 0,0 0 0,-1 0 0,1 0-1,0 0 1,-1 0 0,1 0 0,0-1 0,-1 1 0,1 0 0,-1-1 0,1 1 0,0 0-1,0-1 1,5-2 13,0-1 0,0 1 0,-1-1 0,9-7 0,-4 0 5,0 0 0,-1-1 0,-1 0 0,0 0 0,-1-1 0,12-27 0,10-18 48,-11 15-9,-15 34-46,0 1 0,1-1 1,5-9-1,-8 18-13,-1-1 0,1 1 0,0 0 0,0-1 0,0 1 0,0 0 0,-1-1 0,1 1 0,0 0 0,0 0 0,0 0 0,0 0 0,0 0 1,0 0-1,0 0 0,-1 0 0,1 0 0,0 0 0,0 1 0,0-1 0,0 0 0,0 0 0,-1 1 0,1-1 0,0 1 0,1 0 0,29 16 4,-25-14-1,14 10-3,-1 1 0,0 0 0,25 26 0,-31-26-3,1-1-1,1-1 0,0 0 1,1-1-1,27 15 0,-42-26 5,0 1-1,-1-1 0,1 0 0,0 1 1,0-1-1,-1 0 0,1 1 1,0-1-1,0 0 0,0 0 0,0 0 1,-1 1-1,1-1 0,0 0 1,0 0-1,0 0 0,0-1 0,-1 1 1,1 0-1,0 0 0,0 0 0,0-1 1,-1 1-1,1 0 0,0-1 1,0 1-1,-1 0 0,1-1 0,0 1 1,-1-1-1,1 1 0,0-1 1,-1 0-1,1 1 0,-1-1 0,1 0 1,-1 1-1,1-1 0,-1 0 1,1 0-1,0-4 4,0 1 0,0-1 0,0 1 0,0-1 0,-1-9 0,1 4 11,1-23 159,-2 1 0,-6-53-1,3 50 200,1-56 0,2 79-331,2 0 1,0 0-1,0 0 1,1 0 0,0 1-1,1-1 1,0 1-1,9-16 1,-9 20-43,0 0 0,0 0 1,1 0-1,0 1 0,0 0 1,1 0-1,0 0 0,0 0 1,0 1-1,0 0 0,1 1 1,0-1-1,0 1 0,0 0 0,0 1 1,1 0-1,0 0 0,-1 1 1,1 0-1,12-2 0,23-2-817,0 2 0,68 2 0,-64 7-32</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9.058"/>
    </inkml:context>
    <inkml:brush xml:id="br0">
      <inkml:brushProperty name="width" value="0.035" units="cm"/>
      <inkml:brushProperty name="height" value="0.035" units="cm"/>
    </inkml:brush>
  </inkml:definitions>
  <inkml:trace contextRef="#ctx0" brushRef="#br0">16 52 1848,'-4'-25'1209,"0"3"271,2 18-488,2 8 80,-6 26 25,12 18-209,-8 16-176,12 20-144,-8-1-216,-2 3-88,0-1-112,-12-9-24,14-13-24,2-16-32,13-24-792,4-13-944,-8-18 1048</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9.455"/>
    </inkml:context>
    <inkml:brush xml:id="br0">
      <inkml:brushProperty name="width" value="0.035" units="cm"/>
      <inkml:brushProperty name="height" value="0.035" units="cm"/>
    </inkml:brush>
  </inkml:definitions>
  <inkml:trace contextRef="#ctx0" brushRef="#br0">49 294 3481,'-7'-8'405,"0"0"1,1 0-1,0-1 1,0 0 0,-5-11-1,10 17-322,0 1 0,0-1 0,1 0 0,-1 0 0,0 0 0,1 0 0,0 0 0,-1 1 0,1-1 0,0 0 0,1 0 0,-1 0 0,0 0 0,1 0 0,0 0 0,0 0 0,0 0 0,0 1 0,0-1 0,0 0 0,1 1 0,-1-1 0,3-2 0,3-3 26,1 0 1,-1 1-1,1 0 1,1 1-1,-1-1 1,16-7-1,-13 7-74,14-7-22,1 0-1,0 2 1,0 1-1,1 1 1,1 1-1,0 1 1,0 2-1,1 1 1,-1 1 0,1 1-1,45 2 1,-54 2-6,0 1 1,0 1-1,0 1 1,-1 1 0,0 0-1,0 2 1,30 14-1,-35-14 29,-1 1 1,0 1-1,0 0 0,-1 0 0,0 2 0,-1-1 0,0 1 0,-1 1 0,0 0 0,13 22 0,-17-25 47,-1 1 1,0 0-1,-1 0 0,0 1 0,0-1 0,-2 1 0,1 0 0,-1 0 0,-1 0 0,0 0 1,0 0-1,-1 0 0,0 0 0,-1 1 0,-1-1 0,0 0 0,0-1 0,-1 1 0,0 0 1,-1-1-1,0 1 0,-1-1 0,0 0 0,-7 10 0,-11 14 60,-2-1 0,-1-1 0,-2-1 0,-1-1-1,-1-2 1,-60 44 0,27-29-68,-2-3-1,-122 56 0,170-88-92,6-2-128,-1-1 0,1 0 0,-1-1 0,0 0 0,0-1 0,-22 3 0,32-6 62,1 1 0,0-1 0,-1 0 0,1 0 0,-1 0 1,1 0-1,0-1 0,-1 1 0,1 0 0,-1 0 0,1-1 0,0 1 0,-1-1 1,1 1-1,0-1 0,0 0 0,-1 0 0,0 0 0,1-1 12,0 0-1,1 1 1,-1-1 0,0 0 0,1 0-1,0 0 1,-1 1 0,1-1-1,0 0 1,0 0 0,0 0-1,0-2 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39.839"/>
    </inkml:context>
    <inkml:brush xml:id="br0">
      <inkml:brushProperty name="width" value="0.035" units="cm"/>
      <inkml:brushProperty name="height" value="0.035" units="cm"/>
    </inkml:brush>
  </inkml:definitions>
  <inkml:trace contextRef="#ctx0" brushRef="#br0">179 762 5089,'-7'2'337,"0"0"0,0-1 1,-1 1-1,1-2 0,-1 1 0,1-1 0,0 0 0,-1-1 0,1 0 0,-1 0 1,1-1-1,-11-3 0,13 3-263,1 1 0,0-1 0,0 0 1,0-1-1,0 1 0,0-1 0,1 0 0,-1 0 0,1 0 1,0 0-1,0 0 0,0-1 0,0 0 0,0 1 0,1-1 1,0 0-1,0 0 0,0 0 0,0-1 0,1 1 1,-3-9-1,2 2-25,1 1 0,0-1 0,1 1 0,0-1 0,1 0 0,0 1 0,1-1 0,0 0 0,4-12 0,5-11-21,24-45 0,-31 70-22,23-48 2,60-92 0,-66 119-7,1 1-1,2 1 0,0 1 0,43-35 0,-57 54-2,0 0 1,0 1-1,1 1 0,0-1 0,17-5 1,-24 10-1,0 0 1,0 1-1,0 0 0,0 0 1,1 0-1,-1 0 1,0 1-1,0 0 0,1 0 1,-1 0-1,0 0 1,0 1-1,1-1 0,-1 1 1,0 0-1,0 0 1,0 1-1,0-1 0,0 1 1,4 2-1,-3 0 1,0 1 0,-1-1 0,0 1 0,0 0 0,0 0 0,0 0 0,-1 0 1,1 0-1,-2 1 0,1 0 0,0 0 0,-1-1 0,0 1 0,-1 0 0,1 1 0,-1-1 0,0 0 0,-1 0 0,0 8 0,1 12 4,-2 0 0,-1 0 0,-8 34 0,-10 28 165,-40 110-1,50-169-105,0-1-1,-2 0 1,-1 0-1,-1-2 1,-23 35 0,33-57-82,0 0 0,0 0 0,0 0 1,-9 6-1,13-10-22,-1 1 0,0-1 0,1 1 1,-1-1-1,0 1 0,1-1 0,-1 1 0,0-1 0,1 0 0,-1 1 1,0-1-1,0 0 0,1 0 0,-1 0 0,0 0 0,0 1 0,-1-1 1,1-1-27,1 1 0,0-1 0,-1 1 0,1-1 0,0 0 1,0 1-1,-1-1 0,1 1 0,0-1 0,0 0 0,0 1 1,0-1-1,0 1 0,0-1 0,0 0 0,0 1 0,0-1 0,0 1 1,0-1-1,0 0 0,0 0 0,6-27-856</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40.229"/>
    </inkml:context>
    <inkml:brush xml:id="br0">
      <inkml:brushProperty name="width" value="0.035" units="cm"/>
      <inkml:brushProperty name="height" value="0.035" units="cm"/>
    </inkml:brush>
  </inkml:definitions>
  <inkml:trace contextRef="#ctx0" brushRef="#br0">0 0 5905,'2'46'832,"2"-12"-183,2 34 599,5 16-136,0-12-456,3 0-224,1-7-232,-4-18-56,10-24-632,2-8-1392,-10-30 1264</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6:40.585"/>
    </inkml:context>
    <inkml:brush xml:id="br0">
      <inkml:brushProperty name="width" value="0.035" units="cm"/>
      <inkml:brushProperty name="height" value="0.035" units="cm"/>
    </inkml:brush>
  </inkml:definitions>
  <inkml:trace contextRef="#ctx0" brushRef="#br0">0 35 4209,'4'1'154,"1"0"0,-1-1 0,1 0 0,-1 0 0,1 0 0,-1 0 0,0-1 0,1 0 0,-1 1 0,8-4 0,7-1 64,28-5 557,51-4 1,-82 13-563,-1 1 1,1 0-1,-1 1 1,1 0 0,-1 2-1,0-1 1,24 9 0,-34-9-149,0-1 1,0 1-1,-1 1 1,1-1-1,-1 1 1,0-1-1,1 1 1,-1 0-1,5 6 1,-7-6-9,0-1 0,0 1 0,-1 0 0,1-1 0,-1 1 0,1 0 0,-1 0 0,0 0 0,0 0 0,-1 0 0,1 1 0,0-1 0,-1 0 0,0 0 0,0 0 0,-1 7 0,0 4 147,-2 0 0,0 0-1,0-1 1,-1 1 0,-1-1 0,0 0-1,-1 0 1,-1-1 0,0 1 0,0-2 0,-13 16-1,11-15-126,-1-1-1,-1 0 1,0 0 0,0-1-1,-1 0 1,-1-1-1,1-1 1,-2 0-1,1 0 1,-19 7-1,-46 9 39,44-14-86,-35 15 1,55-18-31,13-7-5,3 0-2,29-11-19,21-5-1,1 3 0,0 1 0,1 3-1,60-2 1,-73 9 7,0 1-1,0 2 1,63 10 0,-88-7 15,1 0 0,-2 0 1,1 2-1,27 12 1,-34-13 4,0 1 0,-1 0 0,1 0 0,-1 0-1,0 1 1,-1 0 0,1 1 0,9 12 0,-15-16 6,1-1 0,-1 1-1,0-1 1,0 1-1,0 0 1,-1-1-1,1 1 1,-1 0 0,0 0-1,0 0 1,0 0-1,-1 0 1,1 1 0,-1-1-1,0 0 1,0 0-1,0 0 1,-1 0-1,0 0 1,-1 5 0,0-4 9,0 0 0,-1 1 0,1-1 1,-2 0-1,1 0 0,0-1 1,-1 1-1,0-1 0,0 0 0,0 0 1,-1 0-1,1 0 0,-10 5 0,-14 8 63,-1-2 0,-1-1 1,0-1-1,-58 16 0,40-17-209,0-2 0,-81 6 0,9-14-126,9-15 73,107 12 177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52:20.133"/>
    </inkml:context>
    <inkml:brush xml:id="br0">
      <inkml:brushProperty name="width" value="0.035" units="cm"/>
      <inkml:brushProperty name="height" value="0.035" units="cm"/>
    </inkml:brush>
  </inkml:definitions>
  <inkml:trace contextRef="#ctx0" brushRef="#br0">1 84 104,'0'-2'132,"-1"1"-1,1-1 1,0 1 0,0 0-1,0-1 1,1 1 0,-1 0-1,0-1 1,0 1 0,1 0-1,-1-1 1,1 1 0,-1 0-1,1-1 1,-1 1 0,1 0-1,0 0 1,1-2 0,-1 3-96,1-1 0,-1 1 0,1-1 0,0 1 0,-1 0 0,1 0 0,0-1 0,-1 1 1,1 0-1,0 0 0,-1 1 0,1-1 0,-1 0 0,1 1 0,0-1 0,1 1 0,33 14 138,-1 1 299,63 8-23,-77-20-330,-15-3-104,0 1 0,0 0 0,0 1 0,7 3 0,-10-4-4,0-1 1,0 1-1,0 0 0,1-1 1,-1 0-1,0 0 1,1 0-1,-1 0 0,1-1 1,-1 1-1,1-1 0,0 0 1,-1 0-1,1 0 0,-1 0 1,1-1-1,6-1 0,-5 1 2,1 0-1,0 1 0,0 0 0,0 0 1,0 0-1,0 1 0,0-1 1,-1 1-1,1 1 0,0-1 0,7 4 1,-12-5-14,16 1 21,-16-1-20,0-1 1,0 1-1,0 0 0,1 0 1,-1 0-1,0 0 0,0 0 0,0 0 1,1 1-1,-1-1 0,0 0 0,0 1 1,2 0-1,1 0 17,-1 0 0,1 0 0,0-1-1,0 1 1,-1-1 0,1 1 0,0-1 0,0 0 0,0-1 0,5 0-1,19-1 10,-7 0-19,-3 0 12,0 1-1,31 3 0,-45-2-11,1 1 0,-1-1 0,1 0 0,-1 0-1,1 0 1,0-1 0,-1 0 0,1 0-1,-1 0 1,0 0 0,5-3 0,-4 3-6,0-1 0,0 1 0,1 0 0,-1 1-1,0-1 1,0 1 0,6 0 0,17-1 1,-7-1 1,0 1 0,1 2 0,37 4 0,-46-4 1,0 0 0,-1-1-1,1-1 1,-1 0-1,19-4 1,32-2 14,-9 9 20,-34-1-30,1-1 1,0 0 0,0-1-1,30-7 1,-29 5-9,1 0 0,0 2 1,0 1-1,0 0 0,-1 2 0,36 6 1,36 3 6,-80-12-4,0 0 1,0 0-1,0-1 0,22-7 0,-21 5-3,0 0 0,0 1-1,27-1 1,-15 3 32,38-7-1,5-1 215,-37 8-104,0 1-1,0 1 0,58 11 1,-66-9-109,0-2 1,1 0 0,-1-1 0,36-6-1,8 0 22,-25 8-15,-35-1-26,-1 0 0,1 0-1,0-2 1,0 1 0,0-1-1,8-2 1,33-8 14,80-10 1,-106 21-5,-1 0 0,1 2 1,41 8-1,-42-6 78,-1 0 0,1-2 0,0 0 0,36-3 0,65-17 357,-116 17-448,0 0 1,0-1-1,0 0 0,0 0 0,-1 0 0,1-1 1,7-4-1,15-6 21,-23 11-30,-1 1 0,1 0-1,0 0 1,10 0 0,25-5 7,-32 4-9,0 0 0,1 1 0,0 0-1,-1 0 1,21 2 0,17 0 2,17-4 2,56-4 6,-109 6-13,1 0 1,-1 0-1,1 1 1,-1 1-1,1 0 1,-1 0 0,0 1-1,1 1 1,-1 0-1,19 8 1,-22-8 3,1-1 0,-1 1 1,1-2-1,0 0 1,-1 0-1,1 0 0,14-2 1,-10 0 1,1 2-1,15 1 1,-12-6 54,4 4-60,-21 0-2,-24-11 34,-23 11 42,47-17-8,19 22 35,-8 0-64,25 6 15</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7:33.690"/>
    </inkml:context>
    <inkml:brush xml:id="br0">
      <inkml:brushProperty name="width" value="0.035" units="cm"/>
      <inkml:brushProperty name="height" value="0.035" units="cm"/>
    </inkml:brush>
  </inkml:definitions>
  <inkml:trace contextRef="#ctx0" brushRef="#br0">71 1 2537,'-1'0'111,"0"0"0,0 0 1,1-1-1,-1 1 0,0 0 1,0 0-1,1 0 0,-1 0 1,0 0-1,0 0 1,1 0-1,-1 0 0,0 1 1,0-1-1,1 0 0,-1 0 1,0 1-1,1-1 0,-1 0 1,0 1-1,1-1 0,-1 0 1,0 1-1,1-1 1,-1 1-1,1 0 0,-1-1 1,1 1-1,-1-1 0,1 1 1,0 0-1,-1 0 0,-8 7 860,-30 13 1889,86-24 1033,11 14-3086,-43-7-699,0-1 0,24 2 0,-12-5 15,1-1 0,53-11 1,-12 1 37,35 3 237,144 7 0,-76 18 76,-74-5-289,-52-9-98,-24-2-9,0 1 1,1 1-1,26 6 0,-33-1 79,-16-6 22,-11-2-91,-6-3-73,0 2 0,-1 0-1,1 1 1,-21 3 0,2-1-436,-50 4-914,10-1 608</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7:34.709"/>
    </inkml:context>
    <inkml:brush xml:id="br0">
      <inkml:brushProperty name="width" value="0.035" units="cm"/>
      <inkml:brushProperty name="height" value="0.035" units="cm"/>
    </inkml:brush>
  </inkml:definitions>
  <inkml:trace contextRef="#ctx0" brushRef="#br0">167 270 1432,'-124'5'1246,"91"-4"198,27-4-210,3 1-723,3 0-153,0-1 1,0 1-1,0 0 1,0-1-1,0 1 1,0 0-1,0 0 1,1-1 0,-1 1-1,1 0 1,0 0-1,0 0 1,1-3-1,1 3-289,-1 0-1,1 1 1,0-1-1,0 1 0,0 0 1,0 0-1,0 0 1,0 0-1,0 0 0,0 1 1,1-1-1,-1 1 1,0 0-1,0 0 0,0 0 1,1 0-1,-1 1 1,0-1-1,4 2 0,19 0 62,346-3 1082,-105-1-506,1237-73 1670,-573-10-1259,-810 75-1034,228-33 267,-304 37-221,-1 2 0,1 3 0,50 3 0,-59 3-75,-34-4-50,0-1 0,0 0 1,0 1-1,-1 0 0,1-1 1,0 1-1,0 0 0,0 0 1,-1 0-1,1 0 0,-1 0 0,1 1 1,-1-1-1,1 0 0,0 3 1,-39 2 116,-17 13-95,38-13-20,-13 8 20,28-13-25,-1 0-1,1 0 0,-1 0 1,1 0-1,0 0 1,-1-1-1,0 1 1,1 0-1,-1-1 1,1 0-1,-1 1 1,0-1-1,1 0 0,-1 0 1,0 0-1,1 0 1,-1 0-1,0 0 1,1 0-1,-1 0 1,0-1-1,1 1 0,-1-1 1,-2-1-1,2 2-8,-3-3-217,0 1 0,-1 0 1,1 0-1,-12-2 0,-9 0-208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7:36.302"/>
    </inkml:context>
    <inkml:brush xml:id="br0">
      <inkml:brushProperty name="width" value="0.035" units="cm"/>
      <inkml:brushProperty name="height" value="0.035" units="cm"/>
    </inkml:brush>
  </inkml:definitions>
  <inkml:trace contextRef="#ctx0" brushRef="#br0">1428 1143 3369,'0'1'153,"1"1"1,-1-1 0,0 0-1,0 0 1,0 1 0,1-1-1,-1 0 1,0 1 0,-1-1-1,1 0 1,0 0-1,0 1 1,0-1 0,-1 0-1,1 0 1,-1 1 0,1-1-1,-1 0 1,1 0 0,-1 0-1,0 0 1,0 0 0,1 0-1,-3 2 1,-27 25 1601,19-18-1209,4-4-348,0-1 0,-1 0 1,1 0-1,-1-1 0,0 0 0,0-1 0,0 0 0,0 0 0,-1 0 0,1-1 0,-1 0 0,-17 0 0,11 1-47,-421 45 1895,360-45-1720,0-4-1,0-3 0,-127-24 1,172 22-247,1-1 0,-1-2-1,1-1 1,1-2 0,0 0 0,-35-22 0,54 28-66,1-1 1,-1 0-1,1 0 0,1-1 1,-1 0-1,1 0 0,1-1 1,0 0-1,0 0 0,1-1 1,0 0-1,0 0 0,1 0 1,0-1-1,1 0 0,1 0 1,-1 0-1,2 0 0,-1 0 1,0-16-1,3 2-10,1 1 0,1-1 0,0 0-1,2 1 1,1 0 0,2 0 0,0 0 0,1 1 0,1 0 0,1 0 0,15-24 0,-3 12-7,0 1 1,2 1-1,2 0 1,1 2-1,1 2 1,35-29 0,-25 28-2,2 2 1,77-43 0,94-28-9,-129 63-2,1 3 1,1 5-1,2 3 0,1 3 1,163-17-1,-207 36 6,1 2 0,0 1 0,0 3 1,0 1-1,45 11 0,-70-11 6,1 1 0,-1 1 0,0 1 0,-1 1-1,1 0 1,-1 2 0,-1 0 0,19 14 0,-31-20 3,1 0 0,-1 1 0,0 0 0,0 0 0,0 1-1,-1-1 1,0 1 0,0 0 0,0 0 0,-1 0 0,0 0 0,0 1 0,-1-1 0,0 1-1,0 0 1,0 0 0,-1 0 0,0 0 0,0 0 0,-1 0 0,0 0 0,0 0-1,0 0 1,-1 0 0,-4 14 0,2-9 3,-2 1 0,1-1-1,-2 0 1,1-1 0,-2 1-1,0-1 1,-10 13 0,-8 6 13,-33 31-1,-28 21-28,-4-3 0,-3-5 0,-3-4 0,-4-4-1,-2-4 1,-2-5 0,-3-5 0,-3-4-1,-1-5 1,-2-5 0,-1-5 0,-155 23-1,78-27-310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8:00.392"/>
    </inkml:context>
    <inkml:brush xml:id="br0">
      <inkml:brushProperty name="width" value="0.035" units="cm"/>
      <inkml:brushProperty name="height" value="0.035" units="cm"/>
    </inkml:brush>
  </inkml:definitions>
  <inkml:trace contextRef="#ctx0" brushRef="#br0">10 70 688,'-3'9'157,"-3"12"355,9-17-95,9-7 212,22-8 13,0 1 0,1 2 0,0 1 0,0 2 0,39 0 0,65-12-517,-86 10 563,0 3 0,70 2 0,-5 0 11,74-4-565,78-5 63,-183 5-126,149 9-1,-205 2-65,1 1 0,-1 2 0,36 14 0,-37-12 5,1 0 1,0-2-1,44 5 1,63-4 44,78 9-14,-185-13 45,0-2 1,0-1-1,0-2 1,0-1-1,1-1 1,36-8-1,-27 3-6,9-3-4,58-4-1,-93 13-69,-1 1 1,1 0-1,0 1 1,-1 0-1,1 2 0,-1 0 1,0 0-1,24 10 0,81 34 29,-99-41-22,1 0 0,-1-2-1,1 0 1,22 1 0,12 1 102,1 3 1,88 25-1,-6-1-6,-112-29-54,1-2 0,0-1 0,0-1 0,0-2 0,0 0 1,30-8-1,-18 4 139,79-2 1,37 20-41,-107-7-130,0-1 0,1-2-1,64-7 1,-99 3-19,1 0 0,-1 1-1,0 1 1,1 0 0,-1 1 0,0 1 0,0 0 0,0 1 0,0 0-1,20 8 1,-18-4 4,1-2-1,0 0 0,0 0 0,0-2 1,0 0-1,1-1 0,-1-1 0,1 0 0,-1-2 1,19-2-1,102-22 88,-96 15 58,1 2 0,80-4 1,-95 13-99,0 2-1,42 10 1,-60-11-49,1-1 4,-1 0-1,0-1 0,1 0 0,-1-1 0,1 0 0,14-4 0,18-1 18,39-3 20,-28 3 40,96 1-1,-117 5-54,0-1 1,45-8 0,18-2 9,-84 11-39,1 1 1,0 1-1,-1-1 0,17 6 1,-20-5-1,1 1 1,-1-1-1,1-1 1,-1 0-1,1 0 1,0-1-1,0 0 1,18-3 0,3-5 19,1 2 0,62-4 0,-67 9 8,-1-2 0,1-1 0,-1-1 1,39-13-1,90-28 36,-131 41-64,0 1 0,0 1 1,0 1-1,40 2 0,-15 0 20,0-2 0,0-1-1,87-20 1,-125 22-9,-1 0 0,0 1 0,1 0 0,-1 0 0,13 3 0,-12-1 0,0-1 1,0 0 0,0-1-1,20-2 1,-22 1-10,0 1 0,1 0 0,-1 0 0,0 1 0,0 0 0,14 4 0,-14-3 1,0 0-1,0 0 1,0-1 0,0-1 0,1 1 0,-1-2-1,10 0 1,5-3 3,1 1 1,-1 1-1,1 2 0,0 0 1,0 2-1,28 4 0,-8-1 31,0-3 1,0-1-1,67-9 0,-47 3 199,90 7 135,-140-2-269,-1-1 1,29-5-1,19 0 194,-57 6-248,9 0 63,0-1-1,17-2 0,-29 3-98,1-1 0,0 1 0,-1-1 0,1 1 0,-1-1-1,1 0 1,-1 0 0,1 0 0,-1-1 0,0 1 0,1 0-1,-1-1 1,0 1 0,0-1 0,0 0 0,0 0 0,0 0-1,2-4 1,-4 1-564,0 3-439</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8:02.121"/>
    </inkml:context>
    <inkml:brush xml:id="br0">
      <inkml:brushProperty name="width" value="0.035" units="cm"/>
      <inkml:brushProperty name="height" value="0.035" units="cm"/>
    </inkml:brush>
  </inkml:definitions>
  <inkml:trace contextRef="#ctx0" brushRef="#br0">36 56 1344,'-2'0'105,"0"1"-1,0-1 1,0 1 0,1-1-1,-1 1 1,0 0-1,1 0 1,-1 0-1,1 0 1,-1 0 0,1 0-1,-1 1 1,1-1-1,0 0 1,0 1-1,-1-1 1,1 1-1,0-1 1,0 1 0,0-1-1,1 1 1,-1 0-1,0 0 1,1-1-1,-1 1 1,0 3 0,1-9 5132,0 3-5162,0 0 0,-1 1-1,1-1 1,0 0-1,0 1 1,0-1-1,0 1 1,0-1-1,0 0 1,0 1-1,1-1 1,-1 0 0,0 1-1,0-1 1,0 1-1,1-1 1,-1 0-1,0 1 1,1-1-1,-1 1 1,0-1 0,1 1-1,-1-1 1,1 1-1,-1-1 1,0 1-1,1 0 1,0-1-1,-1 1 1,1 0-1,-1-1 1,1 1 0,-1 0-1,1-1 1,0 1-1,101-53 126,-94 50-181,0 0-1,0 1 0,1 0 1,-1 0-1,1 0 0,0 1 0,-1 1 1,1 0-1,15 1 0,-1 0 43,44 2 266,83 14 0,16 2 25,343-21 680,24-21-48,-99 26-693,-132 2-23,-57-13-189,92 2-45,-121 28 9,54 1 81,-168-26-77,57 2 165,-118 8-98,3-1 108,-49-7-399,3 2 65</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48:04.201"/>
    </inkml:context>
    <inkml:brush xml:id="br0">
      <inkml:brushProperty name="width" value="0.035" units="cm"/>
      <inkml:brushProperty name="height" value="0.035" units="cm"/>
    </inkml:brush>
  </inkml:definitions>
  <inkml:trace contextRef="#ctx0" brushRef="#br0">87 1 680,'-58'98'427,"56"-95"-362,0 0 0,0 0 0,-1 0 0,1-1 0,-1 1 0,1-1 0,-6 5 0,8-7-55,-1 0-1,1 1 0,0-1 0,-1 0 0,1 1 1,0-1-1,0 0 0,-1 0 0,1 1 1,0-1-1,0 1 0,0-1 0,-1 0 0,1 1 1,0-1-1,0 0 0,0 1 0,0-1 1,0 1-1,0-1 0,0 0 0,0 1 0,0-1 1,0 1-1,0-1 0,0 0 0,0 1 0,0-1 1,0 1-1,0-1 0,1 0 0,-1 1 1,0 0-1,1 1 8,-1 1 120,0 1 0,0-1 0,0 0 0,1 0 0,0 0 1,-1 1-1,1-1 0,0 0 0,1 0 0,-1 0 0,1 0 0,-1-1 0,1 1 1,0 0-1,0-1 0,0 1 0,0-1 0,0 1 0,1-1 0,-1 0 1,1 0-1,-1 0 0,1-1 0,0 1 0,0 0 0,0-1 0,0 0 1,0 0-1,0 0 0,0 0 0,0 0 0,0 0 0,0-1 0,4 0 0,35 8 1150,-30-6-977,0 1 0,20 0 0,149-10 542,-127 2-747,1 3 1,109 9-1,-83 9 48,151 51 0,24 7 820,-224-69-817,-1-1 1,2-1-1,-1-2 0,33-3 1,128-21 360,-154 17-432,388-30 425,8 30-239,-270 2-3,-1-7 1,209-41-1,66-15 20,-382 63-261,0 3-1,78 9 1,112 27 37,-20-3 107,-166-26 26,105-3 1,-150-4-156,242-7 473,-203 10-430,0 2 1,92 20-1,-119-18-66,0 2 13,-1-3 0,1 0 0,0-1 0,48-1 0,-40-5 18,104-8 67,-134 9-113,1 1 1,0 0-1,0 0 1,0 1 0,-1 0-1,10 2 1,-6-1-7,0 0 0,0-1 0,12 1 0,-18 7-1285,13 27 797</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52:03.244"/>
    </inkml:context>
    <inkml:brush xml:id="br0">
      <inkml:brushProperty name="width" value="0.035" units="cm"/>
      <inkml:brushProperty name="height" value="0.035" units="cm"/>
    </inkml:brush>
  </inkml:definitions>
  <inkml:trace contextRef="#ctx0" brushRef="#br0">1 1 1320,'0'0'2410,"2"0"-1192,68 2 1126,-31-1-1714,68 10-1,-86-8-145,30 0 0,13 1 331,-39-1-652,-1-2-1,1 0 1,-1-2-1,37-6 0,-23 3 53,-1 2-1,61 4 0,76 16 395,-21-1-364,216 3 157,232 24 113,-146-11-247,-227-22-124,116 2 39,-185 5-133,-147-17-44,3 0 7,1 0-1,0-2 1,0 0 0,0 0 0,20-6-1,-15 3 8,-23 3 10,1 0 0,-1 0 0,0 0 0,0 0 0,0 0 0,0 0 0,0 0 0,0 1 1,0-1-1,0 1 0,0-1 0,0 1 0,0 0 0,-2 0 0,-40 4 186,-46 10 1101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7:54:11.306"/>
    </inkml:context>
    <inkml:brush xml:id="br0">
      <inkml:brushProperty name="width" value="0.035" units="cm"/>
      <inkml:brushProperty name="height" value="0.035" units="cm"/>
    </inkml:brush>
  </inkml:definitions>
  <inkml:trace contextRef="#ctx0" brushRef="#br0">52 78 1856,'-16'7'214,"-13"9"12,23-11 42,10-4 267,18-4 65,-17 3-260,1-1 0,0 1 0,0-1 0,-1 0 0,1-1 0,-1 0 0,1 1 0,-1-2 0,0 1 0,0-1 0,0 1 0,0-1 0,7-6 0,-10 8-234,0 0 0,0-1 0,0 1 0,1 0 0,-1 0 0,0 0 0,1 1 0,-1-1 0,1 1 0,-1-1 0,1 1 0,4 0 0,34 3 159,-7 3-222,56 10 286,0-3 1,110 0-1,-46-13 276,218-12 109,-333 8-684,468-34 324,-415 38-227,1 4 1,-2 4-1,162 36 1,-204-33-83,0-3 0,95 4 1,-73-13-2,0-4 1,-1-3 0,92-23-1,142-24 303,-208 39-183,-15 3-64,0 3-1,0 4 1,0 3 0,1 4-1,-1 4 1,95 17 0,75 7 142,-137-20 30,-94-7-238,-8-1-94,-1-1 0,1 2-1,0 0 1,-1 0 0,1 1-1,-1 0 1,0 1 0,0 0-1,0 1 1,16 10 0,29 29-315</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41.280"/>
    </inkml:context>
    <inkml:brush xml:id="br0">
      <inkml:brushProperty name="width" value="0.035" units="cm"/>
      <inkml:brushProperty name="height" value="0.035" units="cm"/>
    </inkml:brush>
  </inkml:definitions>
  <inkml:trace contextRef="#ctx0" brushRef="#br0">14 490 1048,'0'-3'345,"-1"1"0,2 0 0,-1-1 0,0 1 0,0 0 0,1-1 0,-1 1 0,1 0 0,0 0 0,-1-1 0,1 1 0,0 0 0,2-3 0,0 2-76,0 0 0,1 0 0,-1 0 0,1 1 0,0-1-1,4-2 1,10-6 505,29-21-109,-45 31-606,0-1 1,0 1-1,0 0 0,0 1 0,0-1 0,1 0 0,-1 1 0,0-1 0,0 1 1,1-1-1,-1 1 0,0 0 0,1 0 0,-1 0 0,0 0 0,0 1 1,4 0-1,9 0 254,-11 0-214,1-2-1,0 1 1,0 0 0,-1-1 0,1 0 0,0 0-1,-1-1 1,1 1 0,-1-1 0,1 0-1,-1 0 1,0 0 0,0-1 0,7-5 0,-2 2 137,0 0 1,1 1 0,-1 0-1,1 1 1,20-7 0,-10 4 96,-16 5-287,0 1 0,0 0 0,1 0 0,-1 1 1,1-1-1,-1 1 0,1 0 0,-1 0 0,8 2 0,-8-2-7,1 1 1,0-1-1,-1 0 1,1 0-1,0-1 1,-1 1-1,1-1 1,6-1-1,87-38 656,-64 24-332,66-19 0,43-13 8,-108 34-334,1 1-1,0 2 1,1 2 0,45-6 0,-46 13-3,1 2 0,-1 1 1,1 2-1,-1 2 1,42 10-1,-41-9-7,-1-3-1,1-1 1,0-1-1,39-6 1,-27 2 3,71 5 1,167 40 229,-274-40-240,0-1 0,22-1 0,5 1 10,-22 2-20,0 1-1,0 1 0,0 0 0,21 10 0,33 10 17,101 31 9,-115-42-15,-34-9-11,32 11-1,-16-3-2,62 11 0,-23-6 8,-53-13-4,0-1 0,47 1 0,-12-1 6,42 10 0,-60-7 0,0-2 0,0-1 0,0-3-1,59-5 1,-47-2-2,-1 2-1,1 2 1,-1 3 0,85 11-1,-125-14 34,-13 2-43,-1 0-1,0 0 0,0 0 1,1-1-1,-1 1 0,0 0 1,0 0-1,0 0 1,1 0-1,-1 0 0,0-1 1,0 1-1,0 0 0,0 0 1,1 0-1,-1 0 0,0-1 1,0 1-1,0 0 0,0 0 1,0-1-1,0 1 0,0 0 1,1 0-1,-1-1 0,0 1 1,0 0-1,0 0 0,0 0 1,0-1-1,0 1 1,0 0-1,0 0 0,0-1 1,0 1-1,-1 0 0,1 0 1,0-1-1,0 1 0,0 0 1,0 0-1,0-1 0,0 1 1,0 0-1,-1 0 0,1 0 1,0 0-1,0-1 0,0 1 1,0 0-1,-1 0 1,-7-2 4,-25-1-7,0 2 0,-37 4 0,21 0 4,-145 9 18,-95 3-5,-163 22-9,308-21 6,64-11-2,0-3 1,-137-15-1,-324-20 11,305 22-8,174 8-16,-303-7 0,227 9 6,79-1-8,0 3 0,-65 9 0,70-2-6,-67 21 0,90-16 8,27-10-1,0-1 0,-1 0 0,1-1-1,-1 1 1,0-1 0,1 0 0,-10 2 0,14-3 0,0 0 1,-1 0-1,1 0 1,0 0-1,0 1 1,-1-1-1,1 0 1,0 0-1,0 1 1,0-1-1,-1 0 1,1 0-1,0 1 1,0-1-1,0 0 1,0 1-1,0-1 0,0 0 1,0 1-1,-1-1 1,1 0-1,0 1 1,0-1-1,0 0 1,0 1-1,0-1 1,1 0-1,-1 0 1,0 1-1,0-1 1,0 0-1,0 1 1,0-1-1,0 0 1,0 1-1,1-1 1,-1 0-1,0 0 1,0 1-1,0-1 1,1 0-1,-1 0 1,0 0-1,0 1 1,0-1-1,1 0 1,-1 0-1,0 0 1,1 1-1,-1-1 1,0 0-1,0 0 1,1 0-1,-1 0 1,0 0-1,1 0 1,-1 0-1,0 0 1,1 0-1,0 0 1,28 7 13,0-1 0,54 2 0,-60-8-9,-1-1 1,1-2-1,43-10 1,0 1 1,238-4-6,-207 16 4,127-17 0,-105-3-3,-7 1 3,142-6 0,284 20 5,-463 6 7,-1-3 0,121-18 0,-187 19-8,0 0 0,0-1 0,0-1 0,0 1-1,-1-1 1,1 0 0,-1-1 0,13-7 0,-20 11-7,1 0 0,-1 0 0,0 0 0,0 0 0,0-1 0,1 1 0,-1 0 0,0 0 0,0 0 0,0 0 0,0 0 0,1 0 0,-1 0 0,0 0 0,0-1 0,0 1 0,0 0 0,0 0 0,1 0 0,-1 0 0,0-1 0,0 1 0,0 0 0,0 0 0,0 0-1,0 0 1,0-1 0,0 1 0,0 0 0,0 0 0,0 0 0,0-1 0,0 1 0,0 0 0,0 0 0,0 0 0,0-1 0,0 1 0,0 0 0,0 0 0,0 0 0,0-1 0,0 1 0,0 0 0,0 0 0,0 0 0,-1 0 0,1-1 0,0 1 0,0 0 0,0 0 0,0 0 0,0 0 0,-1 0 0,1 0 0,0-1 0,0 1 0,0 0 0,0 0 0,-1 0 0,1 0 0,0 0 0,0 0 0,0 0 0,-1 0 0,1 0 0,0 0 0,0 0 0,-1 0 0,-16-1 11,14 1-6,-49 0 10,-76 12 1,1-1-2,-152-18 19,1-22-3,57 4-22,98 13-3,-381-19 26,441 32-32,0 0-5,1 2 1,-84 15-1,96-3-9,47-14 10,0 0 0,1 0 1,-1 1-1,0-1 1,1 1-1,-1 0 0,1 0 1,0 0-1,-1 0 0,1 0 1,0 0-1,0 1 1,-2 3-1,4-5 2,-1 0 0,1 1 0,0-1 0,-1 0 0,1 0-1,0 0 1,0 1 0,0-1 0,0 0 0,1 0 0,-1 1 0,0-1 0,0 0 0,1 0 0,-1 0 0,0 1 0,1-1 0,0 0-1,-1 0 1,1 0 0,-1 0 0,1 0 0,0 0 0,0 0 0,0 0 0,0 0 0,-1-1 0,1 1 0,0 0 0,0 0 0,1-1 0,-1 1-1,0-1 1,0 1 0,2 0 0,6 3-3,0 0-1,0 0 1,11 2 0,-18-5 5,25 6-4,1-1 0,0-2 0,51 2 0,86-9-3,122-21 16,516-110 0,-478 52 29,-309 79-33,-11 2 0,1 0 0,-1 0 0,0-1 0,1 1 0,-1-1 0,0 0 1,6-4-1,-10 6-5,-1 0 1,0-1 0,0 1 0,0 0 0,0 0 0,0 0 0,1 0-1,-1 0 1,0 0 0,0-1 0,0 1 0,0 0 0,0 0-1,0 0 1,0 0 0,1-1 0,-1 1 0,0 0 0,0 0 0,0 0-1,0 0 1,0-1 0,0 1 0,0 0 0,0 0 0,0 0-1,0-1 1,0 1 0,0 0 0,0 0 0,0 0 0,0-1 0,0 1-1,-1 0 1,1 0 0,0 0 0,0 0 0,0-1 0,0 1-1,0 0 1,0 0 0,0 0 0,0 0 0,-1 0 0,1-1 0,0 1-1,0 0 1,0 0 0,-15-9 25,-24-4 3,-25 1-22,0 3-1,-1 2 1,-125 4 0,-195 40 7,-355 119-9,347-64-1,206-57 14,-23 5 10,208-39-28,-34 10 1,36-11-1,0 0 0,0 0 0,-1 0 0,1 0 0,0 0 0,0 0 0,0 0 0,-1 0 0,1 0 0,0 1 0,0-1 0,0 0 0,0 0 0,0 0 0,-1 0 0,1 0 0,0 1 0,0-1 0,0 0 0,0 0 0,0 0 0,0 0 0,0 1 0,-1-1 0,1 0 0,0 0 0,0 0 0,0 0 0,0 1 0,0-1 0,0 0 0,0 0 0,0 0 0,0 1 0,0-1 0,0 0 0,0 0 0,0 0 0,0 1 0,0-1 0,1 0 0,15 7-1,63 9-3,153 10 1,125-18 7,2-22 0,-342 13-4,1168-141 64,-887 79 5,-290 61-56,0 0-1,1-1 0,-1 0 1,0 0-1,-1 0 0,1-1 0,-1 0 1,11-9-1,-17 13-9,0-1 0,-1 0 0,0 1 0,1-1 0,-1 0 0,1 0 0,-1 0 0,0 1 0,1-1 0,-1 0 0,0 0 0,0 0 1,0 0-1,0 0 0,0 0 0,0 1 0,0-1 0,0 0 0,0 0 0,0 0 0,0 0 0,-1 0 0,1 0 0,0 1 0,-1-1 0,1 0 0,-1 0 0,1 0 0,-1 0 0,-1-2 6,-1 0 0,1 0 0,0 0 0,-1 1 0,0-1 0,-5-3-1,-5-2 8,-1 0-1,1 1 1,-1 1-1,-1 0 0,1 1 1,-26-6-1,-96-10 22,130 20-36,-123-10 11,-238 12 1,-219 62-2,4 47 3,392-71-15,181-38 1,-124 30-4,129-30 1,0 0 0,1 1 1,-1-1-1,1 1 0,-1-1 0,1 1 0,0 0 0,0 0 1,-6 5-1,9-6 2,-1 0 0,1-1 0,0 1-1,-1 0 1,1 0 0,0 0 0,-1 0 0,1 0 0,0 0 0,0-1 0,0 1 0,0 0 0,0 0 0,0 0 0,0 0 0,0 0 0,0 0-1,1 0 1,-1 0 0,0 0 0,0-1 0,1 1 0,-1 0 0,1 0 0,-1 0 0,1-1 0,-1 1 0,1 0 0,-1 0 0,1-1 0,0 1-1,-1-1 1,1 1 0,0 0 0,0-1 0,1 1 0,4 4-2,0 0-1,0 0 1,1-1-1,0 0 1,-1-1-1,1 0 1,1 0-1,-1 0 1,10 2-1,3 1 0,246 63-6,4-24 11,-50-19 20,0-10 0,1-9-1,-1-10 1,386-55 0,-511 44 28,147-42 1,-238 55-47,9-3 14,-1 0 1,0-1-1,19-10 1,-29 14-12,0-1-1,0 1 1,0 0-1,0-1 1,0 0-1,0 1 1,-1-1 0,1 0-1,0 0 1,-1 0-1,0 0 1,0 0-1,1 0 1,-1 0-1,0-1 1,-1 1 0,1 0-1,0 0 1,-1-1-1,1 1 1,-1-1-1,0 1 1,0-5 0,0 4 0,0 0 1,0 1-1,-1-1 1,1 0 0,-1 1-1,0-1 1,0 0-1,0 1 1,0-1 0,-1 1-1,1 0 1,0-1-1,-1 1 1,0 0 0,-3-4-1,-2 0 8,1 1 1,-1 0-1,-15-7 0,15 8-4,-26-14 16,-1 2 0,-1 2 0,-46-14 1,-110-18 8,181 44-33,-85-16-1,-2 4 0,1 4-1,-2 4 1,1 5 0,-184 21-1,-376 101-16,529-94 16,97-21 0,-55 11-8,-158 54 0,236-68 5,4-2 0,-1 0-1,1 1 1,0 0-1,-1-1 0,1 2 1,0-1-1,0 0 0,0 1 1,0 0-1,1 0 0,-1 0 1,1 0-1,0 0 1,-5 8-1,7-11 3,1 1-1,0-1 1,-1 1 0,1-1-1,0 1 1,0 0 0,0-1 0,-1 1-1,1-1 1,0 1 0,0 0-1,0-1 1,0 1 0,0 0-1,0-1 1,0 1 0,0-1 0,0 1-1,1 0 1,-1-1 0,0 1-1,0 0 1,0-1 0,1 1-1,-1-1 1,0 1 0,1-1 0,-1 1-1,1-1 1,-1 1 0,0-1-1,1 1 1,-1-1 0,1 1 0,0-1-1,16 10-12,-1 0 1,2-2-1,-1 0 0,1-1 0,32 8 1,50 12 6,2-4 0,120 10 0,219-2 24,210-38 28,-477-7 1,294-63 0,-430 69-20,-1-3 0,67-26 1,-98 34-18,1 0 1,-1-1-1,-1 1 1,1-1 0,-1 0-1,10-9 1,-14 12-7,0 0 1,0 0 0,0-1 0,0 1-1,0 0 1,-1-1 0,1 1 0,0-1-1,-1 1 1,1 0 0,-1-1-1,1 0 1,-1 1 0,0-1 0,0 1-1,0-1 1,1 1 0,-1-1 0,-1 0-1,1 1 1,0-1 0,0 1-1,-1-1 1,1 1 0,-1-1 0,1 1-1,-1-1 1,1 1 0,-1-1 0,-2-2-1,-2-2 7,0-1 0,0 1 0,-1 0 0,0 0-1,-1 0 1,1 1 0,-1 0 0,0 0 0,0 1 0,-9-5-1,-14-4 12,-43-14-1,69 25-18,-89-26 8,-143-25 0,-110 8-5,177 33-13,0 7 0,0 7-1,0 8 1,-208 39 0,131 4-8,207-42 3,0 2 0,1 1 0,0 2 1,-35 22-1,71-38 10,0 1 0,0 0 1,0 1-1,1-1 0,-1 0 1,1 0-1,-1 1 0,1-1 0,-1 1 1,1-1-1,0 1 0,0 0 1,-1-1-1,1 1 0,-1 4 0,2-5 1,0 0 0,0 0 0,0 0 0,0 0-1,0 1 1,0-1 0,0 0 0,0 0 0,1 0-1,-1 0 1,0 0 0,1 0 0,-1 1 0,1-1-1,-1 0 1,1 0 0,-1 0 0,1 0 0,0-1 0,1 3-1,5 3-7,1 0 0,-1-1 0,1 0-1,0 0 1,0-1 0,15 6 0,56 20-2,2-3 0,0-4 1,112 16-1,260 10-11,-148-36 52,1-14-1,-1-13 0,330-59 1,-594 67-23,22-3 25,-1-3-1,109-36 0,-161 45-21,27-14 26,-35 17-32,-1-1 0,0 0 0,0 0 0,1 0 0,-1 0 0,0 0 0,0-1 0,0 1 0,0 0 0,0 0 0,0-1 0,0 1 0,0-1 0,-1 1 0,1-1 0,-1 1 0,1-1-1,-1 1 1,1-1 0,-1 1 0,0-3 0,0 3 0,0-1 0,0 0-1,0 1 1,-1-1 0,1 1-1,0-1 1,-1 1-1,0-1 1,1 1 0,-1-1-1,0 1 1,0-1 0,0 1-1,0 0 1,0-1 0,0 1-1,0 0 1,0 0 0,0 0-1,0 0 1,-1 0-1,-1-1 1,-37-17 16,28 15-12,-46-18 2,-2 3 0,-86-17 0,-131 0-20,119 30-3,-236 20 0,-155 55 1,79 22-1,325-54 6,-162 66-1,291-97 7,-4 1-7,0 1 0,1 1 0,0 1 0,0 0 0,-23 18 0,40-26 6,0-1 1,1 1-1,-1-1 0,0 1 0,1-1 1,0 1-1,-1 0 0,1 0 0,0-1 1,0 1-1,0 0 0,0 0 1,0 0-1,0 0 0,0 4 0,1-5 1,0 1-1,0 0 1,0-1-1,0 1 1,0 0-1,1-1 1,-1 1-1,1 0 1,-1-1-1,1 1 0,-1-1 1,1 1-1,0-1 1,0 1-1,0-1 1,1 3-1,5 2-4,0 1-1,1-1 0,-1 0 1,1-1-1,0 0 0,1 0 1,8 4-1,31 12-6,0-1 0,1-3 0,90 19 0,168 9 3,-136-32 21,0-9-1,245-23 0,-281 3 20,-2-5 0,0-7 0,202-69 0,-305 87-8,0-2-1,-1-1 0,53-32 1,-78 42-16,-1 1 1,1-1 0,0 0-1,-1 0 1,1 0 0,-1-1-1,0 1 1,0-1 0,-1 1-1,1-1 1,-1 0 0,1 0-1,-1-1 1,1-4 0,-2 6-2,-1 0-1,0-1 1,1 1 0,-2 0 0,1-1 0,0 1 0,-1 0 0,1-1 0,-1 1-1,0 0 1,0 0 0,0 0 0,0 0 0,-1 0 0,0 0 0,1 0 0,-1 0-1,-4-4 1,-2-3 2,0 0 0,-1 0 0,-1 1 0,1 0-1,-2 1 1,1 0 0,-1 0 0,-15-7 0,-7-1-5,-65-22 1,12 12-4,-89-16-1,-98-2-16,166 33 8,-2 4-1,1 5 0,0 5 0,0 5 0,-152 30 1,-416 117-13,628-140 15,-1 1 0,-49 26 0,94-40 5,1-1 1,-1 1-1,1 1 1,0-1-1,0 0 1,0 1-1,0-1 1,0 1 0,0 0-1,1 0 1,-1 0-1,-2 4 1,5-6 1,0 0 0,-1 0 0,1 0 0,0 0 0,0 0 0,-1 0 0,1 0 0,0 0 0,0 0 0,0 0 0,0 0 0,0 0 0,0 0 0,1 0 0,-1 0 0,0 0 0,0 0 0,1 0 0,-1 0 0,1 1 0,1 0-2,-1-1 0,1 1 0,-1 0 0,1 0 0,0-1 1,0 1-1,0 0 0,0-1 0,0 0 0,0 0 0,4 2 1,37 14-37,86 21 1,0-9 33,2-6-1,0-6 1,1-5 0,246-11 0,-146-18 55,437-93 1,-649 106-46,130-33 27,-121 27-12,0 0 0,53-29 0,-76 36-11,0 0 0,-1-1-1,1 0 1,-1 0 0,1 0 0,-1-1 0,7-8-1,-11 11-4,0 1 0,0-1-1,0 0 1,0 1 0,0-1-1,-1 0 1,1 0 0,-1 1-1,1-1 1,-1 0-1,0 0 1,0 0 0,0 0-1,0 1 1,0-1 0,0 0-1,0 0 1,0 0-1,-1 0 1,1 1 0,-1-1-1,1 0 1,-1 0 0,0 1-1,0-1 1,0 0 0,0 1-1,0-1 1,0 1-1,0-1 1,0 1 0,-1 0-1,-1-2 1,-8-6 3,-1 0-1,0 0 1,0 1 0,-1 1-1,0 0 1,-1 1-1,1 0 1,-25-6 0,-35-9-3,-1 2-1,-113-11 1,-160 5-11,145 22-5,0 9 1,-227 36-1,333-26-1,-130 40 0,164-36 0,1 3-1,-116 61 0,167-79 9,-19 14-8,28-19 12,1 1 1,-1-1 0,0 1-1,1 0 1,-1-1 0,1 1-1,-1 0 1,1 0 0,-1-1 0,1 1-1,0 0 1,-1 0 0,1 0-1,0 0 1,0-1 0,0 1-1,-1 0 1,1 0 0,0 0-1,0 0 1,0 0 0,0-1-1,1 1 1,-1 0 0,0 0 0,0 0-1,0 0 1,1 0 0,-1-1-1,0 1 1,1 0 0,-1 0-1,1 0 1,1 2-3,0 0 0,1-1 0,-1 1 0,1-1 0,-1 1 0,1-1 0,0 0 0,0 0 0,0 0 0,0-1 0,0 1 0,4 1 0,45 12-19,-32-11 14,65 15-6,145 13 1,95-15 0,-37-14 41,1-13 0,355-58-1,-532 50 18,186-57 0,-284 70-35,0 0 0,0-1 0,-1 0 0,0-1 0,0 0 0,0-1 0,10-10 0,-21 17-7,-1 0 1,0 0-1,0 0 0,0 0 0,0 0 0,0-1 0,0 1 1,0 0-1,-1-1 0,1 1 0,0 0 0,-1-1 0,1 1 1,-1-1-1,1 1 0,-1-1 0,0-1 0,0 2 0,0-1-1,0 1 1,0 0-1,-1 0 0,1 0 1,0 0-1,-1 0 1,1 0-1,-1 0 1,0-1-1,1 2 1,-1-1-1,0 0 1,1 0-1,-1 0 0,0 0 1,-1-1-1,-3-1 2,1 0 0,-1 0-1,0 1 1,0-1 0,0 1 0,0 0-1,-8-2 1,-30-4-2,0 1-1,0 2 1,0 2 0,-65 3-1,62 1-2,-1020 78-28,911-57 27,1 7 1,1 7 0,-150 56-1,298-91 3,-7 3-6,-1 1 0,0 0 1,1 1-1,0 0 0,-15 11 1,27-17 4,-1 0 0,1 1 0,0-1 0,-1 0 0,1 0 0,0 1 0,-1-1 0,1 0 0,0 1 0,0-1 0,-1 0 0,1 1 0,0-1 1,0 1-1,0-1 0,-1 0 0,1 1 0,0-1 0,0 1 0,0-1 0,0 1 0,0-1 0,0 1 0,0-1 0,0 0 0,0 1 0,0-1 0,0 1 0,0-1 0,0 1 1,0-1-1,0 0 0,1 1 0,-1-1 0,0 1 0,0-1 0,0 0 0,1 1 0,-1-1 0,0 1 0,0-1 0,1 0 0,-1 1 0,0-1 0,1 0 0,-1 0 1,0 1-1,1-1 0,26 10-31,20-3-6,84 2 0,285-6 24,523-64 0,-558 5 54,-275 34 0,158-55 0,-260 75-38,52-20 24,-51 20-23,-1 0 0,1-1 0,-1 1 0,0-1 0,0 0 0,0 0 0,-1 0 0,5-5 0,-8 8-3,1 0 1,-1-1-1,0 1 1,0-1-1,1 1 1,-1-1-1,0 1 0,0-1 1,0 1-1,0-1 1,1 1-1,-1-1 0,0 1 1,0-1-1,0 1 1,0-1-1,0 1 1,0-1-1,0 1 0,0-1 1,0 1-1,-1-1 1,1 1-1,0-1 1,0 1-1,0 0 0,-1-1 1,1 1-1,0-1 1,0 1-1,-1-1 1,1 1-1,0 0 0,-1-1 1,1 1-1,0 0 1,-1-1-1,1 1 0,-1 0 1,0-1-1,-6-3 2,1 0-1,-1 0 0,0 1 0,0 0 0,-1 1 1,1-1-1,-1 1 0,1 1 0,-1-1 1,0 1-1,-7 0 0,-5-1-2,-331-27-35,-4 26 13,47 11 10,-521 82-1,487-8-4,291-65-5,50-17 21,0 1 1,0-1-1,0 0 0,0 1 1,0-1-1,1 1 0,-1-1 1,0 1-1,0-1 0,1 1 1,-1-1-1,0 1 0,1 0 1,-1-1-1,0 1 1,1 0-1,-1 1 0,1-1 1,0-1-1,1 1 0,-1-1 1,1 1-1,-1-1 0,1 1 0,-1-1 1,1 0-1,0 1 0,-1-1 1,1 0-1,-1 1 0,1-1 1,0 0-1,-1 0 0,1 1 1,0-1-1,0 0 0,-1 0 1,1 0-1,0 0 0,-1 0 1,1 0-1,0 0 0,0 0 1,61 3-64,75-5 0,-74-1 39,486-3-63,265-11 119,-785 15-28,231-18 18,-212 13-3,0-1 0,0-2 0,53-20 1,-51 8 16,-47 21-30,-1-1-1,1 1 1,-1-1-1,1 1 1,-1-1-1,0 0 1,0 0-1,0 0 1,0 0-1,0-1 1,0 1 0,0 0-1,1-4 1,-3 5-3,1 0 0,-1 0 0,0 0 1,0 0-1,0 0 0,0 0 0,0 1 1,0-1-1,0 0 0,0 0 0,0 0 1,0 0-1,0 0 0,-1 1 1,1-1-1,0 0 0,-1 0 0,1 0 1,0 1-1,-1-1 0,1 0 0,-1 0 1,1 1-1,-1-1 0,0 0 0,1 1 1,-1-1-1,0 1 0,0-2 0,-3 0 3,0 0 0,0 0 0,0 0-1,0 0 1,0 0 0,-5-1 0,-17-4 0,0 1 1,-1 2 0,-30-2 0,-87 1-7,105 5 2,-788 37-20,595-20 17,216-16 3,-593 61-26,545-48-5,44-5 11,20-9 19,0 0 0,-1 0 0,1 0 1,0 0-1,0 1 0,-1-1 0,1 0 0,0 0 0,-1 1 1,1-1-1,0 0 0,0 0 0,-1 1 0,1-1 0,0 0 1,0 1-1,0-1 0,0 0 0,0 1 0,-1-1 0,1 0 1,0 1-1,0-1 0,0 1 0,0 0 0,1 0-2,1 1 0,-1-1 1,0 1-1,1-1 0,-1 0 0,1 1 0,-1-1 0,1 0 0,0 0 0,-1 0 0,1 0 0,0 0 0,0-1 1,4 2-1,21 8-10,1-2 1,0 0 0,0-2 0,1-1-1,51 2 1,153-10-4,-10-14 14,270-57 0,205-92 38,-636 148-14,118-51-1,-175 67-19,53-29 29,-55 30-28,0-1 0,0 0 0,0 0 0,-1-1 1,1 1-1,0-1 0,-1 1 0,0-1 0,1 0 1,-1 0-1,0 0 0,0 0 0,1-4 0,-3 6-1,1 0 0,-1-1-1,0 1 1,0-1 0,0 1-1,0-1 1,0 1 0,0 0-1,-1-1 1,1 1 0,0-1-1,-1 1 1,1 0 0,-1-1-1,0 1 1,1 0-1,-1 0 1,0-1 0,0 1-1,1 0 1,-1 0 0,0 0-1,0 0 1,0 0 0,-3-2-1,0 0 3,-1 0 0,0 0-1,0 0 1,0 0-1,0 1 1,-7-3-1,-13-2-1,-1 1 1,1 1-1,-1 1 0,-44-1 0,-109 11-17,-1029 127-25,981-99 28,-370 104-1,572-130 4,0 0 1,0 1-1,1 2 1,-40 23-1,63-33 8,0-1-1,0 1 0,0-1 1,0 1-1,0 0 1,0-1-1,0 1 0,1 0 1,-1 0-1,0 0 0,1 0 1,-1 0-1,0 0 1,1-1-1,-1 1 0,1 1 1,-1-1-1,1 0 0,0 0 1,-1 0-1,1 0 1,0 0-1,0 0 0,0 0 1,0 0-1,0 1 0,0-1 1,0 0-1,0 0 1,1 2-1,0-1-1,0 0 0,0 0 0,1-1 0,-1 1 0,1 0 0,-1-1 0,1 1 0,-1-1 0,1 1 0,0-1 0,0 0 0,0 0 0,3 2 0,4 1-5,0-1 0,0 0 1,1 0-1,-1-1 0,1 0 0,11 0 0,71 1-29,6-7 6,182-32 0,98-47 3,-195 34 35,263-107 0,-363 118 14,84-51 0,-149 78-6,31-22 0,-48 32-12,1-1-1,0 1 1,0-1-1,-1 0 1,1 1-1,-1-1 0,0 0 1,1 0-1,-1 0 1,0 0-1,0 0 1,1-4-1,-2 6-1,0 0-1,0 0 1,0-1-1,0 1 1,0 0-1,1-1 1,-1 1-1,0 0 1,0 0-1,0-1 1,0 1-1,0 0 1,0-1 0,0 1-1,0 0 1,0 0-1,-1-1 1,1 1-1,0 0 1,0-1-1,0 1 1,0 0-1,0 0 1,0-1-1,-1 1 1,1 0-1,0 0 1,0 0-1,0-1 1,0 1-1,-1 0 1,1 0-1,0 0 1,0-1-1,-1 1 1,1 0-1,0 0 1,0 0 0,-1 0-1,1 0 1,0 0-1,-1 0 1,1 0-1,0 0 1,0-1-1,-1 1 1,1 0-1,0 0 1,-1 0-1,1 1 1,0-1-1,0 0 1,-1 0-1,1 0 1,0 0-1,0 0 1,-1 0-1,1 0 1,-20 2 2,1 1 0,0 1 1,0 0-1,1 1 0,-1 1 1,1 1-1,-19 10 0,-129 76 12,145-81-15,-252 161 0,219-138-2,47-30 1,-5 2-4,0 0 1,1 1-1,-16 16 1,25-23 2,1 0 1,0 1-1,0-1 1,0 0-1,1 0 1,-1 1-1,0-1 1,0 1-1,1-1 1,-1 1-1,1-1 1,-1 1-1,1 0 1,0-1-1,-1 1 1,1-1-1,0 1 0,0 0 1,0-1-1,0 1 1,1-1-1,-1 1 1,0 0-1,1-1 1,-1 1-1,1-1 1,-1 1-1,1-1 1,0 1-1,0-1 1,-1 0-1,3 3 1,0-1-10,1 1 0,-1-1 1,1 0-1,0 0 0,0 0 0,0 0 1,0-1-1,0 0 0,1 0 1,7 3-1,10 1-106,0-1 0,1-1 0,34 2 0,128-3-883,75-21-662,42-20 636</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48.241"/>
    </inkml:context>
    <inkml:brush xml:id="br0">
      <inkml:brushProperty name="width" value="0.035" units="cm"/>
      <inkml:brushProperty name="height" value="0.035" units="cm"/>
    </inkml:brush>
  </inkml:definitions>
  <inkml:trace contextRef="#ctx0" brushRef="#br0">3856 412 552,'2'0'36,"0"0"1,0 0-1,0 0 1,0 1-1,0-1 0,0 1 1,0 0-1,-1-1 1,1 1-1,0 0 0,0 0 1,-1 0-1,1 0 0,-1 1 1,1-1-1,-1 0 1,1 1-1,-1-1 0,0 1 1,0-1-1,0 1 1,1-1-1,-2 1 0,1 0 1,0 0-1,0-1 0,0 1 1,-1 0-1,1 0 1,-1 0-1,0 0 0,1 0 1,-1 0-1,0 0 0,0 0 1,0 0-1,-1-1 1,1 1-1,0 0 0,-1 0 1,1 0-1,-1 0 1,1 0-1,-1 0 0,0-1 1,0 1-1,0 0 0,0-1 1,-2 4-1,-1 0 9,0 0 0,0-1 1,0 1-1,-1-1 0,1 1 0,-1-1 0,0-1 0,0 1 1,0-1-1,-7 3 0,-4 2 152,-1-1-1,-24 7 1,-7-3 262,-1-2 0,1-2 0,-95 1 0,87-6-174,-413 25 1772,-150 6-647,367-33-1258,209-3-123,0-1 0,1-2 0,-76-22 0,105 24 17,0 0 1,0-1-1,1-1 0,0 0 1,-16-11-1,26 16-21,0 0 0,0 0 1,1-1-1,-1 1 0,0-1 0,1 1 0,-1-1 1,1 0-1,-1 1 0,1-1 0,0 0 1,0 0-1,0 0 0,0 0 0,0 0 0,0 0 1,1 0-1,-1 0 0,0-1 0,1 1 1,0 0-1,0 0 0,-1-1 0,1 1 0,1 0 1,-1 0-1,0 0 0,0-1 0,1 1 1,0 0-1,-1 0 0,1 0 0,0 0 0,0 0 1,0 0-1,0 0 0,0 0 0,2-2 1,1-2 43,0 1 0,1-1 0,0 1 0,0 0 0,0 0-1,1 1 1,10-7 0,2 1 41,30-12-1,12 0 101,119-26 1,291-33 178,-462 80-384,677-69 290,26 62 118,-144 55-257,-522-39-128,-39-4-10,-8 0 2,-26 1 18,-156 5 34,-709 15 64,-452 18-46,609 11-59,7 25 26,587-57-14,140-20 4,9 0-25,18 0 15,242-27 253,-157 12-185,58-5 39,726-69 496,935-5 96,-1696 87-710,246 0 87,-356 8-72,-25 1-16,-14 2 4,-22 2 18,-66 6-1,63-10-29,-420 30 77,-5-21-52,-654-8-17,-195 5 649,1252-7-556,10-1 113,-65-5 0,101-1-116,17 4-114,-1 0 0,1 0 1,0 0-1,0 0 1,0 0-1,0 0 0,0 0 1,0-1-1,0 1 1,0 0-1,0 0 0,0 0 1,-1 0-1,1 0 1,0 0-1,0 0 0,0-1 1,0 1-1,0 0 1,0 0-1,0 0 0,0 0 1,0 0-1,0-1 1,0 1-1,0 0 0,0 0 1,0 0-1,0 0 1,0 0-1,0 0 0,1-1 1,-1 1-1,0 0 1,0 0-1,0 0 0,0 0 1,0 0-1,0 0 1,0 0-1,0-1 0,0 1 1,0 0-1,1 0 1,-1 0-1,0 0 0,0 0 1,0 0-1,0 0 1,0 0-1,0 0 0,1 0 1,-1 0-1,0 0 1,0 0-1,0 0 0,0 0 1,0 0-1,0 0 1,1 0-1,-1 0 0,0 0 1,0 0-1,0 0 1,0 0-1,0 0 0,1 0 1,20-6 63,34-6 0,99-14 19,89-10-44,70-3-16,911-84 3,893 85 203,-1934 47-202,318 18 56,-18 34-6,-349-30-62,-114-25-13,0 1 0,-1 1-1,28 16 1,-43-22-2,0 0-1,0 1 1,-1 0 0,1-1 0,-1 1 0,0 0-1,0 1 1,5 5 0,-8-8-1,1 1 1,0-1 0,0 1-1,-1-1 1,1 1 0,-1-1-1,1 1 1,-1-1 0,0 1-1,1-1 1,-1 1 0,0 0-1,0-1 1,0 1-1,0-1 1,-1 1 0,1 2-1,-2-1 2,0 1-1,0-1 0,0 0 0,0 0 1,0 0-1,-1 0 0,1 0 1,-1 0-1,0 0 0,0-1 0,0 1 1,0-1-1,-1 0 0,1 0 0,0 0 1,-6 2-1,-22 8 4,-1-1 0,0-1 0,0-1 0,-1-2 0,-39 3 0,54-7-3,-192 21 14,-65-6 0,-1271 32 33,754-31-39,-586 27 19,1375-46-29,-354 0 25,342 0-19,1-1 0,-1-1-1,-25-7 1,39 9-6,0 0 1,0 0-1,1 0 1,-1 0-1,0 0 1,0-1-1,1 1 1,-1 0-1,0-1 1,1 1-1,-1 0 1,0-1-1,1 1 0,-1-1 1,1 1-1,-1-1 1,1 1-1,-1-1 1,1 0-1,-1 1 1,1-1-1,-1 1 1,1-1-1,0 0 1,-1 0-1,1 1 0,0-1 1,0 0-1,0 1 1,-1-1-1,1 0 1,0 0-1,0 1 1,0-1-1,0 0 1,0 0-1,0 1 1,1-1-1,-1 0 0,0 0 1,0 1-1,0-1 1,1 0-1,-1 0 1,0 1-1,1-1 1,-1 0-1,1 1 1,-1-1-1,0 1 1,2-2-1,2-2 1,0 0 0,0 0 0,0 1 1,1 0-1,0-1 0,8-3 0,33-13 1,1 2 0,1 2 0,77-16 0,289-43-2,16 19 0,1231-84 17,5 97 14,-1302 45-24,-57 13-5,-56 6 4,-192-16-6,-1 2 0,111 31 0,-165-37-1,1 1 0,-1 0 1,1 0-1,-1 0 0,0 1 1,0-1-1,5 5 0,-9-7 1,1 1 0,-1-1 0,1 0 0,-1 1-1,1 0 1,-1-1 0,0 1 0,1-1 0,-1 1-1,0-1 1,0 1 0,1 0 0,-1-1 0,0 1-1,0 0 1,0-1 0,0 1 0,0 0 0,0-1-1,0 2 1,0-1 0,0 0 0,-1 0-1,1-1 1,-1 1 0,1 0 0,-1 0-1,1 0 1,-1-1 0,0 1-1,1 0 1,-1-1 0,0 1 0,0 0-1,1-1 1,-1 1 0,0-1 0,0 0-1,-1 1 1,-14 5-2,0-1 0,-34 6-1,-220 24 7,-4-23 5,213-11-8,-1228 17 6,601-12-5,54 0-2,-1320 36 8,1670-30 0,84-6 1,69-8 6,125 2-13,0-1 0,1 0 0,-1 0 0,0-1 0,-9-3 0,15 5-2,0 0 0,-1 0 0,1 0 1,0 0-1,-1-1 0,1 1 0,0 0 1,0 0-1,-1 0 0,1-1 0,0 1 0,-1 0 1,1 0-1,0-1 0,0 1 0,0 0 1,-1-1-1,1 1 0,0 0 0,0 0 0,0-1 1,0 1-1,0 0 0,-1-1 0,1 1 1,0-1-1,0 1 0,0 0 0,0-1 0,0 1 1,0 0-1,0-1 0,1 0 1,0 0 0,0 0-1,0 0 1,0 0 0,0 0-1,0 0 1,0 0 0,0 0-1,0 1 1,0-1 0,0 0-1,1 1 1,-1-1 0,2 0-1,23-8 2,37-9-1,271-42-1,-273 51 0,251-35 0,933-86-7,1099 64 25,-804 128 40,-1310-41-52,-179-15-4,-17-4 0,0 2-1,-1 1 1,0 2 0,47 15-1,-55-8-7,-24-14 6,-1 0-1,1 1 1,-1-1 0,0 0 0,1 1-1,-1-1 1,0 0 0,1 1-1,-1-1 1,0 0 0,0 1 0,1-1-1,-1 1 1,0-1 0,0 1 0,0-1-1,0 0 1,0 1 0,1-1 0,-1 1-1,0-1 1,0 1 0,0-1 0,0 1-1,0-1 1,0 1 0,0-1-1,-1 1 1,-1 1-1,0 0 0,0 0 0,0 0 0,-1 0 0,1 0 0,-1-1 0,0 1 0,1-1-1,-1 0 1,0 1 0,0-1 0,1-1 0,-6 2 0,-40 10-3,0-2 0,-1-2 1,-67 2-1,83-7 4,-212 12 7,-79-4 0,-57-3-6,-913 2 7,-740 18-15,1617-10 6,-253 37 2,445-25 6,173-23-5,-123 24 12,284-44 1,65-14-14,94-9-1,71-2 0,75-1 1,52 2 5,1364-32 13,14 91 11,-1629-14-14,236 9 0,-31 5-1,-114-2-9,-294-19-7,1 0 0,0 0 0,-1 1 0,1 1 0,17 5 0,-30-8 0,0 0 1,1 0 0,-1 0 0,0 1-1,1-1 1,-1 0 0,0 0 0,0 0 0,1 0-1,-1 1 1,0-1 0,1 0 0,-1 0-1,0 0 1,0 1 0,1-1 0,-1 0-1,0 1 1,0-1 0,0 0 0,0 0-1,1 1 1,-1-1 0,0 0 0,0 1-1,0-1 1,0 1 0,0 0-1,-1-1 1,0 1-1,1 0 1,-1-1-1,0 1 1,0-1-1,0 1 1,1-1-1,-1 0 1,0 1-1,0-1 1,0 0 0,0 0-1,0 1 1,-1-1-1,-102 15-14,-77 0 7,-103 2 7,-68 0 1,-81-4 0,-58-2 0,-58-4 0,260-3 0,-1249 26 6,3 62-4,1124-49-2,76-5 0,78-8 3,12 2 17,344-47-19,73-10-2,68-10-5,84-6 5,63-3 1,64-5 0,1341-55 14,-2 124 20,-1422-2-26,-64 0 0,-86 2-1,-71 1-9,-138-19 0,-1 0 1,0 0-1,0 0 0,0 1 0,0 0 0,13 8 0,-20-10 1,0-1 1,0 1-1,0 0 1,0 0-1,0 0 1,0-1-1,-1 1 1,1 0-1,0 0 0,0 0 1,-1 0-1,1 0 1,0 2-1,-1-3 1,0 1 0,0-1-1,0 1 1,0 0 0,0-1 0,0 1-1,0-1 1,0 1 0,0-1 0,0 1-1,0 0 1,-1-1 0,1 1 0,0-1-1,0 1 1,-1-1 0,1 1 0,0-1-1,-1 1 1,1-1 0,0 0 0,-1 1-1,1-1 1,-1 1 0,1-1 0,-1 1-1,-8 3 0,0 1 0,0-1 0,0-1 0,0 0 0,-1 0 0,-11 1-1,-67 12 2,-175 7-1,244-22 1,-269 10 0,-67-11 1,-51-8 5,-558-27-5,-611-11-1,4 87 0,1155-6 0,64 0 1,79-4 6,-42-9 18,280-25-12,35 3-13,0 0 0,-1 0 0,1 0 1,0 0-1,0 0 0,0 0 0,-1 0 0,1 0 0,0 0 1,0 0-1,-1 0 0,1 0 0,0 0 0,0 0 0,0 0 1,-1 0-1,1-1 0,0 1 0,0 0 0,0 0 1,0 0-1,-1 0 0,1 0 0,0-1 0,0 1 0,0 0 1,0 0-1,0 0 0,-1 0 0,1-1 0,0 1 0,0 0 1,0 0-1,0 0 0,0-1 0,0 1 0,0 0 0,0 0 1,0-1-1,0 1 0,0 0 0,0 0 0,0 0 0,0-1 1,0 1-1,0 0 0,0 0 0,0-1 0,0 1 0,0 0 1,1-1-1,4-2 1,0-1 0,0 1 0,1 0 0,-1 0 0,1 1 1,11-4-1,73-23-1,148-28 1,-211 51-1,271-47 0,1291-86 5,21 124 38,-1317 16-32,1111-14 55,-1192 9-54,-1 1-5,-458-3-28,-5-2 18,-72 2 3,-1734 32 0,1342-10 0,-1335 69 16,2011-81-13,-43 0 3,119-10 1,-1-2-8,1077-123-12,7 63 34,236 27 16,-6 59 22,-1038-1-50,-56 4-1,54 21 0,-296-39-9,1 0 0,18 8 0,-23-5-4,-9-5 5,0-1 0,0 0-1,0 0 1,-1 1 0,1-1 0,0 0-1,0 0 1,0 1 0,-1-1 0,1 0 0,0 0-1,0 0 1,-1 1 0,1-1 0,0 0 0,0 0-1,-1 0 1,1 0 0,0 0 0,0 1 0,-1-1-1,1 0 1,0 0 0,-1 0 0,1 0 0,0 0-1,-1 0 1,1 0 0,0 0 0,-1 0-1,-73 3-8,-407-24 2,288 7 6,-191-10 1,-60-1 0,-1109-26-8,15 62-7,1107 8 21,60-3-2,74-1 8,-73-3 6,299-12-5,63 0-7,11-1-1,42 0 1,277 0 3,-49-1-2,63-6-5,72-3 4,696-23 5,790-20 35,-1422 46-30,-309 6-9,1022-3 25,-1041 10-32,-125-4-4,33 6 1,-51-7 3,-1 0 0,0 0 0,1 0 0,-1 0 0,0 0-1,0 0 1,1 0 0,-1 0 0,0 0 0,0 0 0,1 1 0,-1-1 0,0 0-1,0 0 1,0 0 0,1 0 0,-1 0 0,0 0 0,0 1 0,1-1 0,-1 0 0,0 0-1,0 0 1,0 1 0,0-1 0,0 0 0,1 0 0,-1 0 0,0 1 0,0-1-1,0 0 1,0 0 0,0 1 0,0-1 0,-9 6-5,-4-3 2,1 0 0,-1-1 0,-13 1 0,-120 7-1,-72-2-2,-84-2 5,-75 1 1,-1063 33 1,-155 46 6,249 35-7,1021-78 1,72-2 7,-42 9 22,253-43-21,81-14-1,1711-229 0,-71 91-7,-1255 112 1,782-55 22,-15 32 5,-894 52-22,-245 4-7,37-1-4,112 14 0,-164-6-4,-37-7 8,0 0 0,0 0 0,1 0-1,-1 0 1,0 0 0,0 0 0,1 0 0,-1 0-1,0 0 1,0 0 0,1 1 0,-1-1 0,0 0 0,0 0-1,1 0 1,-1 0 0,0 0 0,0 0 0,0 0 0,1 1-1,-1-1 1,0 0 0,0 0 0,0 0 0,1 0 0,-1 1-1,0-1 1,0 0 0,0 0 0,0 0 0,0 1 0,0-1-1,0 0 1,1 0 0,-1 1 0,0-1 0,0 0 0,0 0-1,0 1 1,0-1 0,0 0 0,0 0 0,0 1 0,0-1-1,0 0 1,0 1 0,-6 2-2,0-1 0,0 0 0,0 0 0,-1 0-1,1-1 1,-13 2 0,-71 9-6,-131-1 0,154-9 7,-250 6-5,-80-7 4,-64 0-4,-1196-6 5,341 9 1,16 35 2,952-21 4,70-1 2,95-3 0,67-5 0,78-6-2,35-2-5,5-1 0,21-2-1,248-29 0,-24 5 0,56-2 1,1705-31 23,10 116 53,-1680-44-59,329 12 13,-463-18-23,-64-2-23,-331-8-15,-32-3 22,-95-6 5,-71-2-2,-1664-33-6,-9 103-10,1617-20 19,55 9 4,83 4 6,60 0 4,87-3-8,146-41-3,-1 1 1,1 0-1,0 1 1,-16 11 0,29-18-2,0 0 0,1 1 0,-1-1 1,0 1-1,0-1 0,1 1 1,-1-1-1,0 1 0,1-1 0,-1 1 1,1 0-1,-1-1 0,1 1 1,-1 0-1,1 0 0,0-1 0,-1 1 1,1 0-1,0 0 0,-1-1 1,1 1-1,0 0 0,0 0 0,0 0 1,0 0-1,0 0 0,0-1 1,0 1-1,0 0 0,0 0 0,0 0 1,0 0-1,0-1 0,1 1 1,-1 0-1,0 0 0,1 0 1,-1-1-1,1 1 0,-1 0 0,1 0 1,-1-1-1,1 1 0,-1-1 1,2 2-1,3 2 1,0-1-1,0 0 1,1 0 0,-1-1 0,1 1 0,-1-1-1,1 0 1,0-1 0,0 1 0,0-1-1,7 0 1,166 11 9,94-14 4,100-17 1,74-10-6,1164-46 7,56 50 23,-969 27-26,790-16 30,-1369 7-43,-72 1-7,-46 4 4,-6 0-1,-24-4-5,-217-21-12,178 22 18,-209-14-3,-2472-17-18,2276 63 19,373-20 2,-166 13 1,-316 30 4,23 15 4,147-3 1,311-37-5,91-22-2,1 1 1,-1 0 0,-10 6 0,16-7 0,0-1 1,1 0-1,-1 1 0,1-1 0,0 1 1,0 0-1,-3 4 0,5-6-1,0-1 1,1 1-1,-1 0 1,1 0-1,-1 0 1,1 0-1,0 0 1,-1 0-1,1 0 1,0 0-1,0 0 1,-1 0-1,1 0 1,0 0-1,0 0 1,0 0-1,0 0 0,0 0 1,1 0-1,-1 1 1,2 2 0,1-1 0,-1 0 0,1 0 0,-1-1 0,1 1 1,0 0-1,0-1 0,0 0 0,0 0 0,0 0 0,1 0 0,-1 0 0,1 0 0,-1-1 0,5 1 1,15 7 3,1-1 1,1-2 0,32 5-1,169 15 19,83-5-1,88-21-7,61-12-7,949-78 24,-1136 69-27,-2 0-1,1267-90 9,-4 41 8,-1200 67-15,-121 9-10,-183-4-3,0 1 0,29 6 0,-56-9 5,-1 0 1,1 0 0,-1 0-1,1 0 1,-1 0 0,1 0-1,-1 1 1,1-1 0,-1 0-1,1 0 1,-1 0 0,1 1 0,-1-1-1,1 0 1,-1 1 0,1-1-1,-1 0 1,0 1 0,1-1-1,-1 1 1,0-1 0,1 0-1,-1 1 1,0-1 0,1 1 0,-1-1-1,0 1 1,0-1 0,1 1-1,-2 0 1,0 0-1,1 0 1,-1 0-1,1-1 1,-1 1-1,0 0 0,1-1 1,-1 1-1,0-1 1,0 1-1,0-1 1,0 1-1,1-1 1,-1 1-1,0-1 0,-1 1 1,-17 5-7,-1-1 0,-38 6 0,-154 14-8,-94 2 12,-104 3 2,-77 0-6,-389 15-5,-1525 95 23,2081-118-8,114-14 6,195-7-6,1-1 1,-1-1-1,1 0 1,-17-3-1,24 0 2,9 0 0,37-9 3,147-19 1,114-4-93,132 1-479,93 1-110,113-8 266</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54.841"/>
    </inkml:context>
    <inkml:brush xml:id="br0">
      <inkml:brushProperty name="width" value="0.035" units="cm"/>
      <inkml:brushProperty name="height" value="0.035" units="cm"/>
    </inkml:brush>
  </inkml:definitions>
  <inkml:trace contextRef="#ctx0" brushRef="#br0">315 488 2152,'0'0'1230,"1"2"-88,0 2-925,0 0 0,0 0 0,0-1 0,-1 1 0,0 0 0,1 0 0,-1 0 1,-1 0-1,1 0 0,0 0 0,-3 7 0,-12 31 418,14-40-569,0 0-1,-1 0 0,1 0 1,-1-1-1,1 1 0,-1-1 0,1 1 1,-1-1-1,0 0 0,0 1 1,0-1-1,0 0 0,0 0 1,0 0-1,0-1 0,0 1 1,0 0-1,0-1 0,0 1 0,-1-1 1,1 0-1,0 0 0,-3 0 1,-2 0 91,1 0 0,-1-1 1,0 0-1,1 0 0,-11-4 1,15 4-123,0 0 0,1 1 0,-1-2 0,0 1 0,0 0 0,1 0 0,-1-1 0,0 1 0,1 0 0,0-1 0,-1 0 0,1 1 0,0-1 1,0 0-1,0 0 0,0 1 0,0-1 0,0 0 0,0 0 0,1 0 0,-1 0 0,1 0 0,-1 0 0,1-3 0,-1 2-16,1 0 0,0 1-1,0-1 1,0 0-1,0 0 1,1 1 0,-1-1-1,1 0 1,0 1 0,-1-1-1,1 0 1,0 1 0,1-1-1,-1 1 1,0 0 0,1-1-1,2-3 1,2 1-18,0-1 1,0 1-1,0 1 1,1-1 0,0 1-1,0 0 1,0 0-1,0 1 1,0 0-1,1 0 1,12-2-1,-13 2 6,1-1 0,-1 1-1,0-1 1,0-1-1,0 1 1,0-1-1,-1 0 1,0-1-1,9-10 1,-7 9 6,-1-1 1,1 1-1,0 1 0,0 0 0,12-7 1,0 2 32,-2 0 0,1-1 0,-1-1 0,-1-1 0,26-27 0,-29 28-27,1 1 1,23-16-1,-32 24-12,2-3 5,-2 1-17,-6 6 11,0 0 1,0 0-1,0 0 0,0 0 1,1 0-1,-1 0 1,0 0-1,0 0 0,0 0 1,0 0-1,0 0 0,0 0 1,1 0-1,-1 1 1,0-1-1,0 0 0,0 0 1,0 0-1,0 0 1,0 0-1,0 0 0,0 0 1,0 0-1,1 0 0,-1 1 1,0-1-1,0 0 1,0 0-1,0 0 0,0 0 1,0 0-1,0 0 0,0 1 1,0-1-1,0 0 1,0 0-1,0 0 0,0 0 1,0 0-1,0 0 1,0 1-1,0-1 0,0 0 1,0 0-1,0 0 0,0 0 1,0 0-1,0 0 1,-1 1-1,1-1 0,-13-9 792,3 30-798,5-6 1,-18 28 6,-30 44 1,-61 75 8,9-9-1,9-9 2,89-135-15,-24 30 17,-57 60 0,61-72-13,19-18-2,-1 0-1,-18 14 1,23-20-12,-13 7 92,12-14-19,5-9-15,2 0-32,1-1-1,1 1 1,0 0 0,0 0-1,2 0 1,-1 1 0,2 0-1,-1 0 1,2 0 0,16-19-1,9-7-14,61-54-1,-70 71 6,23-20-3,2 3-1,1 1 1,2 3 0,1 2 0,2 3 0,73-29 0,83-34 26,-81 34 32,-128 57-65,19-11 51,-20 12-47,-1 0-1,0-1 0,1 1 0,-1 0 1,0 0-1,0-1 0,1 1 1,-1 0-1,0-1 0,0 1 0,0 0 1,1-1-1,-1 1 0,0 0 1,0-1-1,0 1 0,0 0 1,0-1-1,0 1 0,0 0 0,0-1 1,0 1-1,0 0 0,0-1 1,0 1-1,0-1 0,0 1 0,0 0 1,0-1-1,0 1 0,0 0 1,0-1-1,0 1 0,-1 0 1,1-1-1,0 1 0,0 0 0,0-1 1,-1 1-1,1 0 0,0 0 1,0-1-1,-1 1 0,1 0 0,0 0 1,-1 0-1,1-1 0,0 1 1,-1 0-1,1 0 0,0 0 1,-1 0-1,1 0 0,0 0 0,-1-1 1,0 1-1,-9 1-25,-7 5 18,2 1 1,-1 0-1,1 1 1,0 0-1,-25 20 1,27-19-3,1 2 1,0 0-1,-16 18 1,-5 5-10,8-8 5,-25 32 0,8-8 5,39-48 7,1 1 0,0 0 0,0 0 0,0 0-1,0 1 1,1-1 0,-1 0 0,1 1 0,0-1 0,0 1-1,0-1 1,0 1 0,1-1 0,-1 1 0,1 0 0,0 5-1,0-6 2,1-1 0,-1 0 0,1 0 0,-1 1 0,1-1 0,0 0 0,0 0 0,0 0 0,0 0 0,0 0 0,0 0 0,1 0 0,-1-1 0,1 1 0,-1 0 0,1-1 0,0 1 0,-1-1 0,1 1 0,0-1 0,0 0 0,0 0-1,0 0 1,0 0 0,0 0 0,0 0 0,5 0 0,-4 0 3,0-1 1,0 0-1,1 1 0,-1-2 0,0 1 0,0 0 0,1-1 0,-1 1 1,0-1-1,0 0 0,0 0 0,0 0 0,0 0 0,0-1 0,0 1 1,0-1-1,-1 0 0,1 0 0,3-3 0,5-4 16,-1-2-1,0 1 1,8-13 0,-7 10 0,93-103 100,22-28-8,-109 116-99,-16 27-12,0 0-1,-1 0 0,1 0 1,-1 0-1,1 0 0,-1 0 1,1-1-1,-1 1 1,0 0-1,0 0 0,1 0 1,-1 0-1,0-1 0,0 1 1,0 0-1,-1 0 0,1 0 1,0-1-1,0 1 1,-1 0-1,1 0 0,0 0 1,-1 0-1,0-2 0,-1 3-2,0 0 0,0 0-1,0-1 1,0 1 0,0 1-1,0-1 1,0 0 0,0 0-1,0 1 1,1-1 0,-1 1-1,0-1 1,0 1-1,0 0 1,0 0 0,-2 1-1,0 0 6,-81 38-4,77-34-8,0-1-1,0 1 1,1 0 0,0 1 0,0 0 0,1 0-1,-1 0 1,2 1 0,-1-1 0,-5 12 0,5-9 0,2-4 6,1 1 0,1-1 0,-1 1 0,1 0 0,0 0 0,0 0 0,1 0 0,0 0 0,0 10 0,1-16 3,0-1 1,0 1-1,0-1 1,1 1-1,-1 0 1,0-1-1,0 1 1,0-1-1,1 1 1,-1-1-1,0 1 1,1-1-1,-1 1 1,0-1-1,1 1 1,-1-1 0,1 0-1,-1 1 1,1-1-1,-1 1 1,1-1-1,-1 0 1,1 0-1,-1 1 1,1-1-1,-1 0 1,1 0-1,0 0 1,-1 1-1,1-1 1,-1 0-1,1 0 1,0 0-1,-1 0 1,1 0-1,-1 0 1,1 0-1,0-1 1,-1 1-1,1 0 1,24-6 28,15-17-10,36-11-11,-36 16 8,0-1-1,58-37 1,32-47 56,-42 31-16,-78 66-51,-1-1 0,-1-1 0,1 1-1,-1-1 1,0 0 0,-1-1 0,0 0 0,-1 0 0,9-16 0,-15 22-5,1-1 0,-1 1 0,0-1 0,0 1-1,-1-1 1,1 1 0,-1-1 0,1 1 0,-1 0 0,0-1 0,-1 1 0,1 0-1,0 0 1,-1-1 0,0 1 0,-4-5 0,6 7-1,0 1 0,0 0-1,0 0 0,0 0 0,0 0 0,0 0 0,0-1 0,0 1 0,0 0 0,0 0 1,-1 0-1,1 0 0,0 0 0,0 0 0,0-1 0,0 1 0,0 0 0,0 0 0,0 0 0,-1 0 1,1 0-1,0 0 0,0 0 0,0 0 0,0 0 0,0 0 0,-1 0 0,1 0 0,0 0 1,0 0-1,0 0 0,0 0 0,0 0 0,-1 0 0,1 0 0,0 0 0,0 0 0,0 0 1,0 0-1,0 0 0,-1 0 0,1 0 0,0 0 0,0 0 0,0 0 0,0 0 0,0 0 1,0 0-1,-1 1 0,1-1 0,0 0 0,0 0 0,0 0 0,0 0 0,0 0 0,0 0 1,0 0-1,0 1 0,0-1 0,0 0 0,0 0 0,-4 10-38,3-9 38,-5 15-8,-1-1-1,-1 0 1,-1 0 0,-19 25 0,19-26 6,-286 369 3,295-383 1,-9 10 1,1 1 1,-1-1-1,2 1 0,0 1 1,0 0-1,1 0 0,0 0 1,-5 17-1,11-28 1,0 0 0,-1 0-1,1-1 1,0 1 0,0 0 0,0 0 0,0 0-1,0 0 1,0 0 0,0 0 0,0 0 0,0-1-1,0 1 1,0 0 0,1 0 0,-1 0-1,1 1 1,-1-2 0,0 0 0,1 0-1,-1 0 1,0 0 0,1 0-1,-1 0 1,0 0 0,1 0-1,-1 0 1,0 0 0,1 0-1,-1 0 1,1 0 0,-1 0-1,0 0 1,1 0 0,-1-1-1,0 1 1,0 0 0,1 0-1,-1 0 1,0 0 0,1-1-1,-1 1 1,0 0 0,0 0-1,1-1 1,23-25 56,-3-2-39,2 0 0,48-42 0,-55 56-22,1 1 0,0 0 0,1 2 0,0 0 0,1 1 0,22-8 0,-15 7 3,142-45-28,-164 55 23,0 0-1,1 0 0,-1 1 1,0-1-1,0 1 1,0 0-1,1 0 0,-1 1 1,8 1-1,-10-1 4,-1-1-1,1 1 1,0 0 0,-1-1-1,1 1 1,0 0 0,-1 0-1,0 1 1,1-1 0,-1 0-1,1 0 1,-1 1 0,0-1-1,0 1 1,0-1 0,0 1-1,0-1 1,0 1 0,0-1-1,-1 1 1,1 0 0,-1 0-1,1-1 1,0 5 0,-1-3 2,0 0 0,0 0 0,-1 0 1,1 0-1,-1 0 0,1 0 0,-1 0 1,0 0-1,0-1 0,0 1 0,0 0 1,-1 0-1,1-1 0,-1 1 0,0-1 1,0 1-1,0-1 0,0 0 0,0 0 1,0 1-1,-3 1 0,-7 5 11,1-1-1,-26 15 1,18-12 1,-1-1 1,-1 0-1,1-2 0,-2 0 1,1-2-1,-1 0 0,0-1 0,-26 2 1,-39 1-5,271-37-79,-153 24 71,14-4 5,1 2-1,0 2 0,68 0 0,-108 6-36,0 0 0,-1-1 0,1 2 0,0-1 0,-1 1 0,1 0 0,-1 0 0,0 0 0,1 1 0,-1 0 0,0 0 0,8 6 0,4 1-667,7-7 293</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55.275"/>
    </inkml:context>
    <inkml:brush xml:id="br0">
      <inkml:brushProperty name="width" value="0.035" units="cm"/>
      <inkml:brushProperty name="height" value="0.035" units="cm"/>
    </inkml:brush>
  </inkml:definitions>
  <inkml:trace contextRef="#ctx0" brushRef="#br0">71 1 4329,'-63'138'2312,"55"-138"-439,8-6-577,2-3 0,-2 7-303,0 0-241,0 0-400,0 0-104,27-9-144,58-46-48,-43 51-24,0 3 8,-4 1-64,-6 2-328,-11-2-2057,0 2 1697</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56.105"/>
    </inkml:context>
    <inkml:brush xml:id="br0">
      <inkml:brushProperty name="width" value="0.035" units="cm"/>
      <inkml:brushProperty name="height" value="0.035" units="cm"/>
    </inkml:brush>
  </inkml:definitions>
  <inkml:trace contextRef="#ctx0" brushRef="#br0">89 714 3833,'0'0'3485,"5"1"-2637,1 0-671,1 0 0,0-1 0,0 0 0,0 0 1,0-1-1,0 1 0,0-2 0,11-2 0,0-1 9,27-13 1,-26 9-51,0-1 1,-1-2-1,0 1 0,20-19 1,-11 9-55,-21 17-67,13-11 26,-1 0 1,25-25 0,-43 40-43,0 0 1,1 0-1,-1-1 1,1 1-1,-1 0 0,0-1 1,0 1-1,1 0 0,-1-1 1,0 1-1,0-1 1,1 1-1,-1 0 0,0-1 1,0 1-1,0-1 0,0 1 1,1 0-1,-1-1 1,0 1-1,0-1 0,0 1 1,0-1-1,0 1 0,0-1 1,-10 1-18,-16 10 44,-231 160 1032,232-152-857,-42 40 0,56-48-128,2 1-1,-1 0 0,2 1 1,-1 0-1,2 0 1,-8 15-1,14-25-61,0-1 1,1 1-1,-1-1 0,0 1 1,1-1-1,0 1 0,-1 0 1,1-1-1,0 1 0,0 0 1,0-1-1,0 1 0,0 0 1,0 2-1,1-4-5,-1 1-1,1 0 1,-1-1-1,1 1 1,0-1-1,-1 1 1,1-1-1,0 1 1,0-1 0,-1 0-1,1 1 1,0-1-1,0 0 1,-1 1-1,1-1 1,0 0-1,0 0 1,0 0 0,0 0-1,-1 0 1,1 0-1,0 0 1,0 0-1,0 0 1,0 0-1,-1-1 1,1 1 0,0 0-1,0 0 1,-1-1-1,1 1 1,0 0-1,0-1 1,22-8 47,-1-1-1,-1-1 1,0 0 0,22-18 0,14-6 0,42-16 14,17-10 14,-102 52-58,-1-1-1,0-1 1,-1-1-1,0 1 1,-1-2-1,0 0 1,16-26-1,-20 26-23,-7 13 0,0 0 0,0 0 0,0 0 0,0 0 0,0 0 0,0 0 0,0 0 0,0 0 0,0 0 0,0 0 0,0 0 0,0 0 0,0 0 0,0 0 0,0 0 0,0 0 0,0 0 0,0 0 0,-1 0 0,1 0 0,0 0 0,0 0 0,0 0 0,0 0 0,0 0 0,0 0 0,0 0 0,0 0 0,0 0-1,0 0 1,0 0 0,0 0 0,0 0 0,0 0 0,0 0 0,0 0 0,0 0 0,0 0 0,0 0 0,0 0 0,0 0 0,0 0 0,0 0 0,0-1 0,0 1 0,0 0 0,0 0 0,0 0 0,0 0 0,0 0 0,-2 2-10,0 1 1,0-1-1,0 0 0,1 1 1,-1-1-1,1 1 0,-2 4 1,-4 9 1,-1 0 0,-1-1 0,0 0 1,-1-1-1,-1 0 0,0 0 0,-14 12 0,5-4 37,-18 25-1,36-45-20,0 1 1,1-1-1,-1 0 1,1 1-1,0-1 1,0 1-1,0-1 1,0 1-1,0-1 1,0 1-1,1 0 1,-1-1 0,1 1-1,0 0 1,0 0-1,0 3 1,0-6-6,0 1 0,0-1 0,0 0 1,0 0-1,0 0 0,1 0 0,-1 1 0,0-1 1,0 0-1,0 0 0,0 0 0,0 0 1,1 0-1,-1 1 0,0-1 0,0 0 0,0 0 1,0 0-1,1 0 0,-1 0 0,0 0 1,0 0-1,0 0 0,1 0 0,-1 0 0,0 0 1,0 0-1,0 1 0,1-1 0,-1-1 1,0 1-1,0 0 0,1 0 0,-1 0 0,0 0 1,0 0-1,0 0 0,0 0 0,1 0 1,-1 0-1,0 0 0,0-1 0,11-6 68,78-91 137,-42 50-152,100-102 72,-105 104-90,47-69 0,-40 35-20,44-94 0,-65 120-29,-11 18-17,-16 29 14,-5 8 2,-16 18 9,-21 40 96,-61 118-1,52-85-43,-106 211 244,150-293-254,1 1 0,0 0 1,1 1-1,0-1 0,1 1 0,0-1 1,1 1-1,-2 22 0,4-32-28,0 0-1,0 1 1,0-1-1,0 0 1,0 1-1,1-1 1,-1 0-1,1 0 1,-1 0-1,1 1 1,0-1-1,0 0 1,0 0 0,0 0-1,0 0 1,0 0-1,1 0 1,-1-1-1,1 1 1,2 2-1,-1-2-1,0-1-1,0 0 0,0 1 0,0-1 1,1-1-1,-1 1 0,0 0 0,0-1 1,1 0-1,-1 0 0,0 0 1,1 0-1,-1 0 0,4-1 0,12-2-14,0-1 0,0-1 0,-1 0 0,27-12-1,72-40-929,-69 32 189,46-22-1070,8-6 676</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56.461"/>
    </inkml:context>
    <inkml:brush xml:id="br0">
      <inkml:brushProperty name="width" value="0.035" units="cm"/>
      <inkml:brushProperty name="height" value="0.035" units="cm"/>
    </inkml:brush>
  </inkml:definitions>
  <inkml:trace contextRef="#ctx0" brushRef="#br0">78 0 8794,'-59'38'3313,"42"-23"-2297,15-3-808,16-24-48,29-7-320,35-13 136</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8:04.490"/>
    </inkml:context>
    <inkml:brush xml:id="br0">
      <inkml:brushProperty name="width" value="0.035" units="cm"/>
      <inkml:brushProperty name="height" value="0.035" units="cm"/>
    </inkml:brush>
  </inkml:definitions>
  <inkml:trace contextRef="#ctx0" brushRef="#br0">232 1 1360,'1'-1'7978,"0"16"-6446,1 35-1754,-2-22 422,0-1 0,-2 1 0,-10 49 0,9-66-136,-6 25 340,-1 0 1,-26 57-1,34-90-381,1 0 0,0-1 0,-1 1 0,0 0 0,0-1 0,0 1 0,0-1 0,0 0 1,0 0-1,-1 0 0,1 0 0,-1 0 0,1 0 0,-1-1 0,0 1 0,0-1 0,1 0 0,-1 0 0,0 0 0,0 0 0,0 0 0,0-1 0,0 1 0,-1-1 0,1 0 0,0 0 0,0 0 0,0 0 0,0-1 0,0 1 0,0-1 0,0 0 0,0 1 0,0-2 0,0 1 0,0 0 0,0 0 0,1-1 0,-1 0 0,0 1 0,1-1 0,-4-3 0,2 0-11,-1 1-1,1 0 1,0-1 0,1 0 0,-1 0-1,1 0 1,0-1 0,0 1 0,0-1-1,1 1 1,0-1 0,0 0 0,0 0-1,1 0 1,0 0 0,0 0-1,1 0 1,-1 0 0,1-1 0,1-7-1,3-10-756,0-1-1,1 1 0,15-40 1,-12 39-849,6-9 331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8:04.893"/>
    </inkml:context>
    <inkml:brush xml:id="br0">
      <inkml:brushProperty name="width" value="0.035" units="cm"/>
      <inkml:brushProperty name="height" value="0.035" units="cm"/>
    </inkml:brush>
  </inkml:definitions>
  <inkml:trace contextRef="#ctx0" brushRef="#br0">27 148 5449,'-4'-30'2553,"-3"-2"-985,1-1-528,-3 7-40,9 12-423,4 7-257,7 7-264,-2-6-24,-3 6-1073,11 8-1079,-2 9 1320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8:05.270"/>
    </inkml:context>
    <inkml:brush xml:id="br0">
      <inkml:brushProperty name="width" value="0.035" units="cm"/>
      <inkml:brushProperty name="height" value="0.035" units="cm"/>
    </inkml:brush>
  </inkml:definitions>
  <inkml:trace contextRef="#ctx0" brushRef="#br0">48 19 640,'109'21'860,"-109"-21"-817,1 0 0,0 0 0,0 1 0,0-1 0,0 0 0,-1 0 0,1 0 0,0 0 0,0 0 0,0-1 0,0 1 0,-1 0 0,1 0 0,0-1 0,0 1 0,0 0 0,-1-1 0,1 1 0,0 0 0,-1-1 0,2 0 0,-2 0 16,0 1 0,1-1 1,-1 1-1,0-1 0,0 0 0,0 1 0,0-1 1,0 1-1,0-1 0,0 1 0,0-1 1,0 0-1,0 1 0,-1-1 0,1 1 0,0-1 1,0 1-1,0-1 0,-1 1 0,1-1 0,0 1 1,-1-1-1,0-2 244,-1 1-1,0 0 1,0-1 0,0 1 0,0 0 0,0 0 0,0 0 0,-3-2-1,2 4-175,1-1 0,-1 1-1,1 0 1,-1 0-1,1 0 1,-1 0 0,1 1-1,0-1 1,-1 1-1,1-1 1,-1 1 0,1 0-1,0 0 1,0 0 0,-1 0-1,1 0 1,0 0-1,0 1 1,0-1 0,0 1-1,0-1 1,1 1-1,-4 3 1,-3 4 68,1-1 0,0 2 0,-9 16 0,10-16-118,-7 12 73,-12 29 0,23-45-140,-1 0-1,1 0 1,1 0-1,-1 1 0,1-1 1,0 0-1,0 1 1,1-1-1,0 1 1,1 8-1,-1-14-7,0 0 0,0 0-1,0 0 1,0 0 0,1-1 0,-1 1-1,0 0 1,1 0 0,-1-1 0,1 1-1,-1 0 1,0-1 0,1 1 0,0 0-1,-1-1 1,1 1 0,-1 0 0,1-1-1,0 1 1,-1-1 0,1 0 0,0 1-1,0-1 1,-1 1 0,1-1 0,0 0 0,0 0-1,0 1 1,-1-1 0,1 0 0,0 0-1,0 0 1,0 0 0,0 0 0,-1 0-1,1 0 1,0 0 0,0 0 0,0-1-1,1 1 1,3-2 10,0 0-1,-1 1 0,1-1 1,-1-1-1,1 1 1,4-4-1,56-47 82,-51 40-78,0 1 1,1 0-1,0 1 1,0 1-1,22-10 0,-37 20-17,1 0 0,-1 0 0,0 0 0,0 0 0,1 0 0,-1 0 0,0-1 0,1 1 0,-1 0 0,0 0 0,1 0 0,-1 0 0,0 0-1,0 0 1,1 0 0,-1-1 0,0 1 0,1 0 0,-1 0 0,0 0 0,0-1 0,0 1 0,1 0 0,-1 0 0,0-1 0,0 1 0,0 0 0,0 0 0,1-1-1,-1 1 1,0 0 0,0-1 0,0 1 0,0-1 0,-12 0 537,9 1-846,1 0 0,0-1 0,0 1 0,-1 0 0,1 0 0,0-1 0,0 0 0,-1 1 0,1-1 0,-3-2 0,3 1-859</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8:05.717"/>
    </inkml:context>
    <inkml:brush xml:id="br0">
      <inkml:brushProperty name="width" value="0.035" units="cm"/>
      <inkml:brushProperty name="height" value="0.035" units="cm"/>
    </inkml:brush>
  </inkml:definitions>
  <inkml:trace contextRef="#ctx0" brushRef="#br0">29 2 784,'0'0'54,"1"-1"0,-1 1-1,0 0 1,0 0 0,0 0-1,0 0 1,1 0 0,-1 0 0,0 0-1,0 0 1,0 0 0,0 0-1,1 0 1,-1 0 0,0 0-1,0 0 1,0 0 0,0 0 0,1 0-1,-1 0 1,0 0 0,0 0-1,0 0 1,0 0 0,1 1 0,-1-1-1,0 0 1,0 0 0,0 0-1,0 0 1,0 0 0,1 0-1,-1 0 1,0 1 0,0-1 0,0 0-1,0 0 1,0 0 0,0 0-1,0 1 1,0-1 0,0 0 0,0 0-1,0 0 1,1 0 0,-1 1-1,0-1 1,-4 14 2319,-3 15-1676,4-9-266,1 0 0,1 0 0,2 41 0,0-31 7,-1 0-1,-2 0 0,-9 51 1,6-53-289,4-15-84,0-1 0,1 1-1,0-1 1,1 0-1,0 1 1,6 22 0,-4-24 20,0-10 18,4-18 77,-5 10-146,1 0 0,0 0 0,1 0 0,0 0 0,0 1 0,7-9 0,36-40 93,-22 26-91,0-3-12,-14 17-17,1 0 1,0 1-1,22-19 1,-30 30-11,0-1 1,0 2-1,0-1 1,0 0-1,0 1 1,1 0-1,0 0 0,-1 0 1,1 1-1,0 0 1,0-1-1,-1 2 1,1-1-1,0 0 1,0 1-1,0 0 1,0 0-1,6 2 0,-9-2 3,0 0 0,0 0 0,-1 0 0,1 1 0,0-1 0,0 1 0,0-1 0,-1 1 0,1 0 0,0-1 0,0 1 0,-1 0 0,1 0 0,-1 1 0,1-1 0,-1 0 0,1 0 0,-1 1 0,0-1 0,0 0 0,0 1 0,1 0 0,-1-1 0,-1 1-1,1 0 1,0-1 0,0 1 0,-1 0 0,1 0 0,-1 0 0,1-1 0,-1 1 0,0 0 0,0 0 0,0 0 0,0 0 0,0 0 0,0 0 0,0-1 0,-1 1 0,1 0 0,-2 3 0,-1 4 43,0 1 1,-1-1-1,-1-1 1,1 1 0,-1 0-1,-1-1 1,-6 8-1,1-2 146,-1 0 0,-1-1 0,0 0 0,-1-1 0,-18 13 0,28-22-332,0 0 1,0-1-1,0 1 0,0-1 0,-1 0 1,1-1-1,0 1 0,-1-1 0,0 1 1,1-1-1,-1-1 0,0 1 0,1-1 0,-1 0 1,0 0-1,0 0 0,0 0 0,1-1 1,-1 0-1,0 0 0,1 0 0,-1-1 1,1 0-1,-8-3 0,6-1-1113</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8:06.105"/>
    </inkml:context>
    <inkml:brush xml:id="br0">
      <inkml:brushProperty name="width" value="0.035" units="cm"/>
      <inkml:brushProperty name="height" value="0.035" units="cm"/>
    </inkml:brush>
  </inkml:definitions>
  <inkml:trace contextRef="#ctx0" brushRef="#br0">0 42 5089,'133'32'2265,"-133"-41"-1097,6-3-392,3-3 64,10 2-288,8 3-192,1-1-184,3 7-40,1 4-72,-3 0 24,-3 2-688,-1 0-920,-8-2 984</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8:06.506"/>
    </inkml:context>
    <inkml:brush xml:id="br0">
      <inkml:brushProperty name="width" value="0.035" units="cm"/>
      <inkml:brushProperty name="height" value="0.035" units="cm"/>
    </inkml:brush>
  </inkml:definitions>
  <inkml:trace contextRef="#ctx0" brushRef="#br0">1 293 4225,'129'13'1936,"-129"21"-871,-9 1 31,5 8-320,-15-7-272,7-5-368,26-1-48,-5-18-240,18-5-464,-3-24 416</inkml:trace>
  <inkml:trace contextRef="#ctx0" brushRef="#br0" timeOffset="1">138 25 6769,'-14'-6'2649,"3"-1"-1929,-6-3-160,5 9-248,14 1-168,14 5-432,6 8-968,7 5 872</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8:06.887"/>
    </inkml:context>
    <inkml:brush xml:id="br0">
      <inkml:brushProperty name="width" value="0.035" units="cm"/>
      <inkml:brushProperty name="height" value="0.035" units="cm"/>
    </inkml:brush>
  </inkml:definitions>
  <inkml:trace contextRef="#ctx0" brushRef="#br0">168 0 3761,'88'39'1931,"-94"-37"-1225,0-1-1,0 1 1,0 0 0,1 1-1,-1-1 1,-7 6-1,-52 27 389,51-26-832,1 1-1,-1 1 0,2 0 1,-1 1-1,2 1 0,-12 14 1,3-4 73,17-20-296,1 0 1,-1 1 0,1-1 0,0 0 0,0 1 0,0-1 0,0 1 0,-1 6-1,2-9-34,1 0 0,0 0 0,0 0 0,0 0 0,0 0 0,0 1 0,0-1 0,0 0 0,0 0 0,0 0 0,1 0 0,-1 0 0,0 0 0,1 0 0,-1 0 0,0 0 0,1 0 0,0 0 0,-1 0 0,1 0 0,-1 0 0,1 0 0,0-1 0,0 1 0,0 0 0,-1 0 0,1-1 0,0 1 0,0-1 0,0 1 0,0 0 0,0-1 0,0 0 0,0 1 0,2-1 0,5 3 11,0-1-1,1-1 1,-1 0-1,1 0 0,-1-1 1,1 0-1,-1 0 0,1-1 1,0 0-1,-1 0 1,0-1-1,11-4 0,1 0-24,1-2 0,-2 0-1,34-20 1,-37 18-380,-1 0 0,0-1-1,-1-1 1,0 0 0,-1-1 0,19-24 0,-4-9-428</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8:07.245"/>
    </inkml:context>
    <inkml:brush xml:id="br0">
      <inkml:brushProperty name="width" value="0.035" units="cm"/>
      <inkml:brushProperty name="height" value="0.035" units="cm"/>
    </inkml:brush>
  </inkml:definitions>
  <inkml:trace contextRef="#ctx0" brushRef="#br0">61 10 3121,'-6'-9'1584,"6"15"-368,-2 13-47,-1 21-65,-1 7-8,-4 16-56,-3-8-16,1 13-279,-1 2-177,5-3-320,6 7-88,10-6-264,1-9-424,8-4 352</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8:07.901"/>
    </inkml:context>
    <inkml:brush xml:id="br0">
      <inkml:brushProperty name="width" value="0.035" units="cm"/>
      <inkml:brushProperty name="height" value="0.035" units="cm"/>
    </inkml:brush>
  </inkml:definitions>
  <inkml:trace contextRef="#ctx0" brushRef="#br0">163 1 4241,'71'0'2296,"-85"19"-551,-5 0 55,-3 19-528,1 2-311,-2 0-473,10 9-168,-16-11-160,1 4-32,-3-8-864,-3-6 576</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5:59.458"/>
    </inkml:context>
    <inkml:brush xml:id="br0">
      <inkml:brushProperty name="width" value="0.035" units="cm"/>
      <inkml:brushProperty name="height" value="0.035" units="cm"/>
    </inkml:brush>
  </inkml:definitions>
  <inkml:trace contextRef="#ctx0" brushRef="#br0">1 64 14067,'43'-16'4793,"5"-25"-5561,-16 35 584</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5.396"/>
    </inkml:context>
    <inkml:brush xml:id="br0">
      <inkml:brushProperty name="width" value="0.035" units="cm"/>
      <inkml:brushProperty name="height" value="0.035" units="cm"/>
    </inkml:brush>
  </inkml:definitions>
  <inkml:trace contextRef="#ctx0" brushRef="#br0">56 124 3009,'41'-101'1923,"-34"79"939,-11 26-1313,0 0 9,3-4-1439,1 0 0,-1 1 0,1-1 0,-1 0 0,1 1 0,-1-1 0,1 1 0,-1-1 0,1 1 0,0-1 0,-1 1 0,1-1 0,0 1 0,0 0 0,-1-1 0,1 1 0,0-1 1,0 1-1,0 0 0,0-1 0,0 1 0,0-1 0,0 1 0,0 0 0,0-1 0,0 1 0,0-1 0,0 1 0,0 0 0,3 27 309,-3-25-182,7 45 240,-3-29-341,-2 0 0,0 0 0,-2 34-1,-36 451 1318,31-458-1342,-1 0 0,-3-1 0,-24 76 0,28-108-84,3-9-16,0 0 0,1 1 0,-1-1 0,1 0-1,0 1 1,0 0 0,0-1 0,0 1 0,1-1 0,0 7 0,0-11-10,1 0 1,-1 0-1,1 0 0,-1-1 1,0 1-1,1 0 1,-1 0-1,1 0 0,-1-1 1,0 1-1,1 0 0,-1-1 1,0 1-1,1 0 0,-1-1 1,0 1-1,0 0 1,1-1-1,-1 1 0,0-1 1,0 1-1,0 0 0,1-1 1,-1 1-1,0-1 0,0 1 1,0-1-1,0 1 1,0-1-1,0 0 0,8-37-1701,17-47-1,-7 42 437</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5.895"/>
    </inkml:context>
    <inkml:brush xml:id="br0">
      <inkml:brushProperty name="width" value="0.035" units="cm"/>
      <inkml:brushProperty name="height" value="0.035" units="cm"/>
    </inkml:brush>
  </inkml:definitions>
  <inkml:trace contextRef="#ctx0" brushRef="#br0">84 245 4025,'-58'-32'1687,"33"28"1572,31-4-3017,1 0-1,1 1 0,-1 0 1,1 0-1,1 1 0,-1 0 1,1 1-1,0-1 0,15-5 1,6-5 73,20-12 55,80-33 1,-113 54-343,1 1 1,0 1-1,0 0 1,1 2-1,-1 0 1,1 1-1,0 1 1,30 2-1,-39 0-6,-2 1 0,1 0 0,0 1 0,0 0 0,-1 0 0,1 1 0,-1 0-1,0 0 1,0 1 0,-1 0 0,1 0 0,-1 1 0,0 0 0,-1 1-1,10 11 1,-9-10 22,-1 0 0,0 1 0,0 0-1,-1 0 1,0 1 0,-1-1 0,0 1-1,0 0 1,-1 0 0,-1 1 0,1-1-1,0 20 1,-3-23-10,0-1-1,-1 0 1,0 0 0,0 0-1,-1 0 1,1 0-1,-1 0 1,-1 0 0,1 0-1,-1-1 1,0 1-1,-7 8 1,-4 4 67,0-1 1,-20 18-1,16-17-42,1-1 7,0-2 0,-1 0-1,-1-1 1,0-1 0,0 0-1,-2-2 1,-25 11 0,33-16-155,1-2 0,-1 0 0,0 0 0,0-1-1,-1-1 1,1 0 0,0-1 0,-1 0 0,1-1 0,-1 0 0,1-2 0,0 1 0,-25-7 0,29 4-1354,10-1 513</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6.289"/>
    </inkml:context>
    <inkml:brush xml:id="br0">
      <inkml:brushProperty name="width" value="0.035" units="cm"/>
      <inkml:brushProperty name="height" value="0.035" units="cm"/>
    </inkml:brush>
  </inkml:definitions>
  <inkml:trace contextRef="#ctx0" brushRef="#br0">156 24 2120,'9'-18'1540,"-4"12"96,-3 11-11,-10 42 1156,-24 179-1181,25-162-1349,-3 24 77,-37 157-1,-14-27 10,59-210-352,1 0-1,-1 0 0,2 0 1,-1 0-1,1 1 0,0-1 0,1 0 1,1 10-1,-2-17-37,0-1-1,0 1 1,0 0 0,0-1-1,1 1 1,-1-1-1,0 1 1,0-1 0,0 1-1,0-1 1,0 1 0,1-1-1,-1 1 1,0-1-1,0 1 1,1-1 0,-1 0-1,0 1 1,1-1 0,-1 1-1,1-1 1,-1 0 0,0 1-1,1-1 1,-1 0-1,1 0 1,-1 1 0,1-1-1,-1 0 1,1 0 0,-1 1-1,1-1 1,-1 0-1,1 0 1,-1 0 0,1 0-1,-1 0 1,1 0 0,-1 0-1,1 0 1,0 0 0,-1 0-1,1 0 1,-1 0-1,1-1 1,-1 1 0,1 0-1,-1 0 1,1-1 0,-1 1-1,0 0 1,1 0 0,-1-1-1,1 1 1,-1 0-1,1-1 1,-1 0 0,20-18-1174</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6.717"/>
    </inkml:context>
    <inkml:brush xml:id="br0">
      <inkml:brushProperty name="width" value="0.035" units="cm"/>
      <inkml:brushProperty name="height" value="0.035" units="cm"/>
    </inkml:brush>
  </inkml:definitions>
  <inkml:trace contextRef="#ctx0" brushRef="#br0">0 93 3657,'0'-3'253,"0"0"0,0 0 0,0 0 0,1 0 0,-1 0 0,1 1 0,-1-1-1,1 0 1,0 0 0,0 0 0,1 1 0,-1-1 0,3-4 0,-1 4-49,1 0 1,-1 0-1,1 0 0,-1 0 1,1 0-1,0 1 0,0-1 0,7-1 1,-1-1 47,0 2 0,0 0 0,0 0 1,0 0-1,1 2 0,18-2 0,68 3 550,-63 2-569,8-2-6,107 8 377,-131-6-539,0 1 1,0 1 0,0 0-1,-1 1 1,0 1-1,17 9 1,-31-14-57,0 1 0,0-1 1,-1 1-1,1-1 0,-1 1 0,0 0 1,1 0-1,-1 0 0,0 0 1,0 0-1,0 1 0,0-1 0,-1 1 1,1-1-1,-1 1 0,1 0 0,-1-1 1,0 1-1,0 0 0,0 0 1,0 0-1,-1 0 0,1 0 0,-1 0 1,0 0-1,0 0 0,0 0 1,0 0-1,0 0 0,-1 0 0,1 0 1,-1 0-1,0-1 0,0 1 0,-3 5 1,-2 6 26,-1-1 1,0 0-1,-1 0 1,-1-1 0,-19 21-1,12-16-9,-1 0 0,-1-2 0,0 0 0,-1-1 1,-1-1-1,0-1 0,-34 16 0,13-11-2,0-2 0,-1-2-1,-48 9 1,36-14-34,50-8 58,-1 1 0,1-1 0,0 0 1,0-1-1,-1 1 0,1-1 0,0 0 1,-1 0-1,-4-2 0,26 11 96,-1 1 1,0 1-1,0 0 1,-1 1-1,17 15 0,36 29-25,-26-22-57,-2 2-1,-1 1 1,-2 2-1,43 57 0,-77-92-80,-1 1-169,1 0 0,0 0 0,-1-1 0,2 0 0,-1 1 0,0-1 0,1 0 0,-1 0 0,1-1 0,0 1 0,7 2 1,8 0-757</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7.167"/>
    </inkml:context>
    <inkml:brush xml:id="br0">
      <inkml:brushProperty name="width" value="0.035" units="cm"/>
      <inkml:brushProperty name="height" value="0.035" units="cm"/>
    </inkml:brush>
  </inkml:definitions>
  <inkml:trace contextRef="#ctx0" brushRef="#br0">417 808 2993,'-10'10'583,"-1"0"1,1-1 0,-2-1 0,1 0 0,-1 0 0,-1-1 0,1-1-1,-1 0 1,0-1 0,-17 5 0,21-8-377,1 0 0,0-1-1,-1 0 1,1 0 0,-1-1-1,0 0 1,1-1 0,-1 0 0,1 0-1,0-1 1,-1 0 0,1 0-1,0-1 1,0 0 0,0 0 0,0-1-1,1 0 1,-9-6 0,7 3-123,0-1 1,1 0-1,0 0 1,0-1-1,1 0 0,0-1 1,1 1-1,0-1 1,0-1-1,1 1 1,0-1-1,1 0 1,0 0-1,1 0 0,0 0 1,1-1-1,0 1 1,0-19-1,3 12-62,1 0 0,1 0 0,0 1 0,1-1 0,9-20 0,2-3-9,23-40 1,-17 40-12,2 1 1,2 1-1,36-44 1,-44 64-4,0 0 1,1 2 0,1 0-1,0 1 1,1 1-1,1 1 1,35-19 0,-30 21-6,0 1 0,44-13 0,-59 22 4,-1-1 0,1 1 0,0 1-1,0 0 1,0 0 0,0 1 0,0 1 0,0 0 0,16 3 0,-23-3 1,-1 0 0,1 0 0,0 1 0,-1 0 0,1 0 0,-1-1 0,0 2 0,1-1 0,-1 0 0,0 1 0,0-1 0,-1 1 0,1 0 0,-1 0 0,1 0 0,-1 1 0,0-1 0,0 0 0,0 1 0,-1-1 0,1 1 0,-1 0 0,0-1-1,0 1 1,0 0 0,0 0 0,0 4 0,0 10 1,-1 0 0,0 1 0,-1-1 0,-6 27 0,-1 0 10,-2 0 1,-3-1 0,-1 0 0,-2-1 0,-2-1 0,-2-1 0,-2 0 0,-1-2 0,-2 0 0,-44 51 0,49-68-21,12-12-318,0-1 0,0 1 0,0 0 0,-5 12 0,11-15-1782,2-15 787</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7.541"/>
    </inkml:context>
    <inkml:brush xml:id="br0">
      <inkml:brushProperty name="width" value="0.035" units="cm"/>
      <inkml:brushProperty name="height" value="0.035" units="cm"/>
    </inkml:brush>
  </inkml:definitions>
  <inkml:trace contextRef="#ctx0" brushRef="#br0">0 232 5793,'29'-85'2593,"-37"85"207,16-6-1423,-8 4-385,5 0-512,43-5-120,64-16-200,-34 4-48,24-6-32,12 6 0,8 0-480,-8 6-560,-35 2 600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7.902"/>
    </inkml:context>
    <inkml:brush xml:id="br0">
      <inkml:brushProperty name="width" value="0.035" units="cm"/>
      <inkml:brushProperty name="height" value="0.035" units="cm"/>
    </inkml:brush>
  </inkml:definitions>
  <inkml:trace contextRef="#ctx0" brushRef="#br0">278 1 1560,'-12'2'692,"1"2"0,0-1 0,-20 10 0,29-12-488,-1 1-1,0 0 0,1-1 0,-1 1 1,1 0-1,0 0 0,0 0 1,0 0-1,-2 4 0,3-5-102,0 0-1,1 0 1,-1 0-1,1 0 1,-1 1 0,1-1-1,-1 0 1,1 0-1,0 1 1,0-1-1,0 0 1,0 1-1,0-1 1,0 0-1,0 0 1,0 1 0,0-1-1,0 0 1,1 0-1,-1 1 1,1-1-1,0 1 1,0 1-31,0-1 1,1 0-1,-1 0 1,1 1-1,0-1 1,0 0-1,0-1 1,0 1-1,0 0 1,0 0-1,0-1 1,3 2-1,34 15 201,-24-12-149,51 21 81,-27-12-80,0 2 0,69 41 0,-98-52-93,0 1 0,-1 0 0,0 1 0,0 0 0,-1 0-1,0 1 1,0 0 0,-1 1 0,0-1 0,-1 2 0,0-1 0,-1 0-1,0 1 1,0 0 0,3 14 0,-6-17 19,0 1 1,-1-1-1,0 1 1,0-1-1,-1 1 1,-1 0-1,1 0 1,-1-1-1,0 1 0,-1-1 1,0 1-1,-4 8 1,2-6 45,-2 0 0,1 0 1,-2 0-1,1-1 0,-1 0 1,-1 0-1,-15 15 1,1-5 90,-1-1 1,-1-1 0,-1-1 0,0-1 0,-1-2 0,-36 16 0,33-18-35,0-2 0,0 0-1,-39 7 1,56-15-124,-1 0 0,1-1 0,0 0 1,-1 0-1,1-2 0,-1 1 0,1-2 0,0 0 0,-1 0 0,1-1 0,-11-5 0,20 7-69,0 0-1,1 0 1,-1-1 0,1 1-1,-1-1 1,1 0-1,0 1 1,-1-1 0,1 0-1,0 0 1,0-1 0,1 1-1,-1 0 1,0-1-1,1 1 1,-1-1 0,1 1-1,0-1 1,0 0 0,0 0-1,0 1 1,0-6-1,0 1-214,1 0-1,0 1 1,0-1-1,1 0 0,0 1 1,0-1-1,1 0 0,-1 1 1,6-12-1,2-1-351,19-31 0,-27 49 605</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8.303"/>
    </inkml:context>
    <inkml:brush xml:id="br0">
      <inkml:brushProperty name="width" value="0.035" units="cm"/>
      <inkml:brushProperty name="height" value="0.035" units="cm"/>
    </inkml:brush>
  </inkml:definitions>
  <inkml:trace contextRef="#ctx0" brushRef="#br0">231 35 3617,'16'-34'1704,"-54"125"4933,14-25-5456,-25 126-1,44-169-1071,-62 280 802,46-239-787,12-38-79,0 0-1,2 0 0,1 1 0,1 0 0,-1 28 1,6-52-41,-1 0-1,1 0 1,1-1 0,-1 1 0,0 0 0,1 0 0,-1 0-1,1 0 1,0 0 0,0-1 0,0 1 0,0 0 0,1-1-1,-1 1 1,1-1 0,-1 1 0,1-1 0,0 0 0,0 0-1,0 0 1,0 0 0,0 0 0,1 0 0,-1 0 0,0-1-1,1 1 1,0-1 0,-1 0 0,1 0 0,0 0 0,-1 0-1,4 1 1,8 0 12,0 0 1,1 0-1,-1-1 0,0-1 0,20-2 1,66-9 58,169-40 0,-207 37-77,-51 12-100,-1-1 0,0 0 0,0 0 0,0-1 0,0 0 0,0-1 0,-1 0 0,12-9 0,22-17-246</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8.667"/>
    </inkml:context>
    <inkml:brush xml:id="br0">
      <inkml:brushProperty name="width" value="0.035" units="cm"/>
      <inkml:brushProperty name="height" value="0.035" units="cm"/>
    </inkml:brush>
  </inkml:definitions>
  <inkml:trace contextRef="#ctx0" brushRef="#br0">8 286 5489,'-7'-16'2361,"18"-8"-1209,16-1-8,36 4 120,14-6-479,32-9-513,8-5-128,13-3 0,-3 15-432,-23 9-2257,-11 18 1849</inkml:trace>
  <inkml:trace contextRef="#ctx0" brushRef="#br0" timeOffset="1">73 624 3433,'-23'17'1744,"18"-15"129,5 3-521,9-12 24,-9 5-184,49-6-704,88-18-167,-27 16-193,-5-7 16,14 2-1041,3-4 705</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9.017"/>
    </inkml:context>
    <inkml:brush xml:id="br0">
      <inkml:brushProperty name="width" value="0.035" units="cm"/>
      <inkml:brushProperty name="height" value="0.035" units="cm"/>
    </inkml:brush>
  </inkml:definitions>
  <inkml:trace contextRef="#ctx0" brushRef="#br0">697 45 3465,'-59'-38'3024,"57"37"-2881,1 0-1,-1 0 0,0 1 0,1-1 0,-1 1 1,0-1-1,1 1 0,-1-1 0,0 1 0,0 0 1,1 0-1,-1 0 0,0 0 0,0 0 0,0 0 1,1 1-1,-1-1 0,0 1 0,-2 0 0,-2 2 78,1 0 0,-1 0-1,1 1 1,-7 5 0,-4 4 144,-50 32 363,-75 67 1,59-37 291,-84 100 1,147-151-684,-29 44 0,44-62-301,0 1 1,1-1-1,0 1 0,0 0 0,0 0 0,1 0 0,0 0 1,0 0-1,1 1 0,0-1 0,0 0 0,1 14 0,1-18-27,-1 0-1,1 0 1,0 0-1,0 0 1,1 0-1,-1 0 0,0 0 1,1-1-1,0 1 1,0 0-1,0-1 1,0 1-1,0-1 1,0 0-1,0 0 0,1 0 1,-1 0-1,1 0 1,0 0-1,0-1 1,-1 1-1,1-1 1,0 0-1,0 0 0,3 1 1,8 1 12,0 0 1,0 0-1,0-2 1,17 1-1,54 0-13,153-15 0,-189 7-672,0-3 0,0-2 0,-1-2 0,70-30 0,10-19-569</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09.399"/>
    </inkml:context>
    <inkml:brush xml:id="br0">
      <inkml:brushProperty name="width" value="0.035" units="cm"/>
      <inkml:brushProperty name="height" value="0.035" units="cm"/>
    </inkml:brush>
  </inkml:definitions>
  <inkml:trace contextRef="#ctx0" brushRef="#br0">526 76 5345,'-17'-2'2913,"2"10"-953,-6 22-311,10 16-105,-8 22-464,17 18-152,4 24-320,9 11-143,20 9-193,-7-13-80,9-24-96,-5-22-72,3-43-929,3-11-871,19-17 1080</inkml:trace>
  <inkml:trace contextRef="#ctx0" brushRef="#br0" timeOffset="1">0 190 8866,'17'-26'3425,"63"12"-1897,27-3-616,29-9 136,5-1-207,41-7-521,2 5-104,16 22-912,-1-3 535</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2.409"/>
    </inkml:context>
    <inkml:brush xml:id="br0">
      <inkml:brushProperty name="width" value="0.035" units="cm"/>
      <inkml:brushProperty name="height" value="0.035" units="cm"/>
    </inkml:brush>
  </inkml:definitions>
  <inkml:trace contextRef="#ctx0" brushRef="#br0">74 56 3641,'-10'-18'1851,"-3"-7"1386,13 24-3028,-1 0 0,1 1 1,-1-1-1,1 0 0,-1 0 0,1 1 1,-1-1-1,0 0 0,1 0 0,-1 1 0,0-1 1,1 1-1,-1-1 0,0 1 0,0-1 0,0 1 1,0-1-1,-1 1 0,2 1-139,-1 1 1,1-1-1,-1 0 0,1 1 0,0-1 1,-1 1-1,1-1 0,0 1 0,0-1 1,0 1-1,0 2 0,0-2 15,-11 251 1269,0-43-445,0 19-206,10-213-658,2 0-1,-1-1 0,2 1 0,0 0 1,1 0-1,0 0 0,2-1 1,8 23-1,-12-37-34,-1 0 0,0 0 0,1 0-1,-1 0 1,1 0 0,-1 0 0,1 0 0,0 0 0,-1 0 0,1 0 0,0-1-1,0 1 1,0 0 0,-1-1 0,1 1 0,0 0 0,0-1 0,0 1-1,0-1 1,0 1 0,2 0 0,-2-2-17,0 1-1,0 0 1,0 0-1,-1 0 1,1 0-1,0-1 1,0 1-1,0-1 1,0 1-1,0 0 1,0-1-1,-1 1 1,1-1-1,0 0 1,0 1 0,-1-1-1,1 0 1,0 1-1,0-2 1,3-4-208,0 0 1,-1 0 0,0 0 0,0 0-1,0 0 1,2-8 0,9-40-1833,2-1 796</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2.772"/>
    </inkml:context>
    <inkml:brush xml:id="br0">
      <inkml:brushProperty name="width" value="0.035" units="cm"/>
      <inkml:brushProperty name="height" value="0.035" units="cm"/>
    </inkml:brush>
  </inkml:definitions>
  <inkml:trace contextRef="#ctx0" brushRef="#br0">129 172 4777,'-43'-14'2409,"10"11"-793,7 8-80,12 3-576,1-8-23,23 9-145,14-3-160,16-8-216,19-2-56,21-13-120,13-5-48,17-11-72,10 9 0,-10-3 32,-8 6-216,-24 10-760,-28-10-696,-16 21 856</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3.165"/>
    </inkml:context>
    <inkml:brush xml:id="br0">
      <inkml:brushProperty name="width" value="0.035" units="cm"/>
      <inkml:brushProperty name="height" value="0.035" units="cm"/>
    </inkml:brush>
  </inkml:definitions>
  <inkml:trace contextRef="#ctx0" brushRef="#br0">168 46 3473,'-52'19'1528,"22"-3"-344,13 3-15,21-4 39,-1-8-128,30-7-488,8-3-176,26-13-160,22-3-72,23-3-72,12 3-8,-8-2 56,-6 6-272,-29 9-1616,-12 6 1272</inkml:trace>
  <inkml:trace contextRef="#ctx0" brushRef="#br0" timeOffset="1">137 479 3569,'-61'59'1728,"23"-30"105,21-4-505,8-12-168,-3-17 16,35 2-528,2-9-263,43-6-129,22 3-48,22-20-64,21 0-24,5-21 96,-1-4-360,-8 8-1593,-11 5 1281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3.603"/>
    </inkml:context>
    <inkml:brush xml:id="br0">
      <inkml:brushProperty name="width" value="0.035" units="cm"/>
      <inkml:brushProperty name="height" value="0.035" units="cm"/>
    </inkml:brush>
  </inkml:definitions>
  <inkml:trace contextRef="#ctx0" brushRef="#br0">48 757 3185,'-13'14'1286,"12"-12"-954,-1 0 0,0 0 0,1 0 0,-1 0 0,0 0 1,0 0-1,0-1 0,0 1 0,-1-1 0,1 1 0,-5 1 0,7-3-225,-1-1 0,1 1 0,-1-1 0,1 1 0,-1-1 0,1 1 0,-1-1 0,1 1 0,-1-1 0,1 1 0,0-1 0,0 1 0,-1-1 0,1 0 0,0 1-1,0-1 1,-1 0 0,1 1 0,0-1 0,0 0 0,0 1 0,0-1 0,0 0 0,0 1 0,0-1 0,0 0 0,0 1 0,1-1 0,-1 0 0,0 1 0,1-2 0,3-18 409,1 0 0,1 0 0,14-33 1,-6 19-305,29-87 207,33-83-180,-59 163-216,3 1 0,44-68 0,-47 82-16,-11 16-11,0 1 0,0-1 0,1 1 0,0 1 0,1-1 0,-1 2 0,17-13 0,-24 19 3,1 0-1,0 1 1,0 0-1,-1-1 1,1 1 0,0-1-1,0 1 1,0 0 0,0 0-1,0-1 1,0 1 0,0 0-1,0 0 1,-1 0 0,1 0-1,0 0 1,0 0 0,0 0-1,0 1 1,0-1 0,0 0-1,0 0 1,0 1 0,-1-1-1,1 0 1,0 1 0,0-1-1,0 1 1,-1-1 0,1 1-1,0 0 1,0-1 0,-1 1-1,1 0 1,-1-1 0,1 1-1,0 1 1,2 3-5,-1-1-1,0 1 1,0-1 0,0 1-1,1 6 1,-2-8 5,3 17 69,-1 1 0,-1 0-1,0 0 1,-2 0 0,-3 33-1,2-27 63,0 1 0,5 40-1,2-34 50,2 0-1,19 54 0,-26-85-164,0-1 1,0 1-1,0-1 0,0 1 0,1-1 1,-1 0-1,1 1 0,-1-1 0,1 0 1,2 2-1,-3-3-2,0 0 0,0-1 0,0 1 0,1-1-1,-1 1 1,0-1 0,0 1 0,0-1 0,1 0 0,-1 0 0,0 1 0,0-1 0,1 0 0,-1 0 0,0 0 0,0-1 0,1 1 0,-1 0 0,0 0-1,0-1 1,0 1 0,1 0 0,-1-1 0,0 0 0,0 1 0,0-1 0,0 1 0,2-2 0,2-2 15,0-1 1,-1 1-1,1-1 0,-1 0 1,0 0-1,0 0 1,0-1-1,-1 1 0,0-1 1,0 0-1,0 0 1,-1 0-1,3-11 0,11-21 37,1 3-22,2 0 0,1 1 1,32-40-1,-22 34-23,-18 23-15,0 1 0,1 0 0,1 1 0,16-13 0,-27 26-8,-1 0 1,1 0 0,-1 0 0,1 0-1,0 1 1,-1-1 0,1 1 0,0 0-1,0 0 1,6-2 0,-7 3 1,-1 0-1,1 1 1,-1-1 0,1 0 0,-1 0-1,0 1 1,1-1 0,-1 1 0,1-1-1,-1 1 1,0-1 0,1 1 0,-1 0-1,0 0 1,1 0 0,-1 0 0,0 0-1,0 0 1,0 0 0,0 0 0,0 0-1,0 0 1,0 0 0,1 3 0,3 7-3,0 0 1,-1 1 0,0-1 0,0 1-1,-2 0 1,1 0 0,-1 0-1,0 16 1,0-10 4,8 99 5,-8-69-70,3 0 0,2 0 0,20 75 0,-26-121 34,14 34-684,-15-34 633,1-1 1,0 0 0,0 1 0,0-1-1,0 0 1,0 0 0,0 0 0,0 1-1,0-1 1,0 0 0,0 0 0,1-1 0,-1 1-1,0 0 1,1 0 0,-1-1 0,1 1-1,-1-1 1,1 1 0,-1-1 0,2 1-1,0-1-36,0-1-1,0 1 0,0-1 1,-1 0-1,1 1 0,0-1 1,3-2-1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3.982"/>
    </inkml:context>
    <inkml:brush xml:id="br0">
      <inkml:brushProperty name="width" value="0.035" units="cm"/>
      <inkml:brushProperty name="height" value="0.035" units="cm"/>
    </inkml:brush>
  </inkml:definitions>
  <inkml:trace contextRef="#ctx0" brushRef="#br0">1 24 4153,'27'-23'1912,"3"27"-623,-13 11-1,19 28 248,-11 5-248,-2 15-335,9 11-121,-6 17-264,-10 9-112,-3 16-216,-2-2-88,-7-15-24,19-15 16,-4-33-744,11-11-664,1-38 784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4.373"/>
    </inkml:context>
    <inkml:brush xml:id="br0">
      <inkml:brushProperty name="width" value="0.035" units="cm"/>
      <inkml:brushProperty name="height" value="0.035" units="cm"/>
    </inkml:brush>
  </inkml:definitions>
  <inkml:trace contextRef="#ctx0" brushRef="#br0">0 167 6841,'22'-109'5194,"-22"106"-5131,1 1 0,-1-1 0,0 1 0,1-1 0,0 1 0,0-1 0,0 1 0,0-1 0,0 1 0,0 0 0,0 0 0,1 0 0,-1-1 0,1 1 0,0 0 0,0 1 1,0-1-1,0 0 0,0 0 0,0 1 0,0 0 0,0-1 0,0 1 0,1 0 0,-1 0 0,0 0 0,5-1 0,2 1-28,1 0 0,-1 0 0,1 1 0,0 0 0,-1 1 0,11 2 0,-9-2 7,60 8 9,-1 3 1,0 3-1,0 3 0,-2 3 1,90 41-1,-141-55-41,-1 2 0,1 0 0,-2 1 0,1 1 0,-1 0 0,-1 1 0,21 22 0,-31-29 18,0 0 0,-1 0-1,1 1 1,-1-1 0,0 0 0,-1 1 0,1 0-1,-1 0 1,0 0 0,0 0 0,-1 0 0,0 0 0,0 0-1,-1 1 1,1-1 0,-1 0 0,0 0 0,-1 1-1,0-1 1,0 0 0,0 0 0,-1 0 0,0 0-1,0 0 1,0 0 0,-5 7 0,-1 2 80,-2 0 1,0-1-1,0 0 1,-1-1-1,-1 0 1,0-1-1,-1 0 1,0-1-1,-1 0 1,-15 9-1,-1-2 33,-1-1 1,0-2-1,-1 0 0,-37 10 0,38-15-179,0-2 0,-1-1 0,0-1 0,-1-2 0,1-1 0,-1-1-1,0-2 1,-63-8 0,10-12-260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58.992"/>
    </inkml:context>
    <inkml:brush xml:id="br0">
      <inkml:brushProperty name="width" value="0.035" units="cm"/>
      <inkml:brushProperty name="height" value="0.035" units="cm"/>
    </inkml:brush>
  </inkml:definitions>
  <inkml:trace contextRef="#ctx0" brushRef="#br0">15 162 2745,'11'8'397,"7"6"628,-19-11-397,-11-4 144,11 1-687,0-1 0,0 1 0,0 0 1,0 0-1,0 0 0,0 0 1,0 0-1,0 0 0,0 0 1,0 0-1,0 0 0,0 1 1,0-1-1,0 0 0,0 1 1,0-1-1,0 0 0,0 1 1,0-1-1,0 1 0,1 0 1,-1-1-1,0 1 0,0 0 0,1-1 1,-1 1-1,0 0 0,1 0 1,-1-1-1,1 1 0,-1 0 1,1 0-1,-1 0 0,1 0 1,0 0-1,0 0 0,-1 0 1,1 0-1,0 2 0,6 1 811,2-3-736,-1-1-1,1 0 0,-1 0 1,1 0-1,-1-1 1,0-1-1,13-2 0,17-3 177,91-9 505,-77 11-458,0 1 0,79 5 0,-33 1-13,40 1 44,-59 1-146,-1-4 0,98-13-1,36-26 169,-104 17-153,210-16 1,-33 51 0,-68 1-40,-162-16-161,-1-2 0,61-12-1,-62 7-21,1 2 0,62 1 0,-19 11-1,-48-2-17,0-1 0,77-8 0,-78 0-12,2 1 28,48-14-1,-69 12-9,0 0 0,1 2-1,0 1 1,0 1 0,31 2-1,-48 4 102,-12 2-411,-22 10-793,13-10 698,-27 16-246</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59.681"/>
    </inkml:context>
    <inkml:brush xml:id="br0">
      <inkml:brushProperty name="width" value="0.035" units="cm"/>
      <inkml:brushProperty name="height" value="0.035" units="cm"/>
    </inkml:brush>
  </inkml:definitions>
  <inkml:trace contextRef="#ctx0" brushRef="#br0">35 31 3177,'-10'-23'1392,"3"15"-424,5 20 32,-4 14 209,-1 14-33,5 23-232,2 7-176,2-9-264,1 11-88,3-4-159,-2-7-73,4 7-56,-1-9 0,-1-23 40,1-3 16,7-14-432,-7-12-553,1-7 505</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0.087"/>
    </inkml:context>
    <inkml:brush xml:id="br0">
      <inkml:brushProperty name="width" value="0.035" units="cm"/>
      <inkml:brushProperty name="height" value="0.035" units="cm"/>
    </inkml:brush>
  </inkml:definitions>
  <inkml:trace contextRef="#ctx0" brushRef="#br0">140 40 4241,'-108'-37'1538,"106"36"-1463,0 1 0,1-1 0,-1 1 0,0 0 0,0-1 0,0 1 0,0 0 1,0 0-1,0 0 0,-3 1 0,4 0-49,1-1 0,0 0-1,-1 0 1,1 0 0,-1 1 0,1-1 0,0 0 0,-1 0-1,1 1 1,-1-1 0,1 0 0,0 1 0,-1-1 0,1 1-1,0-1 1,0 0 0,-1 1 0,1-1 0,0 1 0,0-1-1,0 1 1,0-1 0,-1 1 0,1-1 0,0 1 0,0 2 105,1-1 1,-1 1-1,0-1 1,1 1-1,-1-1 0,1 1 1,0-1-1,0 0 1,1 3-1,-2-5-117,5 11 238,1-1 0,0-1 1,1 1-1,-1-1 1,2 0-1,-1 0 0,14 11 1,71 50 373,-62-48-426,-19-15-155,21 17 160,58 31-1,-78-49-177,-1 0-1,1-1 1,0-1 0,1 0-1,-1-1 1,1 0 0,-1-1-1,1-1 1,17 1 0,-4-3 47,-1-1 0,41-9 0,-65 11-70,0 0 0,0-1 0,0 1 0,1 0 0,-1 0 0,0 0 0,0-1 0,1 1 0,-1 1 0,0-1 0,0 0 0,0 0 0,1 0 0,-1 1 0,0-1 0,0 1 0,0-1 0,0 1-1,1-1 1,-1 1 0,0-1 0,0 1 0,0 0 0,0 0 0,0 0 0,1 1 0,-2-1 3,1 1-1,0-1 1,-1 0-1,0 1 1,1-1-1,-1 1 1,0-1-1,1 1 1,-1-1-1,0 1 1,0-1 0,0 1-1,-1-1 1,1 1-1,0-1 1,0 1-1,-1-1 1,1 1-1,-1-1 1,0 2-1,-1 1 11,-1 1 0,1-1-1,-1 0 1,0 0 0,0 0-1,0-1 1,-7 7-1,-4 5 23,-351 371 572,327-353-1161,35-31 405,0 0-1,0 0 0,0 0 1,0-1-1,0 1 1,0-1-1,0 0 1,0 0-1,-6 2 0,8-3 118,1 0 0,-1 0 0,1 0 0,-1 0 0,1 0 0,-1-1-1,1 1 1,-1 0 0,1 0 0,-1 0 0,1 0 0,-1-1 0,1 1-1,-1 0 1,1 0 0,-1-1 0,1 1 0,0 0 0,-1-1-1,1 1 1,0 0 0,-1-1 0,1 1 0,0 0 0,-1-1 0,1 1-1,-1-1 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0.649"/>
    </inkml:context>
    <inkml:brush xml:id="br0">
      <inkml:brushProperty name="width" value="0.035" units="cm"/>
      <inkml:brushProperty name="height" value="0.035" units="cm"/>
    </inkml:brush>
  </inkml:definitions>
  <inkml:trace contextRef="#ctx0" brushRef="#br0">1 166 3577,'38'-156'1624,"-38"147"-704,9 9-24,-1 15 89,5 19-185,-1 16-200,-7-1-128,5 31-192,-10 1-72,0 18-72,-6 11-8,-11-20 0,4-7 8,11-32-720,6-16-952,17-34 976</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1.102"/>
    </inkml:context>
    <inkml:brush xml:id="br0">
      <inkml:brushProperty name="width" value="0.035" units="cm"/>
      <inkml:brushProperty name="height" value="0.035" units="cm"/>
    </inkml:brush>
  </inkml:definitions>
  <inkml:trace contextRef="#ctx0" brushRef="#br0">452 23 2441,'1'-2'286,"7"-15"1762,2 13 2682,-13 25-3354,-1-7-1238,0 0 0,-1-1 0,0 1 0,-1-1 0,-1 0 1,-9 14-1,14-25-115,-9 15 145,0 0 1,-2-2-1,0 0 1,-1 0-1,-25 20 1,-10 11 117,19-17-144,1 1 42,-43 53 0,42-42 195,-67 72 0,87-100-145,9-13-231,1 0 1,0 0-1,0 1 0,0-1 1,0 0-1,0 0 0,0 0 0,1 0 1,-1 0-1,0 1 0,0-1 0,0 0 1,0 0-1,0 0 0,0 0 0,0 1 1,0-1-1,0 0 0,0 0 0,0 0 1,0 0-1,1 0 0,-1 0 0,0 1 1,0-1-1,0 0 0,0 0 0,0 0 1,1 0-1,-1 0 0,0 0 0,0 0 1,0 0-1,0 0 0,1 0 0,-1 0 1,0 0-1,0 0 0,0 0 1,0 0-1,0 0 0,1 0 0,29-4 117,-14 1-71,-3 2-35,0 1 0,0 0 0,0 1 0,0 0 0,0 1 0,-1 1 0,1 0 0,-1 0 0,1 1 0,-1 1 0,0 0 0,-1 1 0,1 0 0,-1 1 0,-1 0 0,1 1 0,-1 0 0,0 0 0,-1 1 0,0 1 0,0-1 0,-1 2 0,-1-1 0,1 1 0,8 18 0,-11-18 28,-3-4-211,1 0 1,0 0-1,1 0 0,-1 0 1,1-1-1,1 0 0,-1 1 1,1-2-1,0 1 0,10 8 1,10-4-519</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7.042"/>
    </inkml:context>
    <inkml:brush xml:id="br0">
      <inkml:brushProperty name="width" value="0.035" units="cm"/>
      <inkml:brushProperty name="height" value="0.035" units="cm"/>
    </inkml:brush>
  </inkml:definitions>
  <inkml:trace contextRef="#ctx0" brushRef="#br0">243 280 5969,'-126'24'2554,"114"-22"-1912,1-1 0,-1-1-1,-17-1 1,26 0-429,0 1 0,0 0 0,1 0 0,-1-1 0,0 2 0,0-1 0,0 0 0,0 0 0,0 1 0,1 0 0,-1 0 0,0 0 0,0 0 0,1 0 0,-1 0 0,-3 3 0,6-4-196,0 0 0,0 0 0,0 0 1,-1 0-1,1 0 0,0 0 0,0 1 0,0-1 0,0 0 0,0 0 0,0 0 0,0 0 0,0 0 1,0 1-1,0-1 0,0 0 0,0 0 0,0 0 0,-1 0 0,1 1 0,0-1 0,0 0 1,0 0-1,1 0 0,-1 0 0,0 1 0,0-1 0,0 0 0,0 0 0,0 0 0,0 0 0,0 1 1,0-1-1,0 0 0,0 0 0,0 0 0,0 0 0,1 0 0,-1 1 0,0-1 0,0 0 0,0 0 1,0 0-1,0 0 0,0 0 0,1 0 0,-1 0 0,0 0 0,0 0 0,0 1 0,0-1 0,1 0 1,-1 0-1,0 0 0,0 0 0,0 0 0,0 0 0,1 0 0,12 3 262,3-2-127,-1-1 0,1-1 1,25-4-1,201-40 363,-138 23-432,432-96 167,-365 74-233,88-18-1280,-169 45-122,-35 4 515</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7.418"/>
    </inkml:context>
    <inkml:brush xml:id="br0">
      <inkml:brushProperty name="width" value="0.035" units="cm"/>
      <inkml:brushProperty name="height" value="0.035" units="cm"/>
    </inkml:brush>
  </inkml:definitions>
  <inkml:trace contextRef="#ctx0" brushRef="#br0">441 1 4377,'-4'0'425,"-45"9"1964,29 1-1294,19-10-1053,1 1 0,0-1 0,-1 0 0,1 1 0,0-1 0,0 1 0,-1-1 0,1 0 0,0 1 0,0-1 0,0 1 0,-1-1 0,1 0 0,0 1 0,0-1 0,0 1 0,0-1 0,0 1 0,0-1 0,0 1 0,0-1 0,0 1 0,0-1 0,0 1 0,0-1 0,0 0 0,0 1 0,1-1 0,-1 1 0,0-1 0,0 1 0,0-1 0,1 1 0,1 1 55,-1 0 0,1 0-1,0-1 1,0 1 0,0 0-1,0-1 1,0 1 0,0-1 0,0 0-1,1 0 1,-1 0 0,0 0-1,1 0 1,-1 0 0,4 0 0,6 3 182,38 14 456,136 53 740,-147-54-1319,-1 2 0,61 42 0,-56-30-96,-2 2 0,-1 2 0,-2 2-1,-1 1 1,-2 2 0,33 49 0,-61-78-33,0 1 1,-1 0-1,0 0 0,-1 0 1,0 1-1,-1 0 0,-1 0 1,0 0-1,-1 0 1,0 0-1,-1 1 0,0 18 1,-2-21 9,-1 0 0,0 1-1,0-1 1,-1 0 0,0 0 0,-1-1 0,-1 1 0,1-1 0,-2 0 0,1 0 0,-1 0 0,-1-1 0,0 0-1,-12 13 1,-1-4 18,-1 0-1,0-1 1,-1-1-1,-1-1 0,0-1 1,-1-1-1,-1-2 1,0 0-1,0-1 0,-50 11 1,28-11-25,-1-2 1,0-2-1,0-3 1,0-1-1,-65-7 1,74 1-46,1-2 0,0-1 0,-48-16-1,65 16-88,1 0-1,0-2 0,1 0 0,0-1 0,0-2 1,1 1-1,-22-20 0,34 26-67,-1-1-1,1-1 1,0 1 0,1-1 0,0 0-1,0-1 1,0 1 0,1-1 0,0 0-1,1 0 1,-1 0 0,2 0 0,-1-1-1,1 1 1,0-1 0,1 0 0,0 0 0,0-13-1,4 4-93,0 0-1,1 0 0,7-20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7.808"/>
    </inkml:context>
    <inkml:brush xml:id="br0">
      <inkml:brushProperty name="width" value="0.035" units="cm"/>
      <inkml:brushProperty name="height" value="0.035" units="cm"/>
    </inkml:brush>
  </inkml:definitions>
  <inkml:trace contextRef="#ctx0" brushRef="#br0">780 828 5753,'-34'13'1016,"-7"4"-110,-1-1 0,0-3 0,0-1 0,-48 7-1,48-15-102,-1 0 0,-77-6 0,103 1-616,0-2 1,0 0-1,0 0 1,1-2-1,-1 0 1,1-1-1,0 0 1,0-2-1,-27-16 1,36 19-132,0-1 0,0 0 0,1 0 0,0 0 0,0 0 0,0-1 1,1 0-1,0 0 0,0-1 0,1 1 0,-6-14 0,6 10-18,1-1 0,0 0 0,0 0 0,1 0 0,1 0 0,0 0 0,1 0 0,1-18 0,3 1-30,1-1-1,1 1 1,1 0 0,2 0 0,0 1 0,3 0-1,0 1 1,1 1 0,19-28 0,-15 28-16,1 1 0,1 0 0,1 1 0,2 2-1,0 0 1,1 1 0,1 1 0,49-30 0,-45 34-8,1 1 0,1 2 0,0 1 0,1 2-1,45-10 1,-54 15 5,0 2 0,-1 1-1,2 0 1,-1 2 0,0 0-1,0 2 1,0 0 0,39 10 0,-49-8 8,-1 0 1,1 1 0,-1 0 0,0 0 0,0 1 0,-1 1 0,0 0 0,0 0 0,-1 1 0,0 0 0,0 1 0,0 0 0,-1 0 0,-1 1 0,0 0 0,0 0-1,-1 1 1,0 0 0,-1 0 0,0 0 0,6 23 0,-5-9 11,0 0-1,-2 1 1,-1-1 0,-1 1-1,-1 0 1,-2-1-1,0 1 1,-6 31 0,1-25-62,-1 0 0,-2-1 1,0 0-1,-3-1 1,0 0-1,-20 33 0,-1-11-539,15-35 339,10-11 162</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8.171"/>
    </inkml:context>
    <inkml:brush xml:id="br0">
      <inkml:brushProperty name="width" value="0.035" units="cm"/>
      <inkml:brushProperty name="height" value="0.035" units="cm"/>
    </inkml:brush>
  </inkml:definitions>
  <inkml:trace contextRef="#ctx0" brushRef="#br0">1 1 6049,'17'43'2953,"17"33"-1113,-13 10-399,-8 16-1,-15 25-408,-7 8-256,-4 11-424,3-9-136,18-21-128,1-23 16,-9-45-672,17-16-624,-11-42 744</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18.562"/>
    </inkml:context>
    <inkml:brush xml:id="br0">
      <inkml:brushProperty name="width" value="0.035" units="cm"/>
      <inkml:brushProperty name="height" value="0.035" units="cm"/>
    </inkml:brush>
  </inkml:definitions>
  <inkml:trace contextRef="#ctx0" brushRef="#br0">71 70 6873,'-1'-3'270,"0"0"0,0 0-1,0-1 1,0 1 0,1-1-1,-1 1 1,1 0 0,0-5-1,0 7-220,0-1 0,1 1 0,-1-1 0,1 1 0,-1 0 0,1-1 0,-1 1-1,1 0 1,0-1 0,0 1 0,0 0 0,0 0 0,-1 0 0,2 0 0,-1 0-1,0 0 1,0 0 0,0 0 0,0 0 0,0 0 0,1 1 0,-1-1 0,0 0-1,2 0 1,5-1 73,0 0-1,0 1 0,0 0 1,0 0-1,0 1 1,0 0-1,12 1 0,11 0 171,77 3 588,111 19-1,-173-16-762,-1 3-1,-1 2 1,0 2-1,0 1 1,81 43-1,-107-49-99,-1 2 0,0 0-1,23 20 1,-35-26-4,0 0 1,0 0-1,-1 0 0,1 0 1,-1 1-1,0 0 0,-1 0 1,1 0-1,-1 0 0,0 0 1,-1 1-1,0-1 0,3 10 0,-5-12 17,0 1-1,0-1 1,0 0-1,0 1 1,-1-1-1,0 0 1,1 1-1,-2-1 1,1 0-1,0 0 1,-1 0-1,0 0 1,0 0-1,0 0 1,0 0-1,-1-1 1,1 1-1,-1-1 1,0 0-1,-4 4 1,-8 6 145,0 0 0,-1-1-1,-21 12 1,-11 4 331,-2-2 0,-91 33-1,-111 20 542,202-66-894,0-2 0,-1-1 0,-59 2 0,75-12-99,27-2-35,10-2-15,20-6-7,50-12-10,1 3-1,1 3 0,0 4 1,135-5-1,-90 16 6,0 5 0,161 27 0,-43 17 7,-196-36 1,-1 1 0,0 2 0,59 32 0,-82-38 0,-1 1 0,0 1 0,0 0 0,-1 1 0,18 20-1,-27-26 3,-1 1-1,0 0 0,0 0 1,0 0-1,-1 1 0,1-1 0,-2 1 1,1 0-1,-1 1 0,-1-1 1,0 0-1,0 1 0,2 16 0,-4-19 5,0-1-1,0 1 0,-1 0 0,1-1 1,-1 1-1,0-1 0,-1 1 0,1-1 1,-1 1-1,0-1 0,-1 0 0,1 0 1,-1 0-1,0 0 0,0 0 1,-1-1-1,-7 8 0,-1 0 39,-1-1 1,-1-1-1,0-1 0,-1 0 0,-19 9 0,-13 5 164,-1-3-1,-84 24 1,-111 12 300,147-37-543,-1-4-1,0-5 0,-1-3 0,-177-12 1,25-34-800,2-12 332</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21.827"/>
    </inkml:context>
    <inkml:brush xml:id="br0">
      <inkml:brushProperty name="width" value="0.035" units="cm"/>
      <inkml:brushProperty name="height" value="0.035" units="cm"/>
    </inkml:brush>
  </inkml:definitions>
  <inkml:trace contextRef="#ctx0" brushRef="#br0">16 263 1776,'-12'-19'5661,"19"37"-3619,1 12-1899,-1 0 0,5 57 0,-12-86-140,3 53 144,-3 0-1,-2 0 1,-16 100-1,-2 26 442,22-305 206,4 54-647,3-46 13,36-170-1,-36 251-143,2 0 0,17-40 0,-21 60-13,1 1 0,0 0 0,1 0 1,1 1-1,0 0 0,1 1 0,14-14 1,-22 24-2,1 0 1,-1 0-1,1 1 1,0-1-1,0 1 1,0 0-1,0 0 1,0 0-1,0 1 1,1 0-1,-1-1 1,1 2-1,-1-1 1,0 0 0,8 1-1,-9 0 3,0 0 1,0 1-1,0-1 0,1 1 1,-1 0-1,0 0 0,0 0 1,0 0-1,0 0 0,0 1 1,-1-1-1,1 1 0,0 0 1,-1 0-1,1 0 0,-1 0 0,0 0 1,1 1-1,-1-1 0,0 1 1,-1-1-1,4 6 0,1 2-77,1 3-641,0 1 0,-1-1 0,0 1 0,5 21 1,7 8-583</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22.262"/>
    </inkml:context>
    <inkml:brush xml:id="br0">
      <inkml:brushProperty name="width" value="0.035" units="cm"/>
      <inkml:brushProperty name="height" value="0.035" units="cm"/>
    </inkml:brush>
  </inkml:definitions>
  <inkml:trace contextRef="#ctx0" brushRef="#br0">1 199 1136,'10'16'286,"-7"-12"-167,0 0 1,0 1-1,0-1 0,-1 1 0,0-1 0,0 1 1,0 0-1,0 0 0,-1-1 0,0 1 0,0 1 1,0-1-1,0 0 0,-1 0 0,0 0 1,-1 7-1,-6 38 1721,-2 75 1,2-53-396,11-53-867,-3-19-553,-1 0-1,0 0 0,0 0 1,0-1-1,0 1 1,0 0-1,0 0 0,0 0 1,0 0-1,0 0 1,1 0-1,-1 0 1,0 0-1,0 0 0,0-1 1,0 1-1,0 0 1,0 0-1,1 0 1,-1 0-1,0 0 0,0 0 1,0 0-1,0 0 1,0 0-1,1 0 0,-1 0 1,0 0-1,0 0 1,0 0-1,0 0 1,0 0-1,1 0 0,-1 0 1,0 0-1,0 0 1,0 0-1,0 1 0,0-1 1,0 0-1,1 0 1,-1 0-1,0 0 1,10-79 936,-4 48-748,0-38-1,-6 49-159,1 0-1,1 0 1,0 1-1,1-1 1,12-36-1,-4 30-29,2 1-1,0 1 0,1 0 0,1 1 1,2 0-1,35-37 0,-49 57-3,0 0 0,0 1-1,0-1 1,0 1-1,1 0 1,-1 0 0,1 0-1,-1 0 1,1 0 0,0 1-1,7-2 1,-9 2-77,0 1 0,0 0-1,0-1 1,1 1 0,-1 0 0,0 0 0,0 1-1,0-1 1,0 0 0,0 1 0,0-1 0,0 1 0,0 0-1,0-1 1,0 1 0,0 0 0,0 0 0,0 0-1,0 1 1,-1-1 0,1 0 0,0 1 0,-1-1 0,3 4-1,5 9-465</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22.642"/>
    </inkml:context>
    <inkml:brush xml:id="br0">
      <inkml:brushProperty name="width" value="0.035" units="cm"/>
      <inkml:brushProperty name="height" value="0.035" units="cm"/>
    </inkml:brush>
  </inkml:definitions>
  <inkml:trace contextRef="#ctx0" brushRef="#br0">93 206 1224,'-10'17'2313,"-22"26"-1,32-42-2240,0 0 0,-1-1-1,1 1 1,-1 0-1,1-1 1,-1 1 0,1-1-1,-1 1 1,0-1 0,1 0-1,-1 1 1,1-1 0,-1 1-1,0-1 1,0 0-1,1 0 1,-1 1 0,0-1-1,1 0 1,-1 0 0,0 0-1,0 0 1,1 0 0,-1 0-1,0 0 1,0 0-1,1 0 1,-1 0 0,-1-1-1,1 1 10,-1-1-1,1 0 0,0-1 0,-1 1 0,1 0 1,0 0-1,0 0 0,0-1 0,0 1 1,0 0-1,0-1 0,1 1 0,-2-2 1,-1-4 50,1 0-1,-1 0 1,1 0 0,1-1 0,-2-11 0,3 7-95,0 1-1,0-1 1,2 0-1,-1 0 0,2 0 1,0 1-1,0 0 0,8-18 1,-9 24-28,0 0-1,0 0 1,1 1-1,0-1 1,0 1 0,0-1-1,0 1 1,1 0 0,0 0-1,-1 1 1,2-1 0,-1 1-1,0 0 1,1 0 0,-1 0-1,1 1 1,0-1 0,0 1-1,0 0 1,0 1 0,6-2-1,-7 2-6,0 1-1,0-1 1,0 1 0,0 0-1,1 0 1,-1 1-1,0-1 1,0 1 0,0 0-1,0 0 1,0 0-1,-1 0 1,8 4 0,-9-3-1,0-1 1,0 1-1,0-1 1,-1 1-1,1 0 1,0-1 0,-1 1-1,1 0 1,-1 0-1,0 0 1,0 1-1,1-1 1,-2 0 0,1 0-1,0 1 1,0-1-1,-1 0 1,1 1-1,-1-1 1,0 1 0,1-1-1,-1 1 1,0-1-1,-1 3 1,0 5 6,-1 0 1,0-1-1,-1 1 1,0 0-1,0-1 1,-9 17-1,-33 51 102,42-73-99,-17 22-1791,24-31 1088</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23.050"/>
    </inkml:context>
    <inkml:brush xml:id="br0">
      <inkml:brushProperty name="width" value="0.035" units="cm"/>
      <inkml:brushProperty name="height" value="0.035" units="cm"/>
    </inkml:brush>
  </inkml:definitions>
  <inkml:trace contextRef="#ctx0" brushRef="#br0">8 46 1160,'-8'-9'1120,"18"-1"497,-12 1-129,-4-5-176,19 11 753,-3 5-1305,-1 13-312,-22-6-120,7 3-160,2 1-48,6-5 0,15 1-80,1-9-2096,14 2 1544</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23.422"/>
    </inkml:context>
    <inkml:brush xml:id="br0">
      <inkml:brushProperty name="width" value="0.035" units="cm"/>
      <inkml:brushProperty name="height" value="0.035" units="cm"/>
    </inkml:brush>
  </inkml:definitions>
  <inkml:trace contextRef="#ctx0" brushRef="#br0">447 1 2192,'3'47'396,"-2"-16"541,-2 50 0,6 49 3691,-4-107-4324,-1 1-1,-1-1 1,-1 1-1,-1-1 1,-6 25-1,-1-9 71,-2 0-1,-19 39 1,23-61-215,0 0 0,-1 0 0,-15 20 0,18-30-103,1 1-1,-2-1 0,1-1 1,-1 1-1,0-1 1,0 0-1,-1-1 0,-13 8 1,-2-2 47,-1-1 0,-38 12 0,51-19-75,0-1 0,0 0 1,0 0-1,0-1 1,0-1-1,0 0 0,0 0 1,-16-3-1,25 3-29,0-1-1,0 1 1,0-1-1,0 0 1,0 0 0,0 1-1,0-1 1,1-1 0,-1 1-1,0 0 1,1 0 0,-1-1-1,1 1 1,-1 0-1,1-1 1,-1 0 0,1 1-1,0-1 1,0 0 0,0 0-1,0 1 1,0-1-1,1 0 1,-1 0 0,0 0-1,1 0 1,-1-3 0,0-1-63,1-1 0,0 1 0,0-1 0,0 1 0,1-1 0,0 1 0,0 0 0,2-8 0,23-49-226</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23.805"/>
    </inkml:context>
    <inkml:brush xml:id="br0">
      <inkml:brushProperty name="width" value="0.035" units="cm"/>
      <inkml:brushProperty name="height" value="0.035" units="cm"/>
    </inkml:brush>
  </inkml:definitions>
  <inkml:trace contextRef="#ctx0" brushRef="#br0">7 4 4593,'45'61'2295,"-45"-60"-2261,1-1 0,-1 0 0,0 0 1,0 0-1,0 1 0,0-1 0,1 0 0,-1 0 0,0 1 0,0-1 0,0 0 1,0 0-1,0 1 0,0-1 0,0 0 0,0 1 0,0-1 0,0 0 0,1 0 1,-2 1-1,1-1 0,0 0 0,0 1 0,0-1 0,0 0 0,0 0 0,0 1 0,0-1 1,0 0-1,0 1 0,0-1 0,-1 0 0,1 0 0,0 0 0,0 1 0,0-1 1,0 0-1,-1 0 0,1 1 0,0-1 0,0 0 0,-1 0 0,1 0 0,0 0 1,0 0-1,-1 1 0,1-1 0,0 0 0,0 0 0,-1 0 0,1 0 0,0 0 0,0 0 1,-1 0-1,1 0 0,0 0 0,-1 0 0,1 0 0,0 0 0,-1 0 0,-25-5 1864,7 2 352,19 3-2230,0 0-1,0 1 0,0-1 0,0 0 0,0 0 1,0 0-1,0 0 0,0 0 0,0 0 0,0 0 1,0 1-1,0-1 0,0 0 0,0 0 0,0 0 0,0 0 1,0 0-1,0 0 0,0 1 0,0-1 0,0 0 1,0 0-1,0 0 0,0 0 0,0 0 0,0 0 1,0 0-1,0 1 0,0-1 0,0 0 0,0 0 0,0 0 1,0 0-1,0 0 0,1 0 0,-1 0 0,0 0 1,0 0-1,0 1 0,0-1 0,0 0 0,0 0 1,0 0-1,1 0 0,-1 0 0,0 0 0,0 0 0,0 0 1,11 4 418,11-1-73,-2-4-196,0-1 1,0 0 0,-1-2 0,32-10 0,9-1-27,-1 2-52,-19 3-22,0 3 0,54-5-1,-92 12-74,0-1 0,-1 1 1,1 0-1,0 0 0,0 0 0,-1 1 0,1-1 1,0 0-1,-1 1 0,1-1 0,0 1 0,-1-1 0,1 1 1,-1 0-1,1 0 0,-1 0 0,1 0 0,-1 0 0,1 0 1,-1 0-1,0 0 0,0 0 0,0 1 0,1-1 1,-1 0-1,-1 1 0,1-1 0,0 1 0,0-1 0,0 1 1,-1 0-1,2 2 0,2 7-615,6 2 199</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28.530"/>
    </inkml:context>
    <inkml:brush xml:id="br0">
      <inkml:brushProperty name="width" value="0.035" units="cm"/>
      <inkml:brushProperty name="height" value="0.035" units="cm"/>
    </inkml:brush>
  </inkml:definitions>
  <inkml:trace contextRef="#ctx0" brushRef="#br0">44 125 2673,'27'-67'1473,"-26"66"-1430,-1 1 0,0-1 0,0 1 0,1 0 0,-1-1 0,0 1 0,0-1 0,0 1 0,0-1 0,0 1 0,0-1 0,0 1 0,0-1 0,0 1 0,0-1 0,0 1 0,0-1 0,0 1 0,0-1 0,0 1 0,0-1 0,0 1 0,-1-1 0,1 1 0,0-1-1,0 1 1,-1-1 0,1 1 0,0 0 0,-1-1 0,1 1 0,0 0 0,-1-1 0,1 1 0,0 0 0,-1-1 0,1 1 0,-1 0 0,1 0 0,-1-1 0,1 1 0,-1 0 0,1 0 0,-1 0 0,1 0 0,-1 0 0,1 0 0,-1 0 0,1 0 0,-1 0 0,1 0 0,-1 0 0,-21 6 1755,20-3-1643,-1-1 1,1 1 0,-1 0-1,1 0 1,0 0-1,0 0 1,0 0 0,0 1-1,1-1 1,0 0-1,-1 1 1,1-1 0,0 1-1,0 5 1,-2 10 193,-1 28 1,4-40-249,-4 81 471,4 0 1,14 103-1,-13-186-542,-1 0 12,0 1 1,1-1 0,0 0-1,0 0 1,1 0 0,0 0-1,-1 0 1,2 0 0,4 9 0,-7-13-38,1-1 0,-1 1 1,1-1-1,-1 0 1,1 1-1,-1-1 1,0 0-1,1 1 0,-1-1 1,1 0-1,-1 0 1,1 0-1,0 1 1,-1-1-1,1 0 0,-1 0 1,1 0-1,-1 0 1,1 0-1,-1 0 1,1 0-1,0 0 0,-1 0 1,1 0-1,-1 0 1,1 0-1,-1-1 1,1 1-1,-1 0 0,1 0 1,-1 0-1,1-1 1,-1 1-1,1 0 1,-1-1-1,1 1 0,-1 0 1,0-1-1,1 1 1,-1-1-1,0 1 1,1-1-1,-1 1 0,0-1 1,1 1-1,-1-1 1,0 1-1,0-1 1,16-32 134,-13 26-100,14-35 65,-3-1 0,15-68 0,-17 59-73,23-65 0,-17 76-16,40-68 0,-55 104-17,0 0-1,1 0 1,-1 0 0,1 1-1,6-7 1,-9 10 0,0 0 1,0 0-1,1 1 1,-1-1-1,0 0 1,0 0-1,1 1 1,-1-1-1,0 1 1,1-1-1,-1 1 1,1-1-1,-1 1 1,0 0-1,1 0 1,-1 0-1,1 0 1,-1 0-1,1 0 1,-1 0-1,1 0 0,-1 1 1,0-1-1,1 0 1,-1 1-1,1-1 1,1 2-1,0 0 0,0 0 0,0 1 0,0-1-1,0 1 1,0 0 0,-1 0 0,1 0-1,-1 0 1,0 0 0,0 0 0,3 6-1,14 40 4,-16-36 13,0 0 0,-1 0 0,0 0 0,-1 0 0,-1 1 0,0-1 0,-2 15 0,-21 94 153,15-87-65,-7 63 0,15-96-92,0 0 1,0 1-1,0-1 1,0 0 0,1 1-1,-1-1 1,0 0-1,2 5 1,-2-7-17,1 1-1,-1-1 1,0 0 0,0 1-1,0-1 1,1 0 0,-1 1-1,0-1 1,0 0 0,1 1-1,-1-1 1,0 0 0,1 0-1,-1 1 1,0-1 0,1 0-1,-1 0 1,0 0 0,1 0-1,-1 1 1,1-1 0,-1 0-1,0 0 1,1 0 0,-1 0-1,1 0 1,-1 0 0,0 0-1,1 0 1,0 0 0,1-1-100,1 0 1,-1-1 0,1 1 0,-1-1 0,0 1 0,1-1 0,-1 0-1,0 0 1,0 0 0,0 0 0,0 0 0,-1-1 0,2-2 0,21-33-2096,6-6 828</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29.029"/>
    </inkml:context>
    <inkml:brush xml:id="br0">
      <inkml:brushProperty name="width" value="0.035" units="cm"/>
      <inkml:brushProperty name="height" value="0.035" units="cm"/>
    </inkml:brush>
  </inkml:definitions>
  <inkml:trace contextRef="#ctx0" brushRef="#br0">28 46 1464,'7'-12'4673,"-7"12"-4595,-2 20 2826,3 73-88,-16 1-1382,8-59-1033,1-1 1,3 1-1,0 65 0,3-96-383,1 0 0,-1 0 0,1 0 0,0 0 0,0 0 0,0 0 0,0-1 0,1 1 0,-1 0 0,1-1 0,0 1 1,3 3-1,-4-7-12,0 1 0,-1-1-1,1 1 1,0-1 0,0 1 0,0-1 0,0 0 0,0 0 0,0 0 0,0 1 0,0-1 0,0 0 0,0 0 0,0 0 0,0-1 0,0 1 0,0 0 0,0 0 0,0 0 0,0-1 0,0 1 0,0-1 0,0 1 0,0 0 0,0-1 0,1-1 0,22-16 63,50-83 57,-54 71-110,4-4 13,22-46 1,-39 67-24,-2 0 0,1 0 1,-2-1-1,0 1 1,-1-1-1,0 0 1,1-18-1,0-65 17,-2 88-46,2 18 10,3 22 6,-5 17 49,-2 0 0,-10 82 0,3-56 4,5-46-26,-1 1 12,2 1 0,0-1-1,4 29 1,-3-56-26,1 0 0,-1 0 0,1 1 0,-1-1 0,1 0-1,-1 0 1,1 0 0,0 0 0,0-1 0,2 5 0,-2-6-6,-1 1 0,1-1 0,-1 0 0,0 1 0,1-1 0,-1 0 0,1 1 0,-1-1 0,1 0 0,-1 0 0,1 1 0,-1-1 0,1 0 0,0 0 0,-1 0 0,1 0 0,-1 0 0,1 0 0,-1 0 1,1 0-1,0 0 0,-1 0 0,1 0 0,-1 0 0,1 0 0,0 0 0,2-2-43,0 0 1,0 0 0,0 0-1,-1 0 1,1 0-1,-1 0 1,1-1 0,-1 1-1,0-1 1,0 1-1,0-1 1,2-4 0,90-173-6649,-74 139 4662,8-17 397</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29.596"/>
    </inkml:context>
    <inkml:brush xml:id="br0">
      <inkml:brushProperty name="width" value="0.035" units="cm"/>
      <inkml:brushProperty name="height" value="0.035" units="cm"/>
    </inkml:brush>
  </inkml:definitions>
  <inkml:trace contextRef="#ctx0" brushRef="#br0">0 218 2569,'61'-104'1699,"-60"103"-1642,-1 1 0,0-1 0,1 0 1,-1 0-1,1 0 0,-1 0 0,1 1 1,-1-1-1,1 0 0,0 1 0,-1-1 0,1 0 1,0 1-1,0-1 0,-1 1 0,1-1 1,0 1-1,0-1 0,0 1 0,0 0 1,1-1-1,0 13 1498,-2-7-965,13 88 3038,1 137-182,-16-97-2467,1-115-869,0-14-79,1-3-14,0 1 0,-1 0 0,1-1 1,0 1-1,0 0 0,0-1 1,0 1-1,0 0 0,0-1 1,1 1-1,-1 0 0,0-1 0,1 1 1,-1-1-1,1 1 0,0 0 1,0-1-1,-1 0 0,1 1 1,0-1-1,2 2 0,-3-2-13,0-1 0,1 0 0,-1 0 0,0 0 0,1 1 1,-1-1-1,1 0 0,-1 0 0,0 0 0,1 0 0,-1 0 0,0 0 0,1 0 0,-1 0 0,0 0 0,1 0 0,-1 0 0,1 0 0,-1 0 1,0 0-1,1 0 0,-1-1 0,0 1 0,1 0 0,-1 0 0,0 0 0,1 0 0,-1-1 0,0 1 0,0 0 0,1 0 0,-1-1 0,0 1 0,0 0 1,1-1-1,-1 1 0,0 0 0,1-1 0,3-5 21,0-1-1,-1 0 1,1 0 0,-1 0 0,0 0-1,-1-1 1,2-7 0,8-60 44,-1 7-41,-3 43-19,1 0 1,0 0-1,2 1 1,1 1 0,28-42-1,-13 21-1,-23 38-8,27-40 12,-30 43-12,1 1-1,0 0 1,0-1-1,0 1 1,0 0-1,0 0 1,0 1 0,0-1-1,1 0 1,-1 1-1,1-1 1,-1 1 0,1 0-1,0 0 1,3-1-1,-6 2 1,1 0-1,-1 0 0,1 1 1,-1-1-1,1 0 1,-1 0-1,1 1 0,-1-1 1,1 0-1,-1 1 1,1-1-1,-1 1 0,0-1 1,1 0-1,-1 1 1,1-1-1,-1 1 0,0-1 1,0 1-1,1-1 0,-1 1 1,0-1-1,0 1 1,0-1-1,0 1 0,1 0 1,-1-1-1,0 1 1,0-1-1,0 1 0,0-1 1,0 1-1,0 0 1,-1 0-1,-1 30-4,1-20 2,-2 47 38,-2 0-1,-20 82 1,23-135-25,-5 35 52,6-39-57,1 0-1,0 0 1,0 0 0,-1 0 0,1 1 0,0-1 0,0 0-1,0 0 1,1 0 0,-1 1 0,0-1 0,0 0-1,1 0 1,-1 0 0,0 0 0,1 0 0,-1 0 0,1 0-1,0 0 1,-1 0 0,1 0 0,0 0 0,0 0 0,-1 0-1,3 1 1,-1-2 3,0-1 0,0 0-1,0 1 1,0-1 0,0 0-1,0 0 1,0-1 0,0 1-1,-1 0 1,1 0 0,0-1 0,-1 1-1,1-1 1,1-3 0,-1 4-2,7-11 11,0 1 1,0-1-1,-1-1 1,-1 0-1,10-23 1,-1 5-3,3-9-1,8-14 5,1 1 1,67-92-1,-90 139-20,-1 1 1,1 1 0,0-1 0,0 0-1,1 1 1,-1 0 0,1 1 0,0-1-1,0 1 1,12-5 0,-14 7-1,-1 0-1,0 0 1,1 1 0,-1-1 0,0 1 0,1 0 0,-1 0 0,1 0-1,-1 0 1,1 0 0,-1 1 0,0-1 0,1 1 0,-1 0-1,0 0 1,0 1 0,1-1 0,-1 1 0,0-1 0,0 1-1,-1 0 1,1 0 0,3 3 0,-2-1 1,0 1 0,0 0 0,0 0 0,-1 0 0,1 0 0,-1 0 0,0 1 0,-1 0 0,0 0-1,1-1 1,-2 1 0,1 0 0,-1 1 0,0-1 0,0 0 0,0 11 0,-2 9 31,-1-1-1,-9 47 0,5-37 28,-6 75 163,11-98-194,1-1 1,1 1-1,0-1 1,1 1-1,0-1 0,0 0 1,7 18-1,-8-27-34,0 1 1,1-1-1,-1 1 0,1-1 1,-1 1-1,1-1 0,0 0 0,0 0 1,0 0-1,0 0 0,0 0 1,1 0-1,-1 0 0,1-1 1,-1 0-1,1 1 0,-1-1 0,1 0 1,0 0-1,-1 0 0,1 0 1,0-1-1,0 1 0,0-1 0,0 0 1,0 0-1,0 0 0,-1 0 1,1 0-1,4-1 0,22-10-126</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52.053"/>
    </inkml:context>
    <inkml:brush xml:id="br0">
      <inkml:brushProperty name="width" value="0.035" units="cm"/>
      <inkml:brushProperty name="height" value="0.035" units="cm"/>
    </inkml:brush>
  </inkml:definitions>
  <inkml:trace contextRef="#ctx0" brushRef="#br0">55 220 5673,'-4'-7'461,"0"-1"0,0 1-1,0 1 1,-1-1 0,0 0 0,-12-10-1,6 5-7,17 21 1645,16 10-1650,-11-14-333,0-1 0,0 0 0,0-1 0,0 0 0,0 0 0,1-2 0,19 2-1,4-3 174,45-4-1,142-26 739,76-6 235,-67 37-519,59-4-258,-45-28-307,-81 9-108,195-11 2,-279 30 31,-1 4 0,121 16-1,-100-3 4,0-5-1,1-4 1,-1-4-1,1-4 1,133-23-1,-135 10-33,0 5 1,1 4-1,0 4 0,122 12 0,-153-2 44,0-3 0,0-3-1,0-3 1,118-18 0,-176 18-107,23-5 25,0 2 0,44-2 1,-53 11-206,-24-4 158,-1 1 0,1-1 0,0 0 0,-1 1 0,1-1 0,-1 0 0,1 1 0,-1-1 1,1 1-1,-1-1 0,1 1 0,-1-1 0,1 1 0,-1 0 0,0-1 0,1 1 0,-1-1 0,0 1 0,1 0 0,-1-1 0,0 1 0,0 0 0,0-1 0,0 1 0,0 0 0,0-1 0,0 1 0,0 0 1,0 0-1,0 0 0,-1 4-26,-1-1 0,1 0 0,-1 0 0,0 0 1,-5 7-1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53.378"/>
    </inkml:context>
    <inkml:brush xml:id="br0">
      <inkml:brushProperty name="width" value="0.035" units="cm"/>
      <inkml:brushProperty name="height" value="0.035" units="cm"/>
    </inkml:brush>
  </inkml:definitions>
  <inkml:trace contextRef="#ctx0" brushRef="#br0">162 217 3321,'-44'-3'767,"28"2"-47,-1 0 0,1 1-1,-1 1 1,-31 5 0,48-6-700,0 0-1,0 0 1,0 0-1,-1 0 1,1 0 0,0 0-1,0 0 1,0 0-1,0 0 1,0 0 0,-1 0-1,1 0 1,0 1-1,0-1 1,0 0 0,0 0-1,0 0 1,0 0-1,0 0 1,-1 0 0,1 0-1,0 1 1,0-1-1,0 0 1,0 0 0,0 0-1,0 0 1,0 0-1,0 1 1,0-1-1,0 0 1,0 0 0,0 0-1,0 0 1,0 0-1,0 1 1,0-1 0,0 0-1,0 0 1,0 0-1,0 0 1,0 1 0,6 7 516,-5-6-459,1-1 1,-1 1-1,1-1 0,0 0 1,-1 1-1,1-1 0,0 0 1,0 0-1,4 1 0,9-1 39,1-1 0,-1-1 0,1 0 0,-1-1 0,0-1-1,17-4 1,-9 2-80,68-15 69,59-9-6,-144 28-85,0-1-1,1 1 0,-1-1 0,0 0 1,0 0-1,0-1 0,9-5 0,-14 7-8,1 0-1,-1 0 0,0 1 0,0-1 1,-1 0-1,1 0 0,0 0 0,0 0 1,0 0-1,-1 0 0,1 0 0,0 0 1,-1 0-1,1 0 0,-1-1 0,1 1 1,-1 0-1,0 0 0,1-1 1,-1 1-1,0 0 0,0 0 0,0-1 1,0 1-1,0 0 0,0 0 0,0-1 1,0 1-1,-1 0 0,1 0 0,0-1 1,-1 1-1,1 0 0,-1 0 0,0 0 1,1 0-1,-1 0 0,0 0 0,1 0 1,-1 0-1,0 0 0,0 0 0,-2-1 1,-77-75 93,77 74-97,0 0-1,0 0 0,0 1 1,0-1-1,-1 1 0,1 0 1,-1 0-1,1 0 0,-1 0 0,0 1 1,0-1-1,0 1 0,0 0 1,0 0-1,0 1 0,0-1 1,0 1-1,0 0 0,-1 0 1,1 0-1,0 0 0,0 1 0,0 0 1,0 0-1,-4 1 0,-3 2-4,0-1 0,1 1-1,-1 1 1,1 0-1,0 1 1,1 0 0,-1 0-1,1 1 1,1 0-1,-1 0 1,1 1 0,-9 11-1,-3 6 21,1 0 0,1 1-1,-16 34 1,29-50 40,0 1-1,2 0 1,-1 0 0,1 0 0,1 0 0,0 0 0,0 1 0,2-1 0,-1 1-1,1-1 1,2 18 0,-1-20-3,1 1-1,0-1 1,0 1-1,0-1 1,1 0-1,1 0 1,0 0-1,0 0 1,0-1-1,1 0 0,0 0 1,1 0-1,0 0 1,8 7-1,-10-11-31,1-1-1,0 0 0,0 0 0,1 0 0,-1 0 0,0-1 1,1 0-1,0 0 0,-1 0 0,1-1 0,0 0 0,0 0 0,0 0 1,0-1-1,0 0 0,8-1 0,5-1 35,0-1-1,0 0 1,31-11 0,-31 7-22,0 0 0,0-1 0,-1-2 0,-1 1 0,31-24 0,-36 24-669,-1 0 0,0-1 0,0-1-1,-1 0 1,-1 0 0,0-1 0,0 0-1,12-23 1,-8-1-862</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54.260"/>
    </inkml:context>
    <inkml:brush xml:id="br0">
      <inkml:brushProperty name="width" value="0.035" units="cm"/>
      <inkml:brushProperty name="height" value="0.035" units="cm"/>
    </inkml:brush>
  </inkml:definitions>
  <inkml:trace contextRef="#ctx0" brushRef="#br0">13 266 1904,'-6'-30'1489,"7"57"815,0 1-1250,-1 1 0,-4 34 0,0 30 496,4-81-1301,1 0-1,0 0 0,1 0 0,0-1 0,6 18 1,-8-28-236,0-1 0,1 1 0,-1-1 0,0 1 1,0-1-1,0 1 0,0-1 0,0 1 0,0-1 1,1 1-1,-1-1 0,0 1 0,0-1 0,1 1 1,-1-1-1,0 0 0,1 1 0,-1-1 0,1 1 1,-1-1-1,0 0 0,1 1 0,-1-1 0,1 0 1,-1 0-1,1 1 0,-1-1 0,1 0 0,-1 0 1,1 0-1,-1 0 0,1 1 0,-1-1 0,1 0 1,-1 0-1,1 0 0,-1 0 0,1 0 0,-1 0 1,1-1-1,0 1 0,-1 0 0,1 0 1,-1 0-1,1 0 0,-1-1 0,0 1 0,1 0 1,-1 0-1,1-1 0,4-3 63,-1 0-1,0 0 1,0 0-1,5-8 1,-6 8-49,43-61 232,31-37-72,-53 76-148,-1-1-1,-1-1 1,35-62 0,-54 86-37,-1-1 1,1 0 0,0 1 0,0 0 0,0 0-1,1 0 1,4-5 0,-6 8-3,0-1-1,1 1 1,-1-1 0,0 1-1,0 0 1,1 0 0,-1 0-1,1 0 1,-1 1-1,1-1 1,-1 0 0,1 1-1,-1 0 1,1 0 0,0 0-1,-1 0 1,4 0 0,-5 0-1,0 1 0,0-1 0,0 0 0,0 0 0,0 1 0,0-1 0,0 1 0,0-1 0,0 1 0,0-1 0,-1 1 0,1-1 0,0 1 0,0 0 0,0 0 0,-1-1 0,1 1 0,0 0 0,-1 0 0,1 0 0,-1 0 0,1 0 0,-1 0 0,1 0 0,-1 0 0,0 0 0,1 0 0,-1 0 0,0 0 0,0 0 0,0 2 0,1 3-1,-1 1-1,0 0 1,-1 0 0,-1 6-1,0-2 1,-1 38 1,3-33 14,-2-1 0,1 1 0,-2 0 0,-7 25 0,5-26 12,1-5 19,1-1 0,-4 19 1,8-14 34,-1-14-77,0 0-1,0 0 1,0 0 0,0 0-1,0 0 1,0 1 0,0-1-1,0 0 1,0 0-1,1 0 1,-1 0 0,0 0-1,0 0 1,0 0 0,0 0-1,0 0 1,1 0-1,-1 1 1,0-1 0,0 0-1,0 0 1,0 0-1,0 0 1,1 0 0,-1 0-1,0 0 1,0 0 0,0 0-1,0 0 1,0 0-1,1 0 1,-1 0 0,0-1-1,0 1 1,0 0 0,0 0-1,0 0 1,1 0-1,-1 0 1,0 0 0,2-1 7,-1-1 0,0 1 0,1-1 1,-1 1-1,0-1 0,1 1 1,-1-1-1,0 0 0,0 0 0,1-3 1,10-19 14,1 1 1,1 0 0,1 1 0,1 0 0,1 1-1,1 1 1,0 1 0,2 1 0,38-29 0,-56 45-26,0 1 0,-1-1 1,1 1-1,0 0 0,0 0 1,0 0-1,0 0 0,0 0 1,0 0-1,0 0 0,0 1 1,0-1-1,1 1 0,-1-1 1,0 1-1,3 0 0,-4 0 1,0 1-1,0 0 0,0-1 1,1 1-1,-2 0 0,1 0 1,0 0-1,0 0 0,0 0 1,0 0-1,0 0 0,-1 0 0,1 0 1,0 0-1,-1 0 0,1 0 1,-1 1-1,0-1 0,1 0 1,-1 0-1,0 1 0,0-1 1,1 0-1,-1 0 0,0 1 0,0-1 1,-1 2-1,1 8 1,-1 1 0,0-1 1,0 0-1,-1 0 0,-5 13 0,3-10 14,1 0 0,-1 16 0,3-28-14,1-1 0,0 1 0,0-1 0,0 1 0,0-1 0,0 1 0,0-1 0,0 1 0,1-1 0,-1 1 0,0-1 0,1 1 0,-1-1 0,2 2 0,-2-3-10,1 1 0,-1-1-1,0 0 1,1 0-1,-1 0 1,0 0 0,1 0-1,-1 0 1,1 1-1,-1-1 1,0 0-1,1 0 1,-1 0 0,0 0-1,1 0 1,-1-1-1,1 1 1,-1 0-1,0 0 1,1 0 0,-1 0-1,0 0 1,1 0-1,-1-1 1,0 1 0,1 0-1,-1 0 1,0 0-1,1-1 1,-1 1-1,0 0 1,1-1 0,3-3-206,1-1 1,-1 0 0,-1 0-1,1 0 1,3-7 0,25-43-2349,51-68 0,-83 122 2560,1 1 0,-1-1 0,1 0 0,-1 0 0,1 1 0,-1-1 0,1 0 0,0 1 0,-1-1 0,1 0 0,0 1 0,0-1 0,-1 1 0,1-1 0,0 1 0,0 0 0,0-1 0,-1 1 0,1 0 0,0-1 0,2 1 0,-3 1 3,1-1 0,0 1 0,0 0 0,0-1-1,0 1 1,-1 0 0,1 0 0,0 0 0,-1 0 0,1 0 0,-1-1 0,1 1 0,-1 0 0,1 0 0,-1 0 0,0 0 0,0 1 0,1 0 0,7 28 339,-1 1 1,-1 0-1,3 55 1,-9 98 1123,2 20-317,2-168-821,16 70 0,-11-89-164,-3-15-28,-3-13 35,-3-107 156,2-41-226,3 116-94,1 0 1,2 1 0,3 0-1,1 1 1,1 0-1,3 1 1,1 0 0,2 2-1,37-57 1,-46 82-5,1 1 0,0 0-1,1 1 1,0 0 0,0 1 0,22-13 0,-27 18-1,1-1-2,1 0 0,0 1 0,0 0 0,0 0-1,1 1 1,12-4 0,-18 7 2,-1 0 1,1 1-1,0-1 1,-1 1-1,1 0 0,0 0 1,-1 0-1,1 1 1,-1-1-1,1 1 1,-1 0-1,1 0 0,-1 0 1,1 0-1,-1 0 1,0 1-1,1 0 1,-1-1-1,0 1 1,0 1-1,3 2 0,-1-1 1,0 1 0,-1-1 0,0 1 0,0 0 0,0 0 0,-1 1 0,1-1 0,-1 1 0,-1-1 0,1 1 0,-1 0 0,0 0 0,2 8 0,-3-5 1,0-1 0,0 1 0,-1 0 0,0 0 0,-1-1-1,0 1 1,0 0 0,-5 14 0,-1-2 4,-2 1 0,0-1 0,-2 0 0,0-1 0,-1 0 0,-21 25-1,26-36 5,-1 1 1,0-1-1,0-1 0,-1 0 0,-1 0 0,-14 9 0,18-13-65,-1 0 0,0-1 0,0 0 0,0 0 0,0-1 0,0 0 0,-1 0 0,1-1 0,-1 0 0,-13 1 0,-5-5-199</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54.663"/>
    </inkml:context>
    <inkml:brush xml:id="br0">
      <inkml:brushProperty name="width" value="0.035" units="cm"/>
      <inkml:brushProperty name="height" value="0.035" units="cm"/>
    </inkml:brush>
  </inkml:definitions>
  <inkml:trace contextRef="#ctx0" brushRef="#br0">0 10 5833,'75'101'2361,"-74"-105"-929,18 4-616,2-4 56,10-3 1,10-7-329,20 1-320,11 2-48,8 1-56,-2-1-16,-19-1-576,-12 1-721,-14-2 753</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55.129"/>
    </inkml:context>
    <inkml:brush xml:id="br0">
      <inkml:brushProperty name="width" value="0.035" units="cm"/>
      <inkml:brushProperty name="height" value="0.035" units="cm"/>
    </inkml:brush>
  </inkml:definitions>
  <inkml:trace contextRef="#ctx0" brushRef="#br0">1 105 3777,'11'-17'506,"-4"8"543,-7 20 152,-2 9-406,-2 14 650,2-28-1268,1 1 1,1-1-1,-1 1 0,1-1 0,0 1 0,0-1 0,2 8 0,2 3 203,1 0 0,13 32 0,-15-41-294,0-1 1,1 0-1,0-1 0,0 1 0,1-1 1,0 0-1,0 0 0,11 10 1,-16-16-76,1 1 0,-1 0 0,1-1 0,0 1 0,0-1 0,-1 1 0,1-1 0,0 0 0,0 1 0,0-1 0,-1 0 0,1 0 0,0 1 0,0-1 0,0 0 0,0 0 0,0 0 0,-1 0 0,1 0 0,0 0 0,0 0 0,0 0 0,0-1 0,0 1 0,0 0 0,-1 0 0,1-1 0,0 1 0,0 0 0,0-1 0,-1 1 1,1-1-1,0 1 0,-1-1 0,1 1 0,0-1 0,-1 0 0,1 1 0,-1-1 0,1 0 0,-1 0 0,1 0 0,3-5 38,-1 0-1,-1-1 1,1 1 0,2-11 0,-3 9-18,12-28 12,1-1 0,2 2 0,2 0 0,1 2 0,34-45-1,-50 73-42,-1 0-1,1 1 0,0-1 1,1 1-1,-1 0 0,1 0 0,5-4 1,-8 7-2,0 0 1,-1 0 0,1 1-1,0-1 1,0 0 0,0 1-1,0-1 1,0 1 0,0 0 0,0-1-1,0 1 1,0 0 0,0 0-1,0 1 1,0-1 0,0 0-1,0 0 1,0 1 0,-1 0-1,1-1 1,0 1 0,0 0-1,0 0 1,3 2 0,-2-1-1,0 1 0,0 0 0,-1-1-1,1 1 1,0 0 0,-1 1 0,0-1 0,0 0 0,0 1 0,0-1 0,-1 1 0,1-1 0,-1 1 0,0 0 0,0 0-1,0 0 1,0 6 0,1 5 4,-1 0 0,-1 1 0,-2 18 0,-2-11 34,-10 40 0,9-46-193,1 1 1,1 0-1,-2 29 1,6-42-84</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55.560"/>
    </inkml:context>
    <inkml:brush xml:id="br0">
      <inkml:brushProperty name="width" value="0.035" units="cm"/>
      <inkml:brushProperty name="height" value="0.035" units="cm"/>
    </inkml:brush>
  </inkml:definitions>
  <inkml:trace contextRef="#ctx0" brushRef="#br0">21 11 2849,'-1'3'245,"1"0"0,-1-1 1,1 1-1,-1 0 1,1 0-1,0 0 0,0 0 1,0 0-1,0 0 1,2 4-1,-2-4-76,1 1-1,-1-1 1,1 1 0,-1-1-1,0 1 1,-1 0 0,0 3-1,1-5-104,-6 20 762,2 0 0,0 0 0,-1 44 0,5-60-763,0-1 1,0 0 0,1 0-1,0 1 1,0-1-1,0 0 1,1 0 0,-1 0-1,1 0 1,0 0-1,1 0 1,-1-1 0,1 1-1,0-1 1,0 0 0,0 1-1,1-1 1,0-1-1,-1 1 1,1-1 0,1 1-1,6 4 1,-9-7-51,0 0 1,-1 0 0,1-1-1,0 1 1,0 0-1,0-1 1,-1 1 0,1-1-1,0 1 1,0-1-1,0 0 1,0 0 0,0 0-1,0 0 1,0 0-1,0 0 1,0-1 0,0 1-1,-1-1 1,1 1-1,0-1 1,0 0 0,0 0-1,-1 1 1,1-1-1,0-1 1,-1 1 0,1 0-1,-1 0 1,1 0-1,1-3 1,3-4 22,0 0 0,0 0 0,-1 0 0,-1 0 0,5-11 0,-1 4-14,2-7 26,9-30 0,-5 15-9,-12 31-34,-1 0 1,1 0-1,-1 0 0,-1 0 1,1 0-1,-1-9 0,3-19 15,1 2-15,-3 20 1,-5 18 38,3-4-27,1 1 0,0-1 0,-1 0 0,1 0 0,0 1 0,0-1 0,0 0 0,0 0 0,2 5 0,0 14 37,0 135 217,-2-151-259,0 1 0,1-1 0,-1 0 0,1 0 0,0 0 0,0 0 0,0 0 0,4 9 0,-4-12-24,0-1 1,0 0-1,-1 1 0,1-1 0,0 0 0,0 0 0,0 0 1,1 0-1,-1 0 0,0 0 0,0 0 0,0 0 1,1 0-1,-1 0 0,0-1 0,1 1 0,-1-1 0,1 1 1,-1-1-1,1 1 0,-1-1 0,1 0 0,-1 0 0,1 1 1,-1-1-1,1 0 0,-1-1 0,1 1 0,-1 0 1,1 0-1,-1-1 0,1 1 0,-1-1 0,2 0 0,3-2-251,-1 0-1,1 0 0,-1 0 1,0-1-1,0 0 1,0 0-1,0 0 0,-1-1 1,6-7-1,-2 4-147,28-30-705</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6:56.061"/>
    </inkml:context>
    <inkml:brush xml:id="br0">
      <inkml:brushProperty name="width" value="0.035" units="cm"/>
      <inkml:brushProperty name="height" value="0.035" units="cm"/>
    </inkml:brush>
  </inkml:definitions>
  <inkml:trace contextRef="#ctx0" brushRef="#br0">1 124 1632,'38'-102'1571,"-30"91"-209,-3 14-641,2 16 61,-7-17-486,7 28 664,-1-1-1,-2 0 1,0 1-1,-2 30 1,-1-24-94,12 69 1,-13-103-835,1 0 0,-1 0 1,1 1-1,-1-1 0,1 0 1,0 0-1,0-1 0,0 1 1,0 0-1,0 0 1,1 0-1,-1-1 0,0 1 1,3 1-1,-4-2-24,0-1 1,1 0 0,-1 0-1,1 0 1,-1 0-1,0 1 1,1-1-1,-1 0 1,1 0 0,-1 0-1,0 0 1,1 0-1,-1 0 1,1 0-1,-1 0 1,0 0-1,1 0 1,-1 0 0,1 0-1,-1-1 1,0 1-1,1 0 1,-1 0-1,1 0 1,-1 0 0,1-1-1,0 0 2,0 0 0,0 0 0,0-1 0,0 1 0,0 0 0,0-1 0,0 1-1,0 0 1,-1-1 0,2-2 0,17-43 50,3 1 0,2 0 0,1 2-1,52-67 1,-68 101-60,0 0 0,1 1-1,1 0 1,0 0 0,16-9 0,-26 17-3,0 0 1,0 0 0,0 1 0,1-1 0,-1 0 0,0 1-1,1-1 1,-1 1 0,0-1 0,1 1 0,-1 0 0,0 0-1,1-1 1,-1 1 0,1 0 0,-1 0 0,0 0 0,1 0-1,-1 1 1,0-1 0,1 0 0,-1 1 0,3 0 0,-2 0-1,0 1 1,0-1 0,0 1-1,-1 0 1,1-1 0,-1 1-1,1 0 1,-1 0 0,1 0-1,-1 0 1,0 0 0,0 0 0,1 2-1,1 4 18,-1-1 0,0 1 0,0 0 0,0 0 0,-1 0 0,0 0-1,-1 12 1,-3 14 135,1-11 151,0 37-1,2-50-202,1 0-1,1 0 0,-1 0 1,6 17-1,-7-27-90,0 1 0,0 0 1,0 0-1,1-1 0,-1 1 0,0 0 1,0-1-1,1 1 0,-1 0 0,0-1 0,1 1 1,-1 0-1,1-1 0,-1 1 0,1-1 1,-1 1-1,1-1 0,-1 1 0,1-1 1,-1 1-1,1-1 0,0 1 0,-1-1 0,1 0 1,0 1-1,-1-1 0,1 0 0,0 0 1,-1 1-1,1-1 0,0 0 0,0 0 1,-1 0-1,1 0 0,0 0 0,1 0 0,0-2 10,1 1 0,-1-1-1,0 1 1,1-1-1,-1 0 1,0 0-1,0 0 1,2-2 0,-1 0 3,47-49 115,-14 13-101,2 2 0,79-63-1,-114 99-34,-1 0 0,1 1 0,-1-1-1,1 1 1,0 0 0,-1-1 0,1 1 0,0 0-1,0 1 1,0-1 0,0 0 0,0 1-1,0 0 1,0 0 0,0 0 0,4 0-1,-5 1 1,1-1-1,-1 1 0,1 0 0,-1 0 1,0 0-1,1 1 0,-1-1 0,0 1 1,0-1-1,0 1 0,0 0 1,0-1-1,0 1 0,0 0 0,1 3 1,2 2-1,-1 1 1,0-1 0,-1 1 0,0 0-1,0 0 1,0 0 0,-1 0 0,-1 0-1,1 1 1,0 11 0,-5 50-745,4-39-1510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3.308"/>
    </inkml:context>
    <inkml:brush xml:id="br0">
      <inkml:brushProperty name="width" value="0.035" units="cm"/>
      <inkml:brushProperty name="height" value="0.035" units="cm"/>
    </inkml:brush>
  </inkml:definitions>
  <inkml:trace contextRef="#ctx0" brushRef="#br0">117 9 2561,'-2'-1'147,"0"0"1,1 0 0,-1 0 0,0 0 0,0 1-1,0-1 1,0 0 0,0 1 0,0-1 0,0 1 0,0 0-1,0 0 1,0-1 0,0 1 0,0 1 0,0-1 0,0 0-1,0 0 1,0 1 0,0-1 0,0 1 0,0 0-1,0 0 1,0-1 0,0 1 0,0 0 0,1 1 0,-1-1-1,0 0 1,1 0 0,-1 1 0,1-1 0,-1 1-1,1-1 1,0 1 0,0 0 0,-2 3 0,0 6 163,0-1 0,1 1 0,0 0 0,1 1 0,0-1 0,1 0 0,2 22 0,-1-9-96,-5 542 1957,2-467-1933,-3 374 540,10-296-574,-7 527 283,-8-514-372,-5 53 61,11-201-126,4 45 0,0-67-85,0-14-84,0 1 0,0 0 0,0 0 0,1 0 0,0 0 0,0-1 0,1 1 0,0-1 0,0 1 0,1-1 1,5 12-1,18 18-413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3.949"/>
    </inkml:context>
    <inkml:brush xml:id="br0">
      <inkml:brushProperty name="width" value="0.035" units="cm"/>
      <inkml:brushProperty name="height" value="0.035" units="cm"/>
    </inkml:brush>
  </inkml:definitions>
  <inkml:trace contextRef="#ctx0" brushRef="#br0">25 124 3065,'-23'-33'2524,"23"33"-2498,0 0-1,0 0 0,0 0 1,-1 0-1,1 0 1,0 0-1,0 0 1,0 0-1,0 0 0,0 0 1,0-1-1,0 1 1,0 0-1,0 0 1,0 0-1,0 0 0,0 0 1,0 0-1,0 0 1,0 0-1,0-1 0,0 1 1,0 0-1,0 0 1,0 0-1,0 0 1,0 0-1,0 0 0,0 0 1,0 0-1,0-1 1,0 1-1,0 0 0,0 0 1,0 0-1,0 0 1,0 0-1,0 0 1,0 0-1,1 0 0,-1 0 1,0 0-1,0-1 1,0 1-1,0 0 1,0 0-1,0 0 0,0 0 1,0 0-1,0 0 1,1 0-1,7 2 726,13 10 312,53 50 700,109 121 0,-124-117-1382,50 77 1,39 77 178,-127-188-474,-13-17-26,0-1-1,2-1 0,0 0 0,0 0 1,1-1-1,19 17 0,-29-28-45,0 0 1,0 0-1,0 0 0,0 0 1,1-1-1,-1 1 0,0 0 1,0-1-1,0 1 0,1 0 1,-1-1-1,0 0 0,1 1 1,-1-1-1,0 0 0,1 0 1,-1 1-1,1-1 0,-1 0 1,0 0-1,1-1 0,-1 1 1,0 0-1,1 0 0,-1-1 1,0 1-1,1-1 0,-1 1 1,0-1-1,1 1 0,-1-1 1,0 0-1,0 0 0,0 1 1,0-1-1,0 0 0,0 0 1,0 0-1,0 0 0,0 0 1,1-3-1,3-4 65,-1-1 0,1 0 0,-2 0 0,6-19 0,-4 14-45,20-66 141,5-16-78,72-154 0,108-90-1942,-159 274 1186</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4.573"/>
    </inkml:context>
    <inkml:brush xml:id="br0">
      <inkml:brushProperty name="width" value="0.035" units="cm"/>
      <inkml:brushProperty name="height" value="0.035" units="cm"/>
    </inkml:brush>
  </inkml:definitions>
  <inkml:trace contextRef="#ctx0" brushRef="#br0">110 270 4913,'-10'1'360,"-9"2"571,1 0-1,0 1 1,-26 9-1,71-8 1017,275-18 33,-1-25-1410,113-29-71,144-18-214,-205 49-42,-74 9-400,-196 16-349,-68 7 406,0 0 0,18-10-1,-33 14 101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5.854"/>
    </inkml:context>
    <inkml:brush xml:id="br0">
      <inkml:brushProperty name="width" value="0.035" units="cm"/>
      <inkml:brushProperty name="height" value="0.035" units="cm"/>
    </inkml:brush>
  </inkml:definitions>
  <inkml:trace contextRef="#ctx0" brushRef="#br0">95 253 5721,'-70'-57'2297,"45"35"-1577,27 5 104,30 7-168,16 14 8,18-2-40,20 2-191,16-3-249,22-6-64,30-7-56,-8-14 0,17-3 8,-17 5 16,-18-3-592,-5 8-657,-39 4 737</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6.243"/>
    </inkml:context>
    <inkml:brush xml:id="br0">
      <inkml:brushProperty name="width" value="0.035" units="cm"/>
      <inkml:brushProperty name="height" value="0.035" units="cm"/>
    </inkml:brush>
  </inkml:definitions>
  <inkml:trace contextRef="#ctx0" brushRef="#br0">129 86 7642,'-62'4'2824,"18"5"-2264,21-3 145,27 5-161,15-3 24,40-5-88,23-8-160,56-16-160,18-6-32,32 5-24,4-3-136,15 12-968,-4-1 736</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7.793"/>
    </inkml:context>
    <inkml:brush xml:id="br0">
      <inkml:brushProperty name="width" value="0.035" units="cm"/>
      <inkml:brushProperty name="height" value="0.035" units="cm"/>
    </inkml:brush>
  </inkml:definitions>
  <inkml:trace contextRef="#ctx0" brushRef="#br0">416 90 2064,'6'-19'354,"11"-34"-177,-11 37 544,-6 16-690,0 0 0,0 0 0,0 0-1,0 0 1,0 1 0,0-1 0,0 0-1,0 0 1,1 0 0,-1 0 0,0 0-1,0 0 1,0 0 0,0 0 0,0 0-1,0 0 1,0 0 0,0 0 0,0 0 0,0 0-1,1 0 1,-1 0 0,0 0 0,0 0-1,0 0 1,0 0 0,0 0 0,0 0-1,0 0 1,0 0 0,0 0 0,0 0-1,1 0 1,-1 0 0,0 0 0,0 0 0,0 0-1,0 0 1,0 0 0,0 0 0,0 0-1,0-1 1,0 1 0,0 0 0,0 0-1,0 0 1,0 0 0,0 0 0,0 0-1,1 0 1,-1 0 0,0 0 0,0 0 0,0 0-1,0-1 1,0 1 0,0 0 0,0 0-1,0 0 1,0 0 0,0 0 0,0 0-1,2 11 294,1 1 0,-2-1 0,1 1 0,-2 0 0,0 0 0,0-1 0,-1 1 0,0 0 0,-1 0 0,0-1 0,-5 13 0,-4 9 88,-42 111 810,37-108-1008,7-13-64,-1-1-1,-1 0 0,-1-1 1,-25 33-1,28-43-78,0-1 0,-1 0-1,0 0 1,0-1 0,-1 0-1,-20 11 1,27-17-55,0-1-1,-1 0 1,1 0 0,-1-1-1,0 1 1,0-1-1,1 0 1,-1 0 0,0-1-1,0 1 1,0-1 0,0 0-1,0 0 1,0-1 0,1 0-1,-1 0 1,0 0-1,0 0 1,0-1 0,1 1-1,-9-5 1,8 2-26,0 1-1,0-1 1,0 0-1,0 0 1,1 0 0,0-1-1,0 1 1,0-1 0,0 0-1,1-1 1,0 1-1,0 0 1,0-1 0,1 0-1,-3-8 1,0-2-444,1-1 1,1-1-1,1 1 1,-1-21-1,1-42-558</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8.164"/>
    </inkml:context>
    <inkml:brush xml:id="br0">
      <inkml:brushProperty name="width" value="0.035" units="cm"/>
      <inkml:brushProperty name="height" value="0.035" units="cm"/>
    </inkml:brush>
  </inkml:definitions>
  <inkml:trace contextRef="#ctx0" brushRef="#br0">90 18 5129,'-7'-13'2025,"-22"9"-1313,14 8-328,0 1-152,0 5-24,7-2-8,14-1-120,9-5-168,25 4 72</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8.570"/>
    </inkml:context>
    <inkml:brush xml:id="br0">
      <inkml:brushProperty name="width" value="0.035" units="cm"/>
      <inkml:brushProperty name="height" value="0.035" units="cm"/>
    </inkml:brush>
  </inkml:definitions>
  <inkml:trace contextRef="#ctx0" brushRef="#br0">137 1 1440,'92'43'1095,"-81"-36"-96,-11-4-548,-12-1-56,10-2-181,-1 1-39,0 1 1,-1-1-1,1 1 0,0 0 0,0 0 0,0 1 0,-4 3 0,-6 5 205,-3 3-52,-1 0 1,1 1-1,1 1 1,1 1 0,0 0-1,2 0 1,-20 34-1,32-50-324,-3 6 45,0-1 0,-1 0 0,1 1 0,-1-1 0,-1-1-1,1 1 1,-1 0 0,-8 6 0,13-12-47,0 0 0,0 0-1,0 0 1,0 0 0,0 0-1,0 0 1,0-1 0,0 1-1,0 0 1,0 0 0,0 0-1,0 0 1,0 0 0,0 0 0,0 0-1,-1 0 1,1 0 0,0 0-1,0 0 1,0-1 0,0 1-1,0 0 1,0 0 0,0 0-1,0 0 1,0 0 0,0 0-1,0 0 1,0 0 0,0 0-1,-1 0 1,1 0 0,0 0-1,0 0 1,0 0 0,0 0-1,0 0 1,0 0 0,0 0-1,0 0 1,0 0 0,0 0-1,-1 0 1,1 0 0,0 0-1,0 0 1,0 0 0,0 0 0,0 0-1,0 0 1,0 0 0,0 0-1,0 0 1,0 0 0,-1 0-1,1 0 1,0 0 0,8-10 44,77-45 35,-57 38-64,50-38 0,-17-2 14,-56 54-28,-1 0 1,-1-1 0,1 1-1,0-1 1,-1 1 0,0-1-1,1 0 1,-2-1-1,1 1 1,3-7 0,-6 11-4,0 0 0,0 0 1,0 0-1,1 0 0,-1 0 0,0 0 1,0 0-1,0 0 0,0-1 1,0 1-1,0 0 0,0 0 1,0 0-1,0 0 0,0 0 0,0 0 1,1 0-1,-1-1 0,0 1 1,0 0-1,0 0 0,0 0 0,0 0 1,0 0-1,0 0 0,0-1 1,0 1-1,0 0 0,0 0 0,0 0 1,0 0-1,0 0 0,0 0 1,0-1-1,0 1 0,-1 0 0,1 0 1,0 0-1,0 0 0,0 0 1,0 0-1,0 0 0,0-1 0,0 1 1,0 0-1,0 0 0,0 0 1,-1 0-1,1 0 0,0 0 0,0 0 1,0 0-1,0 0 0,0 0 1,0 0-1,0 0 0,-1 0 1,1 0-1,0 0 0,0 0 0,0 0 1,0 0-1,-1 0 0,-8 8 12,-11 14 8,17-18-21,1-1 0,-1 1-1,0-1 1,0 0 0,0 0-1,0-1 1,-1 1 0,1-1-1,-7 4 1,10-6-16,0 0-1,0 0 1,0 0 0,-1 0-1,1 0 1,0 0 0,0 0-1,0 0 1,0 0 0,0 1-1,0-1 1,0 0 0,-1 0-1,1 0 1,0 0 0,0 0-1,0 0 1,0-1 0,0 1-1,0 0 1,0 0 0,0 0-1,-1 0 1,1 0 0,0 0-1,0 0 1,0 0 0,0 0-1,0 0 1,0 0 0,0 0-1,0 0 1,0 0 0,0 0-1,-1-1 1,1 1 0,0 0-1,0 0 1,0 0 0,0 0-1,0 0 1,0 0 0,0 0-1,0 0 1,0-1 0,0 1-1,0 0 1,0 0 0,0 0-1,0 0 1,0 0 0,0 0-1,0 0 1,0 0 0,0-1-1,-5-18-479</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8.962"/>
    </inkml:context>
    <inkml:brush xml:id="br0">
      <inkml:brushProperty name="width" value="0.035" units="cm"/>
      <inkml:brushProperty name="height" value="0.035" units="cm"/>
    </inkml:brush>
  </inkml:definitions>
  <inkml:trace contextRef="#ctx0" brushRef="#br0">21 1 1840,'-2'1'172,"1"0"-1,-1 0 1,1 1 0,-1-1-1,1 1 1,-1-1-1,1 1 1,0 0-1,0 0 1,0-1-1,0 1 1,0 0-1,0 0 1,1 0 0,-1 0-1,1 0 1,-1 0-1,1 0 1,0 0-1,-1 0 1,1 0-1,0 3 1,3 54 1528,-2-48-1330,36 297 2667,-34-287-2917,-1-8 18,-1 0-1,-1 0 1,0 0-1,-1 0 1,-3 19 0,7-40-45,1 0 1,1 1 0,-1-1 0,1 1 0,12-12 0,9-15-63,-14 17-20,3-6 3,1 1 1,32-33 0,-28 36-10,0-1 1,31-23-1,-45 39-4,1-1-1,0 1 0,0 0 0,0 1 0,0-1 1,1 1-1,-1 1 0,1 0 0,10-2 1,-16 3-1,0 1 0,0 0 0,0 0 0,-1-1 0,1 1 0,0 1 0,0-1 0,0 0 0,-1 0 0,1 1 0,0-1 0,0 1 0,-1-1 0,1 1 0,0 0 0,-1 0 0,1 0 0,-1 0 0,1 0 0,-1 0 0,1 0 0,1 2 0,-1 0 0,-1-1 0,1 1 0,-1 0 0,0 0 0,1-1 0,-1 1 0,-1 0-1,1 0 1,0 0 0,-1 0 0,1 1 0,-1 2 0,0 10 4,-1 1 0,-1-1-1,-7 31 1,3-27 3,-1-1 0,-1 0-1,-1 0 1,-21 33 0,23-41-15,-1-1 0,0 1 0,0-1 0,-1-1 0,-1 0 1,0 0-1,0-1 0,0 0 0,-1-1 0,0 0 0,-1-1 0,0 0 1,1 0-1,-2-2 0,1 1 0,-1-2 0,-14 4 0,7-6-498,15-2 209</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9.325"/>
    </inkml:context>
    <inkml:brush xml:id="br0">
      <inkml:brushProperty name="width" value="0.035" units="cm"/>
      <inkml:brushProperty name="height" value="0.035" units="cm"/>
    </inkml:brush>
  </inkml:definitions>
  <inkml:trace contextRef="#ctx0" brushRef="#br0">4 76 4729,'-3'8'2056,"16"3"-1087,-4-11-9,22 2 24,1-19-376,12 0-384,7 0-64,2-4-72,2 5-736,-2 7 496</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09.720"/>
    </inkml:context>
    <inkml:brush xml:id="br0">
      <inkml:brushProperty name="width" value="0.035" units="cm"/>
      <inkml:brushProperty name="height" value="0.035" units="cm"/>
    </inkml:brush>
  </inkml:definitions>
  <inkml:trace contextRef="#ctx0" brushRef="#br0">0 347 5521,'105'-2'2281,"-113"26"-1241,8 12-496,0 6 8,6 2-200,9 3-168,4-12-104,-6-13 0,12-10-1760,-4-10 1272</inkml:trace>
  <inkml:trace contextRef="#ctx0" brushRef="#br0" timeOffset="1">160 14 3953,'-40'-13'1624,"13"15"-1128,6 5-120,0 1-40,25 11-176,2-8-136</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10.120"/>
    </inkml:context>
    <inkml:brush xml:id="br0">
      <inkml:brushProperty name="width" value="0.035" units="cm"/>
      <inkml:brushProperty name="height" value="0.035" units="cm"/>
    </inkml:brush>
  </inkml:definitions>
  <inkml:trace contextRef="#ctx0" brushRef="#br0">196 183 1256,'75'75'1099,"-74"-75"-1064,0 1 0,-1 0-1,1-1 1,0 1 0,-1 0-1,1 0 1,-1-1 0,1 1-1,-1 0 1,1 0 0,-1 0-1,0 0 1,0 0 0,1 0-1,-1-1 1,0 1 0,0 0-1,0 0 1,0 0 0,0 0-1,0 0 1,0 0 0,0 0-1,0 0 1,0 0 0,-1 0-1,1-1 1,0 1 0,-1 0-1,1 0 1,0 0 0,-1 0 0,1-1-1,-1 1 1,0 0 0,1 0-1,-1-1 1,1 1 0,-1 0-1,0-1 1,0 1 0,1-1-1,-1 1 1,0-1 0,0 1-1,0-1 1,0 0 0,1 1-1,-1-1 1,0 0 0,-1 1-1,-4 2 317,-72 42 2416,60-36-2335,0 1 1,1 0-1,1 1 0,0 1 1,0 0-1,-18 20 0,29-26-353,0 1-1,1 0 1,0 0-1,0 0 1,0 0 0,1 0-1,0 1 1,1 0-1,0 0 1,0-1-1,1 1 1,0 0 0,0 0-1,0 0 1,1 1-1,1-1 1,-1 0-1,1 0 1,1 0-1,-1-1 1,4 9 0,-3-11-58,-2-4-16,0 1 0,1-1 0,-1 1 0,1-1 0,-1 0 0,1 1 0,0-1 0,0 0 0,-1 0 0,1 0 1,0 1-1,0-1 0,0 0 0,0 0 0,0 0 0,0 0 0,0-1 0,1 1 0,-1 0 0,0 0 0,0-1 0,1 1 1,-1-1-1,0 1 0,1-1 0,-1 1 0,1-1 0,-1 0 0,1 0 0,1 0 0,3 1-37,0-1 1,0 0-1,0-1 0,0 1 0,0-1 0,0 0 0,-1-1 0,1 0 0,0 0 1,-1 0-1,9-5 0,0-1-270,-1-1 1,0 0-1,19-18 1,34-35-294</inkml:trace>
  <inkml:trace contextRef="#ctx0" brushRef="#br0" timeOffset="1">430 0 2969,'-17'2'1592,"-12"23"184,6 7-447,4 19-105,-5 8-144,8 15-648,-1 10-152,6 7-200,1-6-16,14 1-808,4-20 568</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10.527"/>
    </inkml:context>
    <inkml:brush xml:id="br0">
      <inkml:brushProperty name="width" value="0.035" units="cm"/>
      <inkml:brushProperty name="height" value="0.035" units="cm"/>
    </inkml:brush>
  </inkml:definitions>
  <inkml:trace contextRef="#ctx0" brushRef="#br0">0 198 5857,'25'19'2217,"47"-19"-1545,108 6 280,37-10 64,77-21-88,27 14-271,29-12-401,24 0-32,6-2-80,-12-16-96,-28 3-1457,-32 5 1049</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7:11.025"/>
    </inkml:context>
    <inkml:brush xml:id="br0">
      <inkml:brushProperty name="width" value="0.035" units="cm"/>
      <inkml:brushProperty name="height" value="0.035" units="cm"/>
    </inkml:brush>
  </inkml:definitions>
  <inkml:trace contextRef="#ctx0" brushRef="#br0">0 175 9074,'0'0'3209,"50"21"-2729,65 72-328,11-40 8,37-4 24,92-24 32,50-12-24,109-39-40,48-24-24,81-24-32,40-11 8,32 11-32,3 7 8,-20 31-800,-25 19-1481,-94 29 1465</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17.946"/>
    </inkml:context>
    <inkml:brush xml:id="br0">
      <inkml:brushProperty name="width" value="0.035" units="cm"/>
      <inkml:brushProperty name="height" value="0.035" units="cm"/>
    </inkml:brush>
  </inkml:definitions>
  <inkml:trace contextRef="#ctx0" brushRef="#br0">55 0 10666,'-3'2'268,"-2"0"98,1 0 1,-1 1 0,1 0-1,0-1 1,0 1 0,0 1-1,-4 3 1,6-5-294,1 1 0,-1 0-1,1-1 1,-1 1 0,1 0 0,0-1 0,0 1-1,1 0 1,-1 0 0,0 0 0,1 0 0,0 0-1,-1 0 1,1 0 0,1 0 0,-1 4 0,5 31-11,1-1 0,15 50 0,33 74-55,-43-133 50,0 0-1,2-1 1,1-1-1,1 0 1,1-1 0,1 0-1,1-2 1,1 0 0,1-1-1,46 38 1,-27-31 214,2-2-1,49 25 1,94 36 542,-104-52-505,61 32 29,-3 6 0,-4 6-1,-3 6 1,-4 5-1,182 170 1,-152-99-50,225 302 0,308 401 144,-465-613-280,303 353 314,-490-558-459,344 411 223,10-21-1229,-143-186-2973,-160-165 2635</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18.788"/>
    </inkml:context>
    <inkml:brush xml:id="br0">
      <inkml:brushProperty name="width" value="0.035" units="cm"/>
      <inkml:brushProperty name="height" value="0.035" units="cm"/>
    </inkml:brush>
  </inkml:definitions>
  <inkml:trace contextRef="#ctx0" brushRef="#br0">179 934 4177,'-133'-114'1916,"93"78"-788,35 31-402,9 11 186,3 6-614,0 0-1,-1 0 1,0 0-1,-1 1 1,0 0-1,4 20 1,11 29 312,15 18-230,3-1 0,4-2 1,3-2-1,4-2 0,2-2 0,4-3 1,100 99-1,-155-167-380,12 12 31,-1-1 1,2 0-1,0-1 0,0 0 0,1-1 0,16 8 1,-28-16-17,0 0 0,-1 0 0,1-1 0,0 1 1,0-1-1,0 0 0,0 1 0,0-1 1,0 0-1,-1 0 0,1 0 0,0 0 1,0-1-1,0 1 0,0 0 0,0-1 1,0 1-1,-1-1 0,1 0 0,0 0 1,0 1-1,-1-1 0,1 0 0,0 0 1,-1-1-1,1 1 0,-1 0 0,0-1 1,1 1-1,1-3 0,1-3 53,0 0 0,0-1-1,0 1 1,-1-1 0,-1 0 0,3-8-1,4-23 196,5-46 0,-1 5-84,19-66 27,83-485-159,-79 431-418,32-176-3416,-57 285 2462</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19.196"/>
    </inkml:context>
    <inkml:brush xml:id="br0">
      <inkml:brushProperty name="width" value="0.035" units="cm"/>
      <inkml:brushProperty name="height" value="0.035" units="cm"/>
    </inkml:brush>
  </inkml:definitions>
  <inkml:trace contextRef="#ctx0" brushRef="#br0">0 1618 11426,'32'-86'3873,"49"-8"-3753,29-8-168,41-48-24,21-26-8,48-51 128,32-21-312,20-16-1896,38-7 1576</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19.810"/>
    </inkml:context>
    <inkml:brush xml:id="br0">
      <inkml:brushProperty name="width" value="0.035" units="cm"/>
      <inkml:brushProperty name="height" value="0.035" units="cm"/>
    </inkml:brush>
  </inkml:definitions>
  <inkml:trace contextRef="#ctx0" brushRef="#br0">293 27 8122,'-44'-27'3120,"4"65"-2295,2 26-441,-5 46-360,4 30-24,12 16 8,-4-2-8,16 7-8,-1-16 48,26-5-712,14-11-721,6-40 889</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20.217"/>
    </inkml:context>
    <inkml:brush xml:id="br0">
      <inkml:brushProperty name="width" value="0.035" units="cm"/>
      <inkml:brushProperty name="height" value="0.035" units="cm"/>
    </inkml:brush>
  </inkml:definitions>
  <inkml:trace contextRef="#ctx0" brushRef="#br0">8 80 10658,'-8'-52'3673,"29"25"-3481,47 36-16,20 12-168,44 8 8,26 3-8,30-13 0,41 1 16,21-17-488,-2-17-768,41 1 808</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20.601"/>
    </inkml:context>
    <inkml:brush xml:id="br0">
      <inkml:brushProperty name="width" value="0.035" units="cm"/>
      <inkml:brushProperty name="height" value="0.035" units="cm"/>
    </inkml:brush>
  </inkml:definitions>
  <inkml:trace contextRef="#ctx0" brushRef="#br0">1 2470 13571,'55'-180'4705,"28"-40"-4249,159-41-376,58-29-80,69-54-24,47-23-184,79-30-776,48-14 520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0:11.827"/>
    </inkml:context>
    <inkml:brush xml:id="br0">
      <inkml:brushProperty name="width" value="0.035" units="cm"/>
      <inkml:brushProperty name="height" value="0.035" units="cm"/>
    </inkml:brush>
  </inkml:definitions>
  <inkml:trace contextRef="#ctx0" brushRef="#br0">384 120 2745,'57'-116'1832,"-62"113"240,3 5 1,-2 3-281,2-5-103,0 0-409,-5 23-176,3 26-352,-83 64-168,28-30-264,-14 6-111,-4-15-257,3-9-425,30-42 329</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7.466"/>
    </inkml:context>
    <inkml:brush xml:id="br0">
      <inkml:brushProperty name="width" value="0.035" units="cm"/>
      <inkml:brushProperty name="height" value="0.035" units="cm"/>
    </inkml:brush>
  </inkml:definitions>
  <inkml:trace contextRef="#ctx0" brushRef="#br0">294 99 1176,'94'-52'1150,"-93"52"-1066,0 0 0,-1 0 0,1-1 0,-1 1 0,1 0 0,0 0 0,-1-1 0,1 1 0,-1 0 0,1-1 0,-1 1 0,1-1 0,-1 1 0,1-1 0,-1 1 0,0-1 0,1 1 0,-1-1 1,0 1-1,1-1 0,-1 1 0,0-1 0,0 0 0,1 1 0,-1-1 0,0 0 0,0 1 0,0-1 0,0 0 0,0 1 0,0-1 0,0 1 0,0-1 0,0 0 0,0 1 0,0-1 0,0 0 0,-1 1 0,1-1 0,0 0 0,-17-13 4028,16 13-3249,-2-1-735,-1 0 0,0 1-1,0 0 1,0-1-1,0 1 1,-1 1 0,1-1-1,0 1 1,0-1 0,0 1-1,-1 0 1,1 1-1,-6 0 1,-3 1 12,0 1 0,-16 6 0,19-5-71,1 0 0,0 0-1,0 2 1,0-1 0,1 1-1,0 0 1,0 0 0,0 1-1,1 0 1,0 1 0,-7 9-1,-14 14 59,14-15-86,2 0-1,0 1 1,0 1-1,2 0 0,-13 27 1,7-11-4,11-22-25,0 0-1,0 0 1,1 1-1,1 0 1,1 0-1,-1 0 1,0 22-1,3 2 9,7 54 0,-6-81-15,0 0-1,1-1 0,1 1 0,0-1 1,0 0-1,1 0 0,0 0 0,0 0 0,9 11 1,-11-16-4,0-1 1,1 0 0,-1 0 0,1-1-1,-1 1 1,1 0 0,0-1 0,0 0-1,0 1 1,1-1 0,-1-1 0,0 1-1,1 0 1,-1-1 0,1 0 0,0 1-1,-1-2 1,1 1 0,0 0 0,-1-1-1,1 1 1,0-1 0,0 0 0,0 0-1,-1-1 1,8-1 0,-2 0-87,0-2-1,-1 1 1,1-1 0,-1 0 0,0-1-1,12-9 1,42-39-1444,-53 45 1200,38-40-1888,-2-3 861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7.936"/>
    </inkml:context>
    <inkml:brush xml:id="br0">
      <inkml:brushProperty name="width" value="0.035" units="cm"/>
      <inkml:brushProperty name="height" value="0.035" units="cm"/>
    </inkml:brush>
  </inkml:definitions>
  <inkml:trace contextRef="#ctx0" brushRef="#br0">102 23 2096,'-22'17'1867,"16"-13"-1526,0 0 1,0 0-1,0 1 1,1 0-1,0 0 1,0 0-1,0 1 1,1-1-1,0 1 0,0 0 1,0 1-1,1-1 1,-4 11-1,3 6 51,1-1 0,1 1-1,2 0 1,0-1 0,1 1-1,7 36 1,-4-32-120,9 34 0,-11-53-231,1-1 0,0 0 0,0 1 0,0-1 0,1 0 0,0 0 0,0-1 0,1 1 0,5 6 0,-8-11-32,0-1-1,-1 1 1,1-1 0,0 1 0,0-1 0,0 0 0,0 0 0,0 1-1,0-1 1,0-1 0,0 1 0,1 0 0,-1-1 0,0 1 0,0-1-1,1 1 1,-1-1 0,0 0 0,1 0 0,-1 0 0,0-1 0,1 1-1,-1 0 1,0-1 0,0 1 0,1-1 0,-1 0 0,0 0 0,0 0-1,0 0 1,0 0 0,0 0 0,0-1 0,2-1 0,3-3 22,1-1 0,-1 0 0,-1 0 0,1 0 0,-1-1 1,8-13-1,-6 8 1,-1 0-1,0 0 1,0-1 0,6-22-1,-8 17-11,2-9-1,0 1 0,2 0 1,1 1-1,20-39 0,-22 48-15,0 0-1,-1-1 1,-1 0-1,5-23 0,-8 31-2,-2-12 2,-1 22-3,0 0 0,0 1 1,0-1-1,0 0 1,0 0-1,0 0 1,0 0-1,0 0 1,-1 0-1,1 0 0,0 0 1,0 0-1,0 0 1,0 0-1,0 0 1,0 0-1,0 0 1,0 0-1,0 0 0,0 0 1,-1 0-1,1 0 1,0-1-1,0 1 1,0 0-1,0 0 1,0 0-1,0 0 0,0 0 1,0 0-1,0 0 1,0 0-1,0 0 1,0 0-1,-1 0 1,1 0-1,0 0 0,0 0 1,0-1-1,0 1 1,0 0-1,0 0 1,0 0-1,-1 11 22,3 21 34,0-5 12,-1 0 1,-1 0 0,-7 47 0,-6-29 5,9-33-52,1 0 1,0 0-1,-3 24 1,5-24-11,1-1 0,0 1 0,1-1 1,3 17-1,-4-25-15,1 0 1,0 0 0,0 0-1,0 0 1,1 0-1,-1-1 1,0 1 0,1 0-1,0-1 1,0 1-1,0-1 1,0 0 0,0 0-1,0 0 1,0 0-1,1 0 1,-1 0-1,1 0 1,0-1 0,3 2-1,-3-1-71,1-1 0,0 0 0,0 0 0,0-1 0,0 1 0,0-1 0,0 0 0,0 0 0,0 0 0,0 0 0,0-1 0,0 0 0,-1 1 0,1-1 0,0-1 0,5-1 0,5-4-629,1 0 1,22-17-1,19-20-361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8.322"/>
    </inkml:context>
    <inkml:brush xml:id="br0">
      <inkml:brushProperty name="width" value="0.035" units="cm"/>
      <inkml:brushProperty name="height" value="0.035" units="cm"/>
    </inkml:brush>
  </inkml:definitions>
  <inkml:trace contextRef="#ctx0" brushRef="#br0">169 1 2128,'-6'0'625,"1"1"-1,-1 0 0,1 0 1,-1 0-1,1 1 0,-9 3 0,-11 4 1012,17-7-1250,0 0-1,1 0 1,-1 1 0,1 0 0,0 0-1,0 1 1,-12 8 0,17-10-341,0 0-1,0 0 1,0 0-1,0 0 1,0 1-1,0-1 1,1 0-1,-1 1 1,1-1 0,0 1-1,-1-1 1,1 1-1,1 0 1,-1 0-1,0-1 1,0 1 0,1 0-1,0 0 1,0 0-1,-1 0 1,2 0-1,-1-1 1,0 1 0,0 0-1,2 3 1,-2-4-38,1 0 1,0 0 0,0-1-1,-1 1 1,1 0 0,0 0-1,1-1 1,-1 1 0,0-1-1,0 1 1,1-1-1,-1 0 1,1 1 0,-1-1-1,2 1 1,29 15 32,-16-9-20,4 1 6,0 0 1,31 8-1,-15-5-2,-33-12-23,-1 1 1,1 0-1,-1 1 1,1-1-1,-1 0 0,0 1 1,1-1-1,-1 1 0,0 0 1,0 0-1,0 0 0,0 0 1,0 0-1,0 0 1,-1 0-1,1 1 0,-1-1 1,0 0-1,1 1 0,0 4 1,-1-2 1,0-1 0,0 0-1,-1 0 1,0 1 0,0-1 0,0 0 0,-1 0 0,1 0 0,-1 1 0,0-1 0,0 0 0,-1 0-1,-1 5 1,-9 14 27,-1-1 0,0-1 0,-2 0-1,0-1 1,-1 0 0,-26 23-1,19-19 25,21-21-43,-1 1 1,0-1-1,0 0 1,0 0-1,0 0 0,0-1 1,-1 1-1,1-1 1,-1 1-1,0-1 1,0 0-1,1-1 1,-1 1-1,-1-1 1,1 0-1,-6 2 0,10-3-15,-1 0 0,1 0 0,-1 0-1,1 0 1,-1 0 0,1 0-1,-1-1 1,1 1 0,-1 0 0,1 0-1,-1 0 1,1 0 0,-1-1-1,1 1 1,-1 0 0,1 0-1,0-1 1,-1 1 0,1 0 0,-1-1-1,1 1 1,0 0 0,-1-1-1,1 1 1,0-1 0,0 1 0,-1 0-1,1-1 1,0 1 0,0-1-1,-1 1 1,1-1 0,0 1-1,0-1 1,0 1 0,0-1 0,0 0-1,2-22-397,-1 19 282,1-7-242,1 0 0,8-19 0,20-37-294</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8.661"/>
    </inkml:context>
    <inkml:brush xml:id="br0">
      <inkml:brushProperty name="width" value="0.035" units="cm"/>
      <inkml:brushProperty name="height" value="0.035" units="cm"/>
    </inkml:brush>
  </inkml:definitions>
  <inkml:trace contextRef="#ctx0" brushRef="#br0">293 1 2128,'0'13'1641,"2"25"719,-27-12-559,6 22-257,23 16-288,-8-5-688,12 10-240,-6-16-207,2-6-17,9-12-24,8-9-224,-6-24-1697,-13-15 1337</inkml:trace>
  <inkml:trace contextRef="#ctx0" brushRef="#br0" timeOffset="1">10 171 4121,'-9'-28'2104,"24"0"-607,11 3-241,28 19-440,2 0-304,22 12-360,-9-2-56,-10-6 16,7 6-720,-13 9 472</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9.077"/>
    </inkml:context>
    <inkml:brush xml:id="br0">
      <inkml:brushProperty name="width" value="0.035" units="cm"/>
      <inkml:brushProperty name="height" value="0.035" units="cm"/>
    </inkml:brush>
  </inkml:definitions>
  <inkml:trace contextRef="#ctx0" brushRef="#br0">252 0 4929,'-25'72'2161,"-5"19"-1009,-16 6-256,2-17 40,4 0-264,0-14-248,27-18-1064,0-12 488</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2.324"/>
    </inkml:context>
    <inkml:brush xml:id="br0">
      <inkml:brushProperty name="width" value="0.035" units="cm"/>
      <inkml:brushProperty name="height" value="0.035" units="cm"/>
    </inkml:brush>
  </inkml:definitions>
  <inkml:trace contextRef="#ctx0" brushRef="#br0">56 158 2441,'5'-134'1438,"-2"111"16,-1 34-586,-2-9-582,-2 21 632,0 1 0,-10 39 0,-1 2-297,3-3-291,-10 100-10,18 39-96,-3-153-1070,5-47 174,1-24 48</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2.704"/>
    </inkml:context>
    <inkml:brush xml:id="br0">
      <inkml:brushProperty name="width" value="0.035" units="cm"/>
      <inkml:brushProperty name="height" value="0.035" units="cm"/>
    </inkml:brush>
  </inkml:definitions>
  <inkml:trace contextRef="#ctx0" brushRef="#br0">158 76 2024,'-157'-22'1145,"157"20"-49,22 7-16,1-3-8,4 2-199,18 0-305,-10-6-96,8-2-120,5 0-72,-14-1-112,4 5-48,4-4-32,3 2 16,-5-6-32,-6-5-288,-5 4-808,-14-1-601,-2 4 889</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3.098"/>
    </inkml:context>
    <inkml:brush xml:id="br0">
      <inkml:brushProperty name="width" value="0.035" units="cm"/>
      <inkml:brushProperty name="height" value="0.035" units="cm"/>
    </inkml:brush>
  </inkml:definitions>
  <inkml:trace contextRef="#ctx0" brushRef="#br0">56 101 1856,'-34'-100'1177,"24"111"47,4 2 16,1 1-16,5 5-215,2 1-297,7 11-88,3 3-192,-7-2-112,5 18-160,-3 10-40,1-1-24,-6 10 8,0-9-8,2-10-280,-4-8-1248,1-10 1016</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3.460"/>
    </inkml:context>
    <inkml:brush xml:id="br0">
      <inkml:brushProperty name="width" value="0.035" units="cm"/>
      <inkml:brushProperty name="height" value="0.035" units="cm"/>
    </inkml:brush>
  </inkml:definitions>
  <inkml:trace contextRef="#ctx0" brushRef="#br0">7 22 3585,'-6'-6'1624,"10"-2"-688,20 7-47,9-5 71,7 8-344,5 3-376,4 3-80,-3-4-72,3 5 0,1-7 8,-1 0-8,6 4-96,2-4-456,10-2 328</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4.473"/>
    </inkml:context>
    <inkml:brush xml:id="br0">
      <inkml:brushProperty name="width" value="0.035" units="cm"/>
      <inkml:brushProperty name="height" value="0.035" units="cm"/>
    </inkml:brush>
  </inkml:definitions>
  <inkml:trace contextRef="#ctx0" brushRef="#br0">97 38 776,'-54'115'832,"49"-107"-616,1 1 0,0 0 0,1 0 0,0 0 0,-3 16 0,2-7 114,-1 1 51,3-11-225,0 0 0,0 0 0,1 0 0,0 0-1,0 10 1,2 0 237,1 0-1,0 0 1,7 20-1,-9-38-372,0 0 1,0 0-1,0 0 1,0 0-1,0 0 1,0 0-1,0 0 1,0 0-1,0 0 1,0 0-1,0 0 0,0-1 1,0 1-1,0 0 1,0 0-1,0 0 1,0 0-1,0 0 1,0 0-1,0 0 1,0 0-1,0 0 0,0 0 1,0 0-1,0 0 1,1 0-1,-1 0 1,0 0-1,0 0 1,0 0-1,0 0 1,0 0-1,0 0 0,0 0 1,0 0-1,0 0 1,0 0-1,0 0 1,0 0-1,0 0 1,1 0-1,-1 0 1,0 0-1,0 0 0,0 0 1,0 0-1,0 0 1,0 0-1,0 0 1,0 0-1,0 0 1,0 0-1,0 0 1,0 0-1,0 0 0,0 0 1,1 0-1,3-14 592,5-34-345,-4 18-141,0 14-95,0 1 0,8-18 1,-7 19-20,-1 0 0,5-18-1,17-110 21,-27 139-30,1 1-1,0-1 1,0 1-1,-1-1 1,1 1-1,1-1 1,-1 1-1,0-1 0,1 1 1,-1 0-1,1 0 1,-1 0-1,1 0 1,0 0-1,0 0 1,0 0-1,0 0 0,0 1 1,1-1-1,-1 1 1,0 0-1,1 0 1,3-2-1,-6 3 9,0 0-1,1 0 1,-1 0 0,0 0-1,1 0 1,-1 0-1,0 0 1,1 0 0,-1 0-1,1 1 1,-1-1 0,0 0-1,1 0 1,-1 0-1,0 0 1,1 0 0,-1 1-1,0-1 1,1 0 0,-1 0-1,0 0 1,0 1-1,1-1 1,-1 0 0,0 1-1,0-1 1,1 0-1,-1 1 1,0-1 0,0 0-1,0 1 1,1 0 0,2 13 265,-2-10-220,7 61 530,-1 103 0,-3-53-412,-2-91-319,-2-24 118,1 0 0,-1 0 0,0 1 0,0-1 0,0 0 1,0 0-1,0 1 0,1-1 0,-1 0 0,0 0 0,0 0 1,0 0-1,1 1 0,-1-1 0,0 0 0,0 0 0,1 0 0,-1 0 1,0 0-1,0 0 0,1 0 0,-1 0 0,0 1 0,0-1 1,1 0-1,-1 0 0,0 0 0,1 0 0,-1 0 0,0-1 1,0 1-1,1 0 0,-1 0 0,0 0 0,0 0 0,1 0 1,-1 0-1,0 0 0,0 0 0,1-1 0,-1 1 0,0 0 1,0 0-1,0 0 0,1 0 0,-1-1 0,0 1 0,0 0 1,0-1-1,12-9-1094,8-16 93</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4.976"/>
    </inkml:context>
    <inkml:brush xml:id="br0">
      <inkml:brushProperty name="width" value="0.035" units="cm"/>
      <inkml:brushProperty name="height" value="0.035" units="cm"/>
    </inkml:brush>
  </inkml:definitions>
  <inkml:trace contextRef="#ctx0" brushRef="#br0">53 68 2040,'7'-2'87,"-6"2"-25,1-1 0,-1 1 1,1-1-1,-1 1 1,0 0-1,1 0 1,0 0-1,-1-1 0,1 1 1,-1 1-1,1-1 1,-1 0-1,1 0 1,-1 0-1,0 1 1,3 0-1,-4 1 35,1 0 0,-1 1 0,0-1 0,0 0 0,0 0 0,-1 0 0,1 0 0,0 0 0,-1 1 0,1-1 0,-1 0 0,0 0 0,-1 2 0,-1 4 85,-1 0-1,0 0 1,0 0 0,-1-1-1,-8 12 1,-13 19 31,22-30-196,1 1 0,-1-1 0,2 1 0,-1 0 0,1 0 0,0 0 0,1 0 0,0 0 0,0 0 0,2 13 0,-1-22-7,0 0-1,0 1 1,0-1 0,0 0-1,0 1 1,0-1-1,0 0 1,0 0 0,0 1-1,0-1 1,1 0 0,-1 1-1,0-1 1,0 0 0,0 0-1,1 1 1,-1-1-1,0 0 1,0 0 0,0 0-1,1 1 1,-1-1 0,0 0-1,1 0 1,-1 0 0,0 0-1,0 0 1,1 0-1,-1 1 1,0-1 0,1 0-1,-1 0 1,0 0 0,1 0-1,-1 0 1,0 0 0,0 0-1,1 0 1,-1 0-1,1 0 1,12-7 379,12-17-266,-1-1 0,-1-2 0,-2 0 0,-1-1 0,-1 0 1,16-34-1,-21 23-96,-12 32-16,0-1 0,1 1 0,0 0 0,3-7 0,-14 38 456,3-16-372,1 1 0,-1 0 0,1 0 0,1 1 0,0-1 0,0 1 0,1-1 0,0 1 0,-1 19 0,2-24-78,1-1 0,0 0 1,1 1-1,-1-1 0,1 1 0,0-1 0,0 1 0,0-1 0,1 0 0,-1 0 0,1 0 0,0 0 1,0 0-1,0 0 0,1 0 0,0 0 0,-1-1 0,1 0 0,0 1 0,1-1 0,-1 0 0,1 0 1,-1-1-1,6 4 0,-8-6-51,0 1 1,0-1-1,0 0 1,1 1-1,-1-1 1,0 0 0,0 0-1,1 0 1,-1 0-1,0 0 1,0 0-1,1 0 1,-1 0-1,0 0 1,0 0-1,0-1 1,1 1 0,-1-1-1,0 1 1,2-2-1,20-16-1333,-3-7 621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5.700"/>
    </inkml:context>
    <inkml:brush xml:id="br0">
      <inkml:brushProperty name="width" value="0.035" units="cm"/>
      <inkml:brushProperty name="height" value="0.035" units="cm"/>
    </inkml:brush>
  </inkml:definitions>
  <inkml:trace contextRef="#ctx0" brushRef="#br0">4 270 1544,'3'-1'83,"-1"0"19,0 0 0,0 0 1,0 0-1,0 1 0,0-1 1,0 1-1,1 0 0,-1-1 1,4 1-1,-6 1-44,0 0 0,0 0 0,1 0 0,-1 0 0,0 0 0,0 0 0,-1 0 0,1 0-1,0 0 1,0 0 0,0 0 0,-1 0 0,1 0 0,0 0 0,-1 0 0,1 0 0,-1-1 0,0 2 0,-1 4 121,-11 65 1811,9-50-1277,0 0 0,2 0 0,0 28 1,2-48-701,0-1 1,0 1 0,-1-1-1,1 0 1,0 1 0,0-1 0,0 1-1,0-1 1,0 0 0,0 1-1,0-1 1,0 1 0,0-1 0,0 0-1,0 1 1,1-1 0,-1 1-1,0-1 1,0 0 0,0 1 0,0-1-1,1 0 1,-1 1 0,0-1 0,0 0-1,1 1 1,-1-1 0,0 0-1,0 0 1,1 1 0,-1-1 0,0 0-1,1 0 1,-1 1 0,0-1-1,1 0 1,-1 0 0,1 0 0,-1 0-1,0 0 1,1 1 0,-1-1-1,1 0 1,-1 0 0,0 0 0,1 0-1,-1 0 1,1 0 0,-1 0 0,0-1-1,1 1 1,-1 0 0,1 0-1,-1 0 1,0 0 0,1 0 0,-1-1-1,0 1 1,1 0 0,0-1-1,20-17 295,-17 12-280,0 0 1,0-1 0,-1 1-1,0-1 1,0 0-1,3-12 1,11-24 23,-4 18-29,6-12 17,30-42 0,-41 68-36,-2 0 1,8-17 0,-5 10-3,-9 17-3,1 0 1,-1 0 0,0 0 0,0 0-1,1 0 1,-1 1 0,1-1 0,-1 0 0,1 0-1,-1 1 1,1-1 0,-1 0 0,1 1-1,0-1 1,-1 0 0,1 1 0,0-1 0,0 1-1,0-1 1,-1 1 0,2-1 0,-1 2-1,-1-1 1,0 1-1,1 0 1,-1-1-1,1 1 0,-1 0 1,0 0-1,0-1 1,1 1-1,-1 0 1,0 0-1,0-1 1,0 1-1,0 0 1,0 0-1,0 0 1,0 1-1,-4 41 1,-3 1 74,3-20 41,0 0 0,2 0 0,0 44 1,2-67-111,1 0 0,-1 0 1,0 0-1,0 0 1,0 0-1,1 0 1,-1 0-1,0 0 0,1 0 1,-1 0-1,1 0 1,-1 0-1,1 0 1,0 0-1,-1 0 0,1 0 1,0-1-1,1 2 1,-2-2-4,1 1 1,-1-1 0,1 0-1,-1 0 1,1 0 0,-1 0-1,1 0 1,-1 0-1,1-1 1,-1 1 0,1 0-1,-1 0 1,1 0 0,-1 0-1,1-1 1,-1 1-1,1 0 1,-1 0 0,0-1-1,1 1 1,-1 0 0,0-1-1,1 1 1,-1 0-1,0-1 1,1 1 0,-1-1-1,0 1 1,1 0 0,-1-1-1,0 1 1,0-1-1,0 1 1,0-1 0,1 1-1,-1-1 1,0 1-1,0-1 1,0 1 0,0-1-1,6-19 39,1-1-3,0-1 1,21-38-1,-17 41-28,19-24-1,-30 43-9,0-1-1,0 1 1,1 0-1,-1 0 1,0 0-1,0 0 1,0 0 0,0 0-1,0-1 1,0 1-1,1 0 1,-1 0-1,0 0 1,0 0 0,0 0-1,0 0 1,0 0-1,1 0 1,-1 0-1,0 0 1,0 0-1,0 0 1,0 0 0,1 0-1,-1 0 1,0 0-1,0 0 1,0 0-1,0 0 1,1 0 0,-1 0-1,0 0 1,0 0-1,0 0 1,0 0-1,0 0 1,1 1 0,-1-1-1,0 0 1,0 0-1,0 0 1,0 0-1,0 0 1,0 0-1,0 0 1,1 1 0,-1-1-1,0 0 1,0 0-1,0 0 1,0 0-1,0 1 1,0-1 0,6 16-13,-1 17 2,-4-32 11,-1 7-2,1 0 0,1 0 0,0-1 0,0 1 0,6 14 0,-8-21 2,1 0 0,0 1 0,0-1 0,0 1 1,0-1-1,0 0 0,0 0 0,0 0 0,0 0 0,1 1 1,-1-1-1,0-1 0,1 1 0,-1 0 0,1 0 0,-1-1 1,1 1-1,-1 0 0,1-1 0,-1 1 0,1-1 0,-1 0 0,1 0 1,0 0-1,-1 0 0,1 0 0,0 0 0,-1 0 0,1 0 1,-1 0-1,1-1 0,0 1 0,-1-1 0,1 1 0,-1-1 1,3-1-1,7-4 6,0 0 0,-1-1 0,0 0 0,0-1 1,-1 0-1,14-15 0,10-7 5,116-85 25,-31 27 24,-117 88-59,-1 0 0,1 0-1,-1 0 1,0-1 0,1 1 0,-1 0-1,1 0 1,-1-1 0,0 1-1,1 0 1,-1-1 0,0 1-1,1 0 1,-1-1 0,0 1-1,1-1 1,-1 1 0,0 0-1,0-1 1,1 1 0,-1-1-1,0 1 1,0-1 0,0 1 0,0-1-1,0 1 1,0-1 0,0 1-1,0-1 1,0 1 0,0-1-1,0 1 1,0-1 0,0 1-1,0-1 1,0 1 0,0 0-1,-1-1 1,1 1 0,0-1-1,0 1 1,0-1 0,-1 1 0,1 0-1,-1-2 1,-21-6 13,8 6-14,-1 0 0,0 1 0,1 0 0,-1 1 0,0 1 0,0 0 1,1 1-1,-1 1 0,1 0 0,-1 1 0,1 1 0,0 0 0,1 1 0,0 0 0,-1 1 1,2 1-1,-1 0 0,-14 12 0,15-10 57,1-1 0,1 2 0,0 0 0,0 0 0,1 1 0,0 0 0,1 0-1,0 1 1,1 0 0,1 0 0,0 1 0,1 0 0,0 0 0,1 0 0,1 1 0,0-1 0,1 1 0,0 20 0,2-27-18,0 1-1,1-1 1,0 0 0,1 1 0,0-1-1,0 0 1,0 0 0,1 0 0,1-1-1,4 9 1,-6-12-29,1 0-1,-1 0 0,1 0 1,0-1-1,0 1 1,1-1-1,-1 0 1,1 0-1,0 0 0,0 0 1,0-1-1,0 1 1,0-1-1,0 0 1,1 0-1,-1-1 0,1 1 1,-1-1-1,7 1 1,2-1-11,1 0 1,0-1-1,-1-1 0,1 0 1,-1 0-1,0-2 0,1 1 1,21-9-1,-6-1-320,0 0 0,44-28 1,-54 27 122,23-19 0,-41 32 193</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6.474"/>
    </inkml:context>
    <inkml:brush xml:id="br0">
      <inkml:brushProperty name="width" value="0.035" units="cm"/>
      <inkml:brushProperty name="height" value="0.035" units="cm"/>
    </inkml:brush>
  </inkml:definitions>
  <inkml:trace contextRef="#ctx0" brushRef="#br0">90 10 1368,'-2'-2'1305,"0"0"-17,1 0-16,-1 0 0,0 0-439,0 2-161,-19 42-112,-13 68-136,30-26-200,-4-8-56,5 2-80,1-8-16,-2-21-8,2-5-8,2-19-464,0-1-448,0-25 528</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6.847"/>
    </inkml:context>
    <inkml:brush xml:id="br0">
      <inkml:brushProperty name="width" value="0.035" units="cm"/>
      <inkml:brushProperty name="height" value="0.035" units="cm"/>
    </inkml:brush>
  </inkml:definitions>
  <inkml:trace contextRef="#ctx0" brushRef="#br0">33 98 2272,'-25'-12'1025,"19"7"23,4 3 416,2 0-712,0 0-344,19 0-31,31-4-73,60-5-72,-38-1-120,4-5-16,6 4-616,-8 0-1265,-8 13 1193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7.274"/>
    </inkml:context>
    <inkml:brush xml:id="br0">
      <inkml:brushProperty name="width" value="0.035" units="cm"/>
      <inkml:brushProperty name="height" value="0.035" units="cm"/>
    </inkml:brush>
  </inkml:definitions>
  <inkml:trace contextRef="#ctx0" brushRef="#br0">1 280 2881,'0'0'57,"0"1"0,0-1 0,0 1 0,0 0 0,0-1 0,0 1 0,0-1 0,0 1 0,0-1 0,0 1 0,0-1 1,1 1-1,-1-1 0,0 0 0,0 1 0,1-1 0,-1 1 0,0-1 0,0 1 0,1-1 0,-1 0 0,1 1 0,-1-1 0,0 0 1,1 1-1,-1-1 0,1 0 0,-1 0 0,1 1 0,17-3 613,20-17-278,-35 17-267,57-31 328,13-8-155,-39 20-172,-24 16-99,0-1 0,-1 0 0,1 0 0,-1-1 0,0 0 0,-1-1 0,0 0 0,0 0 0,9-14 0,-12 16-11,-2 0 0,1-1 0,-1 1 0,0-1 0,0 0 1,-1 0-1,0 0 0,0 0 0,2-13 0,-4 19-14,0 1-1,-1-1 1,1 1 0,0 0-1,0-1 1,0 1-1,0-1 1,0 1 0,0-1-1,-1 1 1,1-1-1,0 1 1,0 0 0,-1-1-1,1 1 1,0 0-1,0-1 1,-1 1 0,1 0-1,0-1 1,-1 1-1,1 0 1,-1-1 0,1 1-1,0 0 1,-1 0-1,1 0 1,-1-1 0,1 1-1,-1 0 1,1 0-1,-1 0 1,1 0 0,-1 0-1,1 0 1,0 0-1,-1 0 1,0 0 0,-20 5 18,16-4-16,-104 41 12,34-11-5,69-29 23,0 1 1,0 0 0,0 0-1,1 1 1,0 0 0,0 0 0,0 0-1,0 0 1,0 1 0,1 0 0,0 0-1,0 0 1,0 0 0,0 1-1,-4 10 1,3-5 93,0 0-1,2 1 0,-1-1 1,1 1-1,1 0 1,0 0-1,-1 18 1,3-27-100,1 0-1,-1 1 1,0-1 0,1 1 0,0-1 0,0 0 0,0 1 0,0-1 0,0 0 0,0 0 0,1 0 0,0 0 0,0 0 0,0 0 0,0-1 0,0 1 0,0 0 0,1-1 0,-1 0 0,1 1 0,-1-1 0,1 0 0,0-1 0,0 1 0,0 0 0,0-1 0,0 1 0,7 1 0,0 0-3,0-1 1,0 0-1,1 0 1,-1-1 0,0 0-1,1 0 1,-1-1-1,13-2 1,-5 0-24,37-7 124,-52 8-167,0 0 0,1 0 0,-1-1 0,1 1 1,-1-1-1,0 0 0,0 0 0,0 0 1,0 0-1,0-1 0,-1 1 0,5-5 0,9-14-188</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3:27.655"/>
    </inkml:context>
    <inkml:brush xml:id="br0">
      <inkml:brushProperty name="width" value="0.035" units="cm"/>
      <inkml:brushProperty name="height" value="0.035" units="cm"/>
    </inkml:brush>
  </inkml:definitions>
  <inkml:trace contextRef="#ctx0" brushRef="#br0">18 177 1872,'28'-147'1161,"-24"117"231,-7 38-408,2-5-460,-13 76 3601,-12 83-1078,23-127-2858,0-1 0,6 60 0,-2-69-144,-1-17-19,1 1 0,-1-1 0,1 0 0,1 1 0,0-1 0,4 13 0,-6-25-132,-1-1 327,-5 3-4473,2 2 2716</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36.041"/>
    </inkml:context>
    <inkml:brush xml:id="br0">
      <inkml:brushProperty name="width" value="0.035" units="cm"/>
      <inkml:brushProperty name="height" value="0.035" units="cm"/>
    </inkml:brush>
  </inkml:definitions>
  <inkml:trace contextRef="#ctx0" brushRef="#br0">144 226 1952,'0'-2'284,"0"0"-102,0 1 1,0-1-1,0 0 0,-1 1 0,1-1 1,0 1-1,-1-1 0,0 1 1,1 0-1,-1-1 0,0 1 1,1-1-1,-1 1 0,0 0 1,0 0-1,0 0 0,0-1 1,-2 0-1,2 4-110,0-1 1,-1 1-1,1-1 1,0 1-1,0 0 1,0 0-1,1 0 1,-1 0-1,0-1 0,1 1 1,-1 3-1,-9 26 221,-14 31-1,16-41-175,0 1 0,0-1 0,2 1 0,-3 23 0,1 27 219,7-52-246,-1 0-1,-1 0 1,0-1-1,-2 1 1,-7 18 0,5-22 338,5-26 228,2-1-607,-1-28 355,-1 7-178,4-45 0,2 14-99,7-52 0,-9 100-120,2 0 0,-1 1 1,2 0-1,0 0 0,10-22 1,59-102 22,-70 131-30,0-1-1,0 1 0,1 0 0,0 0 1,0 0-1,1 1 0,10-10 0,-15 15 1,1 0 0,-1 0 0,1 0-1,0 0 1,-1 0 0,1 0 0,0 1-1,-1-1 1,1 0 0,0 1 0,0 0-1,0-1 1,0 1 0,0 0 0,-1 0-1,1 0 1,0 0 0,0 0 0,0 0-1,0 1 1,0-1 0,0 1 0,-1-1-1,1 1 1,0 0 0,0-1 0,-1 1-1,1 0 1,-1 0 0,1 0 0,-1 1-1,1-1 1,-1 0 0,1 0 0,-1 1-1,0-1 1,0 1 0,0-1 0,2 3-1,1 3 5,0 0 0,0 0 0,-1 0 1,1 0-1,-2 1 0,1-1 0,-1 1 0,0-1 0,-1 1 0,1 0 0,-2 0 0,1 0 0,-1 12 0,-3 14 44,-12 63-1,6-43-21,3-8-2,4-43-576,0-9-7,-1-10-631,7-5-660,7 1 782</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36.917"/>
    </inkml:context>
    <inkml:brush xml:id="br0">
      <inkml:brushProperty name="width" value="0.035" units="cm"/>
      <inkml:brushProperty name="height" value="0.035" units="cm"/>
    </inkml:brush>
  </inkml:definitions>
  <inkml:trace contextRef="#ctx0" brushRef="#br0">55 674 1816,'-3'26'2108,"3"-26"-2073,0 0-1,0 0 1,0 0-1,-1 1 1,1-1-1,0 0 1,0 0-1,0 0 1,0 0-1,0 0 1,0 0-1,0 0 1,0 0-1,0 1 1,-1-1-1,1 0 1,0 0-1,0 0 1,0 0-1,0 0 1,0 0-1,0 0 1,-1 0-1,1 0 1,0 0-1,0 0 1,0 0-1,0 0 1,0 0-1,0 0 1,-1 0-1,1 0 1,0 0-1,0 0 1,0 0-1,0 0 1,0 0-1,-1 0 1,1 0-1,0 0 1,0 0-1,0 0 1,0 0-1,0-1 1,0 1-1,-1 0 1,-8-14 884,3 3-804,0-1-1,1 0 1,1 0-1,0 0 0,1 0 1,0-1-1,1 1 1,0-1-1,1 0 1,0 0-1,1 0 0,1 1 1,0-1-1,0 0 1,2 0-1,-1 1 0,2-1 1,0 1-1,0 0 1,1 0-1,0 1 0,1-1 1,12-17-1,-11 19-249,1 0 0,0 0 0,1 0 0,0 1-1,1 1 1,17-14 0,-24 20-57,1 0 0,-1 0 0,1 1 0,0-1 0,-1 1 1,1 0-1,0 0 0,0 0 0,0 0 0,0 1 0,-1-1 0,1 1 0,0 0 0,0 0 0,0 1 0,0-1 1,0 1-1,0 0 0,0 0 0,0 0 0,-1 0 0,1 1 0,0-1 0,-1 1 0,6 4 0,-1-1-42,-1 1 0,0 1 0,0-1 0,0 1-1,-1 1 1,0-1 0,0 1 0,-1 0 0,0 0 0,-1 0-1,1 1 1,4 15 0,-7-18 322,0 0-1,0 0 1,0 0 0,-1 1-1,0-1 1,0 1 0,-1-1-1,0 0 1,0 1 0,0-1-1,-1 1 1,0-1 0,0 0-1,-1 1 1,0-1 0,0 0-1,0 0 1,-1 0 0,-4 7-1,7-12-6,-1 1-1,0-1 0,0 0 0,1 0 1,-1 0-1,0 0 0,0 0 1,0 0-1,0 0 0,0-1 0,0 1 1,0 0-1,-1 0 0,1-1 0,0 1 1,0-1-1,0 1 0,-1-1 0,1 0 1,0 1-1,-1-1 0,1 0 1,0 0-1,-1 0 0,1 0 0,0 0 1,-1 0-1,1 0 0,0 0 0,-1-1 1,1 1-1,0 0 0,0-1 0,-1 1 1,1-1-1,0 0 0,0 1 1,0-1-1,0 0 0,0 0 0,0 1 1,0-1-1,0 0 0,0 0 0,0 0 1,-1-2-1,-2-1 72,0-1 0,1 0 0,-1 0 0,1 0 0,0-1-1,1 1 1,-1-1 0,1 1 0,-2-8 0,1-5-29,0-1 0,2 1 0,0-21 0,1 39-122,0 0-1,0-1 1,0 1 0,0 0-1,0-1 1,0 1-1,0-1 1,0 1-1,0 0 1,0-1 0,0 1-1,0 0 1,0-1-1,0 1 1,1 0-1,-1-1 1,0 1 0,0 0-1,0-1 1,0 1-1,1 0 1,-1 0-1,0-1 1,0 1 0,1 0-1,-1 0 1,0-1-1,1 1 1,13 1-12,-9 0 5,12 2-152,1-1-1,0 0 1,0-2 0,0 0-1,0 0 1,0-2-1,-1 0 1,1-1-1,27-9 1,-14 1-776,30-14 1,-58 24 861,9-3 9,0 2 0,0 0-1,0 0 1,0 1 0,0 0 0,15 2 0,-15-1 61,-15 1 86,0 0-1,1 0 1,-1 1 0,0-1 0,1 1-1,0-1 1,-1 1 0,1 0 0,0 0-1,0 0 1,0 0 0,-3 4 0,-5 3 251,-58 44 1210,50-41-1307,2 0 1,-1 2-1,2-1 1,0 2-1,0 0 1,-12 18-1,25-31-215,-3 6 61,0 0 0,0-1-1,0 2 1,-5 13 0,10-21-80,0-1 0,-1 1 1,1-1-1,0 1 0,0 0 0,0-1 1,0 1-1,-1-1 0,1 1 1,0 0-1,0-1 0,0 1 1,0-1-1,0 1 0,0 0 1,1-1-1,-1 1 0,0-1 1,0 1-1,0-1 0,0 1 0,1 0 1,-1-1-1,0 1 0,1 0 1,0-1-2,-1 0 0,1 0 1,0 1-1,-1-1 0,1 0 1,-1 0-1,1 0 1,0 0-1,-1 0 0,1 0 1,0 0-1,-1 0 0,1 0 1,0-1-1,-1 1 0,1 0 1,-1 0-1,2-1 0,27-18 64,-14 3-23,0-1 1,22-35-1,6-8 14,-34 50-50,53-70 69,-54 68-66,-1 0 0,0 0 0,-1-1 0,0 1 0,5-18 0,9-42 17,15-95 1,-34 155-30,-3 13 11,-4 18 39,5-16-39,-14 45 175,2-10 86,2 2-1,-8 48 0,13-46-158,2 0 0,2 0 0,1 1-1,6 49 1,-4-88-111,0 1-1,0 0 1,0 0-1,0-1 1,1 1-1,-1-1 1,1 1-1,1-1 1,4 8 0,-5-10-48,-1-1 0,1 1 0,0 0 1,-1-1-1,1 0 0,0 1 0,0-1 1,0 0-1,0 0 0,0 0 0,1 0 1,-1-1-1,0 1 0,0 0 0,1-1 1,-1 0-1,0 1 0,1-1 1,-1 0-1,0 0 0,1 0 0,-1-1 1,4 0-1,1 0-305,-1-1 1,1 0 0,0 0-1,-1 0 1,7-4-1,33-25-879</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38.581"/>
    </inkml:context>
    <inkml:brush xml:id="br0">
      <inkml:brushProperty name="width" value="0.035" units="cm"/>
      <inkml:brushProperty name="height" value="0.035" units="cm"/>
    </inkml:brush>
  </inkml:definitions>
  <inkml:trace contextRef="#ctx0" brushRef="#br0">36 190 1976,'-5'3'1757,"3"-3"-1644,1 1-1,0-1 1,0 1 0,0 0 0,0-1 0,0 1 0,0 0-1,0 0 1,0 0 0,0 0 0,0 0 0,0 0 0,1 0-1,-1 0 1,0 0 0,1 0 0,-1 1 0,1-1 0,-1 0-1,1 0 1,-1 1 0,1-1 0,0 0 0,0 0 0,0 2-1,1 39 1270,0-25-1018,0-5-136,1 20 360,-2 0 1,-4 44-1,2-68-510,-2 16 233,1 0-1,0 38 0,3-60-292,0-1-1,0 0 0,0 1 0,0-1 0,1 0 0,-1 1 1,1-1-1,-1 0 0,1 1 0,-1-1 0,1 0 0,0 0 1,-1 0-1,1 0 0,2 3 0,-3-4-14,0 0 1,0 0-1,0 0 1,0 0-1,1 0 0,-1 0 1,0 0-1,0 0 1,0 0-1,0 0 1,0 1-1,1-1 0,-1 0 1,0 0-1,0 0 1,0 0-1,0 0 0,1 0 1,-1 0-1,0 0 1,0 0-1,0 0 1,0 0-1,1-1 0,-1 1 1,0 0-1,0 0 1,0 0-1,0 0 0,0 0 1,1 0-1,-1 0 1,0 0-1,0 0 1,0 0-1,0-1 0,0 1 1,0 0-1,1 0 1,1-14 91,-3-3-63,1 0 0,1 0 0,1 0 0,0 0 0,1 0-1,0 1 1,2-1 0,11-28 0,-7 26-32,1 0 0,1 1 0,1 1 1,0 0-1,1 1 0,1 0 0,18-15 0,-31 29-2,0 1 1,1-1-1,0 1 0,-1 0 0,1 0 1,0 0-1,-1 0 0,1 0 0,0 0 0,0 0 1,0 0-1,0 1 0,0-1 0,0 1 1,0 0-1,0-1 0,0 1 0,0 0 0,0 0 1,0 0-1,0 1 0,0-1 0,0 0 0,0 1 1,0-1-1,0 1 0,0 0 0,0-1 1,2 3-1,-1-1 3,0 1 0,-1 0 0,1 0-1,-1 0 1,1 0 0,-1 0 0,0 0 0,0 1 0,0-1 0,-1 1 0,1-1 0,-1 1 0,0 0 0,0-1 0,0 6 0,1-2 5,0 0 0,0 1 1,0-1-1,0 0 0,1 0 1,1 0-1,-1 0 0,5 6 1,-7-12-35,1 1 1,-1 0 0,1-1-1,-1 0 1,1 1-1,-1-1 1,1 0 0,0 0-1,-1 1 1,1-2-1,0 1 1,0 0 0,0 0-1,0 0 1,0-1-1,0 1 1,0-1-1,0 0 1,0 1 0,0-1-1,0 0 1,0 0-1,0-1 1,0 1 0,0 0-1,0 0 1,0-1-1,0 0 1,0 1 0,0-1-1,0 0 1,0 0-1,0 0 1,-1 0-1,3-1 1,16-12-1011,-1 0-1,0-1 1,-1-1-1,29-32 1,-30 28 1,2 2 0,0 0 0,35-25-1,-38 36 1200,-23 18 1239,-22 20 1219,9-13-1398,-11 10 633,-40 47 1,62-65-1790,1 1 1,0 1-1,1-1 0,0 1 1,1 1-1,0-1 0,1 1 1,-6 22-1,11-34-63,-12 61 165,12-57-151,-1 1-1,1 0 0,-1 0 0,2 0 1,-1 0-1,1 0 0,0 0 0,2 8 1,-3-14-15,0 1 0,1 0-1,-1 0 1,0-1 0,0 1 0,1 0 0,-1-1 0,1 1 0,-1 0 0,0-1 0,1 1 0,-1-1 0,1 1 0,0-1 0,-1 1 0,1-1 0,-1 1 0,1-1 0,0 1 0,-1-1 0,1 0 0,0 1 0,-1-1 0,1 0 0,0 0 0,0 0 0,-1 1 0,1-1 0,0 0 0,0 0 0,-1 0 0,1 0 0,0 0 0,0 0 0,-1-1 0,2 1 0,0-1 3,0 0 1,0 1 0,-1-1 0,1-1-1,0 1 1,-1 0 0,1 0 0,0 0-1,-1-1 1,0 1 0,1-1-1,-1 1 1,2-4 0,13-24 69,19-47 1,-21 42-45,21-34 0,-29 57-29,1 1 1,0 0-1,0 1 0,1 0 0,0 0 0,1 0 0,13-9 1,-13 11-6,-8 6-1,1-1 0,-1 1 0,1-1 0,0 1 0,0 0 0,0 0 0,0 0 1,0 0-1,0 0 0,0 0 0,0 1 0,0-1 0,0 1 0,4-1 0,-2 19-4,-3-17 9,6 28 22,-1 1 0,-1-1-1,1 32 1,-6-56-8,0 0 0,1 0 0,0 0-1,0 0 1,1-1 0,-1 1 0,1 0 0,0-1-1,0 1 1,1-1 0,3 6 0,-5-8-9,1-1 0,-1 0 0,0 1 0,1-1 0,-1 0 1,1 0-1,-1 0 0,1 0 0,-1 0 0,1-1 0,0 1 0,-1 0 0,1-1 0,0 1 1,0-1-1,0 0 0,-1 1 0,1-1 0,0 0 0,0 0 0,0 0 0,0 0 0,-1-1 1,1 1-1,0 0 0,0-1 0,-1 1 0,1-1 0,0 0 0,0 1 0,-1-1 0,1 0 1,1-2-1,3-1 10,0 0 1,0-1-1,0 0 1,-1 0-1,0 0 1,0-1 0,6-8-1,-7 7-6,66-95 20,43-54-954,-109 150 828,1-1 1,-2 0-1,1 0 1,5-15-1,-2 4-55,2 6 57,-3 12 9,-5 1 82,-1-1-1,1 1 0,-1 0 1,0 1-1,1-1 1,-1 0-1,0 0 0,1 0 1,-1 0-1,0 0 0,0 0 1,0 0-1,0 0 1,0 0-1,0 0 0,0 1 1,-1-1-1,1 1 0,-7 24-7,5-20 11,0 1 0,0-1 0,1 1 0,0-1 1,0 14-1,1-10 9,0-1 1,0 1 0,0 0-1,-1-1 1,-1 1 0,0-1-1,-5 16 1,2-14 68,1 0 0,1 0-1,-1 0 1,2 0 0,0 1 0,0-1-1,1 1 1,0-1 0,1 1 0,0-1-1,1 1 1,3 13 0,11-37 133,20-37-92,-21 27-99,1 1 0,24-25 1,-36 43-22,0 0 1,0 1-1,0-1 1,1 0-1,-1 1 0,1 0 1,0 0-1,-1 0 1,1 1-1,6-3 1,-7 4-1,-1-1 1,0 1-1,0 0 1,0 0-1,0 0 1,0 0-1,1 0 1,-1 0 0,0 1-1,0-1 1,0 1-1,0-1 1,0 1-1,0 0 1,0 0-1,0 0 1,0 0-1,0 0 1,0 0 0,-1 1-1,3 1 1,-2-1 0,0-1 1,1 1 0,-1 0-1,1-1 1,-1 1 0,1-1-1,0 0 1,0 1 0,-1-2-1,1 1 1,0 0 0,0 0-1,0-1 1,5 1 0,0-2 1,1 1 1,-1-1 0,0 0 0,9-3 0,-15 3-3,1 1 1,-1-1-1,1 1 1,-1 0-1,1 0 1,-1 0-1,0 0 0,1 0 1,-1 1-1,1-1 1,-1 1-1,0-1 1,1 1-1,-1 0 1,4 2-1,-1 1 6,1 0 0,-1 0 0,0 0 0,6 7 0,-10-10-3,0-2 2,-1-1 1,1 1 0,0 0-1,0-1 1,0 1-1,0 0 1,0 0 0,1 0-1,-1 0 1,0 0 0,0 0-1,1 0 1,2-1-1,54-33-27,-27 15 12,-28 18 8,0 0 0,0 1 0,1 0 0,-1-1 0,0 1 0,1 0 0,-1 1 0,1-1 0,-1 1 0,1-1 0,-1 1 0,1 0 0,-1 0 0,1 1 0,-1-1 0,1 1 0,-1 0 0,1 0-1,6 2 1,10 3-10,-1-2 7,1 0 0,29 1 0,-40-4 10,-1-2-1,1 1 0,-1-1 0,1 0 0,-1-1 0,0 0 0,0 0 1,14-6-1,-16 5-1,0 1 4,0-1 0,0 0-1,0 0 1,0-1 0,-1 1-1,9-9 1,-12 10-4,0 0 1,-1 0-1,0 0 0,0 0 0,1 0 0,-1-1 0,0 1 1,-1 0-1,1-1 0,0 1 0,-1-1 0,1 1 0,-1-1 0,0 1 1,0-1-1,0 1 0,0-1 0,0 1 0,-1-1 0,1 1 1,-2-5-1,-1-4 5,-1 1 1,1-1-1,-2 1 0,0 0 1,0 1-1,0-1 1,-2 1-1,1 0 0,-1 0 1,0 1-1,-1 0 1,-15-13-1,21 19-4,-1 1 0,0-1 0,1 1 0,-1 0-1,0 0 1,0 0 0,0 0 0,0 0 0,0 0 0,0 1 0,0 0-1,0-1 1,0 1 0,0 0 0,0 1 0,0-1 0,0 0 0,-3 2 0,1 0 14,0 0 1,0 0-1,0 0 0,1 1 1,-1-1-1,1 1 1,0 1-1,0-1 1,-7 7-1,0 3 65,1 1-1,0-1 0,0 2 0,2-1 0,-12 25 0,8-12 182,0 1 1,2 1 0,1-1-1,-10 60 1,18-83-248,1 1 1,-1-1-1,1 1 1,1 0 0,-1-1-1,1 1 1,0-1-1,0 1 1,1-1-1,-1 0 1,1 1-1,1-1 1,-1 0-1,1 0 1,-1-1-1,1 1 1,1 0 0,-1-1-1,1 0 1,0 0-1,-1 0 1,2 0-1,-1 0 1,0-1-1,1 0 1,0 0-1,0 0 1,0-1-1,0 1 1,6 1 0,6 1-8,1 0 0,0-1 0,0-1 0,0-1 0,0 0 0,0-1 0,1-1 1,20-3-1,43-7-654,-1-4 1,0-3-1,134-47 1,-110 23-257</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41.125"/>
    </inkml:context>
    <inkml:brush xml:id="br0">
      <inkml:brushProperty name="width" value="0.035" units="cm"/>
      <inkml:brushProperty name="height" value="0.035" units="cm"/>
    </inkml:brush>
  </inkml:definitions>
  <inkml:trace contextRef="#ctx0" brushRef="#br0">167 144 1440,'-1'0'75,"0"0"0,0 0 1,1 1-1,-1-1 0,0 0 0,1 1 0,-1-1 0,0 0 0,1 1 0,-1-1 0,0 1 0,1-1 0,-1 1 0,1 0 0,-1-1 0,1 1 0,-1-1 0,1 1 1,0 0-1,-1-1 0,1 1 0,0 0 0,-1 0 0,1-1 0,0 1 0,0 0 0,0 0 0,-1 1 0,-4 33-145,4-23 277,-26 250 1189,23-232-1036,-3 0-1,-12 39 0,-3 9 352,21-71-624,-1 0 1,0 0-1,0 0 1,-1 0-1,0 0 1,-1 0-1,-4 7 1,8-14-76,0 0 0,-1 1 1,1-1-1,0 1 0,-1-1 0,1 0 1,-1 1-1,1-1 0,0 0 0,-1 1 0,1-1 1,-1 0-1,1 0 0,-1 0 0,1 1 1,-1-1-1,1 0 0,-1 0 0,1 0 0,-1 0 1,0 0-1,1 0 0,-1 0 0,1 0 1,-1 0-1,1 0 0,-1 0 0,1 0 0,-1 0 1,1-1-1,-1 1 0,1 0 0,-1 0 1,1-1-1,-1 1 0,1 0 0,-1 0 0,1-1 1,0 1-1,-1-1 0,1 1 0,0 0 1,-1-1-1,1 1 0,0-1 0,-1 1 0,1-1 1,0 0-1,-2-1 36,0-1 0,0 0-1,0 0 1,1 0 0,0 0 0,-1 0 0,0-6 0,-1-9 42,1 0 1,1 0-1,1-1 1,2-28-1,3 6-71,11-41 0,-5 39-20,2 0-1,2 0 1,2 1-1,2 1 1,1 1-1,3 1 1,26-37-1,-40 64 2,0 0 0,1 1-1,0 0 1,1 1-1,0 0 1,22-14 0,-32 23-1,0 0-1,0 0 1,1 0 0,-1 1 0,1-1 0,-1 1 0,1-1 0,-1 1 0,1-1 0,-1 1 0,1 0 0,-1 0 0,1-1-1,-1 1 1,1 0 0,0 0 0,-1 1 0,3-1 0,-4 1 1,1-1-1,0 1 1,0-1 0,0 1 0,0 0-1,-1-1 1,1 1 0,0 0-1,-1-1 1,1 1 0,0 0-1,-1 0 1,1 0 0,-1 0-1,1 0 1,-1 0 0,0-1-1,1 1 1,-1 0 0,0 0-1,0 0 1,0 0 0,0 0 0,1 0-1,-1 0 1,-1 0 0,1 2-1,-1 14 13,-1 1 0,-1-1 0,-1 0 0,-6 18-1,-2 11 42,-10 48-2477,23-87 1518</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41.527"/>
    </inkml:context>
    <inkml:brush xml:id="br0">
      <inkml:brushProperty name="width" value="0.035" units="cm"/>
      <inkml:brushProperty name="height" value="0.035" units="cm"/>
    </inkml:brush>
  </inkml:definitions>
  <inkml:trace contextRef="#ctx0" brushRef="#br0">1 460 976,'102'89'1336,"-96"-93"41,-4-9 95,0-10-376,-2-13-536,7-6-111,5-13-145,-1-6-80,8-7-120,8 0-32,-1 3-24,7 8-8,-3 25-24,-7 7-64,-6 25-624,-2 17-569,-5 19 753</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41.880"/>
    </inkml:context>
    <inkml:brush xml:id="br0">
      <inkml:brushProperty name="width" value="0.035" units="cm"/>
      <inkml:brushProperty name="height" value="0.035" units="cm"/>
    </inkml:brush>
  </inkml:definitions>
  <inkml:trace contextRef="#ctx0" brushRef="#br0">40 105 1904,'19'118'1126,"-19"-116"-1058,0 1 0,0-1 0,0 0-1,0 0 1,-1 0 0,1 0 0,0 0 0,-1 1 0,1-1 0,-2 2 0,2-4-37,-1 1 0,1-1 1,0 1-1,0-1 1,-1 1-1,1-1 0,0 0 1,-1 1-1,1-1 1,-1 0-1,1 1 0,-1-1 1,1 0-1,-1 1 1,1-1-1,0 0 0,-1 0 1,1 0-1,-1 1 1,0-1-1,1 0 1,-1 0-1,0 0 0,0 0 32,-1 0-1,1-1 0,0 1 1,-1 0-1,1-1 0,0 1 1,-1-1-1,1 1 0,0-1 1,0 0-1,0 1 0,0-1 1,-1 0-1,1 0 1,-1-1-1,-1-2-10,1 0 0,-1-1 0,1 1 0,0 0 0,0-1 0,0 1 0,0-1 0,1 0 0,0 0 0,0 1 0,0-1 0,1 0 0,0 0 0,-1 0 0,2 0 0,0-5 0,0 3-43,0 0 1,0 0-1,1 0 1,0 0-1,0 1 1,1-1-1,0 1 1,0 0-1,1 0 1,6-10-1,-4 9-12,1 0 1,0 0-1,0 1 0,0 0 1,1 0-1,0 1 1,0 0-1,0 0 0,1 1 1,0 0-1,0 0 0,0 1 1,0 1-1,0-1 0,0 1 1,1 1-1,-1 0 0,19 0 1,-20 1 3,-1 1 0,0-1 0,0 2 1,0-1-1,0 1 0,0 0 0,0 0 1,0 1-1,-1 0 0,1 0 0,-1 1 0,0 0 1,0 0-1,0 0 0,0 0 0,-1 1 0,0 0 1,0 1-1,0-1 0,-1 1 0,1 0 1,-2 0-1,1 0 0,0 0 0,3 11 0,8 23-381,-9-29 200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42.235"/>
    </inkml:context>
    <inkml:brush xml:id="br0">
      <inkml:brushProperty name="width" value="0.035" units="cm"/>
      <inkml:brushProperty name="height" value="0.035" units="cm"/>
    </inkml:brush>
  </inkml:definitions>
  <inkml:trace contextRef="#ctx0" brushRef="#br0">151 339 1824,'-1'0'131,"1"-1"-1,0 1 0,0 0 0,0 0 0,0 0 1,0-1-1,0 1 0,0 0 0,0 0 0,0 0 1,0 0-1,0-1 0,-1 1 0,1 0 0,0 0 1,0 0-1,0 0 0,0 0 0,-1 0 0,1-1 0,0 1 1,0 0-1,0 0 0,0 0 0,-1 0 0,1 0 1,0 0-1,0 0 0,0 0 0,-1 0 0,1 0 1,0 0-1,0 0 0,-1 0 0,-11 1 1074,-12 7-890,20-5-260,0 0-1,0 0 1,0 0 0,0 1-1,1-1 1,-1 1 0,-3 5-1,-41 56 177,45-60-215,0-1 0,0 0 0,0 1 0,1 0 0,-1-1 0,1 1 0,0 0 0,1 0 0,-1 1 1,0 4-1,2-5-10,0-1 0,0 0 0,1 1 1,-1-1-1,1 1 0,0-1 1,0 0-1,1 0 0,3 8 1,-4-9-5,0 0 1,1 0 0,-1 0 0,1-1 0,0 1 0,0 0 0,0-1-1,0 1 1,0-1 0,0 0 0,1 1 0,-1-1 0,1-1-1,0 1 1,-1 0 0,1 0 0,0-1 0,0 0 0,0 0 0,0 1-1,6 0 1,-5-2 2,0 0 0,1 0 0,-1 0 0,0 0 0,0 0 0,0-1 0,0 0 0,0 0 0,0 0 0,0-1 0,0 1 0,0-1 0,0 0 0,-1 0 0,1 0 0,5-5 0,24-22 31,-2-2 1,0-1 0,-3-2 0,44-64-1,-45 54-10,-1 0 0,-3-2 0,36-96 0,-57 136-18,0 0 0,-1 0 0,0 0-1,0 0 1,0 0 0,0-9 0,-1 14-6,0 0-1,0 0 1,0 0 0,0 0 0,0 1 0,-1-1 0,1 0 0,0 0 0,0 0 0,-1 0 0,1 0 0,0 0 0,-1 0 0,1 0 0,-1 1 0,1-1 0,-1 0 0,1 0 0,-1 1 0,0-1 0,1 0 0,-1 1 0,0-1 0,0 1 0,1-1 0,-1 1 0,0-1 0,0 1 0,0-1 0,0 1 0,0 0 0,1-1 0,-1 1 0,0 0 0,0 0 0,0 0 0,0 0 0,0 0 0,0 0 0,0 0 0,0 0 0,0 0 0,0 0 0,0 0 0,0 1 0,0-1 0,-4 2-2,1 0 0,0 0 0,0 0 0,0 0 0,1 1 1,-1 0-1,0-1 0,1 1 0,0 1 0,0-1 0,0 0 0,0 1 1,0 0-1,-2 3 0,-8 14-11,-13 29 0,24-46 11,-15 32-2,2 0-1,-15 54 1,25-72 4,0 1 0,2 0 0,0 0 0,2 0 0,0 0 1,1 0-1,2 21 0,0-32-3,-1-1 1,1 1 0,0-1-1,0 0 1,1 0-1,0 0 1,0 0-1,1 0 1,-1-1-1,10 12 1,-10-15-64,-1 0 0,1 0 0,0-1 0,0 1 0,0-1 0,0 0 0,1 0 0,-1 0 0,0 0 0,1-1 0,0 1 1,-1-1-1,1 0 0,0 0 0,0 0 0,-1-1 0,1 1 0,0-1 0,0 0 0,0 0 0,0 0 0,7-2 0,44-15-513</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42.640"/>
    </inkml:context>
    <inkml:brush xml:id="br0">
      <inkml:brushProperty name="width" value="0.035" units="cm"/>
      <inkml:brushProperty name="height" value="0.035" units="cm"/>
    </inkml:brush>
  </inkml:definitions>
  <inkml:trace contextRef="#ctx0" brushRef="#br0">1 194 1928,'2'2'42,"2"1"42,0 0-1,-1 0 1,1 1 0,-1-1-1,0 1 1,0 0 0,0-1-1,-1 2 1,1-1 0,-1 0-1,0 0 1,0 1 0,0-1-1,-1 1 1,0-1-1,1 1 1,-2 0 0,2 6-1,10 117 1852,-5-77-1260,-2 1-1,-3 0 1,-5 67-1,3-116-622,0-1-1,-1 1 0,1-1 1,-1 0-1,1 1 0,-1-1 1,0 0-1,0 0 0,0 1 0,0-1 1,-3 3-1,4-5-40,0 0 1,0 0-1,-1 1 1,1-1-1,0 0 1,0 0-1,-1 0 1,1 1-1,0-1 1,-1 0-1,1 0 0,0 0 1,-1 0-1,1 0 1,0 0-1,-1 0 1,1 0-1,-1 0 1,1 0-1,0 0 0,-1 0 1,1 0-1,0 0 1,-1 0-1,1 0 1,-11-10 185,5 0-182,1 0 0,0 0 0,1-1 0,0 0 0,1 1 0,0-1 0,1 0 0,0-1 0,1 1 0,0 0 0,1-19 0,1 4 7,2-1-1,0 1 1,13-48 0,-4 38-27,2 0 1,1 1-1,1 1 1,2 0-1,2 1 0,0 2 1,3 0-1,35-39 1,-48 60-5,0 0 1,20-15 0,-27 23 6,-1 0 0,1 0-1,0 0 1,0 1 0,0-1 0,0 1 0,1 0 0,-1 0 0,0 0-1,0 0 1,1 0 0,-1 1 0,0 0 0,1-1 0,-1 1 0,5 1-1,-6-1 2,0 1 0,-1-1 0,1 1 0,-1-1 0,1 1 0,-1 0 0,1 0 0,-1 0 0,0 0 0,0 0 0,1 0 0,-1 0 0,0 0 0,0 0 0,0 0 0,0 1 0,0-1 0,1 3 0,0 0 0,-1 0 0,1-1 0,-1 1 1,0 0-1,-1 0 0,1 0 0,0 6 1,-1 3 0,-1-1 0,0 1 1,-1-1-1,-3 13 0,-1-6 5,0-1-1,-1-1 0,0 1 1,-2-1-1,0-1 0,-13 19 1,0-5 19,-1-2 0,-32 32 0,51-57-18,0 1 1,0-1-1,-1 0 1,1 0-1,-1 0 1,0 0-1,1-1 0,-1 0 1,-1 0-1,-8 2 1,14-4-23,-1 1 0,0-1 0,1 0 0,-1 0 0,0 1 0,0-1 0,1 0 0,-1 0 0,0 0 0,0 0 1,0 0-1,1 0 0,-1 0 0,0 0 0,0 0 0,1 0 0,-1-1 0,0 1 0,0 0 0,1 0 0,-1-1 0,0 1 0,1-1 0,-1 1 0,0 0 1,1-1-1,-1 1 0,1-1 0,-1 0 0,1 1 0,-1-1 0,1 1 0,-1-1 0,1 0 0,-1 1 0,0-2 0,1-1-113,0 1 0,0 0-1,0-1 1,0 1 0,0 0-1,0-1 1,1 1-1,-1 0 1,1-1 0,-1 1-1,1 0 1,2-4 0,15-28-664</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43"/>
    </inkml:context>
    <inkml:brush xml:id="br0">
      <inkml:brushProperty name="width" value="0.035" units="cm"/>
      <inkml:brushProperty name="height" value="0.035" units="cm"/>
    </inkml:brush>
  </inkml:definitions>
  <inkml:trace contextRef="#ctx0" brushRef="#br0">17 612 2200,'-2'10'1761,"-1"-3"47,1-3-624,0-6-383,0 0-417,0 0-104,-2-34-144,4-55-32,14 40-80,5-4-16,13 4-8,10 5-8,5 25 0,-7 15-120,-13 20-1344,5 20 1079</inkml:trace>
  <inkml:trace contextRef="#ctx0" brushRef="#br0" timeOffset="1">316 500 1168,'74'126'488,"-78"-136"-200,-8-11-728,7-9 328</inkml:trace>
  <inkml:trace contextRef="#ctx0" brushRef="#br0" timeOffset="2">498 23 1728,'0'-22'697,"0"24"-281,11 5 0,-7 1 8,4 1-40,-5-5-208,9 2-80,-5-6-56,7-2-8,-3 0-16</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43.673"/>
    </inkml:context>
    <inkml:brush xml:id="br0">
      <inkml:brushProperty name="width" value="0.035" units="cm"/>
      <inkml:brushProperty name="height" value="0.035" units="cm"/>
    </inkml:brush>
  </inkml:definitions>
  <inkml:trace contextRef="#ctx0" brushRef="#br0">8 178 984,'-1'0'18,"1"0"-1,-1 1 0,1-1 1,0 0-1,-1 0 0,1 1 1,-1-1-1,1 1 0,-1-1 1,1 0-1,0 1 0,-1-1 1,1 1-1,0-1 0,-1 1 1,1-1-1,0 1 1,0-1-1,0 1 0,-1-1 1,1 1-1,0 0 0,0-1 1,0 1-1,0-1 0,0 1 1,0-1-1,0 1 0,0-1 1,0 1-1,0 0 0,0-1 1,1 1-1,-1-1 0,0 2 1,12 26 588,-3-5 129,-4-1-134,-2 0 1,2 42-1,-4-69-565,1 0-1,1 0 0,-1 1 0,1-1 1,0 1-1,4-7 0,1 3-9,-1 1 0,1 0 0,0 0-1,0 0 1,1 1 0,17-10 0,61-24 219,-79 36-216,23-15 86,-20 6 388,-11 12-450,0 1 0,0 0-1,0-1 1,0 1-1,0-1 1,0 1 0,0 0-1,0-1 1,0 1 0,0-1-1,0 1 1,0 0-1,0-1 1,0 1 0,0 0-1,-1-1 1,1 1 0,0-1-1,0 1 1,0 0 0,-1 0-1,1-1 1,0 1-1,-1 0 1,1-1 0,0 1-1,0 0 1,-1 0 0,1-1-1,-1 1 1,1 0-1,0 0 1,-1 0 0,1 0-1,-2-1 25,1 1 0,0 0 0,0 0 0,0 0 0,-1 0 0,1 0 0,0 1 0,0-1 1,0 0-1,0 0 0,-1 1 0,1-1 0,0 1 0,0-1 0,0 1 0,0-1 0,0 1 0,0 0 0,-1 1 0,-31 32 393,24-25-399,-36 48 278,40-50-279,0 1 0,1 0-1,0 0 1,0 0-1,1 0 1,0 0-1,-3 13 1,5-15-35,1-1 0,-1 0 0,1 0 0,0 0 0,1 10 0,-1-14-32,0 0 0,0 0 0,0-1 0,1 1 0,-1 0 0,0 0 1,0-1-1,1 1 0,-1 0 0,0 0 0,1-1 0,-1 1 0,1 0 0,-1-1 0,1 1 0,-1-1 0,1 1 0,-1-1 1,1 1-1,0-1 0,-1 1 0,1-1 0,0 1 0,0-1 0,-1 0 0,1 1 0,0-1 0,0 0 0,-1 0 0,1 0 1,0 1-1,0-1 0,-1 0 0,1 0 0,0 0 0,0 0 0,0 0 0,-1-1 0,1 1 0,0 0 0,0 0 0,-1 0 1,1-1-1,0 1 0,0 0 0,-1-1 0,1 1 0,0-1 0,26-13 39,-1-1-1,0-1 1,25-21-1,44-28-12,272-124-2298,-356 184 2192,0 0 17,-1 1 1,1-2 0,-1 1 0,9-8 0,-18 13 58,-1-1 0,0 1 1,1 0-1,-1-1 0,0 1 1,1 0-1,-1-1 0,0 1 0,1 0 1,-1-1-1,0 1 0,0 0 0,1-1 1,-1 1-1,0-1 0,0 1 0,0-1 1,0 1-1,1-1 0,-1 1 1,0 0-1,0-1 0,0 1 0,0-1 1,0 1-1,0-1 0,0 1 0,0-1 1,0 1-1,-1-1 0,1 1 1,0 0-1,0-1 0,0 1 0,0-1 1,-1 1-1,1-1 0,0 1 0,0 0 1,-1-1-1,1 1 0,0 0 1,-1-1-1,1 1 0,0 0 0,-1-1 1,1 1-1,-1 0 0,1 0 0,0 0 1,-1-1-1,1 1 0,-1 0 0,0 0 1,-24-8 17,10 6 19,1-1-1,-1 2 1,-29 1-1,39 0 3,0 0-1,0 1 1,1 0-1,-1 0 0,0 0 1,1 1-1,-1-1 0,1 1 1,0 0-1,-1 0 1,1 1-1,0-1 0,0 1 1,0 0-1,1 0 0,-5 4 1,2 1 113,0 1 0,1 0 0,-7 14 0,1-3 62,4-5-35,0 0-1,0 0 1,2 1-1,0 0 1,-4 19-1,8-29-124,0 0 1,0 1-1,0-1 1,1 0-1,-1 1 1,2-1-1,-1 1 1,1-1-1,0 0 1,0 1-1,1-1 1,-1 0-1,1 0 1,1 0-1,5 10 1,-6-14-40,0 1-1,0-1 1,0 0 0,1 0 0,-1 0 0,1 0 0,-1 0 0,1-1 0,0 1-1,0-1 1,0 0 0,0 0 0,0 0 0,0 0 0,0 0 0,5 0 0,3 0 5,0 0 1,0-1 0,13-2-1,-1-1-263,0-1-1,0-1 0,-1-1 1,1-1-1,-2-1 1,28-14-1,25-13-386</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5.065"/>
    </inkml:context>
    <inkml:brush xml:id="br0">
      <inkml:brushProperty name="width" value="0.035" units="cm"/>
      <inkml:brushProperty name="height" value="0.035" units="cm"/>
    </inkml:brush>
  </inkml:definitions>
  <inkml:trace contextRef="#ctx0" brushRef="#br0">0 17 1584,'2'-11'7078,"-1"10"-6991,-1 1 0,0 0 0,1-1 1,-1 1-1,1 0 0,-1 0 0,0 0 0,1-1 0,-1 1 1,1 0-1,-1 0 0,1 0 0,-1 0 0,1 0 1,-1 0-1,1 0 0,-1 0 0,0 0 0,1 0 0,-1 0 1,1 0-1,-1 0 0,1 0 0,9 1 607,-10-1-582,3 9 352,0 2-385,0-1 0,0 1 0,-1 0 1,0 0-1,-1 0 0,0 14 0,-4 70 112,-8-37-166,9-50-23,0 0 1,0 1-1,1-1 1,0 1-1,0-1 1,1 1-1,0-1 1,0 1-1,4 16 1,9-1 15,-12-23-16,-1 0-1,1 0 1,-1-1 0,1 1 0,-1 0 0,1-1 0,0 1 0,-1-1-1,1 1 1,0-1 0,-1 1 0,1-1 0,0 1 0,0-1 0,0 1 0,-1-1-1,1 0 1,0 0 0,0 1 0,0-1 0,0 0 0,0 0 0,-1 0-1,1 0 1,0 0 0,0 0 0,0 0 0,1-1 0,0-3 62,-2 4-63,0 0-1,0 0 1,0 0 0,0-1 0,0 1 0,1 0-1,-1 0 1,0 0 0,0 0 0,0 0 0,0-1-1,0 1 1,0 0 0,0 0 0,0 0 0,0 0-1,0 0 1,0-1 0,1 1 0,-1 0 0,0 0-1,0 0 1,0 0 0,0 0 0,0 0 0,0 0-1,1 0 1,-1-1 0,0 1 0,0 0 0,0 0-1,0 0 1,1 0 0,-1 0 0,0 0 0,0 0-1,0 0 1,0 0 0,1 0 0,-1 0 0,0 0-1,0 0 1,0 0 0,0 0 0,0 0 0,1 1-1,-1-1 1,0 0 0,0 0 0,8 0 11,0 0 0,-1 0-1,1-1 1,0 0 0,-1-1 0,1 0 0,-1 0 0,0 0 0,13-6-1,-18 6-7,-1 0 0,1 0-1,0 0 1,-1 0 0,0 0-1,1 0 1,-1 0 0,0-1-1,0 1 1,1-5-1,1 0 4,25-49 14,2-6 1,-29 58-21,0 1 1,1-1-1,-2 1 1,1-1 0,0 0-1,-1 1 1,0-1-1,1 0 1,-2 0-1,1 1 1,0-1 0,-1 0-1,-1-5 1,1 4 0,1 0 0,-1 1 0,1 0-1,0 0 1,1 0 0,-1-1 0,2-4 0,1-13 2,-3 20-3,0 0-1,0 0 0,0 0 1,1 0-1,-1 0 0,1 0 1,-1 0-1,1 1 0,0-1 1,0 0-1,0 0 0,0 1 1,0-1-1,0 1 0,0-1 1,1 1-1,-1-1 0,1 1 1,1-2-1,-1 1 0,0 0 0,0 0 0,0 0 0,0 0 0,-1 0 0,1 0 0,-1-1 0,1 1 0,0-3 0,-2 3 0,1 1 0,-1 0 0,0 0 0,0 0 0,0 0 0,-1 0 0,1 0 0,0 0 0,0 0 0,0 0 0,-1 0 0,1 0 0,-1 0 0,1 0 0,-1 0 0,1 0 0,-1 0 0,0 0 0,1 0 0,-2-1 0,-1-1 0,3 2 0,0 1-1,0 0 1,0 0 0,0 0 0,0 0-1,0 0 1,0 0 0,-1 0-1,1-1 1,0 1 0,0 0 0,0 0-1,0 0 1,0 0 0,0-1 0,0 1-1,0 0 1,0 0 0,0 0 0,0 0-1,0 0 1,0-1 0,0 1 0,0 0-1,0 0 1,0 0 0,0 0-1,0-1 1,0 1 0,0 0 0,0 0-1,0 0 1,0 0 0,0 0 0,0-1-1,1 1 1,-1 0 0,0 0 0,0 0-1,0 0 1,0 0 0,0 0-1,0-1 1,1 1 0,-1 0 0,0 0-1,0 0 1,0 0 0,1 0-1,-1 1 1,0-1-1,1 0 1,-1 0-1,0 0 1,0 1-1,0-1 1,1 0-1,-1 0 1,0 1-1,0-1 1,0 0-1,0 1 1,1-1-1,-1 0 1,0 1-1,0-1 1,0 0-1,0 1 1,0-1-1,0 0 1,0 1-1,0-1 1,0 0-1,0 1 1,0-1-1,0 0 1,0 1-1,0-1 1,0 0-1,-1 1 0,0 12 25,0 0-1,1 0 0,3 21 0,-2-20-5,0 0 1,-1 0 0,-2 20-1,-1-3 22,2-1 0,1 0 0,1 0 0,9 55 0,-5-65-16,-4-16-13,0 1-1,1-1 1,-2 1-1,1-1 1,0 1-1,-1 0 1,0-1-1,-1 9 1,1-11-150,-2 1 346,2-4 494,-3-9-3485,1 5 1702</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5.627"/>
    </inkml:context>
    <inkml:brush xml:id="br0">
      <inkml:brushProperty name="width" value="0.035" units="cm"/>
      <inkml:brushProperty name="height" value="0.035" units="cm"/>
    </inkml:brush>
  </inkml:definitions>
  <inkml:trace contextRef="#ctx0" brushRef="#br0">1 290 2553,'38'120'1624,"-27"-89"-24,-5-23-530,-5-9-991,-1 0 0,1 1 0,-1-1 0,1 0-1,-1 0 1,0 0 0,1 1 0,-1-1 0,0 0-1,0 0 1,0 0 0,0 0 0,1 0 0,-1 0-1,0 0 1,-1 1 0,1-3 0,-1-25 623,2 0 0,4-36 0,-3 53-559,0-1 0,1 0 1,0 1-1,1-1 0,0 1 0,1 0 1,0 0-1,8-12 0,-11 20-113,1-1-1,-2 0 0,1 1 1,0-1-1,-1 0 1,0 0-1,0 0 1,0 0-1,0 0 0,-1 0 1,1 0-1,-1 0 1,0-1-1,-1-5 1,1-8 20,7-43 204,-8 62-97,1-1-148,0 0 0,-1 0 0,1 0 0,0 0 0,0 0 0,0 0 1,-1 0-1,1 0 0,0 0 0,0 0 0,0 1 0,-1-1 0,1 0 1,0 0-1,0 0 0,0 0 0,0 0 0,-1 0 0,1 1 0,0-1 0,0 0 1,0 0-1,0 0 0,0 1 0,0-1 0,0 0 0,0 0 0,-1 0 0,1 0 1,0 1-1,0-1 0,0 0 0,0 0 0,0 0 0,0 1 0,0-1 1,0 0-1,0 0 0,0 1 0,0-1 0,0 0 0,1 0 0,-1 1 0,4 44 108,-1-12-65,13 61 1,-13-81-42,-1-7-5,-1 0 1,1 1-1,-1-1 1,-1 0-1,1 1 0,-1 6 1,0-3 3,0-1 0,1 1 0,1-1 0,0 0 0,5 16 1,19 46 43,-24-64-46,3-21 107,-1 0 1,0 0-1,-1-1 0,1-19 1,-2 8-45,2 1 0,0-1 0,14-41 0,6-29 10,-23 93-79,2-21 24,2 0-1,11-33 1,-10 48-58,0 10-576,3 16-1640,-7-12 1274,6 8-133</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6.113"/>
    </inkml:context>
    <inkml:brush xml:id="br0">
      <inkml:brushProperty name="width" value="0.035" units="cm"/>
      <inkml:brushProperty name="height" value="0.035" units="cm"/>
    </inkml:brush>
  </inkml:definitions>
  <inkml:trace contextRef="#ctx0" brushRef="#br0">0 44 1184,'111'-27'1194,"-78"14"949,-33 13-2071,0-1-1,1 1 0,-1 0 0,0 0 0,0-1 1,1 1-1,-1 0 0,0 0 0,1 0 0,-1 0 1,0-1-1,1 1 0,-1 0 0,0 0 0,1 0 1,-1 0-1,0 0 0,1 0 0,-1 0 1,1 0-1,-1 0 0,0 0 0,1 0 0,-1 0 1,0 0-1,1 0 0,-1 0 0,0 1 0,1-1 1,-1 0-1,0 0 0,1 0 0,-1 0 0,0 1 1,1-1-1,-1 0 0,0 0 0,0 1 0,1-1 1,-1 0-1,0 1 0,0-1 0,0 0 0,1 0 1,-1 1-1,0-1 0,0 0 0,0 1 1,0 0-1,0 9 2748,-2 3-2270,-9 100 269,1-26-454,4-18-111,4 100-1,2-167-245,0-1-1,0 1 0,0 0 1,0-1-1,1 1 0,-1 0 0,1-1 1,-1 1-1,1-1 0,-1 1 1,1 0-1,1 1 0,-1-2-3,-1-1 0,0 0-1,0 0 1,1 0 0,-1 1 0,0-1 0,1 0 0,-1 0-1,0 0 1,1 0 0,-1 0 0,1 0 0,-1 0-1,0 0 1,1 0 0,-1 0 0,0 0 0,1 0-1,-1 0 1,0 0 0,1 0 0,-1 0 0,1 0-1,-1 0 1,0 0 0,1-1 0,-1 1 0,0 0 0,1 0-1,-1 0 1,0-1 0,0 1 0,1 0 0,3-4 21,0-1 1,0 1 0,-1 0-1,1-1 1,3-7 0,15-27-761,20-49 1,-24 40 185</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6.594"/>
    </inkml:context>
    <inkml:brush xml:id="br0">
      <inkml:brushProperty name="width" value="0.035" units="cm"/>
      <inkml:brushProperty name="height" value="0.035" units="cm"/>
    </inkml:brush>
  </inkml:definitions>
  <inkml:trace contextRef="#ctx0" brushRef="#br0">143 108 3433,'-49'-74'1656,"15"82"-120,7 0-239,17-8-1,5-6-72,16 2-512,12 0-200,9 2-255,12 8-89,0-2-88,-8-4-8,11 2 16,-5-12 16,7 1-464,12 3-417,-23-5-1855,-6 1 1656</inkml:trace>
  <inkml:trace contextRef="#ctx0" brushRef="#br0" timeOffset="1">94 289 3449,'-50'15'1776,"24"2"-304,9 0 1625,28-19-1817,14-20-495,3-14-185,20 9-232,5 4-120,2 2-152,0 8-24,-19-2-24,6 3 0,-4 9 24,4-1-392,3-2 248</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7.592"/>
    </inkml:context>
    <inkml:brush xml:id="br0">
      <inkml:brushProperty name="width" value="0.035" units="cm"/>
      <inkml:brushProperty name="height" value="0.035" units="cm"/>
    </inkml:brush>
  </inkml:definitions>
  <inkml:trace contextRef="#ctx0" brushRef="#br0">72 137 2056,'-55'117'1601,"42"-93"-56,13-24-1527,0 0 1,0 0 0,0 0 0,0 0-1,0 0 1,0 0 0,0 0-1,0 0 1,0 0 0,0-1 0,0 1-1,0 0 1,0 0 0,0 0-1,0 0 1,0 0 0,0 0 0,0 0-1,0 0 1,-1 0 0,1 0-1,0 0 1,0 0 0,0 0 0,0-1-1,0 1 1,0 0 0,0 0-1,0 0 1,0 0 0,0 0 0,0 0-1,0 0 1,-1 0 0,1 0-1,0 0 1,0 0 0,0 0 0,0 0-1,0 0 1,0 0 0,0 0-1,0 0 1,0 0 0,0 0 0,-1 0-1,1 0 1,0 0 0,0 0-1,0 0 1,0 0 0,0 1 0,0-1-1,0 0 1,0 0 0,0 0-1,3-23 1426,-3 23-1420,7-22 232,0-1-1,1 2 0,1-1 1,1 1-1,1 0 1,1 1-1,25-33 0,-33 49-244,0 1 0,1-1 0,-1 1-1,1 0 1,0 0 0,-1 0 0,7-2 0,10-6 90,-13-1 990,-6 39-939,-4 46 0,1-64-129,-1 6 16,0 0-1,-1 0 1,-7 23-1,6-27-16,1 1 0,0 1-1,1-1 1,-2 14 0,4-5-14,-1 65 179,2-77-179,0 0 0,0 0 0,1 0 0,0 0 0,0 0 0,8 17 0,-7-22-182</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7.980"/>
    </inkml:context>
    <inkml:brush xml:id="br0">
      <inkml:brushProperty name="width" value="0.035" units="cm"/>
      <inkml:brushProperty name="height" value="0.035" units="cm"/>
    </inkml:brush>
  </inkml:definitions>
  <inkml:trace contextRef="#ctx0" brushRef="#br0">100 59 2409,'-73'40'1687,"73"-39"-1614,-1-1 0,0 1 0,1-1 0,-1 0 0,0 1 0,1-1 0,-1 0 0,0 1 0,1-1 1,-1 0-1,0 0 0,0 0 0,0 0 0,1 0 0,-1 0 0,0 0 0,0 0 0,1 0 1,-1 0-1,0 0 0,0 0 0,1 0 0,-1-1 0,0 1 0,0 0 0,1-1 0,-1 1 0,-1-1 1,-1-10 869,3 10-716,-1 0-116,1-1 0,0 1 0,0 0 0,0 0 0,-1-1 1,1 1-1,1 0 0,-1-1 0,0 1 0,0 0 0,0 0 0,1-1 1,-1 1-1,0 0 0,1 0 0,-1 0 0,1-1 0,0 1 1,-1 0-1,1 0 0,0 0 0,0 0 0,0 0 0,-1 0 0,1 0 1,0 1-1,0-1 0,0 0 0,0 0 0,1 1 0,-1-1 1,0 1-1,2-2 0,4-1 24,1-1-1,-1 1 1,14-4 0,17-2-33,1 0 0,0 3 0,0 1 0,1 2-1,-1 2 1,41 3 0,-42-3-1731,-34 1 1003</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8.411"/>
    </inkml:context>
    <inkml:brush xml:id="br0">
      <inkml:brushProperty name="width" value="0.035" units="cm"/>
      <inkml:brushProperty name="height" value="0.035" units="cm"/>
    </inkml:brush>
  </inkml:definitions>
  <inkml:trace contextRef="#ctx0" brushRef="#br0">0 352 2296,'9'112'1355,"-7"-92"375,-2-20-1717,0 0 0,0 0 0,1 0 0,-1 0 0,0 0 0,0 0 0,0 0 0,0 0 0,0 0 1,0 0-1,0 0 0,0 0 0,0 0 0,0 0 0,1 0 0,-1 0 0,0 0 0,0 0 0,0 0 0,0 0 1,0 0-1,0 0 0,0 0 0,0 0 0,0 0 0,1 0 0,-1 0 0,0 0 0,0 0 0,0 0 0,0 0 1,0 0-1,0 0 0,0 0 0,0 0 0,0 0 0,0 0 0,0 0 0,0-1 0,0 1 0,1 0 0,-1 0 0,0 0 1,0 0-1,0 0 0,0 0 0,0 0 0,0 0 0,0 0 0,0 0 0,0-1 0,0 1 0,0 0 0,0 0 1,0 0-1,0 0 0,0 0 0,0 0 0,0 0 0,0 0 0,0 0 0,0 0 0,0-1 0,0 1 0,0 0 1,-1 0-1,1 0 0,5-21 848,16-110 913,1-5-1158,-19 108-497,5-67 314,-4 53-230,-4 41-192,0-1 0,0 1-1,1 0 1,-1-1 0,0 1-1,1-1 1,0 1-1,-1 0 1,1 0 0,0-1-1,-1 1 1,1 0 0,0 0-1,0 0 1,0 0 0,0 0-1,0 0 1,0 0 0,0 0-1,1 0 1,-1 1 0,0-1-1,2 0 1,-2 0-3,0 1 0,0 0 0,-1 0-1,1 1 1,0-1 0,0 0 0,0 0 0,0 0 0,-1 1 0,1-1 0,0 0 0,0 1-1,0-1 1,-1 0 0,1 1 0,0-1 0,-1 1 0,1-1 0,0 1 0,-1 0 0,1-1-1,-1 1 1,1 0 0,-1-1 0,1 1 0,-1 0 0,1 0 0,-1-1 0,0 1-1,1 0 1,-1 1 0,10 31 160,-8-24-113,13 42 217,-3 1 1,10 98-1,-22-137-234,1 6 47,1-1 0,0 0 1,6 23-1,-8-41-79,0 1-1,1-1 1,-1 1 0,0 0-1,0-1 1,0 1 0,1-1 0,-1 1-1,0 0 1,1-1 0,-1 1-1,0-1 1,1 1 0,-1-1 0,0 1-1,1-1 1,-1 0 0,1 1-1,-1-1 1,1 1 0,-1-1-1,2 0 1,-2 0 3,1 0-1,-1 0 1,1 0 0,-1 0-1,1 0 1,-1 0 0,0-1-1,1 1 1,-1 0-1,1 0 1,-1-1 0,0 1-1,1 0 1,-1-1 0,0 1-1,1 0 1,-1-1 0,0 1-1,1-1 1,-1 1-1,1-1 1,12-34 303,-5-2-108,-1 0-1,1-48 1,3-18-66,-7 71-132,-4 22-61,1 1-1,1-1 0,-1 1 1,1-1-1,1 1 0,5-13 1,-8 22-8,0 0-1,0-1 1,0 1 0,0 0-1,0 0 1,1-1 0,-1 1-1,0 0 1,0 0 0,0-1-1,1 1 1,-1 0 0,0 0-1,0-1 1,0 1 0,1 0 0,-1 0-1,0 0 1,1 0 0,-1-1-1,0 1 1,0 0 0,1 0-1,-1 0 1,0 0 0,1 0-1,-1 0 1,0 0 0,1 0-1,-1 0 1,0 0 0,1 0 0,-1 0-1,0 0 1,0 0 0,1 0-1,-1 0 1,0 0 0,1 0-1,-1 1 1,0-1 0,0 0-1,1 0 1,-1 1 0,10 9-2931,-3 1 1419</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8.792"/>
    </inkml:context>
    <inkml:brush xml:id="br0">
      <inkml:brushProperty name="width" value="0.035" units="cm"/>
      <inkml:brushProperty name="height" value="0.035" units="cm"/>
    </inkml:brush>
  </inkml:definitions>
  <inkml:trace contextRef="#ctx0" brushRef="#br0">1 48 1688,'102'-48'1561,"-98"58"287,-4 5-320,0 4 17,0 11-353,-4-5-192,10 17-304,0-4-136,5 9-247,-1-1-105,-3-6-104,7 0-24,-3-4 0,6 0 8,-6-17-64,1-6-304,-3-19-1217,-5-13 1025</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9.144"/>
    </inkml:context>
    <inkml:brush xml:id="br0">
      <inkml:brushProperty name="width" value="0.035" units="cm"/>
      <inkml:brushProperty name="height" value="0.035" units="cm"/>
    </inkml:brush>
  </inkml:definitions>
  <inkml:trace contextRef="#ctx0" brushRef="#br0">48 160 5153,'-28'-59'2233,"10"52"-1209,17 3-464,6 4-24,14-2-296,10-6-152,7-1-40,11-5 0,3 1 8,-1 0-8,8 3-480,-15-3-728,7 5 744</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9.501"/>
    </inkml:context>
    <inkml:brush xml:id="br0">
      <inkml:brushProperty name="width" value="0.035" units="cm"/>
      <inkml:brushProperty name="height" value="0.035" units="cm"/>
    </inkml:brush>
  </inkml:definitions>
  <inkml:trace contextRef="#ctx0" brushRef="#br0">19 105 3761,'-6'14'1896,"-3"-24"-183,5-3-505,15 3-24,-1-1-232,15 11-488,5 0-96,0 6-135,8-2-57,-3-4-64,10-4-16,3-8-16,-8-1 16,3-6-528,-16-2-737,-1 6 753</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09.913"/>
    </inkml:context>
    <inkml:brush xml:id="br0">
      <inkml:brushProperty name="width" value="0.035" units="cm"/>
      <inkml:brushProperty name="height" value="0.035" units="cm"/>
    </inkml:brush>
  </inkml:definitions>
  <inkml:trace contextRef="#ctx0" brushRef="#br0">8 1 2296,'43'79'1554,"-34"-59"-7,-10-15-1124,1 0 0,-1 1 0,0-1 0,0 0 0,-2 6 0,3-10-347,0 0 0,-1 1 0,1-1 0,-1 0 0,1 0 0,-1 0 0,1 1 0,-1-1 0,0 0 0,0 0 0,1 0 0,-1 0 0,0 0 0,0 0 0,0 0 0,0 0 0,0-1 0,0 1 0,-1 0 0,1-1 0,0 1 0,0-1 0,0 1 0,-1-1 0,1 1 0,-2-1 0,-8 6 611,2 0-235,9-6-429,0 0-1,0 0 1,0 0 0,-1 0-1,1 0 1,0 0-1,0 0 1,-1 0-1,1 0 1,0 0 0,0 0-1,0-1 1,-1 1-1,1 0 1,0 0-1,0 0 1,0 0 0,-1 0-1,1 0 1,0-1-1,0 1 1,0 0 0,0 0-1,0 0 1,-1 0-1,1-1 1,0 1-1,0 0 1,0 0 0,0 0-1,0-1 1,0 1-1,0 0 1,0 0-1,0-1 1,0 1 0,0 0-1,0 0 1,0 0-1,0-1 1,-2-14 16,1 1 1,1-1-1,1 1 1,3-27-1,-4 41-39,0-1-1,0 1 0,0-1 0,0 1 1,0-1-1,1 1 0,-1-1 0,0 1 1,0-1-1,0 1 0,0-1 0,1 1 1,-1-1-1,0 1 0,1-1 0,-1 1 1,0 0-1,1-1 0,-1 1 0,0 0 1,1-1-1,0 1 0,6 4-13,1 13 7,-4 13 22,-4-23-21,1-1 1,0 1-1,0 0 0,3 7 0,0-8-559,-2-11-427,-1 3 837,5-14-464</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10.480"/>
    </inkml:context>
    <inkml:brush xml:id="br0">
      <inkml:brushProperty name="width" value="0.035" units="cm"/>
      <inkml:brushProperty name="height" value="0.035" units="cm"/>
    </inkml:brush>
  </inkml:definitions>
  <inkml:trace contextRef="#ctx0" brushRef="#br0">15 68 2417,'-11'-13'6465,"8"3"-3731,3 8-2690,1 0 0,-1 0 0,1 0 0,0 1 0,0-1 0,-1 0 0,1 0 0,0 1 0,1-1 0,1-2 0,0 0 32,2-8-71,-2 5 141,-1 11 551,-1 37-117,-1-40-568,0-1-1,0 0 1,0 0-1,0 0 1,-1 0-1,1 1 1,0-1-1,0 0 1,0 0-1,0 0 0,0 0 1,-1 0-1,1 1 1,0-1-1,0 0 1,0 0-1,0 0 1,-1 0-1,1 0 1,0 0-1,0 0 1,0 0-1,-1 0 1,1 0-1,0 1 1,0-1-1,0 0 1,-1 0-1,1 0 1,0 0-1,0-1 0,0 1 1,-1 0-1,1 0 1,0 0-1,0 0 1,0 0-1,0 0 1,-1 0-1,1 0 1,0 0-1,0 0 1,0 0-1,-1-1 1,1 1-1,0 0-37,-1 0 0,1-1 0,-1 1 0,1 0 0,-1-1 0,1 1 0,0 0 0,-1-1 0,1 1 1,-1-1-1,1 1 0,0-1 0,0 1 0,-1-1 0,1 1 0,0-1 0,0 1 0,0-1 0,-1 1 0,1-2 0,0-1-3015</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29.456"/>
    </inkml:context>
    <inkml:brush xml:id="br0">
      <inkml:brushProperty name="width" value="0.035" units="cm"/>
      <inkml:brushProperty name="height" value="0.035" units="cm"/>
    </inkml:brush>
  </inkml:definitions>
  <inkml:trace contextRef="#ctx0" brushRef="#br0">257 54 1848,'70'-25'1194,"-68"23"750,-8-2-725,-17-3-9,8 3-362,11 2-547,-1 0 0,0 0 0,0 0 0,0 1 0,-9-2-1,11 3-216,1 1 0,0-1-1,0 0 1,0 1-1,0-1 1,0 1-1,-1 0 1,1-1-1,0 1 1,0 0-1,1 0 1,-1 0-1,0 1 1,0-1 0,-3 3-1,-28 19 457,25-18-445,0 0 0,1 0 0,0 1 0,-9 8 0,4 2 58,0 0-1,1 1 1,1 1 0,0-1-1,-9 26 1,15-31-85,0 0 0,-3 18-1,-5 14 84,5-26-89,4-10-23,0 0 0,0 0-1,1 1 1,-1-1 0,0 16-1,0 5 61,1-21-66,1 1 0,1 0 0,-1-1 0,2 1-1,1 14 1,5 12 90,-7-34-120,0-1 0,0 0 0,0 0 0,0 1-1,1-1 1,-1 0 0,0 0 0,0 1 0,0-1 0,0 0 0,1 0-1,-1 1 1,0-1 0,0 0 0,1 0 0,-1 0 0,0 0 0,1 1-1,-1-1 1,0 0 0,0 0 0,1 0 0,-1 0 0,0 0 0,1 0-1,-1 0 1,0 0 0,1 0 0,-1 0 0,0 0 0,0 0 0,1 0 0,-1 0-1,0 0 1,1 0 0,-1 0 0,13-3 42,-7 2-32,0 0 1,0 1-1,0-1 1,0 1 0,10 1-1,-12 0-1,0-1 1,-1 1-1,1-1 1,0 0-1,0 0 0,0 0 1,0 0-1,-1-1 1,1 0-1,0 0 1,0 0-1,-1 0 0,1 0 1,-1-1-1,1 0 1,-1 1-1,0-1 0,1-1 1,2-2-1,53-47-755,-34 31-1018,-5 8-213,0 6 827</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29.961"/>
    </inkml:context>
    <inkml:brush xml:id="br0">
      <inkml:brushProperty name="width" value="0.035" units="cm"/>
      <inkml:brushProperty name="height" value="0.035" units="cm"/>
    </inkml:brush>
  </inkml:definitions>
  <inkml:trace contextRef="#ctx0" brushRef="#br0">1 1 2112,'0'0'2,"4"2"178,0 2 1,0-1 0,-1 0 0,1 1 0,5 6-1,-8-9-108,-1 1-1,1-1 0,0 1 0,-1-1 0,1 1 1,-1 0-1,1-1 0,-1 1 0,0 0 0,0-1 1,0 1-1,0 0 0,0-1 0,0 1 0,0 0 1,0-1-1,-1 1 0,1 0 0,-2 2 0,-1 4 182,0 1 0,1-1 0,0 0 0,0 1 0,1 0 0,0-1 0,1 1 0,-1 0 0,2 0 0,-1-1-1,1 1 1,1 0 0,0-1 0,0 1 0,0-1 0,1 0 0,0 1 0,1-1 0,7 11 0,-6-11-176,-2-3-20,0 0 0,1 0-1,-1 0 1,1-1 0,8 8-1,-11-11-44,1 0 1,-1 0-1,1 0 0,-1-1 0,1 1 0,0 0 0,-1 0 1,1-1-1,0 1 0,0-1 0,-1 0 0,1 1 0,0-1 0,0 0 1,0 0-1,-1 0 0,1 0 0,0-1 0,0 1 0,-1 0 1,1-1-1,0 1 0,0-1 0,2-1 0,-2 1-4,0-1 0,0 1 0,0-1 0,0 0 0,0 0 0,0 0 0,-1 0 0,1 0 0,-1 0-1,1 0 1,-1-1 0,0 1 0,0 0 0,0-1 0,0 1 0,0-1 0,0-4 0,3-7 16,58-171 113,-46 153-129,-6 18-14,-10 14 5,0 0 0,0 0 0,0 0 0,0-1 0,0 1 0,0 0 0,1 0 0,-1 0 0,0 0 0,0-1 0,0 1 0,1 0 1,-1 0-1,0 0 0,0 0 0,0 0 0,1 0 0,-1 0 0,0-1 0,0 1 0,1 0 0,-1 0 0,0 0 0,0 0 0,0 0 1,1 0-1,-1 0 0,0 0 0,0 0 0,1 0 0,-1 0 0,0 1 0,0-1 0,1 0 0,-1 0 0,0 3 31,1 0 0,-1 0 0,0 0 0,-1 0 0,1 0-1,0 0 1,-1 0 0,-1 4 0,-1 10 43,0 6 5,-6 63 273,8-77-327,2 0 0,-1-1 0,1 1 0,0-1 0,0 1 0,1-1 0,1 1 0,3 9 0,-5-16-17,0-1 0,-1 1 0,1-1 0,0 1 0,0-1 0,0 1 0,0-1 0,0 0 0,0 1 0,0-1 0,1 0 0,-1 0 0,0 0 0,1 0 0,-1 0 0,1 0 0,-1-1-1,4 2 1,-3-1-8,0-1 0,0 0-1,0 0 1,0 0 0,0 0-1,0-1 1,0 1 0,0 0-1,0-1 1,0 0 0,0 1-1,0-1 1,0 0 0,-1 0-1,1 0 1,2-2 0,9-4-419,-1-2 0,-1 1 0,1-2 0,-1 1 0,-1-1 0,0-1 0,9-12 0,3-23-693</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0.308"/>
    </inkml:context>
    <inkml:brush xml:id="br0">
      <inkml:brushProperty name="width" value="0.035" units="cm"/>
      <inkml:brushProperty name="height" value="0.035" units="cm"/>
    </inkml:brush>
  </inkml:definitions>
  <inkml:trace contextRef="#ctx0" brushRef="#br0">31 25 3313,'7'-11'605,"2"-3"622,-20 23 269,8-6-1335,1-1-1,0 0-1,0 0 0,0 0 1,0 1-1,0-1 0,0 1 1,0-1-1,1 1 1,-1 0-1,1 0 0,0 0 1,-1 3-1,1 0 103,-5 16 491,4-18-416,1-10-51,7 3-252,9-3-24,0 1-1,1 0 0,0 1 1,30-3-1,-42 7-9,0-1 1,0 0-1,0 1 0,0 0 1,0 0-1,0 0 0,0 1 1,0-1-1,-1 1 0,1 0 1,0 0-1,0 0 0,0 1 1,-1-1-1,1 1 0,-1 0 1,1 0-1,-1 0 0,0 0 1,0 1-1,0-1 0,0 1 1,0 0-1,0 0 0,-1 0 1,0 0-1,1 0 1,-1 1-1,0-1 0,0 1 1,-1-1-1,1 1 0,0 4 1,0 0 45,0-1 1,-1 1-1,0 0 1,0 0-1,-1 0 1,0-1-1,-1 1 1,0 0-1,0 0 1,0-1-1,-1 1 1,0-1-1,-1 1 1,-5 12-1,1-7 151,0-1 0,-1 1-1,-18 20 1,22-28-163,0-1 0,0 0 1,-1 0-1,1-1 1,-1 1-1,0-1 1,0 0-1,0 0 0,-1-1 1,1 0-1,0 0 1,-10 3-1,13-5-44,1 0 0,0 1-1,-1-1 1,1 0 0,-1 0 0,1 0 0,0 0-1,-1 0 1,1 0 0,-1 0 0,1 0-1,0-1 1,-1 1 0,1 0 0,0-1 0,-1 1-1,1-1 1,0 0 0,-1 1 0,1-1 0,0 0-1,0 0 1,0 0 0,0 0 0,0 0-1,0 0 1,0 0 0,0 0 0,0 0 0,1 0-1,-1-1 1,-1-1 0,1 0-151,0-1 0,0 0-1,0 1 1,1-1 0,0 0 0,-1 0 0,1 0 0,0 1-1,1-1 1,-1 0 0,2-5 0,8-37-710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0.695"/>
    </inkml:context>
    <inkml:brush xml:id="br0">
      <inkml:brushProperty name="width" value="0.035" units="cm"/>
      <inkml:brushProperty name="height" value="0.035" units="cm"/>
    </inkml:brush>
  </inkml:definitions>
  <inkml:trace contextRef="#ctx0" brushRef="#br0">183 0 2056,'10'13'1249,"-8"16"-41,-4 7 152,-8 21-55,3 6-273,3 14-408,0 3-192,4-13-192,0-14-40,6-19-88,1-19-216,-7-22-1328,4 7 1032</inkml:trace>
  <inkml:trace contextRef="#ctx0" brushRef="#br0" timeOffset="1">103 469 3177,'-102'-70'1792,"108"60"-448,3-20-247,18 13-617,9 0-176,15-23-152,4 8-40,27 9-320,-12-11-1241,8 17 1025</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1.402"/>
    </inkml:context>
    <inkml:brush xml:id="br0">
      <inkml:brushProperty name="width" value="0.035" units="cm"/>
      <inkml:brushProperty name="height" value="0.035" units="cm"/>
    </inkml:brush>
  </inkml:definitions>
  <inkml:trace contextRef="#ctx0" brushRef="#br0">26 61 2144,'69'-33'1166,"-69"33"-1149,1 0-1,-1 0 1,0 0 0,0 0 0,0 0-1,1 0 1,-1 0 0,0 0-1,0 0 1,0 0 0,1-1 0,-1 1-1,0 0 1,0 0 0,0 0-1,1 1 1,-1-1 0,0 0 0,0 0-1,0 0 1,1 0 0,-1 0-1,0 0 1,0 0 0,0 0 0,0 0-1,1 0 1,-1 0 0,0 1-1,0-1 1,0 0 0,0 0 0,0 0-1,1 0 1,-1 0 0,0 1-1,0-1 1,0 0 0,0 0 0,0 0-1,0 0 1,0 1 0,0-1-1,0 0 1,0 0 0,0 0 0,1 1-1,-1-1 1,0 0 0,0 0-1,0 0 1,0 1 0,-1-1 0,1 0-1,0 0 1,0 0 0,0 1-1,0-1 1,0 0 0,0 0 0,-5 20 678,1-9-308,-37 137 2428,34-111-1906,-23 62 0,15-76 31,26-35-200,-3 1-707,0 0 0,0 0 0,-1 0 0,0-1 0,-1 0 0,-1-1 0,6-19 0,9-15-3,-7 21-19,2 1-1,1 0 1,1 1 0,25-27 0,-39 47-12,0 0 0,1 0-1,-1 0 1,1 1 0,0-1 0,0 1-1,1 0 1,-1 0 0,1 0 0,-1 1-1,1 0 1,0 0 0,0 0 0,0 0-1,0 1 1,5-1 0,-8 2 0,0 0 0,-1 0-1,1 0 1,0 1 0,-1-1 0,1 0 0,-1 1 0,1-1-1,0 1 1,-1 0 0,1 0 0,-1-1 0,0 1 0,1 0-1,-1 0 1,0 0 0,1 0 0,-1 1 0,0-1 0,0 0-1,0 1 1,0-1 0,0 0 0,0 1 0,0-1 0,-1 1-1,1-1 1,-1 1 0,1 0 0,-1-1 0,1 3 0,2 5 0,-1 1 0,-1-1 1,2 20-1,-2 2 6,1-12 8,-2 0-1,-3 38 1,3-55-8,-1 1 0,1-1 0,-1 0 0,1 1 0,0-1 0,0 0 0,0 0 0,0 1 0,0-1 0,1 0 0,-1 1 1,1-1-1,-1 0 0,3 4 0,-2-5-27,-1-1 0,1 1 1,0 0-1,1-1 0,-1 1 1,0-1-1,0 1 0,0-1 1,0 0-1,0 1 0,0-1 1,1 0-1,-1 0 0,0 0 1,0 0-1,0 0 0,1 0 1,-1 0-1,0 0 0,2-1 1,0 1-116,-1-1 0,1 1 0,-1-1 0,0 0 0,1 0 0,-1 0 0,0 0 1,1-1-1,-1 1 0,0 0 0,0-1 0,2-2 0,14-8-733,28-5-90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1.804"/>
    </inkml:context>
    <inkml:brush xml:id="br0">
      <inkml:brushProperty name="width" value="0.035" units="cm"/>
      <inkml:brushProperty name="height" value="0.035" units="cm"/>
    </inkml:brush>
  </inkml:definitions>
  <inkml:trace contextRef="#ctx0" brushRef="#br0">109 137 2673,'97'-116'1635,"-86"100"684,-10 16-2296,-1 0-1,0 0 0,0 0 0,0 0 1,0-1-1,0 1 0,0 0 0,0 0 1,0 0-1,0 0 0,0 0 0,0 0 1,0 0-1,0 0 0,0 0 0,1 0 0,-1 0 1,0-1-1,0 1 0,0 0 0,0 0 1,0 0-1,0 0 0,0 0 0,0 0 1,0 0-1,0 0 0,0-1 0,0 1 1,0 0-1,0 0 0,0 0 0,-1 0 0,1 0 1,0 0-1,0 0 0,0 0 0,0 0 1,0 0-1,0-1 0,0 1 0,0 0 1,0 0-1,0 0 0,0 0 0,0 0 1,0 0-1,0 0 0,-1 0 0,1 0 1,0 0-1,0 0 0,0 0 0,0 0 0,0 0 1,0 0-1,0 0 0,0 0 0,-17 8 826,14-7-748,2 0-89,-2 0 24,0 0 1,0 1-1,0 0 1,0 0-1,1 0 1,-1 0-1,0 0 1,1 0-1,-5 6 1,-5 5 91,1 1 0,1 1 0,0-1 1,1 2-1,0-1 0,-8 24 1,3-5 193,-2 5 308,-33 59 0,48-97-621,0 0 0,1 0 0,-1 0 1,0 0-1,1 0 0,-1 0 0,1 1 1,-1-1-1,1 0 0,0 0 0,0 0 1,-1 0-1,1 1 0,0-1 0,0 0 1,0 0-1,0 0 0,0 1 0,0-1 1,1 0-1,-1 2 0,1-2-4,0 0 0,0 0-1,-1 0 1,1-1 0,0 1 0,0 0-1,0-1 1,0 1 0,0-1 0,0 1-1,0-1 1,0 1 0,0-1 0,0 0-1,0 1 1,0-1 0,0 0 0,0 0-1,0 0 1,0 0 0,2 0 0,1 0 6,-1-1 0,1 1 1,0-1-1,-1 0 1,1 0-1,0-1 1,-1 1-1,0-1 1,1 0-1,-1 1 1,4-4-1,-4 3-1,3-3 7,0 0-1,0 0 0,-1 0 0,1 0 1,5-9-1,5-4 15,-2 5-11,-1 0 1,-1-1-1,0-1 1,-1 0-1,0-1 1,-1 0 0,-1 0-1,9-22 1,-13 23-14,3-9-3,0-1-1,7-42 0,-33 105-85,12-12 78,2-1 0,-1 36 0,2-26 10,-3 53 52,5-87-59,1 0-1,1 1 1,-1-1 0,0 0-1,0 0 1,0 1 0,1-1 0,-1 0-1,0 0 1,1 1 0,-1-1-1,1 0 1,0 0 0,-1 0-1,1 0 1,0 0 0,0 0 0,0 0-1,0 0 1,-1 0 0,1 0-1,0-1 1,0 1 0,1 0-1,-1-1 1,0 1 0,0-1 0,2 2-1,0-2-53,-1 1-1,0-1 0,1 0 1,-1 0-1,1 1 0,-1-2 1,0 1-1,1 0 1,-1 0-1,1-1 0,-1 1 1,0-1-1,1 0 0,-1 0 1,0 0-1,3-1 0,34-28-363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2.355"/>
    </inkml:context>
    <inkml:brush xml:id="br0">
      <inkml:brushProperty name="width" value="0.035" units="cm"/>
      <inkml:brushProperty name="height" value="0.035" units="cm"/>
    </inkml:brush>
  </inkml:definitions>
  <inkml:trace contextRef="#ctx0" brushRef="#br0">0 9 1064,'1'1'927,"1"3"-707,0 0 0,0 0 0,0 0 0,-1 0 0,0 0 0,0 0 0,0 0 0,0 0 0,0 7 0,1 6 233,3 18 1004,0 62 0,-3-9 1470,-2-88-2915,0 0 0,0 0 1,0 0-1,0-1 0,0 1 0,0 0 1,0 0-1,0 0 0,0 0 0,0 0 0,0-1 1,0 1-1,1 0 0,-1 0 0,0 0 1,0 0-1,0 0 0,0 0 0,0-1 1,1 1-1,-1 0 0,0 0 0,0 0 0,0 0 1,0 0-1,1 0 0,-1 0 0,0 0 1,0 0-1,0 0 0,0 0 0,1 0 1,-1 0-1,0 0 0,0 0 0,0 0 0,0 0 1,1 0-1,-1 0 0,0 0 0,0 0 1,0 0-1,0 0 0,1 0 0,-1 1 1,0-1-1,0 0 0,0 0 0,0 0 1,0 0-1,1 0 0,-1 0 0,0 1 0,0-1 1,0 0-1,0 0 0,0 0 0,0 0 1,0 0-1,0 1 0,0-1 0,0 0 1,1 0-1,-1 0 0,0 0 0,0 1 0,0-1 1,13-18 144,-10 14-91,22-31 77,-6 10-82,-2 0 0,17-33-1,-27 43-46,1 1-1,1 0 1,0 0-1,0 0 1,21-21 0,-23 25-21,5-3-18,-12 13 24,1 0 1,-1 0-1,1 0 0,-1 0 1,1 0-1,-1 0 0,1 0 1,-1 0-1,1 0 1,-1 0-1,1 0 0,-1 1 1,1-1-1,-1 0 0,1 0 1,-1 1-1,1-1 0,-1 0 1,0 1-1,1-1 1,-1 0-1,0 1 0,1-1 1,-1 1-1,0-1 0,1 0 1,-1 1-1,0-1 0,0 1 1,1-1-1,-1 1 0,0-1 1,0 1-1,0-1 1,0 1-1,3 5-1,-1 0-1,1 0 1,-1 0 0,-1 0 0,1 0 0,-1 0 0,0 0-1,-1 0 1,1 0 0,-1 9 0,-2 3 75,-1 1 0,-7 22 1,8-35-39,-1 7 49,1-7 0,0 1 1,0 0-1,1 0 1,0 0-1,0 0 1,1 0-1,0 10 1,1-16-68,0-1 0,0 0 1,0 0-1,0 0 0,-1 0 0,1 0 1,0 0-1,0 0 0,0 0 0,0 0 1,0 0-1,0 0 0,-1 0 0,1-1 1,0 1-1,0 0 0,0-1 0,-1 1 1,1-1-1,0 1 0,0-1 1,-1 1-1,2-2 0,30-17 100,31-27 12,-58 41-124,-1 1 0,1-1 1,0 1-1,-1-1 0,0 0 0,0-1 0,-1 1 1,1-1-1,-1 0 0,2-5 0,2-9 15,9-34-1,-13 44-18,-3 9-2,0 0 0,0 0 0,0 0 0,0 0 0,0 0 0,1 0 0,-1 0 0,0 1 0,1-1 0,-1 0 0,1 0 0,-1 0 0,1 0 0,-1 1 0,1-1 0,0 0 0,-1 0 0,1 1 0,0-1 0,-1 1 0,1-1 0,0 0 0,0 1 0,0-1 0,0 1 0,-1 0 0,1-1 0,0 1 0,0 0 0,0-1 0,0 1 0,0 0 0,0 0 0,0 0 0,0 0 0,0 0 0,0 0 0,0 0 0,0 0 0,0 1 0,0-1 0,-1 0 0,1 0 0,0 1 0,0-1 0,0 1 0,0-1 0,0 0 0,0 2 0,1-1-3,0 0 1,0 0 0,0 1 0,0-1 0,-1 1 0,1 0 0,-1-1 0,1 1 0,-1 0 0,1 0 0,-1 0 0,0 0-1,0 0 1,0 0 0,0 0 0,0 0 0,-1 0 0,1 4 0,-2 16-12,1-17 16,-1 0 1,1 0-1,0 0 0,0 0 1,0 0-1,1 0 1,0 0-1,0-1 0,0 1 1,0 0-1,3 4 0,26 37 18,-29-46-45,-1 0 0,0 1-1,0-1 1,0 1 0,0-1 0,0 1 0,1-1 0,-1 0-1,0 1 1,0-1 0,1 0 0,-1 1 0,0-1 0,1 0-1,-1 1 1,0-1 0,1 0 0,-1 0 0,0 1 0,1-1-1,-1 0 1,1 0 0,-1 0 0,0 0 0,1 0 0,-1 1-1,1-1 1,-1 0 0,1 0 0,-1 0 0,0 0 0,1 0 0,-1 0-1,1 0 1,-1 0 0,1 0 0,-1-1 0,1 1 0,-1 0-1,0 0 1,1 0 0,-1 0 0,1-1 0,-1 1 0,0 0-1,1 0 1,-1-1 0,0 1 0,1 0 0,-1-1 0,1 0-22,17-15-519</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2.748"/>
    </inkml:context>
    <inkml:brush xml:id="br0">
      <inkml:brushProperty name="width" value="0.035" units="cm"/>
      <inkml:brushProperty name="height" value="0.035" units="cm"/>
    </inkml:brush>
  </inkml:definitions>
  <inkml:trace contextRef="#ctx0" brushRef="#br0">1 205 1448,'5'3'316,"0"1"-1,-1-1 1,1 1-1,-1 0 0,0 0 1,0 1-1,0-1 1,0 1-1,4 7 0,-6-11-136,-1 0-1,1 0 1,0-1-1,0 1 1,0 0-1,0-1 0,-1 1 1,1-1-1,0 0 1,0 0-1,0 1 1,0-1-1,0-1 0,3 1 1,-2 0 40,40-7 969,-18 2-847,-7 1-176,0-1 0,32-13-1,-11 3-66,-27 11-74,0-1-1,-1 0 0,1-1 0,-1 0 0,13-11 0,-19 13-7,1-1-1,-1 1 1,0-1-1,0 0 1,-1-1-1,1 1 1,-1-1-1,0 0 1,-1 0-1,6-11 1,-8 15-12,0 0 0,0 0 0,0 0 0,-1 1 0,1-1 0,-1 0 1,1 0-1,-1 0 0,1 0 0,-1 0 0,0 0 0,0 0 0,0-1 0,0 1 0,-1 0 1,1 0-1,0 0 0,-1 0 0,1 0 0,-1 1 0,0-1 0,0 0 0,0 0 0,0 0 1,0 0-1,0 1 0,0-1 0,0 1 0,-1-1 0,1 1 0,-1-1 0,1 1 0,-1 0 1,1-1-1,-1 1 0,-2-1 0,0-1-9,0 0 1,-1 0-1,1 1 0,0 0 1,-1-1-1,0 1 0,1 1 1,-1-1-1,0 1 1,0 0-1,1 0 0,-1 0 1,0 1-1,0 0 0,0 0 1,-8 0-1,7 2 45,-1-1 0,0 1 0,1 1 0,-1-1 0,1 1-1,-1 0 1,1 0 0,0 1 0,0 0 0,-8 7 0,2 0 185,1 0 0,1 1 0,0-1 0,0 2 0,1 0 0,1 0 0,0 0 0,1 1 0,-11 28 0,16-32-114,-1-1-1,2 1 1,-1 0 0,1 0 0,1 0 0,0 0 0,0 0-1,1 0 1,0 0 0,0 0 0,1-1 0,1 1 0,7 18-1,-8-23-81,0 0 0,0 0 0,1 0-1,0-1 1,0 1 0,0 0-1,1-1 1,-1 0 0,1 0 0,0 0-1,0-1 1,1 1 0,-1-1-1,1 0 1,-1 0 0,1 0 0,0-1-1,0 0 1,0 0 0,0 0 0,1 0-1,-1-1 1,1 0 0,-1 0-1,0-1 1,8 1 0,13-3-39,-1-2 1,1 0-1,-1-2 0,46-16 1,23-6-1074,-14 11 551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3.497"/>
    </inkml:context>
    <inkml:brush xml:id="br0">
      <inkml:brushProperty name="width" value="0.035" units="cm"/>
      <inkml:brushProperty name="height" value="0.035" units="cm"/>
    </inkml:brush>
  </inkml:definitions>
  <inkml:trace contextRef="#ctx0" brushRef="#br0">174 1 5105,'-126'38'1896,"104"-32"-999,6 7-185,9 0 24,5-7 88,6 2-272,20-8-368,7 1-56,7-1-40,7-9 0,1-6 0,-4-4 0,-6 9-520,-4 8-976,-32 6 936</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3.869"/>
    </inkml:context>
    <inkml:brush xml:id="br0">
      <inkml:brushProperty name="width" value="0.035" units="cm"/>
      <inkml:brushProperty name="height" value="0.035" units="cm"/>
    </inkml:brush>
  </inkml:definitions>
  <inkml:trace contextRef="#ctx0" brushRef="#br0">191 0 4521,'-182'131'1944,"174"-113"-607,8-15-345,8 9 72,12-7-48,-1-24-336,14 12-359,5-10-97,3-4-88,11 19-32,12 11-24,-3-9-384,0-3-2265,-2-5 1833</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4.258"/>
    </inkml:context>
    <inkml:brush xml:id="br0">
      <inkml:brushProperty name="width" value="0.035" units="cm"/>
      <inkml:brushProperty name="height" value="0.035" units="cm"/>
    </inkml:brush>
  </inkml:definitions>
  <inkml:trace contextRef="#ctx0" brushRef="#br0">199 40 2481,'3'-4'233,"15"-23"1101,-18 27-1306,0-1 0,0 1-1,0 0 1,0 0 0,1-1 0,-1 1 0,0 0 0,0 0-1,0-1 1,0 1 0,0 0 0,0-1 0,0 1 0,0 0-1,0 0 1,-1-1 0,1 1 0,0 0 0,0 0 0,0-1 0,0 1-1,0 0 1,0 0 0,0-1 0,-1 1 0,1 0 0,0 0-1,0 0 1,0-1 0,-1 1 0,-14-1 1104,10 3-945,1-1-1,0 0 1,0 1 0,0 0 0,0 0 0,0 1 0,1-1 0,-1 1 0,0-1 0,1 1 0,0 0-1,0 1 1,-4 3 0,1 1 17,0 0 0,0 1 0,0 0 0,-7 17 0,-53 105 1090,58-113-1087,-1 0-1,-10 15 1,18-31-195,0-1-1,0 1 0,0 0 1,1 0-1,-1-1 1,0 1-1,1 0 1,-1 0-1,1 0 0,0 0 1,0 0-1,0-1 1,0 1-1,0 0 0,0 0 1,0 0-1,0 0 1,1 0-1,-1 0 1,1-1-1,-1 1 0,1 0 1,0 0-1,0-1 1,1 4-1,2 1 10,-4-5-17,0 0 0,1 0 1,-1 0-1,1 0 0,-1 0 1,1 0-1,0-1 1,-1 1-1,1 0 0,0 0 1,0-1-1,-1 1 1,1 0-1,0-1 0,0 1 1,0-1-1,0 1 1,0-1-1,0 0 0,0 1 1,0-1-1,0 0 1,0 0-1,0 1 0,0-1 1,0 0-1,0 0 0,0 0 1,2-1-1,2 0 8,1 0 1,-1 0-1,0-1 0,9-5 0,5 0 25,54-10 62,-50 13-190,36-11-1,-16-6-691,-1-3 360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4.656"/>
    </inkml:context>
    <inkml:brush xml:id="br0">
      <inkml:brushProperty name="width" value="0.035" units="cm"/>
      <inkml:brushProperty name="height" value="0.035" units="cm"/>
    </inkml:brush>
  </inkml:definitions>
  <inkml:trace contextRef="#ctx0" brushRef="#br0">286 13 2601,'0'-1'147,"1"1"1,-1-1 0,0 1 0,0-1 0,0 1 0,0-1 0,0 1-1,1-1 1,-1 1 0,0 0 0,0-1 0,0 1 0,0-1 0,0 1 0,0-1-1,0 1 1,-1-1 0,1 1 0,0-1 0,0 1 0,0-1 0,0 1-1,-1-1 1,-13 3 3936,12-2-4127,1 1 85,-3 0 44,0 0 1,1 0-1,-1 1 0,1-1 1,-1 1-1,1 0 0,0 0 1,-4 3-1,0 0-5,-19 14 214,1 0 1,-32 34-1,40-36-191,0 2 0,1 0 0,1 0 0,-17 30 0,29-41-94,-1 1-1,1 0 1,0-1 0,1 1-1,0 0 1,0 1 0,0 10-1,2-16-6,-1 1 1,1 0-1,0-1 0,1 1 0,-1 0 0,1-1 0,0 1 0,0 0 0,0-1 0,1 1 0,-1-1 0,1 0 0,0 0 1,0 1-1,6 6 0,-7-10 0,0 0 0,0 0 1,0 0-1,0-1 0,0 1 0,1 0 1,-1 0-1,0-1 0,0 1 0,1-1 1,-1 1-1,1-1 0,-1 1 1,0-1-1,1 0 0,-1 0 0,1 0 1,-1 0-1,1 0 0,-1 0 1,0 0-1,1 0 0,-1 0 0,1-1 1,-1 1-1,0-1 0,1 1 1,-1-1-1,0 1 0,1-1 0,-1 0 1,0 0-1,1 0 0,5-4 13,0-1 1,-1 1-1,0-1 0,7-8 1,-11 12-14,-2 1-3,20-20 43,-2-2 0,30-44 0,-44 59-38,0 0-1,0 0 1,-1 0-1,0-1 0,0 1 1,-1-1-1,0 0 1,0 0-1,-1 1 1,0-1-1,-1 0 1,0 0-1,-2-13 1,3 21-5,-2 0 1,1 0 0,0-1-1,0 1 1,0 0 0,0 0-1,-1 0 1,1 0 0,-1-1-1,1 1 1,0 0 0,-1 0-1,0 0 1,1 0-1,-1 0 1,0 0 0,0 0-1,1 1 1,-1-1 0,0 0-1,0 0 1,-2 0 0,2 0 0,-1 1-1,0 0 1,0-1 0,0 1 0,0 0 0,0 0 0,0 1 0,0-1-1,0 0 1,-2 1 0,-10 2-32,14-3-7,0 0-1,0 0 1,0 0 0,0 0-1,-1 0 1,1 0-1,0 0 1,0 0 0,-1 0-1,1 0 1,0 0 0,0 0-1,0 0 1,-1 0-1,1 0 1,0 0 0,0 0-1,0 0 1,0 0 0,-1 0-1,1 0 1,0-1-1,0 1 1,0 0 0,-1 0-1,1 0 1,0 0 0,0 0-1,0 0 1,0-1-1,0 1 1,0 0 0,-1 0-1,1 0 1,0 0 0,0-1-1,0 1 1,0 0 0,0-1-1,-1-1-516</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5.472"/>
    </inkml:context>
    <inkml:brush xml:id="br0">
      <inkml:brushProperty name="width" value="0.035" units="cm"/>
      <inkml:brushProperty name="height" value="0.035" units="cm"/>
    </inkml:brush>
  </inkml:definitions>
  <inkml:trace contextRef="#ctx0" brushRef="#br0">1 152 928,'24'17'386,"0"2"-1,23 24 0,-45-41-276,0 1-1,0 0 0,0-1 0,-1 1 0,1 0 0,-1 0 1,0 0-1,1 0 0,-1 0 0,-1 0 0,1 1 0,0-1 1,-1 0-1,1 7 0,-2-2 298,0 0-1,0 0 1,-1 1 0,-2 7 0,-2 12 961,5-20-902,0-1 0,0 0-1,1 1 1,1-1 0,-1 1 0,1-1 0,0 0 0,5 15-1,-6-17 443,3-22-276,22-46-569,-17 41-45,1-1 0,17-29 0,14-25 23,-12 20-33,-28 57-8,0-1 0,0 1 0,0-1 0,0 1 0,1-1 1,-1 1-1,0-1 0,0 1 0,1-1 0,-1 1 0,0-1 0,1 1 0,-1 0 0,1-1 0,-1 1 0,0-1 0,1 1 0,-1 0 1,1 0-1,-1-1 0,1 1 0,-1 0 0,1 0 0,-1-1 0,1 1 0,-1 0 0,1 0 0,-1 0 0,2 0 0,-1 0 0,0 1-1,-1-1 1,1 1 0,0-1-1,0 1 1,-1 0-1,1-1 1,-1 1-1,1 0 1,-1-1-1,1 1 1,-1 0 0,1 0-1,-1 0 1,1 1-1,1 3 0,0 0-1,-1 0 1,0 0 0,0 0-1,1 7 1,-4 4 55,0-1 1,-1 1-1,0-1 0,-8 18 1,6-17 144,1 0 1,0 0 0,-2 21-1,5-34-150,1 1-1,0-1 0,0 0 1,0 0-1,1 0 0,-1 0 1,1 0-1,0 1 0,-1-1 1,2 0-1,1 5 0,-3-8-41,1 0 0,-1 1-1,0-1 1,0 0-1,0 0 1,0 0-1,0 0 1,1 0 0,-1 0-1,0 0 1,0 0-1,0 0 1,0 0-1,1 0 1,-1 0 0,0 0-1,0 0 1,0 0-1,0 0 1,1 0 0,-1 0-1,0 0 1,0 0-1,0 0 1,0 0-1,1 0 1,-1 0 0,0 0-1,0 0 1,0-1-1,0 1 1,0 0-1,0 0 1,1 0 0,-1 0-1,0 0 1,0 0-1,0-1 1,0 1-1,0 0 1,0 0 0,0 0-1,0 0 1,0 0-1,0-1 1,1 1-1,-1 0 1,0 0 0,0 0-1,0 0 1,0-1-1,0 1 1,0 0-1,0 0 1,0-1 0,6-15 45,-3 8-6,24-30 38,-5 7-36,63-99 60,-81 125-104,-1 0-1,1-1 1,0 1 0,1 1-1,5-7 1,-9 11-3,-1-1-1,1 1 1,0-1-1,-1 1 1,1-1-1,0 1 1,-1-1-1,1 1 1,0-1 0,-1 1-1,1 0 1,0 0-1,0-1 1,-1 1-1,1 0 1,0 0-1,0 0 1,0 0-1,-1 0 1,1 0-1,0 0 1,0 0 0,0 0-1,-1 0 1,1 0-1,0 1 1,0-1-1,0 0 1,-1 0-1,1 1 1,0-1-1,-1 1 1,1-1 0,0 0-1,-1 1 1,1 0-1,0-1 1,-1 1-1,1-1 1,-1 1-1,1 0 1,-1-1-1,1 1 1,-1 0 0,0-1-1,1 1 1,-1 0-1,0 0 1,1 1-1,2 7 0,0 1 0,0 0-1,-1 0 1,-1 0 0,1 1-1,-2-1 1,1 0 0,-2 11-1,1-16 9,0-3-8,0-1-1,-1 0 1,1 0 0,0 0 0,0 1-1,0-1 1,0 0 0,1 0 0,-1 1 0,0-1-1,1 0 1,-1 0 0,0 0 0,1 0-1,-1 0 1,1 0 0,0 1 0,-1-1-1,1 0 1,0-1 0,0 1 0,-1 0-1,1 0 1,0 0 0,0 0 0,0-1 0,0 1-1,2 1 1,-1-2-33,0-1 0,-1 1-1,1 0 1,0 0 0,0-1 0,-1 1 0,1-1-1,0 0 1,-1 0 0,1 1 0,-1-1-1,1 0 1,-1 0 0,1 0 0,-1-1 0,0 1-1,0 0 1,1 0 0,-1-1 0,0 1-1,0-1 1,1-1 0,8-12-652,-1 0 0,10-25 0,-2 6-535,-17 34 1219,15-27-1760,-1-1 0,-1-1-1,12-41 1,-21 97 2107,-2 21 880,0 4 1033,17 90 0,-9-94-1720,2 0 0,3 0 0,37 82 0,-48-113-419,-4-17-114,0 0 0,0 1-1,-1-1 1,1 0-1,0 0 1,0 0 0,0 1-1,0-1 1,0 0 0,0 0-1,-1 0 1,1 1-1,0-1 1,0 0 0,0 0-1,-1 0 1,1 0 0,0 0-1,0 1 1,0-1-1,-1 0 1,1 0 0,0 0-1,0 0 1,-1 0 0,1 0-1,0 0 1,0 0-1,-1 0 1,1 0 0,0 0-1,0 0 1,0 0 0,-1 0-1,1 0 1,-2-1 6,0 1 0,1-1 1,-1 0-1,0 0 0,1 1 1,-1-1-1,0-1 0,1 1 0,0 0 1,-1 0-1,1 0 0,0-1 1,-1 1-1,1-1 0,-1-1 0,-3-5-2,0-1 0,1-1 0,-1 1 0,2-1 0,0 1 0,0-1 0,0 0-1,1 0 1,1 0 0,0-1 0,0 1 0,1 0 0,0 0 0,3-14 0,1-3-8,2 0 0,1 0 1,1 0-1,12-28 0,-17 48-4,0 0 0,0 0 0,1 0 0,0 0 0,0 1 0,1-1 0,0 1 0,0 0 0,0 1 0,1-1 0,-1 1 0,1 0 0,1 0 0,-1 1 0,1 0 0,0 0 0,0 0 0,0 1 0,0 0 0,0 0 0,1 1 0,-1 0 0,1 1 0,0-1 0,14 0 0,-18 2-1,0 0 0,0 1 0,0-1 0,-1 0 1,1 1-1,0 0 0,0 0 0,-1 0 0,1 1 1,5 2-1,-7-3 3,0 1-1,-1 0 1,1 0 0,0 0 0,-1 0-1,1 0 1,-1 0 0,0 0 0,0 0 0,0 1-1,0-1 1,0 0 0,0 1 0,0-1-1,-1 1 1,1-1 0,-1 4 0,1 0 0,-1 1 0,0-1 0,0 1 0,-1 0 0,0-1 0,0 1 0,-3 10 0,-5 23 3,9-36 1,0 1-1,-1 0 0,0-1 1,0 0-1,0 1 0,-1-1 0,1 0 1,-1 1-1,0-1 0,0 0 1,0 0-1,-1 0 0,-5 6 0,1 0-32,4-6 52,0 0-1,0-1 1,0 1-1,0 0 1,-1-1 0,-6 5-1,9-7-32,0-1-1,0 1 0,0-1 0,0 1 1,0-1-1,0 0 0,0 1 1,0-1-1,0 0 0,-1 0 1,1 0-1,0 0 0,0 0 1,0 0-1,0 0 0,0 0 0,-1 0 1,1-1-1,0 1 0,0-1 1,0 1-1,0 0 0,0-1 1,0 0-1,0 1 0,0-1 1,0 1-1,0-1 0,0 0 0,1 0 1,-1 0-1,0 0 0,0 1 1,1-1-1,-2-2 0,-11-19-1281,14 3 584,-1 19 704</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5.824"/>
    </inkml:context>
    <inkml:brush xml:id="br0">
      <inkml:brushProperty name="width" value="0.035" units="cm"/>
      <inkml:brushProperty name="height" value="0.035" units="cm"/>
    </inkml:brush>
  </inkml:definitions>
  <inkml:trace contextRef="#ctx0" brushRef="#br0">65 141 3081,'5'15'629,"0"0"0,6 31 0,-11-45-574,0 0 0,0 0-1,0 0 1,0 0 0,0 0 0,0 0 0,0 0 0,-1 0 0,1 0 0,0 0 0,-1 0 0,1 0-1,0 0 1,-1 0 0,0-1 0,1 1 0,-1 0 0,1 0 0,-1 0 0,0-1 0,0 1 0,1 0-1,-1-1 1,0 1 0,0 0 0,0-1 0,0 1 0,1-1 0,-1 0 0,-2 1 0,-25 3 1269,25-4-1050,2 0-197,-1 0-1,1 0 0,-1 0 0,1-1 1,0 1-1,-1 0 0,1 0 1,0-1-1,-1 1 0,1-1 0,0 1 1,0-1-1,-1 1 0,1-1 0,0 0 1,0 0-1,0 1 0,0-1 0,0 0 1,0 0-1,0 0 0,0 0 1,0 0-1,1 0 0,-1-1 0,0 1 1,1 0-1,-1 0 0,0-1 0,1 1 1,0 0-1,-1-2 0,0-3-1,0 1 1,0 0-1,1-1 0,0 1 0,0-1 1,1-6-1,0 6-54,0 0 0,0 0 1,1 1-1,-1-1 0,2 0 1,-1 0-1,0 1 0,6-9 0,1 2-9,0 0-1,15-15 0,-20 23-10,0 0 0,1 0 0,-1 0 0,1 1-1,-1 0 1,1 0 0,0 0 0,1 0 0,-1 1 0,8-3 0,29-14-4,-40 18 1,0 0 1,0 0-1,0 1 1,0-1-1,0 0 1,0 1-1,0-1 1,0 1-1,0 0 1,0 0-1,0 0 1,0 0-1,0 0 1,1 0-1,-1 0 1,0 1-1,0-1 1,0 1-1,0-1 1,0 1-1,0 0 1,-1 0-1,1 0 1,0 0-1,0 0 1,0 0-1,2 3 1,-2-2 0,0-1 0,-1 1 0,1 0 0,0 0 0,-1 0 1,1 0-1,-1 0 0,1 1 0,-1-1 0,0 0 0,0 0 0,0 1 0,-1-1 1,1 1-1,0-1 0,-1 1 0,1-1 0,-1 1 0,0-1 0,0 1 0,0 2 0,-2 0 4,0 0 0,0 0-1,-1 0 1,1-1-1,-1 1 1,0-1-1,0 0 1,-1 0 0,1 0-1,-1 0 1,-7 6-1,-4 4 6,15-14-26,-1 1 0,1-1-1,-1 0 1,1 1 0,-1-1 0,1 0 0,-1 1-1,1-1 1,-1 1 0,1-1 0,0 1 0,-1 0-1,1-1 1,0 1 0,-1-1 0,1 1-1,0-1 1,0 1 0,0 0 0,0-1 0,-1 1-1,1 0 1,0-1 0,0 1 0,0-1 0,0 1-1,0 0 1,1 0 0,0-1-85,0 1 0,-1-1 0,1 0 0,0 0 0,0 0 0,0 0 0,0 0 0,0 0 0,0 0 0,0 0 0,0 0 0,0 0 0,0 0 0,-1-1 0,1 1 0,1-1 0,27-6-761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6.199"/>
    </inkml:context>
    <inkml:brush xml:id="br0">
      <inkml:brushProperty name="width" value="0.035" units="cm"/>
      <inkml:brushProperty name="height" value="0.035" units="cm"/>
    </inkml:brush>
  </inkml:definitions>
  <inkml:trace contextRef="#ctx0" brushRef="#br0">28 80 2369,'9'-21'942,"8"-32"0,-17 53-915,0 1 0,0-1 0,0 0 0,0 0 0,-1 1 0,1-1 0,0 0 0,0 0 0,0 0 0,-1 0 0,1 1 0,0-1 0,0 0 0,-1 0 0,1 0 0,0 0-1,0 0 1,-1 0 0,1 1 0,0-1 0,0 0 0,-1 0 0,1 0 0,0 0 0,0 0 0,-1 0 0,1 0 0,0 0 0,-1 0 0,1 0 0,0-1 0,0 1 0,-1 0 0,1 0 0,0 0 0,0 0 0,-1 0 0,1 0 0,0-1 0,0 1 0,0 0 0,-1 0 0,1 0 0,0 0 0,0-1 0,0 1 0,-1 0 0,1 0 0,0-1 0,0 1 0,0 0 0,0 0 0,0-1 0,0 1 0,0 0-1,0 0 1,-1-1 0,1 1 0,0 0 0,0 0 0,0-1 0,0 1 0,0 0 0,0-1 0,1 1 0,-1 0 0,0 0 0,0-1 0,0 1 0,-19 18 2087,16-13-1843,0-1-1,0 1 1,1 0-1,0 0 1,-1 1-1,2-1 1,-1 0-1,1 1 1,0-1-1,0 1 1,0 6-1,1-10-254,0 0-1,0 1 0,1-1 1,-1 0-1,0 0 0,1 1 1,0-1-1,0 0 0,0 0 1,-1 0-1,2 0 1,-1 0-1,0 0 0,0 0 1,1 0-1,-1 0 0,1-1 1,-1 1-1,1-1 0,0 1 1,0-1-1,0 1 0,0-1 1,0 0-1,0 0 0,0 0 1,0 0-1,0 0 1,0-1-1,3 1 0,12 3 11,-1-2-1,28 1 0,8 2 10,-22-2-23,-17-2-7,0 0 0,1 1 0,-1 1 0,0 0 0,0 0 0,0 2 0,0-1 0,18 11 0,-29-13-3,0-1-1,0 0 1,0 1-1,0 0 0,-1-1 1,1 1-1,0 0 1,-1 0-1,0 0 1,1 0-1,-1 0 0,0 0 1,0 0-1,0 0 1,0 1-1,-1-1 1,1 0-1,-1 1 0,1-1 1,-1 0-1,0 1 1,0-1-1,0 0 1,0 1-1,0-1 0,-1 1 1,1-1-1,-1 0 1,1 1-1,-1-1 1,0 0-1,0 0 0,0 0 1,0 0-1,0 0 1,0 0-1,-1 0 1,1 0-1,-1 0 0,1 0 1,-4 2-1,-4 4 26,-1 0 0,1-1-1,-2-1 1,1 1 0,0-2-1,-1 1 1,0-2 0,-12 5-1,-7 1 65,22-6-49,0-1 0,-1-1 1,0 1-1,-16 2 0,17-6-8,0 1 0,0-1 1,1 0-1,-1 0 1,0-1-1,1 0 0,-1-1 1,-7-3-1,13 5-75,1 1 0,-1-1-1,0 0 1,0 0 0,1 0-1,-1-1 1,1 1 0,-1 0 0,1-1-1,0 1 1,-1-1 0,1 1-1,0-1 1,0 1 0,0-1 0,-1-2-1,2 3-75,0-1 1,0 0-1,0 1 0,0-1 0,0 1 0,0-1 0,0 1 1,1-1-1,-1 0 0,0 1 0,1-1 0,0 1 0,-1 0 0,1-1 1,0 1-1,0-1 0,-1 1 0,1 0 0,0 0 0,0-1 1,0 1-1,1 0 0,1-1 0,25-32-1103</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6.563"/>
    </inkml:context>
    <inkml:brush xml:id="br0">
      <inkml:brushProperty name="width" value="0.035" units="cm"/>
      <inkml:brushProperty name="height" value="0.035" units="cm"/>
    </inkml:brush>
  </inkml:definitions>
  <inkml:trace contextRef="#ctx0" brushRef="#br0">19 358 4545,'-3'26'2136,"-9"-1"-431,8 3-353,4-1 184,4-4-399,8 0-633,1-6-160,-7-17-136,13 13-48,-16-21-392,3 3-600,0-7 544</inkml:trace>
  <inkml:trace contextRef="#ctx0" brushRef="#br0" timeOffset="1">23 61 4353,'8'-19'2136,"-8"8"-479,-6-2-689,6 7-360,-2-2-200,2 7-848,0-1 328</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6.976"/>
    </inkml:context>
    <inkml:brush xml:id="br0">
      <inkml:brushProperty name="width" value="0.035" units="cm"/>
      <inkml:brushProperty name="height" value="0.035" units="cm"/>
    </inkml:brush>
  </inkml:definitions>
  <inkml:trace contextRef="#ctx0" brushRef="#br0">0 1 2024,'133'30'1457,"-127"-5"31,9 0 184,0 15-271,14 7-297,-14 8-416,0 2-168,-3-4-264,-11-1-88,13-9-72,5-7-176,-10-15-1280,8-7 992</inkml:trace>
  <inkml:trace contextRef="#ctx0" brushRef="#br0" timeOffset="1">209 318 3265,'-64'-99'1648,"56"92"80,14-7-719,7 5-169,19 1-120,10 8-536,0-1-96,13 1-1672,-13 3 1200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09:37.335"/>
    </inkml:context>
    <inkml:brush xml:id="br0">
      <inkml:brushProperty name="width" value="0.035" units="cm"/>
      <inkml:brushProperty name="height" value="0.035" units="cm"/>
    </inkml:brush>
  </inkml:definitions>
  <inkml:trace contextRef="#ctx0" brushRef="#br0">0 211 3761,'38'109'2066,"-38"-109"-2025,0 1 0,1-1 1,-1 0-1,0 1 0,0-1 1,0 0-1,1 1 1,-1-1-1,0 0 0,0 0 1,1 1-1,-1-1 1,0 0-1,1 0 0,-1 1 1,0-1-1,1 0 0,-1 0 1,0 0-1,1 0 1,-1 1-1,0-1 0,1 0 1,-1 0-1,1 0 0,-1 0 1,0 0-1,1 0 1,-1 0-1,0 0 0,1 0 1,-1 0-1,1 0 1,-1 0-1,0 0 0,1-1 1,-1 1-1,0 0 0,1 0 1,-1 0-1,0 0 1,1-1-1,-1 1 0,0 0 1,1 0-1,-1-1 0,0 1 1,0 0-1,1-1 1,-1 1-1,0 0 0,0-1 1,1 0-1,20-24 674,-12 12-290,6 0-337,0 0 0,0 1 0,1 1-1,0 0 1,31-14 0,91-32-86,-89 43 6,-39 12-3,1 0 1,-1-1-1,0-1 0,15-6 1,-24 9-3,0 1 0,0-1 1,0 1-1,0-1 0,0 1 1,0-1-1,-1 0 0,1 1 1,0-1-1,0 0 0,0 0 1,-1 0-1,1 0 0,0 0 1,-1 1-1,1-1 0,-1 0 0,1 0 1,-1-1-1,0 1 0,1 0 1,-1 0-1,0 0 0,0 0 1,1 0-1,-1 0 0,0 0 1,0 0-1,0-1 0,-1 1 1,1 0-1,0 0 0,0 0 1,-1 0-1,1 0 0,0 0 1,-1 0-1,1 0 0,-1 0 0,1 0 1,-1 0-1,0 0 0,1 0 1,-1 0-1,0 1 0,0-1 1,1 0-1,-2 0 0,-3-4 7,-1 0-1,1 1 0,0-1 1,-1 1-1,0 1 0,-8-5 1,3 3 33,-1 1 0,1 0 1,-1 1-1,0 0 1,0 0-1,0 2 0,0-1 1,0 2-1,0-1 0,0 2 1,-19 2-1,24-2 68,0 0 0,0 1 0,1 0 0,-1 0 0,0 1 1,1 0-1,-1 0 0,1 1 0,0 0 0,0 0 0,0 0 0,1 0 0,0 1 1,0 0-1,0 0 0,0 1 0,1-1 0,-1 1 0,2 0 0,-1 0 0,-3 9 0,3-5-12,0 0-1,1 0 0,1 0 1,-1 1-1,2 0 0,-1-1 1,1 1-1,1 0 0,0-1 1,1 1-1,0 0 0,1 0 1,0-1-1,3 13 0,-3-18-82,0 0-1,0 1 1,0-1-1,1 0 1,-1 0-1,1 0 1,0-1-1,1 1 1,-1-1-1,1 1 1,0-1-1,0-1 1,0 1-1,1 0 1,-1-1-1,1 0 1,0 0-1,0 0 1,0-1-1,0 1 1,0-1-1,1-1 1,-1 1-1,1-1 1,-1 0-1,1 0 1,-1 0-1,9-1 1,6-1-118,-1-1 1,1-1-1,-1-1 1,0-1-1,26-9 0,41-16-191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37.656"/>
    </inkml:context>
    <inkml:brush xml:id="br0">
      <inkml:brushProperty name="width" value="0.035" units="cm"/>
      <inkml:brushProperty name="height" value="0.035" units="cm"/>
    </inkml:brush>
  </inkml:definitions>
  <inkml:trace contextRef="#ctx0" brushRef="#br0">316 92 1072,'0'-1'321,"0"0"0,0 0 0,0 0 0,-1 0 0,1 1 0,0-1 0,0 0 0,-1 0 0,1 0 0,0 1 0,-1-1 0,1 0 0,-1 0 0,1 1 0,-1-1 0,0 0 0,-14-9 1131,10 8-1430,1 1-1,0 0 1,-1 0 0,1 0-1,-1 0 1,-4 0-1,4 1 5,0 1 0,0-1 0,1 1 0,-1 0 0,0 0 0,1 0 0,-1 1 0,0-1 0,1 1 0,0 0 0,0 0 0,-1 1 0,1-1 1,-4 5-1,1-1 11,1 0 0,-1 0 0,2 1 1,-1 0-1,1 0 0,0 1 0,-7 12 1,-19 39 128,16-37-112,4-6-13,1 0-1,0 1 1,-10 23-1,14-23-16,-2 1 23,1 0 0,-5 23 1,11-33-25,0-1 0,0 1 0,1-1 0,-1 1 1,2-1-1,-1 1 0,1-1 0,0 1 0,3 8 1,-3-13-9,0 0 0,1 0 0,-1 0 0,0 0 0,1 0 1,0 0-1,0-1 0,0 1 0,0-1 0,0 1 0,1-1 1,-1 0-1,1 0 0,-1 0 0,1 0 0,0 0 0,0-1 0,0 1 1,0-1-1,0 0 0,0 0 0,0 0 0,0 0 0,0 0 0,0-1 1,1 0-1,5 1 0,-4-1 5,0 0 1,0 0-1,0-1 1,0 1-1,0-1 1,0 0-1,-1 0 0,1-1 1,0 0-1,-1 1 1,1-2-1,-1 1 1,1 0-1,-1-1 1,0 0-1,0 0 0,5-5 1,48-42 196,-47 39-158,-1-1 0,0 0-1,-1 0 1,0 0 0,-1-1-1,11-27 1,4-47 304,-17 69-288,-1 0 0,0 0 1,1-31-1,-3 23-16,-1-29 59,-2 43-87,0 1 0,1 0-1,1 0 1,0 0 0,4-18 0,-5 29-42,0 0 1,0 0 0,0 0 0,0 0 0,0 0 0,0-1 0,0 1-1,0 0 1,0 0 0,0 0 0,0 0 0,0 0 0,0 0 0,0 0-1,0 0 1,1 0 0,-1-1 0,0 1 0,0 0 0,0 0 0,0 0-1,0 0 1,0 0 0,0 0 0,0 0 0,0 0 0,0 0 0,0 0-1,1 0 1,-1 0 0,0 0 0,0 0 0,0 0 0,0 0 0,0 0-1,0 0 1,0 0 0,0 0 0,1 0 0,-1 0 0,0 0 0,0 0 0,0 0-1,0 0 1,0 0 0,0 0 0,0 0 0,0 0 0,0 0 0,1 0-1,-1 0 1,0 0 0,0 0 0,0 0 0,0 0 0,0 0 0,0 0-1,0 0 1,0 0 0,0 1 0,0-1 0,0 0 0,0 0 0,0 0-1,0 0 1,1 0 0,-1 0 0,0 0 0,5 13-1146,2 12-1133,-5-7 1060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38.765"/>
    </inkml:context>
    <inkml:brush xml:id="br0">
      <inkml:brushProperty name="width" value="0.035" units="cm"/>
      <inkml:brushProperty name="height" value="0.035" units="cm"/>
    </inkml:brush>
  </inkml:definitions>
  <inkml:trace contextRef="#ctx0" brushRef="#br0">31 627 1648,'-2'13'3919,"2"-13"-3836,0 0 0,0 1 0,0-1 0,0 0 0,0 0 1,-1 0-1,1 0 0,0 0 0,0 0 0,0 0 0,0 0 0,0 0 0,0 0 0,0 0 0,-1 0 0,1 0 0,0 0 0,0 0 0,0 0 0,0 0 0,0 0 0,0 0 0,-1 0 0,1 0 0,0 0 0,0 0 0,0 0 0,0 0 0,0 0 0,0 0 0,0 0 0,-1 0 0,1 0 0,0-1 1,0 1-1,0 0 0,0 0 0,0 0 0,0 0 0,0 0 0,0 0 0,0 0 0,0 0 0,0-1 0,-1 1 0,1 0 0,0 0 0,0 0 0,-1-3 183,-1 0-1,1-1 1,-1 1 0,1 0-1,0-1 1,-1-4 0,-3-23-162,0 0 0,1-38 0,4 59-86,1 0 0,0 0 0,1-1 0,0 1 1,0 0-1,6-14 0,-6 20-33,0-1 1,-1 1 0,2 0-1,-1 0 1,0 0 0,1 0-1,0 1 1,0-1 0,0 1 0,0-1-1,0 1 1,1 0 0,-1 0-1,7-3 1,-6 5-120,-1-1 0,1 1-1,0 0 1,0 0 0,0 1 0,0-1 0,0 1-1,0 0 1,-1 0 0,1 0 0,0 1 0,5 0 0,49 16-2620,-44-12 2193,22 9-367,-26-9 796,1 0 0,-1-2 0,1 1-1,0-1 1,-1-1 0,1 0 0,19 1 0,-27-3 128,1-1 1,0 0-1,0 0 1,-1-1 0,1 1-1,-1-1 1,1 0-1,-1 0 1,0 0-1,0 0 1,6-5 0,6-4 5,-2 2 13,17-10 194,-29 19-175,0 0 0,0-1 0,0 1 0,0-1 0,0 1 0,0-1 0,0 0 0,0 1 0,0-1 0,0 0 0,0 0 1,0 0-1,0 1 0,-1-1 0,1 0 0,0 0 0,0 0 0,-1 0 0,1 0 0,-1-1 0,1 0 0,-1 2-3,0-1 1,0 1-1,0-1 0,0 1 0,0-1 1,0 1-1,-1-1 0,1 1 1,0 0-1,0-1 0,0 1 1,-1-1-1,1 1 0,0 0 1,0-1-1,-1 1 0,1 0 1,0-1-1,-1 1 0,1 0 1,0 0-1,-1-1 0,1 1 0,-1 0 1,-21-6 849,12 6-727,1 0 1,-1 1 0,1 0 0,0 1 0,-1 0 0,1 0-1,0 1 1,0 0 0,1 1 0,-1 0 0,1 0-1,-16 11 1,2 0 78,2 0 0,-1 2 0,-28 31 0,39-37-158,1 0-1,0 1 1,1 0 0,-10 18-1,14-22-41,1 0 0,-1 0 0,2 0-1,-1 0 1,1 1 0,0-1 0,1 1 0,-1 13-1,2-21-27,0 1 0,0 0 1,0 0-1,0-1 0,0 1 0,0 0 0,1-1 0,-1 1 0,0 0 0,1-1 0,0 1 0,-1 0 0,1-1 0,0 1 0,0-1 0,0 1 0,0-1 0,0 0 1,0 1-1,0-1 0,0 0 0,1 0 0,1 1 0,-1-1 1,0 0-1,1 0 1,-1 0 0,0-1-1,1 1 1,-1-1 0,1 0-1,-1 1 1,1-1 0,0 0-1,-1-1 1,1 1 0,4-1-1,7-3 12,1-1 0,-1 0 0,0-1 0,14-9 0,-22 12-9,99-55 85,-98 54-87,0-1 0,0 1 0,0-1 0,-1 0 0,0-1 0,0 0-1,0 0 1,0 0 0,-1 0 0,0-1 0,-1 0 0,1 0 0,3-9 0,-4 8 1,0 0 0,0-1 0,-1 1 1,0-1-1,0 0 0,-1 0 0,0 0 1,-1 0-1,0 0 0,-1 0 0,0-11 0,2-10 16,2 1 0,8-34 0,-1 1 2,-4 31-18,-5 23-7,0-1 1,0 1-1,-1-1 1,0-16-1,-7-39-32,8 70 4,-1-5 27,0 1 0,-1-1 0,1 0 0,-1 1-1,1-1 1,-1 1 0,0-1 0,0 1 0,1-1 0,-1 1 0,0-1 0,0 1 0,0-1 0,-1 1 0,1-1 0,0 1 0,-1-1-1,1 1 1,-1-1 0,1 1 0,-2 1 0,-6 19 13,0 1 0,1 0 0,2 0 0,0 1 0,2-1 0,-2 40 0,4-44 4,-2 0-1,0-1 1,-7 23 0,5-27-5,2 0-1,0 0 1,0 1 0,2-1 0,-1 1 0,2 16 0,1-25-4,0-1-1,0 0 1,1 1 0,-1-1-1,4 5 1,-5-9-4,0 0 0,1 0-1,-1 0 1,0 0 0,1 0 0,-1 0 0,1 0 0,-1 0-1,1 0 1,0-1 0,-1 1 0,1 0 0,0 0-1,-1-1 1,1 1 0,0 0 0,0-1 0,0 1 0,0-1-1,0 1 1,0-1 0,0 1 0,-1-1 0,1 0-1,0 0 1,0 1 0,1-1 0,-1 0 0,0 0 0,0 0-1,0 0 1,0 0 0,1 0 0,25-12 41,-1-1 0,39-26-1,-39 23-30,-7 4-2,-2-1-1,25-23 1,-3 1 4,-25 23 0,25-27 0,-35 34-8,0 0-1,0 0 1,0-1-1,-1 1 0,1-1 1,-1 0-1,-1 0 0,5-12 1,-7 16-5,0-1 0,1 1 0,-1-1 0,0 1 0,0-1 1,0 1-1,-1-1 0,1 1 0,-1-1 0,1 1 0,-1 0 0,0-1 1,0 1-1,0 0 0,0 0 0,0-1 0,0 1 0,-1 0 1,1 0-1,-1 0 0,1 0 0,-1 1 0,0-1 0,0 0 0,0 1 1,0-1-1,0 1 0,0 0 0,0-1 0,0 1 0,0 0 1,-1 0-1,1 1 0,-5-2 0,0 0-3,1 1-1,0-1 1,-1 2-1,0-1 1,1 1-1,-1-1 1,1 2-1,-1-1 1,1 1-1,-1 0 1,1 0-1,-7 3 1,10-3-1,1 1 0,-1-1 1,1 1-1,-1 0 1,1-1-1,0 1 0,0 0 1,0 0-1,0 1 0,1-1 1,-1 0-1,0 1 1,1-1-1,0 1 0,-2 3 1,-5 8-5,-5 8 0,1 1 0,-12 29 1,20-41 6,1 0 0,0 0 0,0 0 0,1 0 0,0 1 0,1-1 0,0 18 1,2-11 2,1-1 1,0 0 0,2 0 0,-1-1-1,2 1 1,11 26 0,-14-40-3,-1-1 0,1 1-1,0-1 1,0 0 0,1 0 0,-1 0 0,0 0-1,1 0 1,-1 0 0,1 0 0,0-1 0,-1 0-1,1 1 1,5 0 0,0 1 3,0-1 0,1 0 0,12 0 0,-12-1 0,-1 0-1,1 0 1,0-1 0,0-1 0,0 0 0,-1 0 0,1 0 0,0-1 0,-1 0 0,0-1 0,1 0 0,12-7 0,-2 0 5,-11 6-2,0 0-1,0-1 0,0 0 0,-1 0 0,0-1 0,0 1 0,0-2 1,-1 1-1,0-1 0,8-10 0,-6 4 39,-2-1 0,1 1 0,-2-1 0,1 0 0,-2 0 0,0-1 0,-1 1 0,0-1 0,-1 0 0,-1 0 1,0 0-1,-2 0 0,1 0 0,-2 0 0,0 0 0,-7-27 0,8 37-9,-8-31 190,8 34-224,1 1 1,0 0-1,0-1 1,0 1-1,0-1 1,0 1-1,0 0 1,1-1 0,-1 1-1,0 0 1,1-1-1,-1 1 1,1 0-1,-1 0 1,1-1 0,0 1-1,-1 0 1,1 0-1,0 0 1,0 0-1,0 0 1,0 0 0,2-2-1,2 1-3,0-1 1,0 1-1,0 0 0,0 0 0,1 1 1,-1 0-1,1 0 0,-1 0 0,8 0 1,55 2 12,-41 0 9,133 13-808,-41-3-2171,-47-7 1640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39.287"/>
    </inkml:context>
    <inkml:brush xml:id="br0">
      <inkml:brushProperty name="width" value="0.035" units="cm"/>
      <inkml:brushProperty name="height" value="0.035" units="cm"/>
    </inkml:brush>
  </inkml:definitions>
  <inkml:trace contextRef="#ctx0" brushRef="#br0">32 297 4433,'-18'87'2103,"11"-72"-413,7-15-1670,0 0 0,0 1 0,0-1-1,0 0 1,0 0 0,0 0 0,0 0 0,0 0 0,-1 0-1,1 0 1,0 0 0,0 0 0,0 0 0,0 0 0,0 0-1,0 1 1,0-1 0,-1 0 0,1 0 0,0 0 0,0 0 0,0 0-1,0 0 1,0 0 0,0 0 0,0 0 0,-1 0 0,1 0-1,0 0 1,0 0 0,0 0 0,0 0 0,0-1 0,0 1-1,0 0 1,-1 0 0,1 0 0,0 0 0,0 0 0,0 0 0,0 0-1,0 0 1,0 0 0,0 0 0,0 0 0,-1-1 0,1 1 76,0 0 1,0-1 0,0 1 0,-1 0 0,1-1-1,0 1 1,0 0 0,0-1 0,0 1 0,0 0-1,0-1 1,-1 1 0,1-1 0,0 1 0,0 0-1,0-1 1,0 1 0,0-1 0,1 1 0,-1 0-1,0-1 1,0 1 0,0 0 0,0-1 0,0 1-1,0 0 1,1-1 0,-1 1 0,0-1 0,7 0 22,0-1 0,0 2 1,0-1-1,10 1 0,12 0 6,210 4 323,39 18-268,-272-22-170,0 0 1,1 0-1,-1-1 0,0 0 0,0 0 0,9-2 0,-13 2-1,0 1 1,0-1-1,-1 0 0,1 0 0,0 1 0,-1-1 0,1 0 0,0 0 0,-1-1 0,1 1 1,-1 0-1,0 0 0,1-1 0,-1 1 0,0-1 0,0 1 0,0-1 0,0 1 0,2-4 1,-3 4 1,1 0 0,-1 0 0,1 0 1,-1 0-1,1 0 0,0 0 1,-1 0-1,1 0 0,0 0 1,0 1-1,0-1 0,-1 0 0,1 0 1,0 1-1,0-1 0,0 1 1,0-1-1,2 0 0,-2 1-2,0 0 0,-1-1 0,1 1 0,0 0 0,0-1 0,-1 1 0,1-1 0,0 1 0,-1-1-1,1 0 1,0 1 0,-1-1 0,1 1 0,-1-1 0,1-1 0,-1-1 21,0 0-1,0 0 1,0 1 0,-1-1 0,1 0-1,-1 0 1,0 0 0,1 0-1,-1 1 1,-1-1 0,1 0 0,0 1-1,-3-4 1,-1-3 74,-1 0 0,-12-15 0,0 6 5,-1 0-1,0 2 0,-22-15 1,-49-21 46,0 0-87,78 44-70,0-1-1,1-1 1,0 0-1,-18-20 0,19 16-412,15 17-841,17 20-1368,-6 4 1518</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39.677"/>
    </inkml:context>
    <inkml:brush xml:id="br0">
      <inkml:brushProperty name="width" value="0.035" units="cm"/>
      <inkml:brushProperty name="height" value="0.035" units="cm"/>
    </inkml:brush>
  </inkml:definitions>
  <inkml:trace contextRef="#ctx0" brushRef="#br0">329 1 4393,'-6'11'2408,"-1"16"-503,5 7-9,-29-4-407,5 14-417,-33 5-600,6 7-160,-2 6-168,9-5-16,19-21-1192,10-11 824</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0.573"/>
    </inkml:context>
    <inkml:brush xml:id="br0">
      <inkml:brushProperty name="width" value="0.035" units="cm"/>
      <inkml:brushProperty name="height" value="0.035" units="cm"/>
    </inkml:brush>
  </inkml:definitions>
  <inkml:trace contextRef="#ctx0" brushRef="#br0">82 121 1072,'0'0'67,"0"0"1,0 0-1,0 0 0,0-1 0,-1 1 1,1 0-1,0 0 0,0 0 0,0 0 1,0 0-1,-1 0 0,1-1 0,0 1 1,0 0-1,0 0 0,-1 0 0,1 0 0,0 0 1,0 0-1,0 0 0,-1 0 0,1 0 1,0 0-1,0 0 0,0 0 0,-1 0 1,1 0-1,0 0 0,0 0 0,0 0 1,-1 0-1,1 0 0,0 0 0,0 1 0,0-1 1,-1 0-1,1 0 0,0 0 0,0 0 1,0 0-1,0 0 0,-1 1 0,1-1 1,0 0-1,0 0 0,0 1 0,-6 13 276,4-10-52,-6 20 108,1 0-1,1 0 1,-4 39-1,7-35-169,-27 262 1785,28-255-1534,5 53-1,-1-116 348,7-41 0,3-14-725,25-143-22,-27 187-77,2 1-1,1 0 1,3 1-1,0 1 1,41-65-1,-42 83-12,-14 17 9,-1 1 0,0 0 0,0 0 1,1 0-1,-1-1 0,0 1 0,1 0 0,-1 0 1,0 0-1,1 0 0,-1-1 0,1 1 0,-1 0 0,0 0 1,1 0-1,-1 0 0,0 0 0,1 0 0,-1 0 0,1 0 1,-1 0-1,0 0 0,1 0 0,-1 1 0,0-1 1,1 0-1,-1 0 0,1 0 0,1 3-1,-1-1 0,1 0-1,-1 0 1,0 1 0,1-1-1,-1 1 1,0-1 0,0 1 0,-1-1-1,1 1 1,0 3 0,3 18 3,0-1 1,-2 1 0,-1-1-1,-1 1 1,0 0 0,-2-1-1,-1 1 1,-7 27-1,7-40-9,-2 0 0,1-1 0,-1 1 0,-1-1 0,1 0 0,-2-1 0,-8 12 0,14-20-84,1-1-1,0 1 0,-1-1 1,1 1-1,0-1 0,-1 1 1,1-1-1,-1 1 0,1-1 1,-1 1-1,1-1 0,-1 1 1,1-1-1,-1 0 0,0 1 0,1-1 1,-1 0-1,0 1 0,1-1 1,-1 0-1,0 0 0,1 0 1,-1 0-1,0 0 0,0 0 1,3-6-803</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1.066"/>
    </inkml:context>
    <inkml:brush xml:id="br0">
      <inkml:brushProperty name="width" value="0.035" units="cm"/>
      <inkml:brushProperty name="height" value="0.035" units="cm"/>
    </inkml:brush>
  </inkml:definitions>
  <inkml:trace contextRef="#ctx0" brushRef="#br0">1 355 1544,'25'5'310,"-3"-1"251,0 1-1,-1 0 1,32 14 0,-53-19-417,0-1 0,0 0 0,-1 0 1,1 0-1,0 0 0,0 0 0,0 0 0,0 0 1,0 0-1,0 0 0,0 0 0,1 0 0,-1 1 1,0-1-1,0 0 0,1 0 0,-1 0 0,0 0 1,1 0-1,-1 0 0,1 1 0,-1-1 0,2-1 1,13-24 1306,-13 21-1327,0 1 0,0 0 1,0-1-1,0 0 0,-1 1 0,0-1 1,1-7-1,2-9 129,8-23 135,-11 18-264,-1 20-102,0 0 1,1 0-1,-1 0 1,1 0-1,0 0 1,1 1 0,-1-1-1,1 0 1,0 1-1,6-11 1,-6 13-16,0-1 0,0 1 0,0-1 0,0 0 0,-1 0 0,1 1 0,-1-1 0,0 0 0,0-1-1,-1 1 1,1 0 0,-1 0 0,0 0 0,0 0 0,0-5 0,0-30 27,0 38-32,0-1-1,0 1 1,1 0-1,-1-1 1,0 1 0,1-1-1,-1 1 1,1-1 0,-1 1-1,1 0 1,0 0-1,0-1 1,-1 1 0,1 0-1,0 0 1,0 0-1,0 0 1,0 0 0,2-2-1,-2 3-2,0-1 1,1 1-1,-1 0 0,0 0 0,0-1 0,0 1 0,1 0 1,-1 0-1,0 0 0,0 0 0,0 0 0,1 0 0,-1 1 1,0-1-1,0 0 0,0 0 0,0 1 0,1-1 0,-1 1 1,0-1-1,0 1 0,0 0 0,0-1 0,0 1 0,0 0 1,0 0-1,-1 0 0,2 0 0,29 30-1075,25 6-1201,14 11-195,-63-43 2367,-1 0 0,0 1 0,0 0 0,-1 0 0,1 1 1,-2-1-1,9 14 0,-11-15 108,-1-1 0,1 1 1,-1-1-1,0 1 0,0 0 0,-1 0 1,1-1-1,-1 1 0,0 0 0,0 0 1,-1-1-1,0 1 0,1 0 0,-1 0 1,-1-1-1,-2 9 0,-4 4 192,0 1 1,-18 27-1,16-29 41,7-12-135,1 0 0,-1 0 0,0-1-1,0 1 1,0-1 0,0 1-1,-1-1 1,1 0 0,-1-1-1,0 1 1,0 0 0,0-1-1,-5 2 1,6-2-21,-6 3 290,8-5-341,1 1 1,-1-1 0,0 1 0,1-1-1,-1 1 1,0-1 0,1 0 0,-1 1-1,0-1 1,0 0 0,1 0 0,-1 1-1,0-1 1,0 0 0,0 0 0,1 0-1,-1 0 1,0 0 0,0 0 0,0 0 0,1 0-1,-1-1 1,0 1 0,0 0 0,0 0-1,1-1 1,-1 1 0,0 0 0,1-1-1,-1 1 1,0-1 0,1 1 0,-1-1-1,0 1 1,1-1 0,-1 1 0,0-2-1,-3-1 46,1-1-1,-1 0 1,1 1 0,0-1-1,0-1 1,0 1-1,0 0 1,1-1-1,0 1 1,-1-1-1,2 0 1,-1 0-1,1 1 1,0-1-1,0 0 1,0 0-1,0-9 1,1 6-37,0 0 1,1-1 0,0 1 0,0 0-1,1 0 1,0 0 0,1 0-1,0 0 1,0 0 0,8-13 0,29-51 6,-39 70-46,0-1 1,1 1-1,0 0 1,-1 0-1,1 0 0,0 0 1,0 1-1,0-1 1,0 0-1,0 1 1,0 0-1,1-1 1,-1 1-1,0 0 0,1 0 1,-1 0-1,1 0 1,-1 1-1,1-1 1,-1 1-1,1 0 0,5-1 1,-5 2-1,1-1 0,0 0 0,-1 1 0,1 0 0,0 0 0,-1 0 0,1 1 0,-1-1 0,0 1 0,0 0 1,1-1-1,-1 2 0,0-1 0,0 0 0,5 6 0,9 13 15,-12-15-17,0 0 0,0 0 1,0-1-1,0 1 0,1-1 0,7 5 1,-12-10-83,-1 1 43,0-1-1,1 0 0,-1 1 0,1-1 1,-1 0-1,0 0 0,1 1 1,-1-1-1,1 0 0,-1 0 0,1 1 1,-1-1-1,0 0 0,1 0 1,-1 0-1,1 0 0,-1 0 0,1 0 1,-1 0-1,1 0 0,-1 0 1,1 0-1,-1 0 0,1 0 1,-1 0-1,1 0 0,-1-1 0,1 1 1,-1 0-1,0 0 0,1 0 1,-1-1-1,1 1 0,3-12-530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3.183"/>
    </inkml:context>
    <inkml:brush xml:id="br0">
      <inkml:brushProperty name="width" value="0.035" units="cm"/>
      <inkml:brushProperty name="height" value="0.035" units="cm"/>
    </inkml:brush>
  </inkml:definitions>
  <inkml:trace contextRef="#ctx0" brushRef="#br0">42 211 3377,'-32'-186'1424,"22"165"-560,12 17 48,-2 14 81,10 16 79,-8 16-152,3 6-120,5 12-280,3 9-96,-1 3-192,-12-11-63,5 5-81,-3-14 8,2-15-152,11 5-385,-9-40-2039,1 0 1696</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3.587"/>
    </inkml:context>
    <inkml:brush xml:id="br0">
      <inkml:brushProperty name="width" value="0.035" units="cm"/>
      <inkml:brushProperty name="height" value="0.035" units="cm"/>
    </inkml:brush>
  </inkml:definitions>
  <inkml:trace contextRef="#ctx0" brushRef="#br0">30 108 3801,'-10'-17'1101,"-6"-11"101,15 27-1148,1 1 0,-1-1-1,1 0 1,0 0 0,-1 1-1,1-1 1,0 0 0,0 0-1,0 1 1,-1-1 0,1 0-1,0 0 1,0 0 0,0 1-1,0-1 1,0 0 0,1 0-1,-1 0 1,0 1 0,0-1 0,0 0-1,1 0 1,-1 1 0,0-1-1,1 0 1,0 0 0,2-1 73,0 0 1,0 1-1,1-1 1,-1 1-1,0 0 1,1 0-1,-1 1 1,1-1-1,-1 1 1,1-1 0,-1 1-1,1 0 1,0 0-1,-1 1 1,5 0-1,9 0 157,134-17 979,-106 9-1083,84-2 1,-59 13-123,-1 4 0,76 18 0,-124-19 0,-20-7-56,-1 0-1,0 0 1,0 0 0,1 0 0,-1 0 0,0 0 0,1 0 0,-1 0 0,0 1 0,0-1 0,1 0 0,-1 0 0,0 0 0,0 0 0,0 1 0,1-1 0,-1 0 0,0 0 0,0 0 0,0 1 0,0-1 0,1 0 0,-1 0 0,0 1 0,0-1 0,0 0 0,0 0 0,0 1 0,0-1 0,0 0 0,0 0 0,0 1 0,0-1 0,0 0 0,0 1 0,0-1 0,0 0 0,0 0 0,0 1 0,0-1 0,0 0 0,0 0 0,0 1 0,0-1 0,0 0 0,-1 0 0,1 1 0,0-1 0,0 0 0,0 0 0,0 0 0,-1 1 0,1-1 0,0 0 0,0 0 0,0 0 0,-1 1 0,1-1 0,0 0 0,0 0 0,-1 0 0,1 0 0,0 0 0,0 0 0,-1 0 0,1 0 0,-28 12 72,-1-1 1,-54 13 0,-3 0-18,33-7 13,14-5 143,0 1 0,0 2 0,-36 21-1,75-36-202,-1 0-1,0 0 0,0 1 1,0-1-1,1 1 0,-1-1 0,0 0 1,1 1-1,-1-1 0,0 1 0,1-1 1,-1 1-1,0 0 0,1-1 0,-1 1 1,1 0-1,-1-1 0,1 1 0,0 0 1,-1 0-1,1-1 0,0 1 1,-1 0-1,1 0 0,0 0 0,0-1 1,0 1-1,0 0 0,0 0 0,0 0 1,0-1-1,0 1 0,0 0 0,0 0 1,0 0-1,0 0 0,1-1 1,-1 1-1,0 0 0,0 0 0,1-1 1,-1 1-1,1 0 0,-1 0 0,1-1 1,-1 1-1,1 0 0,-1-1 0,2 2 1,4 3 11,1 0 0,0 0 0,0 0 0,11 5 0,1 0 7,7 9-1,25 25 0,-31-26-4,1-1 0,35 23 0,-48-35-128,0-1-1,1 0 0,-1 0 1,1-1-1,0 0 0,0-1 1,0 0-1,0 0 0,0-1 1,1 0-1,12-1 0,-2-1-991,34-7 1,19-14-198</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3.977"/>
    </inkml:context>
    <inkml:brush xml:id="br0">
      <inkml:brushProperty name="width" value="0.035" units="cm"/>
      <inkml:brushProperty name="height" value="0.035" units="cm"/>
    </inkml:brush>
  </inkml:definitions>
  <inkml:trace contextRef="#ctx0" brushRef="#br0">429 62 3033,'5'-3'394,"0"1"-1,0-1 1,-1 0 0,1-1 0,-1 1 0,1-1 0,-1 0 0,-1 0-1,1 0 1,0 0 0,3-7 0,-7 11-356,0 0 1,1-1-1,-1 1 0,0 0 1,0-1-1,0 1 0,0 0 1,0-1-1,0 1 1,0-1-1,0 1 0,0 0 1,0-1-1,0 1 0,0 0 1,0-1-1,0 1 0,0 0 1,0-1-1,0 1 0,0 0 1,0-1-1,-1 1 1,1 0-1,0-1 0,0 1 1,0 0-1,-1 0 0,1-1 1,0 1-1,0 0 0,-1 0 1,1-1-1,0 1 0,0 0 1,-1 0-1,1 0 0,0-1 1,-1 1-1,1 0 1,0 0-1,-1 0 0,1 0 1,0 0-1,-1 0 0,1 0 1,0 0-1,-1 0 0,1 0 1,0 0-1,-1 0 0,1 0 1,-1 0-1,1 0 1,0 0-1,-1 0 0,1 1 1,-23 1 770,7 2-579,1 1 1,0 0-1,0 2 0,1-1 0,-1 2 1,-22 16-1,3 1-7,-40 38 0,42-33-130,-6 3 104,-60 71 0,92-96-174,0 1 0,0 0 1,0 0-1,1 0 0,1 0 1,-5 14-1,8-20-21,-1 1 0,2 0 0,-1-1 0,0 1 0,1 0 1,0-1-1,0 1 0,0 0 0,0 0 0,0-1 0,1 1 0,0 0 0,-1-1 0,2 1 0,-1 0 0,0-1 0,1 1 1,-1-1-1,1 0 0,0 0 0,3 5 0,1-3-1,0 1 1,0-1-1,1 0 0,-1 0 0,1-1 1,0 1-1,1-2 0,-1 1 1,1-1-1,-1 0 0,1-1 1,0 1-1,0-2 0,0 1 1,10 0-1,12 0-66,0 0-1,57-6 1,-54 0-459,0-2 0,0-1 1,0-2-1,41-16 0,31-14-555</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1:44.333"/>
    </inkml:context>
    <inkml:brush xml:id="br0">
      <inkml:brushProperty name="width" value="0.035" units="cm"/>
      <inkml:brushProperty name="height" value="0.035" units="cm"/>
    </inkml:brush>
  </inkml:definitions>
  <inkml:trace contextRef="#ctx0" brushRef="#br0">88 77 6385,'-11'3'839,"-31"6"962,40-8-1720,0-1 0,1 0 0,-1 1 0,0-1 1,1 0-1,-1 0 0,0 0 0,0 0 0,1-1 0,-1 1 0,0 0 0,1-1 0,-1 1 0,0-1 0,1 0 0,-1 1 0,1-1 0,-2-1 0,2 2-64,1-1 0,0 1 0,0 0 1,0 0-1,0 0 0,0-1 0,0 1 0,0 0 0,0 0 1,0 0-1,0-1 0,-1 1 0,1 0 0,0 0 0,0 0 0,0-1 1,0 1-1,0 0 0,0 0 0,1 0 0,-1-1 0,0 1 1,0 0-1,0 0 0,0 0 0,0-1 0,0 1 0,0 0 1,0 0-1,0 0 0,1 0 0,-1-1 0,0 1 0,0 0 1,0 0-1,0 0 0,0 0 0,1 0 0,-1 0 0,0-1 0,0 1 1,0 0-1,0 0 0,1 0 0,-1 0 0,0 0 0,0 0 1,0 0-1,1 0 0,-1 0 0,0 0 0,1 0 0,16-4 483,-8 2-262,59-15 347,126-27 159,-165 40-719,1 1 1,-1 1-1,1 2 0,57 7 0,-64-4-17,1 2 1,-1 0-1,34 13 0,-51-16-2,0 0 0,0 1 0,-1 0 0,1 0 0,-1 1 0,1-1 0,-1 1-1,0 0 1,0 1 0,-1-1 0,1 1 0,-1 0 0,0 0 0,-1 0 0,1 1 0,-1-1-1,0 1 1,3 6 0,-3 4 38,0-1 0,0 1 0,-2 0 0,0 0 0,-1 0 0,0-1-1,-1 1 1,-6 27 0,-1 43 1319,9-18-722</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24.261"/>
    </inkml:context>
    <inkml:brush xml:id="br0">
      <inkml:brushProperty name="width" value="0.035" units="cm"/>
      <inkml:brushProperty name="height" value="0.035" units="cm"/>
    </inkml:brush>
  </inkml:definitions>
  <inkml:trace contextRef="#ctx0" brushRef="#br0">231 401 2240,'89'-92'1394,"-74"72"-466,-15 19-894,0 1-1,0 0 1,0 0 0,0 0 0,0 0-1,1 0 1,-1 0 0,0-1 0,0 1-1,0 0 1,0 0 0,0 0 0,0 0-1,0-1 1,0 1 0,0 0 0,0 0-1,0 0 1,0 0 0,0-1 0,0 1-1,0 0 1,0 0 0,0 0 0,0 0-1,0-1 1,0 1 0,0 0 0,0 0-1,0 0 1,0 0 0,0-1-1,-1 1 1,1 0 0,0 0 0,0 0-1,0 0 1,0 0 0,0 0 0,0-1-1,-1 1 1,1 0 0,0 0 0,0 0-1,0 0 1,-20 5 2620,17-3-2508,-5 1-44,-1 1 0,1 0 0,0 1 0,0 0 1,0 0-1,0 0 0,-12 14 0,12-12-20,0 1 14,0 0 1,0 0 0,-9 14-1,0 0 41,-7 4-40,1 2 1,1 1-1,2 1 1,1 1-1,-16 35 1,10-21-25,26-44-67,1-1-1,-1 1 0,0-1 0,0 1 1,1-1-1,-1 1 0,0-1 0,1 0 1,-1 0-1,0 0 0,1 0 0,-1 0 0,0 0 1,1 0-1,-1 0 0,0 0 0,1 0 1,1-2-1,2 2 0,1-1 1,-1 1 0,0-1-1,0-1 1,0 1-1,-1-1 1,6-2-1,-4-1 2,0 0-1,-1 0 0,0 0 0,0-1 0,8-10 0,1-2 7,6-8 18,22-37 0,-7 11 0,28-54 8,-22 33-22,6-14-4,-29 50-5,30-43-1,-46 77-3,-1 1-1,1-1 0,-1 0 1,0 0-1,0 0 1,0 0-1,0 0 1,1-6-1,-2 6 4,1 0 0,-1 0 0,1 0 0,0 0 0,0 1 0,0-1 0,0 0 0,2-2-1,-2 4-3,0-1 0,0 1-1,0 0 1,0 0 0,1 0-1,-1 0 1,0 0-1,1 0 1,-1 0 0,1 1-1,-1-1 1,1 0 0,-1 1-1,1-1 1,1 0-1,-2 1-1,-1 0 0,1 0 0,-1 0-1,1 0 1,0 0 0,-1 0 0,1 0 0,-1 0-1,1 0 1,0 0 0,-1 0 0,1 1-1,-1-1 1,1 0 0,-1 0 0,1 1-1,0-1 1,-1 0 0,1 0 0,-1 1-1,0-1 1,1 1 0,-1-1 0,1 0-1,-1 1 1,1-1 0,-1 1 0,0-1-1,1 1 1,-1-1 0,0 1 0,0 0 0,1-1-1,-1 1 1,0-1 0,0 1 0,0-1-1,0 1 1,0 0 0,0-1 0,0 1-1,0 0 1,0 19 107,-5 36 0,0-7 2,-24 200 183,18-199-209,-17 50 0,-2 8-373,24-89-350,-2-6 257</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24.724"/>
    </inkml:context>
    <inkml:brush xml:id="br0">
      <inkml:brushProperty name="width" value="0.035" units="cm"/>
      <inkml:brushProperty name="height" value="0.035" units="cm"/>
    </inkml:brush>
  </inkml:definitions>
  <inkml:trace contextRef="#ctx0" brushRef="#br0">0 155 512,'11'-10'218,"-6"6"-113,0-1 0,1 1 0,0 0 0,12-7 1,-18 11-85,1-1 0,-1 1 1,1 0-1,0 0 0,-1 0 0,1-1 1,0 1-1,-1 0 0,1 0 1,0 0-1,0 0 0,-1 0 1,1 0-1,0 0 0,-1 1 1,1-1-1,0 0 0,-1 0 1,1 0-1,-1 1 0,2 0 1,-1-1 22,0 1 1,-1 0 0,1 0 0,0 0 0,-1 0 0,1 0 0,0 0 0,-1 1 0,1-1 0,-1 0 0,0 0 0,1 0 0,-1 0 0,0 1 0,0-1 0,0 1 0,1 4 150,0 0 1,-1-1 0,0 1 0,0-1-1,-1 1 1,0-1 0,0 1 0,0-1 0,0 1-1,-1-1 1,0 0 0,0 0 0,-1 0 0,1 0-1,-7 9 1,6-11-135,1 1 0,-1-1 0,1 1 0,0-1 0,0 1 0,1 0 0,-1 0-1,1 0 1,-1 0 0,1 0 0,1 0 0,-1 0 0,0 1 0,1-1 0,0 0 0,0 0 0,0 0-1,1 1 1,-1-1 0,1 0 0,0 0 0,0 0 0,1 0 0,-1 0 0,1 0 0,0 0 0,0-1-1,0 1 1,0 0 0,1-1 0,-1 0 0,4 4 0,-5-6-54,-1 0-1,1 0 1,-1 0 0,1-1-1,0 1 1,-1 0 0,1 0-1,0-1 1,-1 1 0,1 0 0,0-1-1,0 1 1,0-1 0,0 1-1,-1-1 1,1 1 0,0-1-1,0 0 1,0 1 0,0-1-1,0 0 1,0 0 0,0 0 0,0 0-1,0 0 1,0 0 0,0 0-1,0 0 1,0 0 0,0 0-1,0 0 1,0-1 0,0 1-1,0 0 1,0-1 0,0 1 0,0-1-1,1 0 1,20-7 71,-12 6-52,-7 2-20,-1 0 0,1-1 1,-1 1-1,1-1 0,-1 0 1,1 1-1,-1-1 0,1 0 0,-1-1 1,0 1-1,1 0 0,-1-1 1,0 1-1,0-1 0,4-3 0,3-27 50,22-42 31,-22 53-66,19-35 1,3-7 2,8-33-16,-42 136 480,-3-6 124,-14 43-1,11-49-345,2 1-1,-6 51 0,2 11-53,11-88-200,0 0 0,-1 1 0,1-1 0,0 0 0,0 0 0,1 1-1,-1-1 1,1 0 0,-1 0 0,1 0 0,2 6 0,-2-8-20,0 0 0,-1 0 0,1-1 0,0 1 0,0 0 0,-1 0-1,1 0 1,0-1 0,0 1 0,0 0 0,0-1 0,0 1 0,0-1 0,0 1 0,0-1 0,0 0 0,0 1 0,0-1-1,0 0 1,1 0 0,-1 0 0,0 0 0,0 0 0,0 0 0,0 0 0,0 0 0,0 0 0,1 0 0,-1-1-1,0 1 1,0 0 0,0-1 0,0 1 0,0-1 0,1 0 0,4-3-244,0 0 1,0 0-1,-1 0 1,0-1-1,0 0 1,0 0-1,0 0 1,-1 0-1,6-10 0,-4 7 3,35-48-805</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25.128"/>
    </inkml:context>
    <inkml:brush xml:id="br0">
      <inkml:brushProperty name="width" value="0.035" units="cm"/>
      <inkml:brushProperty name="height" value="0.035" units="cm"/>
    </inkml:brush>
  </inkml:definitions>
  <inkml:trace contextRef="#ctx0" brushRef="#br0">340 198 1592,'-17'4'500,"1"0"-1,-1 1 1,1 1-1,1 1 1,-1 1-1,1 0 0,0 0 1,1 2-1,0 0 1,0 0-1,1 1 1,1 1-1,-14 16 1,5-2 118,1 1 0,-22 39 0,36-56-524,1 0 0,1 0 0,-1 0 0,2 0-1,-1 1 1,1 0 0,1-1 0,0 1 0,1 0 0,-1 22 0,2-31-89,0-1 0,0 1 0,1 0 0,-1 0 0,0 0 0,1 0 0,-1-1 0,1 1 0,0 0 0,-1 0 0,1-1 0,0 1 1,0-1-1,0 1 0,0 0 0,0-1 0,0 0 0,1 1 0,-1-1 0,0 0 0,1 0 0,-1 0 0,1 0 0,0 0 0,-1 0 0,1 0 0,0 0 0,-1 0 0,1-1 1,0 1-1,0-1 0,-1 1 0,1-1 0,0 0 0,0 0 0,2 0 0,6 0 7,-1-1 0,0-1 0,0 0 0,0 0 1,0 0-1,12-6 0,6-5-174,0-1-1,-1-2 1,0 0 0,40-35 0,-26 20-702,43-34-1343,-1-12 874</inkml:trace>
  <inkml:trace contextRef="#ctx0" brushRef="#br0" timeOffset="1">600 0 2929,'-25'0'1592,"-1"8"-56,22 11-271,4 17-25,-9 6-208,9 15-424,-12 5-112,5 18-208,-16-10-88,27 14-112,-12-20-16,8-12 0,2-5-8,-17-28-240,20 10-440,-22-35 408</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25.494"/>
    </inkml:context>
    <inkml:brush xml:id="br0">
      <inkml:brushProperty name="width" value="0.035" units="cm"/>
      <inkml:brushProperty name="height" value="0.035" units="cm"/>
    </inkml:brush>
  </inkml:definitions>
  <inkml:trace contextRef="#ctx0" brushRef="#br0">24 55 3937,'-21'-25'2504,"19"18"-559,9-5-529,14 1-192,38 21-840,2-1-232,24 6-96,10 0-264,0-20 168</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16.393"/>
    </inkml:context>
    <inkml:brush xml:id="br0">
      <inkml:brushProperty name="width" value="0.035" units="cm"/>
      <inkml:brushProperty name="height" value="0.035" units="cm"/>
    </inkml:brush>
  </inkml:definitions>
  <inkml:trace contextRef="#ctx0" brushRef="#br0">0 66 456,'0'0'20,"1"-1"1,-1 1-1,0-1 0,1 1 0,-1 0 0,0-1 1,1 1-1,-1 0 0,1-1 0,-1 1 1,1 0-1,-1 0 0,1-1 0,-1 1 1,1 0-1,-1 0 0,1 0 0,-1 0 1,1 0-1,-1 0 0,1-1 0,-1 1 0,1 0 1,-1 1-1,2-1 0,17-1 144,-16 1-86,87 2 1413,105 14 0,21-5-815,-114-9-373,316 8 1391,-177-6-1282,254-28 0,-28 15 286,-152 9-609,352-46 40,-509 31 160,220 7 0,-307 11-263,544 12 73,-248-5-84,-191-3 3,108 6 18,142 2-1,188 6-18,-118-15 40,19 1 780,-125 3-660,40-7-9,-294-4-33,218-29 0,-146 8-101,-39 7-20,278-13-5,-316 31-3,130-1 15,-197-5-17,396 1 8,-285 11 22,248-18 1,26-2-41,3 26-3,-169-5 25,117-17 9,-146-2-8,691-1 5,-787 6-22,216 3 2,-90 19 4,95 3 1,559-18 10,-349 12-18,0 26 7,207 9 21,456-46 5,-598-9-33,737 22 0,3 22 3,-667-18-2,476 40-233,-746-27 122</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38.130"/>
    </inkml:context>
    <inkml:brush xml:id="br0">
      <inkml:brushProperty name="width" value="0.035" units="cm"/>
      <inkml:brushProperty name="height" value="0.035" units="cm"/>
    </inkml:brush>
  </inkml:definitions>
  <inkml:trace contextRef="#ctx0" brushRef="#br0">445 28 2280,'0'0'57,"0"0"0,0 0 0,1 0 0,-1 0-1,0 0 1,0 0 0,0 0 0,0 0-1,1 0 1,-1 0 0,0 0 0,0-1 0,0 1-1,0 0 1,1 0 0,-1 0 0,0 0-1,0 0 1,0 0 0,0-1 0,0 1 0,0 0-1,1 0 1,-1 0 0,0 0 0,0-1-1,0 1 1,0 0 0,0 0 0,0 0 0,0-1-1,0 1 1,0 0 0,0 0 0,0 0-1,0-1 1,0 1 0,0 0 0,0 0 0,0 0-1,0-1 1,0 1 0,0 0 0,0 0-1,0 0 1,-1 0 0,1-1 0,0 1-1,0 0 1,0 0 0,0 0 0,0 0 0,0 0-1,0-1 1,-1 1 0,1 0 0,-12-11 2064,8 9-2076,0 1 0,1 0 0,-1 0 0,0 0 0,0 0 0,0 0 0,0 1 0,0 0 0,0 0 0,0 0 0,0 1 0,0-1 0,0 1 0,0 0 1,0 0-1,0 0 0,-5 3 0,-4 2 40,-1 2 0,1-1 0,-17 15 0,-7 5 231,2 2 1,0 1 0,-37 43 0,59-58-249,1 0 1,1 1-1,0 0 0,1 1 0,1 0 0,0 0 1,2 1-1,0 1 0,1-1 0,-5 26 0,10-38-59,0 0-1,0 0 0,1 0 1,0 0-1,0 0 0,2 9 1,-2-14-7,0 0 1,0 0 0,0 1-1,1-1 1,-1 0 0,1 0 0,-1 0-1,1 0 1,-1 0 0,1 0-1,-1 0 1,1 0 0,0 0 0,0 0-1,0 0 1,-1 0 0,1 0-1,0 0 1,0-1 0,0 1 0,0 0-1,0-1 1,0 1 0,1-1-1,-1 1 1,0-1 0,0 1 0,0-1-1,0 0 1,1 0 0,-1 1-1,0-1 1,0 0 0,1 0 0,-1 0-1,2-1 1,9-1 24,-1-2 0,0 1 0,0-1-1,0-1 1,18-10 0,18-8 23,29-2-2,8-4 10,-78 26-50,0-1 0,0 0 0,0-1-1,-1 1 1,1-1 0,-1 0 0,0-1-1,-1 1 1,1-1 0,-1 0 0,0 0-1,0-1 1,-1 1 0,0-1 0,0 1-1,-1-1 1,1 0 0,-2 0 0,1 0-1,-1 0 1,0 0 0,0-1 0,-1 1-1,0 0 1,-1-9 0,-2-18 42,3 21 3,-1 0 0,-1 0-1,-4-15 1,6 26-91,-1 0-1,1 1 1,-1-1 0,1 1-1,-1-1 1,0 1-1,1-1 1,-1 1 0,0-1-1,0 1 1,0 0-1,0 0 1,0-1 0,-1 1-1,1 0 1,0 0-1,-1 0 1,1 0 0,0 0-1,-1 1 1,1-1-1,-1 0 1,-1 0 0,3 1 4,0 0 0,0 0 0,-1 0 1,1 0-1,0-1 0,0 1 0,0 0 1,0 0-1,-1 0 0,1 0 0,0 0 1,0 0-1,0 0 0,-1 0 0,1 0 1,0 0-1,0 0 0,0 0 0,0 0 1,-1 0-1,1 0 0,0 0 0,0 0 1,0 0-1,-1 0 0,1 0 1,0 0-1,0 1 0,0-1 0,0 0 1,-1 0-1,1 0 0,0 0 0,0 0 1,0 0-1,0 1 0,0-1 0,-1 0 1,1 0-1,0 0 0,0 0 0,0 1 1,0-1-1,0 0 0,0 0 0,-1 18-875</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38.524"/>
    </inkml:context>
    <inkml:brush xml:id="br0">
      <inkml:brushProperty name="width" value="0.035" units="cm"/>
      <inkml:brushProperty name="height" value="0.035" units="cm"/>
    </inkml:brush>
  </inkml:definitions>
  <inkml:trace contextRef="#ctx0" brushRef="#br0">0 55 904,'99'-45'1272,"-107"35"185,6 25 159,1 4-40,2 16-479,5 8-193,4 12-312,1-3-136,-3 8-240,5 7-64,-5 5-56,-7 0 0,5-7 16,0-10 8,1-23-224,7-5-416,-7-41 344</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38.973"/>
    </inkml:context>
    <inkml:brush xml:id="br0">
      <inkml:brushProperty name="width" value="0.035" units="cm"/>
      <inkml:brushProperty name="height" value="0.035" units="cm"/>
    </inkml:brush>
  </inkml:definitions>
  <inkml:trace contextRef="#ctx0" brushRef="#br0">114 300 2232,'-33'-32'317,"14"13"394,-35-26 1,54 44-643,-1 1 1,1-1-1,-1 1 1,0-1-1,1 1 1,-1-1-1,1 0 1,-1 1-1,1-1 1,0 0-1,-1 1 1,1-1 0,0 0-1,-1 0 1,1 1-1,0-1 1,0 0-1,0 0 1,-1 1-1,1-1 1,0 0-1,0 0 1,0 0-1,0 1 1,1-1 0,-1 0-1,0 0 1,0 0-1,0 1 1,1-1-1,-1 0 1,0 0-1,1 1 1,-1-1-1,1 0 1,-1 1-1,0-1 1,1 0 0,0 1-1,0-1 1,28-23 763,-26 21-713,5-1 47,-1-1 0,2 1 0,14-5-1,18-10 102,-24 9-204,-5 4-29,0-2 0,-1 1-1,0-1 1,12-12 0,-18 15-14,1-2 15,1 1-1,0 0 1,12-8-1,-18 13-26,1-1 0,0 1 0,0 0 0,0 1 0,0-1 0,0 0 0,0 1 0,0-1 0,0 1-1,0-1 1,1 1 0,-1 0 0,0 0 0,0 0 0,0 0 0,0 0 0,0 1 0,1-1 0,-1 1-1,2 0 1,2 2 12,0 0-1,-1 1 0,0-1 1,1 1-1,-1 0 0,-1 1 1,1-1-1,-1 1 1,1 0-1,-1 0 0,-1 0 1,1 1-1,-1 0 0,0-1 1,0 1-1,-1 0 0,1 0 1,-1 0-1,1 10 1,-1-10-5,-1 0 0,0 0 0,0 0 0,-1 0 0,1 0 1,-1 0-1,-1 0 0,1 0 0,-1 0 0,0-1 0,-1 1 1,1 0-1,-1 0 0,0 0 0,0-1 0,-1 1 0,0-1 0,0 0 1,0 0-1,-1 0 0,-5 7 0,-12 7 98,-39 41 380,51-51-436,0-1 0,0-1 0,-1 0 0,0 0 0,0-1-1,0 0 1,-12 5 0,0 0-15,-5-4-13,17-8-19,10 1-11,0 0 0,0 0 0,0-1 0,-1 1 0,1 0 0,0 0 0,0 0 0,0 0 0,0 0 0,0 0 1,0-1-1,0 1 0,0 0 0,0 0 0,0 0 0,0 0 0,0 0 0,0-1 0,0 1 0,0 0 1,0 0-1,0 0 0,0 0 0,0-1 0,0 1 0,0 0 0,0 0 0,0 0 0,0 0 0,0 0 0,0-1 1,0 1-1,0 0 0,0 0 0,1 0 0,-1 0 0,0 0 0,0 0 0,0-1 0,0 1 0,0 0 0,0 0 1,0 0-1,1 0 0,-1 0 0,0 0 0,0 0 0,2-2 7,0 1 0,0 0-1,0 0 1,0 0 0,0 1 0,0-1 0,0 0 0,0 1-1,1-1 1,-1 1 0,0 0 0,0-1 0,0 1-1,4 1 1,8-2 8,-13 0-14,6 0 5,1 0-1,-1 1 0,0 0 1,1 0-1,-1 0 1,0 1-1,1 0 0,-1 0 1,0 1-1,0 0 0,0 0 1,0 1-1,-1 0 0,14 7 1,-13-4 2,0 1 1,0 0-1,-1 1 1,0-1 0,0 1-1,-1 0 1,0 1-1,0-1 1,-1 1-1,0 0 1,4 13 0,15 31-1426,-13-40 825</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39.348"/>
    </inkml:context>
    <inkml:brush xml:id="br0">
      <inkml:brushProperty name="width" value="0.035" units="cm"/>
      <inkml:brushProperty name="height" value="0.035" units="cm"/>
    </inkml:brush>
  </inkml:definitions>
  <inkml:trace contextRef="#ctx0" brushRef="#br0">4 4 2897,'-3'-4'1168,"10"10"-280,3 11-136,-12-6 104,9 16 161,-7 1-257,0 6-352,8 10-112,9 4-136,-9-3-32,3-1-32,2-6-8,-13-12 32,2 1-376,-4-17-1992,10-3 1615</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39.713"/>
    </inkml:context>
    <inkml:brush xml:id="br0">
      <inkml:brushProperty name="width" value="0.035" units="cm"/>
      <inkml:brushProperty name="height" value="0.035" units="cm"/>
    </inkml:brush>
  </inkml:definitions>
  <inkml:trace contextRef="#ctx0" brushRef="#br0">38 18 3905,'-1'0'119,"-1"0"0,1-1 0,0 1 0,-1 0 0,1 0 0,-1 0 0,1 0-1,-1 1 1,1-1 0,-1 0 0,1 1 0,0-1 0,-1 1 0,1-1 0,-1 1 0,1 0 0,0-1 0,0 1 0,-1 0 0,1 0 0,0 0 0,0 0 0,0 0 0,-1 2 0,-1 0 169,37-7 450,-9 2-689,37-9-7,1 2 0,1 4 0,95 2 0,-155 3-41,1 1 1,0-1-1,-1 1 1,1 0-1,0 0 1,-1 0-1,0 1 1,1 0-1,-1 0 1,7 4-1,-8-4 1,-1 0 0,0 0 0,0 0 0,0 1 0,0-1 0,0 0 0,0 1 0,-1-1 0,1 1 0,-1 0 0,1 0 0,-1-1 0,0 1 0,-1 0 0,1 0 0,1 6 0,-1 6 62,0 1 0,-1-1 0,0 0 0,-2 0 1,1 1-1,-2-1 0,0 0 0,-1-1 0,0 1 0,-1-1 0,-1 0 0,0 0 0,-1 0 0,-1-1 0,-14 20 0,0-4 141,-2-1 0,0-1 0,-2 0 0,-1-2 0,-41 28 1,66-51-204,-1 0 1,1 0-1,-1-1 1,1 1-1,-1-1 1,1 1-1,-1-1 1,0 0 0,1 0-1,-1-1 1,0 1-1,-3 0 1,5-1-14,0 0-1,1 0 1,-1 0 0,0 0 0,1-1 0,-1 1-1,0 0 1,1 0 0,-1-1 0,1 1 0,-1 0 0,1-1-1,-1 1 1,0 0 0,1-1 0,0 1 0,-1-1-1,1 1 1,-1-1 0,1 1 0,-1-2 0,0 0-35,0 0 1,0 0 0,1 0 0,-1 0-1,1 0 1,-1 0 0,1-1 0,0 1-1,0-4 1,4-33-267</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40.081"/>
    </inkml:context>
    <inkml:brush xml:id="br0">
      <inkml:brushProperty name="width" value="0.035" units="cm"/>
      <inkml:brushProperty name="height" value="0.035" units="cm"/>
    </inkml:brush>
  </inkml:definitions>
  <inkml:trace contextRef="#ctx0" brushRef="#br0">107 43 2096,'10'-4'1289,"5"10"-57,8 11-232,-6 2 64,-2 19-159,-6-6-185,-12 17-248,-11 10-80,-14 9-200,-3 12-64,3-4-40,5-21 40,17-21-864,14-9-448,11-27-1001,8-2 1089</inkml:trace>
  <inkml:trace contextRef="#ctx0" brushRef="#br0" timeOffset="1">101 160 4033,'-98'-70'1648,"96"70"-848,13 8 1,20-4 55,18 5-224,10-7-384,13 5-104,6-7-64,-6-15-8,2 0 0,-4-6 0,-13-5-568,-9 1-1593,-18 8 1425</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40.467"/>
    </inkml:context>
    <inkml:brush xml:id="br0">
      <inkml:brushProperty name="width" value="0.035" units="cm"/>
      <inkml:brushProperty name="height" value="0.035" units="cm"/>
    </inkml:brush>
  </inkml:definitions>
  <inkml:trace contextRef="#ctx0" brushRef="#br0">175 159 3793,'-3'0'1384,"22"-6"-976,11-2 24,21-7 0,6-6-96,13-9-272,18 1-24,-12-1-976,9 11 704</inkml:trace>
  <inkml:trace contextRef="#ctx0" brushRef="#br0" timeOffset="1">90 434 2681,'-36'47'1432,"0"-37"200,19 7-752,22-13-87,16-16 15,36-10-312,32-9-208,22-3-192,1 2-32,2 5-752,-14-5 520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40.836"/>
    </inkml:context>
    <inkml:brush xml:id="br0">
      <inkml:brushProperty name="width" value="0.035" units="cm"/>
      <inkml:brushProperty name="height" value="0.035" units="cm"/>
    </inkml:brush>
  </inkml:definitions>
  <inkml:trace contextRef="#ctx0" brushRef="#br0">53 1 3345,'-13'24'1672,"-4"13"-416,7 8-231,-3-1 39,13 11-272,0 4-288,15 11-336,4-4-56,4-7-880,6-11 592</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41.211"/>
    </inkml:context>
    <inkml:brush xml:id="br0">
      <inkml:brushProperty name="width" value="0.035" units="cm"/>
      <inkml:brushProperty name="height" value="0.035" units="cm"/>
    </inkml:brush>
  </inkml:definitions>
  <inkml:trace contextRef="#ctx0" brushRef="#br0">264 37 1872,'41'-14'1640,"-32"9"-1359,0 2-1,0 0 1,0 0 0,0 0-1,1 1 1,-1 1-1,1-1 1,-1 2 0,1-1-1,15 2 1,-4 4-60,-1 0-1,0 2 1,0 0 0,22 12 0,-7-4-30,-32-14-176,1 1 0,0 0 0,-1-1 1,0 1-1,1 0 0,-1 1 0,0-1 0,0 0 1,3 4-1,-5-4-11,0-1 1,0 0-1,-1 1 1,1-1-1,0 1 1,-1 0-1,1-1 1,-1 1-1,1-1 1,-1 1-1,0 0 1,0-1-1,0 1 1,0 0-1,0-1 1,0 1-1,0 0 1,0-1-1,-1 1 1,1-1-1,-1 1 1,1 0-1,-2 1 1,0 2 3,0-1 0,-1 1 1,1 0-1,-1-1 1,0 0-1,0 1 0,-1-1 1,1-1-1,-1 1 0,0 0 1,0-1-1,0 0 0,-6 4 1,-6 2 9,-1-1 0,-25 9 0,19-8-9,-19 9 220,-1-3 1,0-1-1,-1-2 0,-55 8 1,58-15 413,0-1 0,-76-3 0,168 3 232,105 13-351,-49 8-766,-1 4 0,152 63 0,-175-63-159</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17.897"/>
    </inkml:context>
    <inkml:brush xml:id="br0">
      <inkml:brushProperty name="width" value="0.035" units="cm"/>
      <inkml:brushProperty name="height" value="0.035" units="cm"/>
    </inkml:brush>
  </inkml:definitions>
  <inkml:trace contextRef="#ctx0" brushRef="#br0">0 137 2008,'33'-110'994,"-30"98"-617,1-2 309,-2 14-120,1 3-20,-2-3 208,-1 1 12,19 52 626,-13-40-1251,-1 1 0,-1 0 0,0-1 0,-1 1 0,-1 1 0,0-1 0,0 27 0,-3 45 165,-3-1 0,-27 145 1,29-219-294,-2 6 19,1 1 0,-1 29 0,4-42-58,1 11-167,-1-15 171,0-1 1,1 0-1,-1 0 1,0 1 0,0-1-1,1 0 1,-1 0-1,0 0 1,0 0 0,1 1-1,-1-1 1,0 0 0,0 0-1,1 0 1,-1 0-1,0 0 1,0 0 0,1 0-1,-1 0 1,0 0 0,1 0-1,-1 0 1,0 0-1,1 0 1,-1 0 0,0 0-1,0 0 1,1 0-1,-1 0 1,0 0 0,1 0-1,-1-1 1,0 1 0,0 0-1,1 0 1,-1 0-1,0 0 1,0-1 0,0 1-1,1 0 1,-1 0 0,0 0-1,0-1 1,0 1-1,1 0 1,-1 0 0,0-1-1,19-18-503</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18.312"/>
    </inkml:context>
    <inkml:brush xml:id="br0">
      <inkml:brushProperty name="width" value="0.035" units="cm"/>
      <inkml:brushProperty name="height" value="0.035" units="cm"/>
    </inkml:brush>
  </inkml:definitions>
  <inkml:trace contextRef="#ctx0" brushRef="#br0">33 1 4873,'-8'26'1704,"4"18"-1440,2-4 17,2 11 199,-5 0 104,-1 14 96,-2 3-120,8 6-208,12 8-96,1-19-112,10-2-24,-4-22-48,0-12-104,0-8-888,-4-15-856,-3-14 1087</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18.705"/>
    </inkml:context>
    <inkml:brush xml:id="br0">
      <inkml:brushProperty name="width" value="0.035" units="cm"/>
      <inkml:brushProperty name="height" value="0.035" units="cm"/>
    </inkml:brush>
  </inkml:definitions>
  <inkml:trace contextRef="#ctx0" brushRef="#br0">92 190 5729,'-51'16'2017,"11"-3"-1721,44 0-144,-3-13 72,32 0 96,14 2 48,12-17-32,21 7-72,13-18-64,6-3-32,20 3-32,10-8 0,10 5 8,-14-1-416,-18 9-1376,-24 6 1144</inkml:trace>
  <inkml:trace contextRef="#ctx0" brushRef="#br0" timeOffset="1">234 447 6441,'-78'6'2425,"50"14"-1849,-4-2-160,32-3 16,7 0 72,14-7 200,25-8 17,22-10-81,23-5-80,14-21-152,5 0-120,-8 3-136,-1 9-56,-12 29-792,-18 3-912,-18 20 999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21.332"/>
    </inkml:context>
    <inkml:brush xml:id="br0">
      <inkml:brushProperty name="width" value="0.035" units="cm"/>
      <inkml:brushProperty name="height" value="0.035" units="cm"/>
    </inkml:brush>
  </inkml:definitions>
  <inkml:trace contextRef="#ctx0" brushRef="#br0">311 223 1008,'-14'87'1003,"14"-87"-928,0 1-1,0 0 1,0-1 0,0 1-1,0 0 1,-1-1 0,1 1 0,0 0-1,0-1 1,0 1 0,0-1-1,-1 1 1,1 0 0,0-1-1,-1 1 1,1-1 0,0 1-1,-1-1 1,1 1 0,-1-1-1,1 1 1,-1-1 0,1 1-1,-1-1 1,1 0 0,-2 1-1,-7-7 1541,5 2-297,-6 3-1176,1-1 0,0 1 0,-1 1 0,0 0 0,1 0 0,-1 1-1,1 0 1,0 0 0,-14 5 0,16-4-102,1 1-1,0 0 1,0 0 0,0 0-1,0 1 1,1 0-1,0 0 1,-1 0 0,1 1-1,1-1 1,-1 1-1,1 1 1,-1-1 0,-3 7-1,-3 3 33,-1-1-29,2 1 0,-1 0 0,-13 28 0,22-37-37,-1-1 0,1 0 0,0 1 0,1-1 1,-1 1-1,1 0 0,1-1 0,-1 1 0,1 0 0,0 0 0,0-1 0,0 1 0,1 0 0,0-1 0,2 11 0,-3-16-6,1 1 0,-1 0 0,0 0 0,0-1 1,1 1-1,-1 0 0,0 0 0,1-1 0,-1 1 0,1 0 0,-1-1 0,1 1 1,-1-1-1,1 1 0,0 0 0,-1-1 0,1 1 0,0-1 0,-1 0 0,1 1 1,0-1-1,-1 1 0,1-1 0,0 0 0,0 0 0,-1 1 0,1-1 0,0 0 1,0 0-1,0 0 0,-1 0 0,1 0 0,0 0 0,0 0 0,0 0 0,0 0 0,-1-1 1,1 1-1,0 0 0,0 0 0,-1-1 0,1 1 0,0 0 0,-1-1 0,1 1 1,0-1-1,-1 1 0,1-1 0,0 0 0,7-5 4,-1 0-1,-1 0 1,11-12 0,-9 9 0,14-16 13,-1-2-1,-1 0 0,-1-1 1,-1-1-1,-2-1 1,0 0-1,-3-1 0,0-1 1,-2 0-1,-2-1 1,-1 0-1,-1 0 0,3-43 1,-8 58-16,2-20 13,-4 37-18,0-1-1,0 0 1,-1 0-1,1 0 1,0 0 0,-1 0-1,1 0 1,-1 1 0,1-1-1,-1 0 1,0 0 0,0 1-1,0-1 1,0 0-1,-2-1 1,10 25 638,7 16-384,-2 0 0,-2 1 1,-1 0-1,7 77 1,-8 43 70,8 64-130,-15-213-267,1 0 1,0 0 0,1 0-1,0 0 1,0 0-1,8 14 1,-10-22-27,0 0 0,1 0 0,-1 0 1,0 0-1,1 0 0,-1-1 0,1 1 0,0 0 0,0-1 1,0 1-1,0-1 0,0 0 0,0 0 0,0 0 0,0 0 0,0 0 1,0 0-1,1 0 0,-1-1 0,0 1 0,0-1 0,1 0 1,-1 1-1,0-1 0,1 0 0,-1 0 0,1-1 0,-1 1 0,0 0 1,0-1-1,1 0 0,2 0 0,0-1-118,0-1-1,0 1 1,-1-1 0,10-6-1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22.330"/>
    </inkml:context>
    <inkml:brush xml:id="br0">
      <inkml:brushProperty name="width" value="0.035" units="cm"/>
      <inkml:brushProperty name="height" value="0.035" units="cm"/>
    </inkml:brush>
  </inkml:definitions>
  <inkml:trace contextRef="#ctx0" brushRef="#br0">179 448 776,'2'2'83,"0"-1"-1,1 1 1,-1 0-1,0-1 1,0 1-1,0 0 1,0 0-1,0 0 1,2 4-1,-4-5-48,1 0 0,-1 0 0,0 0 0,0 0-1,0 0 1,0 0 0,0 0 0,0-1 0,0 1-1,0 0 1,0 0 0,0 0 0,0 0 0,0 0-1,-1 0 1,1 0 0,0 0 0,-1-1 0,1 1 0,-1 0-1,1 0 1,-1 0 0,1-1 0,-1 1 0,0 0-1,1 0 1,-1-1 0,0 1 0,1-1 0,-1 1-1,-1 0 1,-20 14 813,18-13-707,0 1 1,0 0 0,0-1-1,0 1 1,0 1 0,1-1-1,-1 0 1,-2 5 0,5-7-116,-8 12 359,0 0 1,-1-1 0,-14 13 0,15-15-163,1-1-1,0 1 1,0 0-1,1 1 0,-9 16 1,13-20-164,-1 0 1,1 0-1,0 0 0,1 1 1,-1-1-1,2 1 0,-1 0 1,1-1-1,-1 17 0,2-24-56,0 1-1,0 0 0,1-1 0,-1 1 1,0 0-1,0-1 0,0 1 0,0 0 1,1-1-1,-1 1 0,0-1 0,0 1 1,1-1-1,-1 1 0,1-1 0,-1 1 1,0-1-1,1 1 0,-1-1 1,1 1-1,-1-1 0,1 0 0,-1 1 1,1-1-1,-1 0 0,1 1 0,0-1 1,-1 0-1,1 0 0,0 1 0,-1-1 1,1 0-1,-1 0 0,1 0 0,0 0 1,-1 0-1,1 0 0,0 0 0,-1 0 1,1 0-1,1-1 0,29-9 31,-25 7-21,6-2 2,0-1-1,-1-1 0,1 1 0,-2-2 0,1 0 1,-1 0-1,0-1 0,9-10 0,-2-1 15,-1 0-1,-1-1 1,14-26-1,4-5 19,-24 40-36,-1-1-1,0 0 1,-1 0-1,0 0 1,-1-1-1,6-19 1,-10 26-9,3-15 1,-4 15-3,-2 6-4,0 3 4,0-1 0,0 1 0,1-1 0,-1 1 0,0 0 0,1 0 0,0-1 0,-1 1 0,1 3 0,-2 8-10,-4 7 84,2 0 1,1 0-1,-2 24 1,-5 32 492,1-16 48,8-56-578,1 0 1,0 0-1,0 0 0,1-1 0,-1 1 0,1 0 0,-1 0 0,1-1 0,0 1 0,1 0 0,-1-1 0,4 7 0,-5-10-30,1 1-1,0-1 1,-1 1-1,1-1 1,-1 0-1,1 1 0,0-1 1,-1 0-1,1 1 1,0-1-1,-1 0 1,1 0-1,0 0 1,-1 0-1,1 0 0,0 1 1,-1-1-1,1 0 1,0-1-1,0 1 1,-1 0-1,1 0 1,0 0-1,-1 0 1,1 0-1,0-1 0,-1 1 1,1 0-1,0-1 1,-1 1-1,1 0 1,-1-1-1,1 1 1,-1-1-1,1 1 1,0-1-1,24-25 85,-7-1-17,26-52 0,-37 64-74,85-191-552,-11 23-711,-53 128 714,24-55-637,-44 93 973,-8 17 213,0 0 0,0 0 0,0 0-1,0 1 1,0-1 0,0 0 0,0 0 0,0 0-1,0 0 1,0 0 0,0 0 0,0 0 0,0 0-1,0 0 1,0 0 0,0 0 0,0 0-1,0 0 1,0 1 0,0-1 0,0 0 0,0 0-1,0 0 1,0 0 0,0 0 0,0 0 0,0 0-1,0 0 1,0 0 0,0 0 0,0 0-1,0 0 1,0 0 0,0 0 0,1 0 0,-1 0-1,0 0 1,0 0 0,0 0 0,0 0 0,0 0-1,0 0 1,0 0 0,0 0 0,0 0-1,0 0 1,0 0 0,0 0 0,0 0 0,1 0-1,-1 0 1,0 0 0,0 0 0,0 0 0,-4 33 31,1-16 114,-22 182 1559,-22 153-450,46-342-1237,0-2 3,0-1 1,0 0-1,-1 1 0,-4 11 1,6-18-15,-1 0 1,1 0 0,-1-1 0,1 1 0,-1 0 0,1 0 0,-1 0 0,1 0 0,-1 0 0,0-1-1,1 1 1,-1 0 0,0 0 0,0-1 0,0 1 0,1-1 0,-1 1 0,0-1 0,0 1 0,0-1-1,0 1 1,0-1 0,0 0 0,0 0 0,0 1 0,0-1 0,0 0 0,0 0 0,0 0-1,0 0 1,0 0 0,0 0 0,0-1 0,0 1 0,0 0 0,0 0 0,0-1 0,0 1 0,0-1-1,0 1 1,-1-1 0,-3-1 11,0-1-5,1 1 0,-1-1 0,1 1 0,-1-1 0,1 0 0,-5-5 0,8 7-12,0-1 0,0 1 1,0-1-1,0 1 0,0-1 0,0 1 0,1-1 0,-1 1 0,0-1 0,1 0 1,0 1-1,-1-1 0,1 0 0,0 1 0,0-1 0,0 0 0,0 1 1,0-1-1,0 0 0,1 0 0,-1 1 0,0-1 0,2-3 0,1 0-1,0-1-1,0 0 0,0 1 0,1 0 1,0 0-1,0 0 0,0 0 0,1 1 1,8-7-1,4-5-2,112-102-4,-90 84 6,2 2 1,63-39-1,-85 62 1,0 0 0,1 1 0,0 0 0,40-7 1,-45 11-4,0 1 1,1 1 0,-1 1 0,23 0-1,-37 1 6,-1 0 0,0 0 0,0 0 0,0 0 0,1 0 0,-1-1 0,0 1 0,0 0 0,0 0 0,1 0 0,-1 0 0,0 0 0,0 0 0,0 0 0,1 0 0,-1-1 0,0 1 0,0 0 0,0 0 0,0 0 0,0 0 0,1-1 0,-1 1 0,0 0 0,0 0 0,0 0 0,0 0 0,0-1 0,0 1 0,0 0 0,0 0 0,0 0 0,0-1 0,0 1 0,0 0 0,0 0 0,0 0 0,0-1 0,0 1 0,0 0 0,0 0 0,0-1 0,0 1 0,0 0 0,-1-1 1,1 0 1,0 0 0,-1 1 0,1-1 0,-1 0-1,1 0 1,-1 1 0,1-1 0,-1 0 0,1 1-1,-1-1 1,0 1 0,1-1 0,-1 1 0,0-1-1,0 1 1,0-1 0,-8-3-2,1 0 0,-1 0 0,0 1 0,0 0 0,0 0 0,0 1-1,0 0 1,-1 1 0,-13 0 0,16 1-1,0 1 0,0 0 0,1 0 0,-1 0 0,0 1 0,0 0 0,1 1 0,-1 0 0,1 0 0,0 0 0,0 0 0,-11 9 0,8-6 0,-2 1 35,0 1-1,1 0 0,0 0 1,0 1-1,1 0 0,0 1 1,0 0-1,1 1 0,1-1 1,0 1-1,0 1 0,1 0 1,0-1-1,1 2 0,1-1 1,0 1-1,1-1 0,0 1 1,-1 13-1,3-20 19,0 0-1,1 0 1,0 0-1,0 0 1,1 0-1,0 0 1,0 0 0,0 0-1,0 0 1,1-1-1,0 1 1,0 0-1,1-1 1,5 10 0,-3-9-18,-1-1 0,1 1 0,0-1 0,0 0 0,1-1 0,0 1 0,-1-1 0,2 0 0,-1 0 0,13 5 0,-3-3-11,2-1 0,-1 0 0,1-1 0,-1-1 0,1 0 0,0-2 0,0 0 0,35-3 0,-37 0-24,0 0 1,0-2-1,-1 0 0,0 0 1,1-2-1,-2 0 1,22-11-1,-7-1-434,0-1 0,36-31 0,3-4-104</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27.621"/>
    </inkml:context>
    <inkml:brush xml:id="br0">
      <inkml:brushProperty name="width" value="0.035" units="cm"/>
      <inkml:brushProperty name="height" value="0.035" units="cm"/>
    </inkml:brush>
  </inkml:definitions>
  <inkml:trace contextRef="#ctx0" brushRef="#br0">167 203 632,'26'-28'509,"-22"23"-88,-12 14 344,-5 11 305,11-17-883,0 1 0,-1 0 0,1-1 1,-1 0-1,-4 6 0,-83 90 2273,84-92-2336,1 1 1,0 0-1,0 0 0,1 0 1,0 1-1,-3 11 0,-14 57 385,18-61-426,1-8-54,0 0 1,1 0 0,0 0-1,1 0 1,-1 0 0,2 0-1,1 15 1,-1-20-27,-1-1 0,1 1 1,0-1-1,0 0 0,0 1 0,0-1 1,0 0-1,0 0 0,1 0 0,-1 0 0,1 0 1,-1 0-1,1 0 0,0 0 0,0-1 1,0 1-1,0-1 0,0 1 0,0-1 1,0 0-1,0 0 0,1 0 0,-1 0 1,0 0-1,1-1 0,-1 1 0,1 0 1,-1-1-1,1 0 0,3 0 0,-5 0 1,1 0 0,-1 0 0,1-1 0,-1 1 0,0-1 0,1 1 0,-1-1 0,0 1 0,1-1 1,-1 0-1,0 0 0,0 1 0,1-1 0,-1 0 0,0 0 0,0 0 0,0-1 0,0 0 0,23-34 59,10-43-4,-28 59-44,5-31 0,-8 32 14,10-29 0,10-32-892,-22 79-244,15 9-1744,-15-8 2778,2 2-52,0-1 0,-1 0 0,1 1 0,-1-1 0,1 1 0,-1 0 0,1 0 0,3 4 0,-5-4 93,8 6-93,0 1-1,-1 0 0,-1 1 1,0 0-1,0 0 0,0 1 0,7 18 1,-12-23 237,1 1-1,0-1 1,0 0 0,0-1 0,0 1 0,1 0-1,0-1 1,0 0 0,1 0 0,-1 0 0,10 7-1,5 1 1784,-11-5-669,-11-19 1646,3-40-2739,0 49-131,1-13 12,-1 0-1,2 0 0,0 1 1,1-1-1,0 1 0,1-1 1,1 1-1,8-18 0,13-17 8,44-72-952,-67 117 769,1 0 0,-1 0 0,1 0 1,0 0-1,0 0 0,0 1 1,1-1-1,-1 1 0,1 0 0,0 1 1,-1-1-1,1 1 0,0 0 0,1 0 1,-1 1-1,0-1 0,1 1 1,-1 0-1,0 1 0,1-1 0,-1 1 1,1 0-1,6 1 0,2 1-3,1 1-1,-2 0 1,1 1-1,0 1 1,-1 0-1,0 1 1,23 13-1,-31-17 242,16 9-216,-20-11 181,-1 0 0,1 1 0,-1-1 0,1 0 0,-1 0 0,1 1 0,-1-1 0,1 0 0,-1 1 0,0-1 0,1 0 0,-1 1-1,0-1 1,1 1 0,-1-1 0,0 1 0,1-1 0,-1 1 0,0-1 0,0 1 0,1-1 0,-1 1 0,0-1 0,0 1 0,0-1 0,0 1 0,0 0 0,0-1 0,0 1 0,-19 6 2406,17-6-2393,-3 0 28,0 1 1,0-1-1,0 1 0,1 0 0,-1 1 0,-7 4 0,-120 92 865,109-78-781,1 1 0,1 1-1,1 1 1,-25 38 0,17-24 17,25-34-158,-9 13 124,-1 1 0,-10 21 1,21-35-115,0 0-1,0 0 1,0 1 0,1-1 0,0 0-1,-1 1 1,1-1 0,1 1-1,-1-1 1,1 1 0,0-1 0,0 1-1,0 0 1,0-1 0,3 10 0,-3-13-27,1 0 0,-1 0 1,1 0-1,-1 0 0,1 0 1,0 0-1,-1 0 0,1 0 1,0 0-1,0 0 1,0 0-1,0 0 0,0 0 1,0-1-1,0 1 0,0 0 1,0-1-1,0 1 0,0-1 1,0 1-1,1-1 0,-1 0 1,0 1-1,0-1 0,0 0 1,1 0-1,-1 0 1,0 0-1,0 0 0,1 0 1,-1 0-1,0 0 0,2-1 1,2 0 11,1 0 1,-1-1 0,1 0-1,-1 0 1,9-5 0,18-15 38,0-1 1,-2-1-1,45-46 1,-46 42-33,-1 1 13,-1-1 0,45-61 0,-60 71-19,-1-1-1,-1 0 1,0 0-1,-1-1 1,-2-1 0,10-35-1,-15 47-11,-1 1 0,0 0 0,0 0 0,-1-1 0,-1-9 0,1 15-8,0 1 1,0-1 0,-1 1-1,1-1 1,-1 0 0,0 1 0,0-1-1,0 1 1,0-1 0,0 1 0,0 0-1,-1-1 1,1 1 0,-1 0 0,0 0-1,1 0 1,-1 0 0,0 0-1,-4-2 1,4 3-3,1 0-1,-1 1 1,1 0-1,-1-1 1,1 1-1,-1 0 0,1-1 1,-1 1-1,0 0 1,1 0-1,-1 1 1,1-1-1,-1 0 1,1 0-1,-1 1 1,1-1-1,-1 1 1,1-1-1,-1 1 0,1 0 1,-1-1-1,1 1 1,0 0-1,0 0 1,-1 0-1,1 0 1,0 0-1,0 0 1,-2 3-1,-2 1-4,1 1-1,-1 0 0,1 0 1,0 1-1,-4 9 1,-4 15 2,2 1-1,1 0 1,2 0 0,0 0 0,3 1 0,0 0 0,3 50-1,1-77 6,0 0-1,0 0 1,1-1-1,0 1 0,1 0 1,-1-1-1,1 1 1,0-1-1,5 10 0,-6-13 1,1 0-1,-1 0 1,1 0-1,0 0 1,-1-1-1,1 1 1,0 0-1,0-1 1,0 0-1,0 1 1,0-1-1,1 0 1,-1 0-1,0 0 1,0-1-1,1 1 1,-1 0-1,0-1 1,1 1-1,-1-1 1,1 0-1,-1 0 1,1 0-1,3-1 0,0 0 3,-1 0 0,1-1-1,0 1 1,-1-1-1,0-1 1,1 1-1,-1-1 1,0 0 0,6-5-1,45-38 20,113-138 36,-127 134-45,-26 32-7,-12 15-5,1-1 1,-1 0 0,-1 0-1,1-1 1,-1 1 0,0-1-1,0 0 1,0 1 0,0-1-1,-1 0 1,3-9 0,-5 14-2,0 0 0,0 0 0,0 0 0,0 0 0,0-1 1,0 1-1,0 0 0,0 0 0,0 0 0,0 0 1,0 0-1,0 0 0,0 0 0,0-1 0,0 1 1,0 0-1,0 0 0,0 0 0,0 0 0,0 0 1,0 0-1,-1 0 0,1-1 0,0 1 0,0 0 1,0 0-1,0 0 0,0 0 0,0 0 0,0 0 1,0 0-1,-1 0 0,1 0 0,0 0 0,0 0 1,0 0-1,0 0 0,0 0 0,0 0 0,0 0 0,-1 0 1,1 0-1,0 0 0,0 0 0,0 0 0,0 0 1,0 0-1,0 0 0,-1 0 0,1 0 0,0 0 1,0 0-1,0 0 0,0 0 0,-11 6 5,-12 15-6,6-2-5,1 2 0,0 0 0,1 0 0,2 2 0,0 0 0,-18 46 0,25-49 19,0-1-1,1 1 0,1 0 1,1 0-1,1 0 0,0 0 1,2 1-1,0-1 0,5 31 1,-5-49-6,1 1 0,-1 0 0,1 0 0,0 0 0,0 0 0,0-1 0,0 1 0,0 0 1,1-1-1,-1 1 0,1-1 0,0 1 0,-1-1 0,1 0 0,0 0 0,0 0 1,1 0-1,-1 0 0,0 0 0,1-1 0,-1 1 0,1-1 0,-1 1 0,1-1 1,0 0-1,0 0 0,4 1 0,-3-2 7,0 1 1,0-1-1,0 0 1,0 0-1,0 0 0,0-1 1,0 1-1,0-1 1,-1 0-1,1 0 1,0-1-1,0 1 1,-1-1-1,1 1 0,-1-1 1,1 0-1,-1-1 1,0 1-1,3-3 1,2-3 23,-2 0 0,1 0 0,-1-1 1,8-14-1,-3 5 1,-1 0 14,-2 0 0,1-1-1,-2 0 1,-1-1-1,0 1 1,-1-1 0,-2 0-1,0-1 1,-1 1 0,0-36-1,-2 36 109,4-38 0,-3 54-151,0-1 0,0 0 0,0 0 0,0 1-1,1-1 1,0 1 0,0-1 0,0 1 0,0 0 0,1-1 0,-1 1 0,1 1-1,6-7 1,-6 8-12,-1 0 0,1 1 0,0-1 0,0 1 0,0 0-1,1 0 1,-1 0 0,0 0 0,0 0 0,1 1 0,-1-1 0,0 1 0,1 0-1,4 0 1,50 8-3,-46-6 6,36 7-675,-1 1 0,-1 3 0,78 32 0,-55-12-248</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28.231"/>
    </inkml:context>
    <inkml:brush xml:id="br0">
      <inkml:brushProperty name="width" value="0.035" units="cm"/>
      <inkml:brushProperty name="height" value="0.035" units="cm"/>
    </inkml:brush>
  </inkml:definitions>
  <inkml:trace contextRef="#ctx0" brushRef="#br0">153 17 2817,'-18'-17'1224,"1"30"-192,0 16 16,-4 22 25,8 25-81,-8 6-376,-2-6-120,10-2-128,4-6-56,9-5-168,5 0-48,-3-16-232,2-15-448,-2-13 392</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28.617"/>
    </inkml:context>
    <inkml:brush xml:id="br0">
      <inkml:brushProperty name="width" value="0.035" units="cm"/>
      <inkml:brushProperty name="height" value="0.035" units="cm"/>
    </inkml:brush>
  </inkml:definitions>
  <inkml:trace contextRef="#ctx0" brushRef="#br0">170 466 2264,'-158'-89'1401,"147"76"-105,24 3-312,8-1-64,24 1-247,-1-5-177,32 4-248,4-10-72,3 7-40,7 1-8,-7 4-344,5 7-680,-9-10 600</inkml:trace>
  <inkml:trace contextRef="#ctx0" brushRef="#br0" timeOffset="1">682 26 4777,'-146'-25'1656,"127"63"-1232,6 9-39,13 14 23,2-2 0,9 2-232,8 1-96,2-16-32,8-4 16,14-29-336,3-11-688,7-25 647</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28.993"/>
    </inkml:context>
    <inkml:brush xml:id="br0">
      <inkml:brushProperty name="width" value="0.035" units="cm"/>
      <inkml:brushProperty name="height" value="0.035" units="cm"/>
    </inkml:brush>
  </inkml:definitions>
  <inkml:trace contextRef="#ctx0" brushRef="#br0">249 0 4969,'-81'175'1680,"37"-69"-1640,10 4-16,-8-9 0,14 4-8,12-24-760,13-14 560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29.558"/>
    </inkml:context>
    <inkml:brush xml:id="br0">
      <inkml:brushProperty name="width" value="0.035" units="cm"/>
      <inkml:brushProperty name="height" value="0.035" units="cm"/>
    </inkml:brush>
  </inkml:definitions>
  <inkml:trace contextRef="#ctx0" brushRef="#br0">93 249 3505,'-3'-7'1115,"1"19"-270,14 88 1097,-12-67-1391,-1 1-1,-11 60 1,8-75-438,0 0-1,-2-1 1,0 1 0,-1-1 0,-1-1 0,-13 23 0,21-39-107,0 0 0,-1-1 0,1 1 0,0-1 0,-1 1 0,1-1 0,0 1 0,-1-1 1,1 1-1,-1-1 0,1 1 0,-1-1 0,1 1 0,-1-1 0,1 0 0,-1 1 0,0-1 0,1 0 0,-1 0 1,1 1-1,-1-1 0,0 0 0,1 0 0,-2 0 0,2 0-1,-1 0 0,1 0 1,-1-1-1,1 1 0,-1-1 0,1 1 0,-1 0 0,1-1 1,-1 1-1,1-1 0,-1 1 0,1-1 0,0 1 1,-1-1-1,1 1 0,0-1 0,0 0 0,-1 1 0,1-2 1,-7-33 86,5 10-85,2 0 1,1 0 0,1-1-1,0 1 1,3 0-1,0 1 1,1-1-1,1 1 1,1 0 0,16-30-1,3 1-31,2 2 1,2 0-1,49-58 0,-71 97 14,-4 4 1,0 1-1,0 0 0,1 1 0,8-8 1,-13 13 6,1 0 1,-1 0 0,0 0 0,0 1 0,0-1-1,1 0 1,-1 0 0,1 1 0,-1-1 0,0 1-1,1-1 1,-1 1 0,1 0 0,-1-1 0,1 1-1,-1 0 1,1 0 0,-1 0 0,1 0-1,-1 0 1,1 1 0,-1-1 0,1 0 0,-1 1-1,0-1 1,1 1 0,-1-1 0,1 1 0,-1 0-1,2 1 1,0 0-1,-1 0 1,0 0-1,1 0 0,-1 0 0,0 0 1,0 1-1,0-1 0,-1 1 1,1-1-1,-1 1 0,1 0 0,-1 0 1,0-1-1,0 1 0,0 0 0,1 5 1,-2-2 1,0-1 1,0 1-1,0-1 0,0 1 1,-1-1-1,0 1 1,0-1-1,-3 10 1,-3 2 50,-1 0 0,0 0 0,-2-1 0,-15 22 0,0 1 140,17-25-60,-1-1 0,-19 23 0,25-32-105,-1 0-1,0-1 1,-1 0 0,1 1 0,-1-1 0,1 0 0,-1-1-1,0 1 1,0-1 0,0 0 0,0-1 0,-7 3 0,10-4-52,0 1 1,1-1 0,-1 0 0,0 0 0,0 0-1,1 0 1,-1 0 0,0 0 0,0 0-1,1 0 1,-1-1 0,0 1 0,1-1-1,-1 1 1,0-1 0,1 0 0,-3 0-1,4 0-87,-1 0-1,0 0 0,0 0 0,1 0 0,-1 0 0,0 0 0,1 1 0,-1-1 0,1-1 1,-1 1-1,1 0 0,0 0 0,-1 0 0,1 0 0,0 0 0,0 0 0,0 0 0,0 0 1,0-1-1,0 1 0,0 0 0,0 0 0,0 0 0,0 0 0,1-2 0,7-18-1088</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29.907"/>
    </inkml:context>
    <inkml:brush xml:id="br0">
      <inkml:brushProperty name="width" value="0.035" units="cm"/>
      <inkml:brushProperty name="height" value="0.035" units="cm"/>
    </inkml:brush>
  </inkml:definitions>
  <inkml:trace contextRef="#ctx0" brushRef="#br0">90 462 1504,'-3'1'137,"1"0"-1,0-1 0,0 1 1,-1-1-1,1 1 1,-1-1-1,1 0 0,0 0 1,-1 0-1,1 0 0,-1 0 1,1-1-1,0 1 1,-1-1-1,1 1 0,0-1 1,-1 0-1,1 0 0,0 0 1,0 0-1,0-1 1,0 1-1,0 0 0,0-1 1,0 1-1,1-1 0,-1 0 1,0 0-1,1 0 0,-1 1 1,1-1-1,0-1 1,0 1-1,-2-4 0,0 1-41,1-1 0,-1 1-1,1-1 1,1 0 0,-1 0-1,1 0 1,0 0 0,0 0-1,1 0 1,-1 0 0,1 0-1,1 0 1,-1 0 0,2-7-1,3-8 14,1 0-1,13-33 0,-4 15 2,-13 34-102,9-27 26,20-43-1,-21 50-24,6-13 2,-15 36-9,0 1-1,0-1 0,0 0 1,1 0-1,-1 1 0,0-1 1,1 1-1,-1-1 0,1 1 0,-1-1 1,1 1-1,0 0 0,-1 0 1,4-2-1,-4 3-6,0 0-1,-1 0 1,1 0 0,0 0-1,0 0 1,0 0 0,0 0-1,-1 0 1,1 0-1,0 0 1,0 1 0,0-1-1,-1 0 1,1 1 0,0-1-1,0 0 1,-1 1 0,1-1-1,0 1 1,-1-1-1,1 1 1,0-1 0,-1 1-1,1-1 1,-1 1 0,2 1-1,12 21-463,-11-17 260,2 3-223,-1-2 0,2 1 0,-1 0-1,1-1 1,1 0 0,-1 0 0,1-1 0,11 8 0,8 5-351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30.825"/>
    </inkml:context>
    <inkml:brush xml:id="br0">
      <inkml:brushProperty name="width" value="0.035" units="cm"/>
      <inkml:brushProperty name="height" value="0.035" units="cm"/>
    </inkml:brush>
  </inkml:definitions>
  <inkml:trace contextRef="#ctx0" brushRef="#br0">223 338 2873,'-19'44'882,"-25"42"1,42-82-747,-1-1-1,0 1 1,1 0-1,-2-1 0,1 0 1,0 0-1,0 0 1,-1 0-1,0 0 0,1-1 1,-1 0-1,0 1 1,0-1-1,0-1 0,-1 1 1,1-1-1,0 1 1,-1-1-1,-7 0 0,-2 2 317,7-1-187,1 0-46,1 0 0,-1-1 0,0 0 0,1 0 0,-10 0 0,14-1-196,0-1 0,1 1 0,-1 0-1,0 0 1,1 0 0,-1 0 0,0-1-1,1 1 1,-1 0 0,0 0-1,1-1 1,-1 1 0,1-1 0,-1 1-1,1 0 1,-1-1 0,1 1-1,-1-1 1,1 1 0,-1-2 0,0 1-6,1 0 1,-1 0 0,1-1-1,0 1 1,0 0-1,0 0 1,0-1 0,0 1-1,0 0 1,0 0 0,0-1-1,0 1 1,0 0 0,1 0-1,0-2 1,3-13-14,1 1 1,0 0-1,2 1 1,0-1-1,9-14 1,-13 24-8,0 1-1,0-1 1,1 1 0,-1 0 0,1 0 0,0 0-1,0 1 1,0 0 0,1-1 0,-1 1-1,1 1 1,0-1 0,0 1 0,0-1 0,0 1-1,0 1 1,0-1 0,1 1 0,4-1-1,-5 2 4,-1-1 0,1 1 0,0 0 0,-1 0 0,1 0 0,-1 1 0,1 0 0,-1 0 0,0 0 0,1 0 0,-1 1-1,0 0 1,0-1 0,1 2 0,3 2 0,-4-2-61,-1 0-1,1-1 1,0 1-1,-1-1 1,9 3-1,-11-4-26,0-1-1,1 1 1,-1-1 0,0 0-1,0 0 1,1 0-1,-1 0 1,0 0 0,1 0-1,-1 0 1,0 0-1,1 0 1,-1 0-1,0-1 1,0 1 0,1 0-1,-1-1 1,0 1-1,0-1 1,0 0 0,1 1-1,-1-1 1,0 0-1,1-1 1,1 0-112,1-1-1,-1 1 1,0 0 0,1 0-1,0 1 1,-1-1 0,1 1 0,0 0-1,0 0 1,0 0 0,0 0-1,0 1 1,8-1 0,7 2-102,32 3 0,-24-1 161,33 8 93,-38-6 82,-21-5 72,0 0 1,0 0-1,0 0 1,0 0 0,0 0-1,0 1 1,-1-1-1,1 0 1,0 0 0,0 1-1,0-1 1,0 0-1,0 1 1,0-1 0,-1 1-1,1-1 1,0 1-1,1 1 1,-27 4 3145,23-6-3255,-121 31 1411,113-28-1327,1 0 0,0 0 0,0 1-1,0 0 1,1 1 0,-14 8 0,20-11-75,0 0 0,-1 0 0,1 1 0,0-1 0,0 0 0,0 1 0,1 0 0,-1-1 0,1 1 0,-1 0 0,1 0 1,0 0-1,0 0 0,0 0 0,0 0 0,1 0 0,-1 0 0,1 0 0,0 0 0,0 0 0,0 6 0,1-7-6,-1 0-1,0 0 1,1 0-1,0 0 1,-1 0-1,1 0 1,0 0-1,0 0 1,0-1 0,0 1-1,0 0 1,0-1-1,1 1 1,-1 0-1,1-1 1,-1 0-1,1 1 1,-1-1-1,1 0 1,0 0 0,0 0-1,0 0 1,0 0-1,-1 0 1,1 0-1,0-1 1,0 1-1,0-1 1,0 1 0,1-1-1,-1 0 1,0 0-1,4 0 1,3 0 4,0 0 1,0-1 0,0 0-1,-1 0 1,1-1 0,16-6-1,-14 3 1,0 0 0,-1 0 0,0-1 0,0-1 0,0 0 0,-1 0 0,0-1 0,0 0 0,-1-1 0,0 1 0,10-16 0,-6 7-7,-2 0-1,0-1 0,-1 0 1,-1 0-1,-1-1 0,6-20 1,-6 6-13,5-44 1,-2 6 3,-6 51 7,-2-2 0,0-21 0,-1 42 2,-1 0 0,0-1 0,0 1 0,0 0 0,0 0 0,0-1 0,0 1 0,0 0 0,0-1 0,0 1 0,-1 0 0,1 0 0,0-1 0,-1 1 0,1 0 1,-1 0-1,0 0 0,1-1 0,-1 1 0,0 0 0,0 0 0,1 0 0,-1 0 0,0 0 0,0 1 0,0-1 0,-2-1 0,3 2 0,-1 1-1,1-1 1,-1 1 0,1-1-1,-1 1 1,1-1-1,-1 1 1,1 0 0,-1-1-1,1 1 1,0-1 0,0 1-1,-1 0 1,1-1 0,0 1-1,0 0 1,0-1-1,-1 1 1,1 0 0,0-1-1,0 1 1,0 0 0,0 0-1,1 1 1,-3 8-16,-27 122-49,18-95 58,-2 3 14,1 0 0,3 1 0,-8 74 0,17-112-4,0-1 1,0 0-1,0 0 1,0 0 0,0 1-1,0-1 1,1 0-1,-1 0 1,1 0-1,-1 0 1,1 0-1,0 0 1,0 0 0,0 0-1,0 0 1,0 0-1,0 0 1,1 0-1,-1-1 1,2 3 0,-2-4-1,0 1 1,0-1 0,0 1 0,0-1 0,0 0 0,0 1 0,0-1 0,0 0 0,0 0 0,0 1-1,1-1 1,-1 0 0,0 0 0,0 0 0,0-1 0,2 1 0,0-1 3,0 0 0,-1 0 0,1 0-1,0-1 1,0 1 0,-1-1 0,1 1 0,2-3 0,118-104-453,-100 92 137,-17 12 171,-1 1 0,0-1-1,0 0 1,0 0-1,0 0 1,6-8-1,-11 12 118,0-1 0,0 0 0,1 1 0,-1-1 0,0 1-1,1 0 1,-1-1 0,0 1 0,1-1 0,-1 1 0,1-1-1,-1 1 1,1 0 0,-1-1 0,1 1 0,-1 0 0,1 0-1,-1-1 1,1 1 0,-1 0 0,1 0 0,0 0 0,-1 0-1,1 0 1,-1-1 0,1 1 0,0 0 0,-1 0 0,2 1-1,-2-1 9,1 1-1,0 0 0,0-1 0,-1 1 1,1 0-1,0 0 0,-1-1 0,1 1 0,-1 0 1,1 0-1,-1 0 0,1 0 0,-1 0 0,0 0 1,1 1-1,7 45-22,-8-45 23,1 13 22,-2-1 0,1 0 1,-2 0-1,-5 23 0,4-23 98,1-1 1,0 1 0,1 0 0,0 22-1,1-36-98,0 1 0,0 0 0,0-1 0,0 1 0,0 0 0,0-1 0,0 1 0,0 0 0,0 0 0,0-1 0,1 1 0,-1 0 0,0-1 0,0 1 0,1-1 0,-1 1 1,0 0-1,1-1 0,-1 1 0,0-1 0,1 1 0,-1-1 0,1 1 0,-1-1 0,1 1 0,-1-1 0,1 1 0,0-1 0,-1 0 0,1 1 0,-1-1 0,2 1 0,-1-2-1,0 1 1,0-1-1,0 1 1,0-1 0,0 0-1,0 1 1,0-1-1,-1 0 1,1 0-1,0 1 1,0-1 0,-1 0-1,1 0 1,-1 0-1,1 0 1,-1 0-1,1 0 1,-1 0 0,1 0-1,-1-2 1,8-14 10,1 0 0,1 0 1,0 1-1,1 1 0,1-1 0,18-17 1,21-29 14,-49 59-34,0 0 1,0 0-1,0 0 1,1 1-1,-1-1 1,1 1-1,0 0 0,-1 0 1,1 0-1,5-3 1,-8 5 0,0 0 1,0 0-1,0 0 1,1 0-1,-1 0 0,0 0 1,0 0-1,1-1 1,-1 1-1,0 0 1,0 0-1,1 0 1,-1 0-1,0 0 1,0 1-1,0-1 0,1 0 1,-1 0-1,0 0 1,0 0-1,1 0 1,-1 0-1,0 0 1,0 0-1,0 0 0,1 1 1,-1-1-1,0 0 1,0 0-1,0 0 1,1 0-1,-1 1 1,0-1-1,0 0 1,0 0-1,0 0 0,0 1 1,0-1-1,3 6 2,0-1 0,-1 1-1,0 0 1,0 0 0,0 0-1,-1 0 1,0 0 0,0 11-1,-1-10 31,1-1-1,0 1 0,0-1 0,0 1 1,1-1-1,0 0 0,0 0 1,5 10-1,-6-15-22,-1-1 1,1 1-1,0 0 0,-1 0 1,1 0-1,0-1 0,0 1 0,-1 0 1,1-1-1,0 1 0,0-1 0,0 1 1,0-1-1,0 1 0,0-1 1,0 0-1,0 1 0,0-1 0,0 0 1,0 0-1,0 0 0,0 1 1,0-1-1,0 0 0,0-1 0,0 1 1,0 0-1,0 0 0,0 0 1,0-1-1,0 1 0,0 0 0,0-1 1,-1 1-1,1-1 0,0 1 0,0-1 1,0 1-1,0-1 0,-1 0 1,2-1-1,2 0 7,-1-1 1,0-1-1,0 1 1,0 0-1,-1-1 1,1 1-1,-1-1 0,3-4 1,-2-5 112,-2 10-213,-1 11-1940,0-9 1296</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31.211"/>
    </inkml:context>
    <inkml:brush xml:id="br0">
      <inkml:brushProperty name="width" value="0.035" units="cm"/>
      <inkml:brushProperty name="height" value="0.035" units="cm"/>
    </inkml:brush>
  </inkml:definitions>
  <inkml:trace contextRef="#ctx0" brushRef="#br0">237 1 1120,'9'10'1906,"-20"-12"1101,-6-3-2197,15 5-705,-1 0 0,1 0 1,-1 0-1,1 0 0,-1 0 1,1 1-1,-1-1 0,1 1 1,-1-1-1,1 1 0,0 0 1,-1 0-1,1 0 0,0 0 1,0 1-1,0-1 0,-4 3 1,-1 3 138,0 0 0,0 0 0,-7 10 0,1 0-26,-7 6 79,0 1 0,2 1 0,1 1 0,-22 45 0,37-67-276,0 1-1,1-1 0,0 1 0,0 0 0,0-1 1,0 1-1,1 0 0,-1 0 0,2 0 1,-1 0-1,0 0 0,1-1 0,0 1 0,2 7 1,-3-11-18,1 1 1,-1-1 0,1 0-1,0 1 1,-1-1 0,1 0-1,0 0 1,0 0 0,0 0-1,0 0 1,0 0 0,0 0-1,0 0 1,0 0 0,0 0-1,1 0 1,-1-1 0,0 1-1,1 0 1,1 0 0,0-1-1,-1 0 1,1 0 0,0 0-1,-1 0 1,1 0 0,-1-1 0,1 1-1,-1-1 1,1 0 0,-1 0-1,0 1 1,1-2 0,-1 1-1,0 0 1,1 0 0,1-2-1,65-51-99,-1 2-383,84-51-1952,-142 95 2017,-1 1 0,0-2 0,13-15 0,-6 6-58,13-12-62</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31.589"/>
    </inkml:context>
    <inkml:brush xml:id="br0">
      <inkml:brushProperty name="width" value="0.035" units="cm"/>
      <inkml:brushProperty name="height" value="0.035" units="cm"/>
    </inkml:brush>
  </inkml:definitions>
  <inkml:trace contextRef="#ctx0" brushRef="#br0">107 1 2977,'0'0'77,"-1"0"1,1 0 0,0 0 0,0 0-1,-1 0 1,1-1 0,0 1 0,-1 0-1,1 0 1,0 0 0,0 0 0,-1 1-1,1-1 1,0 0 0,-1 0 0,1 0-1,0 0 1,0 0 0,-1 0 0,1 0-1,0 0 1,0 1 0,-1-1 0,1 0-1,0 0 1,0 0 0,-1 0 0,1 1 0,0-1-1,0 0 1,0 0 0,-1 1 0,1-1-1,0 0 1,0 0 0,0 1 0,-12 18 790,-6 22-363,12-21-133,2 0 0,0 0 0,1 1 0,0 29 0,6 85 928,-2-109-1086,21 377 1734,-22-402-1946,6 44 111,-6-43-110,1 0 0,-1 1 1,1-1-1,0 0 0,0 0 1,-1 0-1,2 0 0,-1 0 1,0 0-1,0 0 1,1 0-1,-1-1 0,1 1 1,-1 0-1,4 1 0,-5-2-10,1-1-1,-1 0 0,1 0 0,-1 1 0,1-1 0,-1 0 0,1 0 0,-1 0 0,1 0 1,-1 0-1,1 0 0,-1 0 0,1 0 0,0 0 0,-1 0 0,1 0 0,-1 0 0,1 0 1,-1 0-1,1-1 0,-1 1 0,1 0 0,-1 0 0,0 0 0,1-1 0,-1 1 1,1 0-1,-1-1 0,1 1 0,-1 0 0,0-1 0,1 1 0,-1-1 0,4-3-133,0-1-1,0 1 0,-1-1 1,0 1-1,0-1 1,0 0-1,0 0 0,-1 0 1,0-1-1,0 1 1,1-7-1,-1 2-95,0-1 0,-1 0 0,0 0-1,0 0 1,-3-15 0,0 4-40,-2-1-1,-1 1 0,0 0 1,-17-41-1,11 39 570,0 1-1,-2 0 1,-1 1 0,0 0-1,-23-25 1,35 45-231,0 0 90,0-1-1,0 0 1,0 1-1,0-1 1,0 0 0,-2-6-1,4 8-122,0 0-1,-1 0 1,1 0-1,0 1 1,0-1-1,0 0 0,0 0 1,0 0-1,0 0 1,1 1-1,-1-1 1,0 0-1,0 0 1,1 0-1,-1 1 1,0-1-1,1 0 1,-1 1-1,0-1 1,1 0-1,-1 0 1,1 1-1,0-1 1,-1 1-1,1-1 0,-1 1 1,1-1-1,0 1 1,-1-1-1,1 1 1,0-1-1,0 1 1,-1 0-1,1-1 1,0 1-1,0 0 1,0 0-1,-1 0 1,1 0-1,1-1 1,14 0 102,0-1 1,1 2-1,-1 0 1,0 1-1,29 5 1,-39-5-113,89 13 199,-24-2-571,1-4 0,77 0 0,14-21-147</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42.169"/>
    </inkml:context>
    <inkml:brush xml:id="br0">
      <inkml:brushProperty name="width" value="0.035" units="cm"/>
      <inkml:brushProperty name="height" value="0.035" units="cm"/>
    </inkml:brush>
  </inkml:definitions>
  <inkml:trace contextRef="#ctx0" brushRef="#br0">58 225 2152,'-15'-175'1425,"7"144"-1,4 14-288,4 15-167,0 14-89,0 11-128,0 20-224,-2 14-64,-5 6-200,1 11-48,0-4-80,-3-5-24,11-2 16,2-14 8,9-7-784,6-10-816,0-32 912</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42.546"/>
    </inkml:context>
    <inkml:brush xml:id="br0">
      <inkml:brushProperty name="width" value="0.035" units="cm"/>
      <inkml:brushProperty name="height" value="0.035" units="cm"/>
    </inkml:brush>
  </inkml:definitions>
  <inkml:trace contextRef="#ctx0" brushRef="#br0">4 172 2993,'-1'-13'337,"-1"1"0,2-1 0,0 0 0,3-24 0,-2 34-274,-1 0 1,1 0-1,-1 0 0,1 0 1,0 0-1,0 0 1,0 0-1,1 0 0,-1 0 1,1 1-1,0-1 0,-1 1 1,1-1-1,0 1 1,0 0-1,1 0 0,-1-1 1,0 1-1,1 1 1,-1-1-1,1 0 0,0 1 1,-1-1-1,1 1 1,0 0-1,6-2 0,5 1 209,1 1-1,27 1 0,4-1-78,34-6 8,50-1-52,-120 8-145,0 0-1,0 1 1,0 0 0,0 1 0,0 0 0,-1 0 0,1 1 0,-1 1 0,1 0 0,12 7 0,-18-9 2,0 1 0,0-1 1,-1 1-1,1 0 1,-1 0-1,1 1 0,-1-1 1,0 1-1,0-1 0,-1 1 1,1 0-1,-1 0 1,0 0-1,0 1 0,0-1 1,0 0-1,-1 1 1,0-1-1,0 1 0,0-1 1,0 1-1,-1 0 1,0-1-1,0 7 0,-1-2 45,-1-1-1,0 0 1,0 0-1,0 0 1,-1 0-1,0 0 1,-1 0-1,-4 7 1,-1 0 99,-1-1 1,-20 24-1,14-22-47,-1 0-1,0-1 1,-1-2 0,-1 1 0,0-2 0,0-1-1,-1 0 1,-29 11 0,-5-3-555,0-2 0,-66 12 0,101-26-97</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42.914"/>
    </inkml:context>
    <inkml:brush xml:id="br0">
      <inkml:brushProperty name="width" value="0.035" units="cm"/>
      <inkml:brushProperty name="height" value="0.035" units="cm"/>
    </inkml:brush>
  </inkml:definitions>
  <inkml:trace contextRef="#ctx0" brushRef="#br0">6 0 3025,'8'25'1264,"-6"0"-368,0 16 88,-1 7 137,1 9 31,-5 5-304,3 5-480,-8 3-136,0-1-96,8-11 0,-2-10 0,12-12-376,-1-19-1568,-5-11 1288</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43.261"/>
    </inkml:context>
    <inkml:brush xml:id="br0">
      <inkml:brushProperty name="width" value="0.035" units="cm"/>
      <inkml:brushProperty name="height" value="0.035" units="cm"/>
    </inkml:brush>
  </inkml:definitions>
  <inkml:trace contextRef="#ctx0" brushRef="#br0">62 83 1336,'3'-6'114,"0"1"0,1-1-1,-1 1 1,1 0 0,1 0 0,-1 0-1,1 1 1,0-1 0,0 1-1,0 0 1,0 1 0,1-1-1,-1 1 1,1 0 0,0 0 0,0 1-1,0 0 1,0 0 0,0 0-1,1 1 1,-1 0 0,1 0-1,-1 0 1,1 1 0,-1 0 0,14 2-1,-17-1-1,1 0 0,0 1 0,-1-1 0,1 1 0,-1 0 1,1 0-1,-1 1 0,0-1 0,0 0 0,0 1 0,0 0 0,0 0 0,4 5 0,8 9 261,-6-8-236,0-1 1,1 0-1,-1-1 0,2 0 1,-1 0-1,14 6 1,-18-11-99,32 17 91,-37-19-126,-1 0 0,1 1 1,0-1-1,0 1 0,0-1 1,-1 1-1,1-1 0,0 1 1,0-1-1,-1 1 0,1 0 1,0-1-1,-1 1 0,1 0 1,-1 0-1,1 0 0,-1-1 1,0 1-1,1 0 0,-1 0 1,0 0-1,1 0 0,-1 0 1,0 0-1,0 0 1,0-1-1,0 1 0,0 0 1,0 0-1,0 0 0,0 0 1,0 0-1,0 0 0,0 0 1,-1 1-1,-2 1 12,-1 1 0,1 0-1,-1-1 1,0 0 0,0 0 0,0 0 0,-6 2 0,0 2 4,-10 4 6,0 0 1,-1-1 0,-33 11-1,-70 15 16,89-26-36,-18-3 99,8-1 459,45-6-556,0 0 0,0 0 1,-1 0-1,1 0 1,0 0-1,0 0 1,0 0-1,0 0 1,-1 0-1,1 0 1,0 0-1,0 1 1,0-1-1,0 0 1,-1 0-1,1 0 1,0 0-1,0 0 1,0 0-1,0 0 1,0 1-1,0-1 1,-1 0-1,1 0 1,0 0-1,0 0 0,0 0 1,0 1-1,0-1 1,0 0-1,0 0 1,0 0-1,0 0 1,0 1-1,0-1 1,0 0-1,0 0 1,0 0-1,0 0 1,0 1-1,0-1 1,6 7 131,12 2-74,175 58 282,-176-60-408,0-1 0,1-1 0,25 4 0,4-7-77</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43.633"/>
    </inkml:context>
    <inkml:brush xml:id="br0">
      <inkml:brushProperty name="width" value="0.035" units="cm"/>
      <inkml:brushProperty name="height" value="0.035" units="cm"/>
    </inkml:brush>
  </inkml:definitions>
  <inkml:trace contextRef="#ctx0" brushRef="#br0">69 483 3001,'71'136'1495,"-71"-135"-1453,1 0 0,0 0 0,-1 0 0,1 1 0,-1-1 0,1 0 1,-1 1-1,0-1 0,1 0 0,-1 1 0,0-1 0,0 0 1,0 1-1,0-1 0,-1 2 0,1-3-20,0 1 1,-1-1-1,1 0 1,-1 0-1,1 0 1,0 0-1,-1 0 1,1 1-1,-1-1 1,1 0-1,0 0 1,-1 0-1,1 0 1,-1 0-1,1 0 1,0-1-1,-1 1 1,1 0-1,-1 0 1,1 0-1,-1 0 1,1 0-1,0-1 1,-1 1-1,1 0 1,-1-1-1,-8-3 86,0-1 0,1 0 0,-1-1 0,1 0 0,0 0 0,1-1 0,0 1 0,0-2 0,0 1 0,1-1 0,0 0 0,0-1-1,1 1 1,0-1 0,1 0 0,0 0 0,0 0 0,1-1 0,0 0 0,1 1 0,0-1 0,0 0 0,1 0 0,1 0 0,-1 0 0,2 0 0,-1 0 0,1 0-1,1 0 1,0 0 0,5-15 0,-1 9-104,1-1-1,1 1 0,0 0 0,1 0 0,1 1 0,1 0 1,0 1-1,22-22 0,-25 28-7,1-1 1,0 2-1,1-1 1,0 1-1,0 1 1,0-1-1,1 2 0,0-1 1,0 2-1,0-1 1,1 2-1,-1-1 1,20-2-1,-28 6 4,1 0-1,-1 0 1,0 1-1,0-1 1,0 1-1,1 0 1,-1-1 0,0 1-1,0 0 1,0 1-1,0-1 1,0 1-1,0-1 1,-1 1 0,1 0-1,0 0 1,-1 0-1,1 0 1,-1 1-1,0-1 1,0 0 0,0 1-1,0 0 1,2 3-1,0 2 19,0-1 0,-1 1 0,1 0 0,-2 0 0,1 1-1,-1-1 1,2 16 0,-4-8 16,0-1 0,-2 0 0,1 0 0,-2 0 0,0 0 0,-1 0 0,0-1 0,-7 16 0,-4 13 33,-7 18-9,12-34-30,-11 39 1,19-59-114,1 0 0,0 0-1,0 0 1,0 0 0,1 1 0,0-1-1,1 0 1,0 0 0,0 0 0,3 12 0,-4-18 67,1 0 1,-1-1 0,0 1 0,1 0-1,-1-1 1,1 1 0,-1 0 0,1-1 0,-1 1-1,1-1 1,-1 1 0,1 0 0,-1-1 0,1 0-1,0 1 1,-1-1 0,1 1 0,0-1-1,-1 0 1,1 1 0,1-1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51.974"/>
    </inkml:context>
    <inkml:brush xml:id="br0">
      <inkml:brushProperty name="width" value="0.035" units="cm"/>
      <inkml:brushProperty name="height" value="0.035" units="cm"/>
    </inkml:brush>
  </inkml:definitions>
  <inkml:trace contextRef="#ctx0" brushRef="#br0">63 96 4417,'53'-90'2000,"-64"85"-623,5 5 31,0 22-248,-1 1 64,-1 9-311,0 6-241,3 6-256,-1 6-104,-3 12-128,-5 5-64,1 16-48,2 12-8,3-15-160,4-6-360,8-36-992,-2-44-705,2-22 1241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52.335"/>
    </inkml:context>
    <inkml:brush xml:id="br0">
      <inkml:brushProperty name="width" value="0.035" units="cm"/>
      <inkml:brushProperty name="height" value="0.035" units="cm"/>
    </inkml:brush>
  </inkml:definitions>
  <inkml:trace contextRef="#ctx0" brushRef="#br0">29 249 3729,'-3'-3'197,"1"0"0,-1 0 0,1 0 0,-1 0 0,1 0-1,0-1 1,0 1 0,1-1 0,-1 1 0,1-1 0,0 0 0,0 0 0,0 1 0,0-1 0,1 0 0,-1 0 0,1 0 0,0 0 0,0 0 0,0 0 0,1 0 0,0 0 0,-1 1-1,1-1 1,1 0 0,-1 0 0,0 1 0,1-1 0,0 1 0,4-7 0,1 0-152,0 0-1,1 0 1,0 1-1,1 0 1,-1 1-1,2-1 1,-1 2 0,1-1-1,0 2 1,1-1-1,0 1 1,0 1-1,0 0 1,0 1 0,1 0-1,0 0 1,0 1-1,0 1 1,0 0-1,0 1 1,1 0 0,-1 1-1,16 1 1,-14 0-36,1 0 0,-1 1 1,1 1-1,-1 0 1,0 1-1,0 1 0,23 10 1,-31-12 28,0 1-1,-1-1 1,1 1 0,-1 0 0,0 0 0,0 1 0,-1 0 0,1-1 0,-1 2 0,0-1 0,0 0 0,-1 1 0,0 0 0,0-1 0,0 1-1,-1 1 1,1-1 0,-2 0 0,3 11 0,-2-7 78,-1 1-1,0 0 1,-1-1-1,0 1 1,0-1-1,-1 1 1,-1-1-1,0 1 1,0-1-1,-5 13 1,1-10-27,0 0-1,0 0 1,-2-1-1,1 1 1,-2-2-1,1 1 1,-12 10-1,-32 34 51,-2-3 0,-3-2 0,-66 46 0,93-75-328,22-15-306,0 0 1,-1-1 0,0 0 0,0-1-1,-17 8 1,18-13-653</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52.811"/>
    </inkml:context>
    <inkml:brush xml:id="br0">
      <inkml:brushProperty name="width" value="0.035" units="cm"/>
      <inkml:brushProperty name="height" value="0.035" units="cm"/>
    </inkml:brush>
  </inkml:definitions>
  <inkml:trace contextRef="#ctx0" brushRef="#br0">47 113 2969,'7'-10'400,"12"-16"1831,-19 25-2168,1 0 0,-1 1 1,1-1-1,-1 1 0,1-1 1,0 1-1,-1-1 0,1 1 1,-1 0-1,1-1 0,0 1 1,-1 0-1,1-1 1,0 1-1,0 0 0,-1 0 1,1-1-1,0 1 0,-1 0 1,1 0-1,0 0 0,0 0 1,-1 0-1,1 0 0,0 0 1,0 1-1,-1-1 1,1 0-1,0 0 0,-1 0 1,2 1-1,-8 33 2097,-14 48-282,-15 101-224,22-115-1351,-5 39 82,16-96-351,2-1 1,0 1-1,0 0 1,1 0-1,0 0 1,1-1-1,4 16 1,-5-23-29,0-1-1,0 0 1,0 1-1,0-1 1,0 0-1,0 1 1,0-1-1,1 0 1,-1 0-1,1 0 1,0 0 0,-1-1-1,1 1 1,0 0-1,0-1 1,0 1-1,0-1 1,1 0-1,-1 0 1,3 2-1,-3-3 2,0 1 0,1-1 0,-1 0 0,0 0 0,0 0-1,0 0 1,0 0 0,0-1 0,0 1 0,0 0 0,0-1-1,0 0 1,0 1 0,0-1 0,0 0 0,0 0-1,0 0 1,-1 0 0,1-1 0,0 1 0,-1 0 0,4-4-1,3-4 34,0-1 0,0-1-1,10-19 1,8-10 16,-11 21-28,-1-1-1,0 0 1,-2 0 0,0-1-1,-2-1 1,16-44 0,33-177 79,-37 146-98,-14 67-24,-7 29 14,-1 1-1,0-1 1,0 0 0,0 1 0,1-1-1,-1 1 1,0-1 0,1 0 0,-1 1-1,0-1 1,1 1 0,-1-1-1,1 1 1,-1-1 0,1 1 0,-1-1-1,1 1 1,-1 0 0,1-1 0,-1 1-1,1 0 1,0-1 0,-1 1 0,1 0-1,0 0 1,-1 0 0,1 0 0,-1-1-1,1 1 1,0 0 0,-1 0 0,1 0-1,0 0 1,0 0 0,-1 1 0,1-1-1,-1 0 1,1 0 0,0 0-1,-1 0 1,1 1 0,0-1 0,-1 0-1,1 1 1,-1-1 0,1 0 0,-1 1-1,1-1 1,-1 1 0,1-1 0,-1 1-1,1-1 1,-1 1 0,1 0 0,2 5 4,1 1 1,-2 0-1,1-1 1,-1 1-1,1 0 1,-2 0-1,1 0 1,0 12-1,2 64 72,-4-67-63,-4 95 63,-21 136-1,6-83-9,16-98-93,3-62-20,0-1 0,1 0 1,-1 0-1,1 1 1,-1-1-1,3 6 1,-2-9 33,-1 0 0,0 1 0,0-1 1,0 0-1,0 1 0,1-1 0,-1 0 1,0 0-1,0 1 0,0-1 0,1 0 1,-1 0-1,0 1 0,1-1 0,-1 0 1,0 0-1,0 0 0,1 0 0,-1 0 1,0 1-1,1-1 0,-1 0 0,0 0 1,1 0-1,-1 0 0,1 0 0,0 0-20,-1-1-1,1 1 1,0 0-1,0-1 0,-1 1 1,1-1-1,0 1 1,0-1-1,-1 1 1,1-1-1,-1 1 0,1-1 1,-1 0-1,1 1 1,0-2-1,24-48-437</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53.189"/>
    </inkml:context>
    <inkml:brush xml:id="br0">
      <inkml:brushProperty name="width" value="0.035" units="cm"/>
      <inkml:brushProperty name="height" value="0.035" units="cm"/>
    </inkml:brush>
  </inkml:definitions>
  <inkml:trace contextRef="#ctx0" brushRef="#br0">291 1 4569,'-10'1'663,"5"0"-16,0-1 0,0 1 1,0 0-1,1 1 0,-1-1 0,0 1 1,1 0-1,-8 4 0,-6 11-178,0 1 0,1 1 0,1 0 0,0 2 0,-16 29 0,-54 119 758,81-157-1157,0-1-1,1 1 1,0 0 0,1 1-1,1-1 1,0 1 0,0-1-1,1 1 1,2 21 0,-1-28-61,1 0 1,0 0 0,0 0-1,1 0 1,-1-1 0,1 1-1,1 0 1,-1-1 0,1 1-1,0-1 1,0 0 0,0 0-1,1 0 1,0 0 0,0-1-1,0 1 1,1-1 0,-1 0-1,1 0 1,0-1-1,0 1 1,8 2 0,-4-2-7,0 0 1,1-1-1,-1 0 1,1 0-1,0-2 1,0 1-1,0-1 1,0 0-1,0-1 1,0 0-1,0-1 1,15-3-1,-1-1-471,-1-1-1,0-1 0,0-1 1,24-12-1,-34 14-235,-1-1 1,0-1-1,0 0 1,-1 0 0,21-21-1,15-14-464</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2:53.557"/>
    </inkml:context>
    <inkml:brush xml:id="br0">
      <inkml:brushProperty name="width" value="0.035" units="cm"/>
      <inkml:brushProperty name="height" value="0.035" units="cm"/>
    </inkml:brush>
  </inkml:definitions>
  <inkml:trace contextRef="#ctx0" brushRef="#br0">344 41 2184,'23'-29'1433,"-14"18"447,-13 28-576,-3 36 89,-10 14-113,0 11-368,-8 5-208,-3-3-63,-7 7-177,5 12-120,3 9-192,3 6-48,10-9-56,7-20 0,3-30-1024,4-23-1929,0-43 1929</inkml:trace>
  <inkml:trace contextRef="#ctx0" brushRef="#br0" timeOffset="1">0 263 8074,'15'-44'3232,"14"6"-2023,18 10-449,7 1 0,22 6-312,13 6-256,27 13-56,1-7-392,13 16 216</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53.747"/>
    </inkml:context>
    <inkml:brush xml:id="br0">
      <inkml:brushProperty name="width" value="0.035" units="cm"/>
      <inkml:brushProperty name="height" value="0.035" units="cm"/>
    </inkml:brush>
  </inkml:definitions>
  <inkml:trace contextRef="#ctx0" brushRef="#br0">282 72 1384,'51'4'1010,"-51"-4"-959,1 0 0,0 0 1,-1 0-1,1 0 0,0-1 0,-1 1 0,1 0 1,-1 0-1,1-1 0,-1 1 0,1 0 1,0-1-1,-1 1 0,1 0 0,-1-1 1,0 1-1,1-1 0,-1 1 0,1-1 0,-1 1 1,0-1-1,1 1 0,-1-1 0,0 0 1,0 1-1,1-1 0,-1 1 0,0-2 1,2-18 1123,-2 16-709,0 2-282,0-1 0,0 1 0,0 0 0,0 0 0,0 0 0,0 0 0,-1 0 0,1 0-1,-1 0 1,1 0 0,-3-3 0,3 4-105,-1 0-1,1 0 1,-1 1 0,0-1-1,1 0 1,-1 0 0,0 1-1,0-1 1,0 1-1,1-1 1,-1 1 0,0-1-1,0 1 1,0-1 0,0 1-1,0 0 1,0-1-1,0 1 1,-1 0 0,-2 0 11,-1 0 0,1 1 0,-1 0 0,1-1 0,0 2 0,0-1 0,0 0 0,-1 1 0,1 0 0,0 0 0,1 0 1,-7 5-1,-6 2-14,4-2 5,1 1-1,0-1 1,1 2 0,-14 13 0,9-9 18,1 1 1,1 0 0,0 1-1,1 0 1,1 1 0,0 0-1,-15 33 1,-10 34 171,31-62-212,5-17-48,-1-1 0,0 1 1,0-1-1,0 0 0,0 1 0,-1-1 0,1 0 1,-4 6-1,3-6-6,0 0 1,1 0-1,-1 0 1,1 1-1,0-1 0,0 0 1,0 1-1,0-1 1,1 0-1,-1 1 0,1-1 1,0 1-1,0-1 1,0 1-1,1-1 0,-1 0 1,1 1-1,0-1 0,0 0 1,1 4-1,0-5 2,-1 0 1,1 0-1,0-1 0,0 1 0,0-1 0,0 1 0,0-1 0,0 0 0,0 0 0,1 0 1,-1 0-1,0 0 0,1 0 0,2 0 0,38 8 80,-38-8-73,0-1-92,0 1 0,-1-1-1,1 1 1,0-1 0,-1-1 0,1 1-1,0 0 1,-1-1 0,1 0-1,-1 0 1,1-1 0,-1 1-1,1-1 1,-1 0 0,0 0 0,0-1-1,0 1 1,0-1 0,-1 0-1,7-6 1,12-22-569</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54.528"/>
    </inkml:context>
    <inkml:brush xml:id="br0">
      <inkml:brushProperty name="width" value="0.035" units="cm"/>
      <inkml:brushProperty name="height" value="0.035" units="cm"/>
    </inkml:brush>
  </inkml:definitions>
  <inkml:trace contextRef="#ctx0" brushRef="#br0">72 1 1616,'-5'1'217,"1"1"0,0 0-1,0 0 1,0 1-1,0-1 1,0 1 0,1 0-1,-1 0 1,1 0-1,-1 0 1,1 1 0,0-1-1,1 1 1,-1 0-1,1 0 1,-1 0 0,1 0-1,0 0 1,1 1 0,-1-1-1,1 0 1,0 1-1,0-1 1,0 1 0,0 0-1,1 5 1,-1 12 147,2 1 1,0-1 0,1 1 0,6 23-1,-7-38-314,3 18 74,-2-14-53,-1 0-1,2 0 0,-1 0 1,9 19-1,-11-30-59,1 0-1,0 0 1,-1 0 0,1 0-1,0 0 1,0-1 0,-1 1 0,1 0-1,0 0 1,0-1 0,0 1-1,0-1 1,0 1 0,0-1-1,0 1 1,0-1 0,0 1-1,0-1 1,0 0 0,0 0-1,1 0 1,-1 1 0,0-1-1,0 0 1,0 0 0,0 0-1,0-1 1,0 1 0,0 0-1,2-1 1,1 0 19,-1 0 1,0 0-1,0 0 0,0-1 0,0 1 1,0-1-1,0 0 0,0 1 0,4-5 1,4-5-2,0-1 0,-1 0 0,-1 0 1,0-1-1,0-1 0,-1 1 0,-1-1 1,0-1-1,-1 1 0,-1-1 0,0 0 1,-1-1-1,3-20 0,6-21-21,-4 21 8,-9 34-5,0 1 0,1-1-1,-1 1 1,0-1 0,1 1 0,-1-1 0,1 1 0,0-1-1,-1 1 1,1 0 0,0-1 0,0 1 0,0 0 0,1-2-1,-2 3-2,1 0 0,-1 0 0,0 0-1,1 0 1,-1 0 0,1 0 0,-1 0-1,0 0 1,1 0 0,-1 0 0,1 0-1,-1 0 1,0 0 0,1 0 0,-1 0-1,0 0 1,1 1 0,-1-1 0,0 0-1,1 0 1,-1 0 0,0 1-1,1-1 1,-1 0 0,0 1 0,0-1-1,1 0 1,-1 0 0,0 1 0,0-1-1,1 0 1,-1 1 0,0 0 0,3 4 43,0 0 0,-1 0 1,0 1-1,0-1 0,2 10 0,-2-1 36,0 1-1,-1-1 0,-1 1 0,-1 0 0,-2 16 0,2-17-44,-1 1 0,2-1 0,0 1 0,1 0 0,2 16 0,20 53 83,-23-82-118,0 0 1,0 0-1,0 0 0,1 0 1,-1 0-1,0 0 0,1 0 1,0-1-1,-1 1 0,1 0 0,0 0 1,0-1-1,1 3 0,-1-4-22,0 0 0,0 0 0,0 0-1,0-1 1,0 1 0,-1 0-1,1 0 1,0-1 0,0 1 0,0-1-1,0 1 1,0 0 0,-1-1-1,1 0 1,0 1 0,0-1-1,-1 1 1,1-1 0,0-1 0,11-6-235,8-8-837,-1-1 0,28-32 1,8-8-1017,-40 45 1698,8-10-211,-3-18-26,-7 21 423,-11 17 209,-1 1-1,1-1 0,-1 0 1,0 0-1,1 0 0,-1 0 1,0-1-1,0 1 0,1-5 1,-2 7 24,0 0 0,0 0 0,0 0-1,0 0 1,1 0 0,-1 0 0,0-1 0,0 1 0,0 0 0,0 0 0,0 0 0,0 0 0,0-1 0,0 1 0,0 0 0,0 0 0,0 0 0,0 0 0,0 0 0,0-1 0,0 1-1,0 0 1,0 0 0,0 0 0,0 0 0,0-1 0,0 1 0,0 0 0,0 0 0,0 0 0,-1 0 0,1 0 0,0-1 0,0 1 0,0 0 0,0 0 0,0 0 0,0 0 0,0 0-1,-1 0 1,1 0 0,0 0 0,0 0 0,0-1 0,0 1 0,0 0 0,-1 0 0,1 0 0,0 0 0,-11 6 958,-1 1-416,7-4-315,1 0 0,-1 1 0,1-1 0,-1 1 0,1 0 0,1 0 0,-1 0 0,0 0 0,-4 9-1,6-10-175,0-1-1,1 1 1,0 0-1,0-1 0,0 1 1,0 0-1,0 0 0,0 0 1,1 0-1,-1 0 0,1 0 1,0 0-1,0 0 0,0 0 1,0 0-1,1 0 1,-1 0-1,1-1 0,0 1 1,0 0-1,1 3 0,0-4-50,-1 0 0,1-1-1,0 1 1,0-1 0,0 0-1,0 1 1,0-1 0,0 0 0,0 0-1,0 0 1,1-1 0,-1 1-1,0 0 1,0-1 0,1 0-1,-1 1 1,0-1 0,1 0 0,3-1-1,24 6 23,-15 0-22,-5-3-8,-1 1 1,1 0 0,-1 1 0,0 0-1,0 0 1,0 1 0,0 0 0,-1 0-1,12 11 1,-19-15 3,0 0 0,-1 0 0,1 0 0,0 0 0,-1 0 0,1 0 0,-1 0 0,0 1-1,1-1 1,-1 0 0,0 0 0,0 0 0,1 1 0,-1-1 0,0 0 0,0 0 0,0 1 0,-1-1 0,1 0 0,0 0 0,-1 3 0,-12 24 212,10-23-154,-7 14 88,-2 0-1,0-1 0,-18 21 0,23-32-126,0 1 0,0-1-1,-1 0 1,0 0 0,-1-1-1,1 0 1,-1 0 0,-18 7-1,26-12-62,-1 0 1,1-1-1,-1 1 0,1-1 0,-1 1 0,1-1 0,-1 0 0,1 0 0,-1 1 0,1-1 0,-1 0 0,1 0 0,-1 0 0,0-1 0,1 1 1,-1 0-1,1-1 0,-1 1 0,1-1 0,-1 1 0,1-1 0,0 1 0,-1-1 0,1 0 0,0 0 0,-1 0 0,1 0 0,0 0 1,0 0-1,0 0 0,0 0 0,0-1 0,0 1 0,0 0 0,0-1 0,1 1 0,-1 0 0,0-1 0,1 1 0,-1-1 0,1 1 1,-1-1-1,1 1 0,0-1 0,0 1 0,0-1 0,0-1 0,0-3-64,1 0-1,-1 0 1,2 1-1,-1-1 1,3-7-1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54.917"/>
    </inkml:context>
    <inkml:brush xml:id="br0">
      <inkml:brushProperty name="width" value="0.035" units="cm"/>
      <inkml:brushProperty name="height" value="0.035" units="cm"/>
    </inkml:brush>
  </inkml:definitions>
  <inkml:trace contextRef="#ctx0" brushRef="#br0">145 0 1744,'22'21'1544,"-2"1"0,-1 0-1,33 50 1,33 81 605,-17-28-1563,-54-99-516,-13-25-91,-1-1 0,0 1 1,1-1-1,-1 1 0,0-1 1,0 1-1,0-1 1,0 1-1,1-1 0,-1 1 1,0-1-1,0 1 0,0-1 1,0 1-1,0-1 1,0 1-1,0-1 0,0 1 1,0-1-1,-1 1 0,1-1 1,0 1-1,0-1 1,0 1-1,-1-1 0,1 1 1,0-1-1,0 1 0,-1-1 1,1 0-1,0 1 1,-1-1-1,1 1 0,-1-1 1,1 0-1,0 0 0,-1 1 1,1-1-1,-1 0 0,1 1 1,-1-1-1,1 0 1,-1 0-1,1 0 0,-1 0 1,1 0-1,-1 0 0,1 1 1,-1-1-1,0 0 1,-2-1-181,0 1 0,0 0 0,0 0-1,0-1 1,0 0 0,-6-2 0,-109-46-5045,7 8 4272,6-13 2111,100 52-889,0 0 1,0-1-1,0 0 0,0 0 1,0 0-1,1 0 1,0-1-1,0 0 1,-7-8-1,11 12-202,-1-1 0,1 1 0,0-1 0,0 0 0,0 1 0,0-1 0,0 1 0,0-1 0,0 1 0,0-1 0,1 1 0,-1-1 0,0 1 0,0-1 0,0 1 0,1-1 0,-1 1 0,0-1 0,0 1 0,1 0 0,-1-1 0,0 1 0,1-1 0,-1 1 0,1 0 0,-1-1 0,0 1 0,1 0 0,-1-1 0,1 1-1,-1 0 1,1 0 0,-1-1 0,1 1 0,-1 0 0,1 0 0,-1 0 0,2 0 0,0-2 179,3 0-153,0-1 1,0 1-1,0 0 0,1 0 0,-1 1 1,1 0-1,-1 0 0,1 0 0,-1 0 1,9 1-1,3-1 4,312-36-42,-279 31-402,54-10-948,2-1 565</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56.635"/>
    </inkml:context>
    <inkml:brush xml:id="br0">
      <inkml:brushProperty name="width" value="0.035" units="cm"/>
      <inkml:brushProperty name="height" value="0.035" units="cm"/>
    </inkml:brush>
  </inkml:definitions>
  <inkml:trace contextRef="#ctx0" brushRef="#br0">0 179 1936,'7'-12'535,"-1"0"0,0 0 0,4-18-1,8-14 1128,4-20 1470,-22 63-3094,0 1 1,0 0 0,0 0 0,0 0 0,0-1-1,0 1 1,0 0 0,1 0 0,-1 0-1,0-1 1,0 1 0,0 0 0,0 0 0,0 0-1,0 0 1,0-1 0,1 1 0,-1 0 0,0 0-1,0 0 1,0 0 0,0 0 0,1 0 0,-1 0-1,0-1 1,0 1 0,0 0 0,1 0-1,-1 0 1,0 0 0,0 0 0,0 0 0,1 0-1,-1 0 1,0 0 0,0 0 0,0 0 0,1 0-1,-1 0 1,0 0 0,0 0 0,0 0 0,1 1-1,3 9 906,1 19-183,-5-26-658,10 186 1680,-2-89-1595,-5 0 1,-13 136-1,7-211-176,0-4-26,0 1 0,2-1-1,1 1 1,0 0 0,5 27 0,-4-47 1,6 21-506,-7-22 467,0-1-1,0 1 1,1 0-1,-1-1 0,1 1 1,-1-1-1,1 1 1,-1-1-1,0 0 0,1 1 1,0-1-1,-1 1 1,1-1-1,-1 0 1,1 0-1,-1 1 0,1-1 1,0 0-1,-1 0 1,1 1-1,0-1 0,-1 0 1,1 0-1,-1 0 1,1 0-1,0 0 0,-1 0 1,1 0-1,0 0 1,0-1-1,18-8-825</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57.009"/>
    </inkml:context>
    <inkml:brush xml:id="br0">
      <inkml:brushProperty name="width" value="0.035" units="cm"/>
      <inkml:brushProperty name="height" value="0.035" units="cm"/>
    </inkml:brush>
  </inkml:definitions>
  <inkml:trace contextRef="#ctx0" brushRef="#br0">62 0 5673,'-2'6'2161,"0"26"-1345,-6 6 48,-1 25 264,-3 16-144,7 30-375,-12-5-153,17 2-240,-6-12-72,8-22-72,24-4-24,-1-26-312,15-12-456,-8-32 456</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57.377"/>
    </inkml:context>
    <inkml:brush xml:id="br0">
      <inkml:brushProperty name="width" value="0.035" units="cm"/>
      <inkml:brushProperty name="height" value="0.035" units="cm"/>
    </inkml:brush>
  </inkml:definitions>
  <inkml:trace contextRef="#ctx0" brushRef="#br0">143 302 5697,'-29'14'2305,"9"-14"-1017,39 7-824,13-7 24,27-13 48,21-4-80,22-25-344,14 0-48,21-3-16,-2-5-8,-1 10 16,-5 2-288,-16 17-2136,-26 6 1712</inkml:trace>
  <inkml:trace contextRef="#ctx0" brushRef="#br0" timeOffset="1">73 502 6537,'-52'9'2353,"32"-3"-1465,25-8-64,45-9 40,14-20-79,58 8-545,13-5-104,18-14-64,26 23 0,-8-6-104,-2 8-312,-19-4 240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58.411"/>
    </inkml:context>
    <inkml:brush xml:id="br0">
      <inkml:brushProperty name="width" value="0.035" units="cm"/>
      <inkml:brushProperty name="height" value="0.035" units="cm"/>
    </inkml:brush>
  </inkml:definitions>
  <inkml:trace contextRef="#ctx0" brushRef="#br0">49 74 2841,'-41'-55'1753,"40"54"-1663,1 0-1,-1 0 0,0 0 0,1 1 0,-1-1 1,1 0-1,-1 0 0,1 0 0,-1 0 1,1 0-1,0 0 0,0 0 0,-1 0 1,1 0-1,0 0 0,0 0 0,0-2 1,0 3 13,0 0 0,1 0 0,-1 0 1,0 0-1,0 0 0,1 0 0,-1 0 1,0 0-1,0 0 0,0 0 0,1 1 1,-1-1-1,0 0 0,0 0 0,0 0 1,0 0-1,1 0 0,-1 0 0,0 1 1,0-1-1,0 0 0,0 0 0,1 0 1,-1 0-1,0 1 0,0-1 0,0 0 1,0 0-1,0 0 0,0 1 0,0-1 1,0 0-1,0 0 0,0 0 0,0 1 1,0-1-1,0 0 0,0 0 0,0 1 1,0-1-1,0 0 0,0 0 0,0 1 1,16 203 1692,-19-24-1528,3-177-309,0 0 0,0 0 0,1 0-1,-1 0 1,1 0 0,-1 0 0,3 4 0,3-4-901,3-12-1264,-3-7 1205</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58.772"/>
    </inkml:context>
    <inkml:brush xml:id="br0">
      <inkml:brushProperty name="width" value="0.035" units="cm"/>
      <inkml:brushProperty name="height" value="0.035" units="cm"/>
    </inkml:brush>
  </inkml:definitions>
  <inkml:trace contextRef="#ctx0" brushRef="#br0">43 43 3393,'-14'9'1288,"-5"-1"-40,10 5-296,11 4 137,5-6 175,10-11-552,10-7-136,15-8-184,11 5-128,19-7-176,-11-4-32,5 8-96,-16-2-232,-10 13-744,3 8-968,-37-6 1216</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59.141"/>
    </inkml:context>
    <inkml:brush xml:id="br0">
      <inkml:brushProperty name="width" value="0.035" units="cm"/>
      <inkml:brushProperty name="height" value="0.035" units="cm"/>
    </inkml:brush>
  </inkml:definitions>
  <inkml:trace contextRef="#ctx0" brushRef="#br0">52 207 3673,'-29'6'1512,"16"0"-112,4 7-463,10-7 23,15 14 64,1-21-568,11 1-192,20-2-144,-1-29-40,18 18-240,-6-25-360,17 11-1856,-19 1 1591</inkml:trace>
  <inkml:trace contextRef="#ctx0" brushRef="#br0" timeOffset="1">515 23 2040,'99'-23'1713,"-99"63"255,-8 11-455,-1-3-25,-12-1-512,13 14-288,8-10-360,0 6-80,14-15-152,1-11-32,-2-20-520,10-13-984,-6-15 960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59.497"/>
    </inkml:context>
    <inkml:brush xml:id="br0">
      <inkml:brushProperty name="width" value="0.035" units="cm"/>
      <inkml:brushProperty name="height" value="0.035" units="cm"/>
    </inkml:brush>
  </inkml:definitions>
  <inkml:trace contextRef="#ctx0" brushRef="#br0">10 310 4825,'-9'-148'1960,"11"130"-1127,3-16-217,22 6 8,11-6-200,7 1-216,14 26-168,-7 3-40,-26 0-544,-7 17-560,-17 1 688</inkml:trace>
  <inkml:trace contextRef="#ctx0" brushRef="#br0" timeOffset="1">202 108 3297,'-118'156'1888,"116"-137"-408,2-4-159,12 10-569,3 3-272,4 1-312,2 7-80,4 11-360,-1 9-1240,5-1 1064</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00.863"/>
    </inkml:context>
    <inkml:brush xml:id="br0">
      <inkml:brushProperty name="width" value="0.035" units="cm"/>
      <inkml:brushProperty name="height" value="0.035" units="cm"/>
    </inkml:brush>
  </inkml:definitions>
  <inkml:trace contextRef="#ctx0" brushRef="#br0">81 315 3049,'-22'-9'732,"-25"-16"0,46 24-682,0 1 0,1-1 0,-1 1 0,0-1 0,0 0 0,1 1 1,-1-1-1,0 0 0,1 1 0,-1-1 0,1 0 0,-1 0 0,1 1 0,-1-1 0,1 0 0,0 0 0,-1 0 0,1 0 1,0 0-1,-1 0 0,1 1 0,0-1 0,0 0 0,0 0 0,0 0 0,0 0 0,0 0 0,0 0 0,1 0 0,-1-1 1,1-1 145,0 1 0,1-1 1,-1 1-1,1-1 1,0 1-1,-1 0 0,4-3 1,-1 0 397,-3 4-467,1 0 1,0 0-1,-1-1 0,1 1 1,0 0-1,-1 1 0,1-1 1,0 0-1,0 0 0,0 1 0,0-1 1,0 1-1,0-1 0,-1 1 1,1 0-1,0 0 0,4 0 1,43 4 1118,-19-1-682,243-23 1153,-85 2-1140,276-16 212,-36 2-486,214-44-116,-475 54-155,321 1 0,-428 23-26,-1 3 0,82 16-1,-124-18-2,125 24 26,-115-23-9,1-2-1,0-1 1,30-3 0,-52 2-230,12-2 694,-14 3-1114,-8 0-1506,-38 12 1245</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02.532"/>
    </inkml:context>
    <inkml:brush xml:id="br0">
      <inkml:brushProperty name="width" value="0.035" units="cm"/>
      <inkml:brushProperty name="height" value="0.035" units="cm"/>
    </inkml:brush>
  </inkml:definitions>
  <inkml:trace contextRef="#ctx0" brushRef="#br0">19 67 2577,'-7'15'286,"5"-12"-202,0 1 0,1-1 0,-1 1 0,1 0 0,0 0-1,-1 4 1,2-7-69,0-1 0,0 1 0,0-1 0,0 0 0,0 1-1,0-1 1,0 1 0,0-1 0,0 0 0,1 1 0,-1-1 0,0 1 0,0-1-1,0 0 1,0 1 0,1-1 0,-1 0 0,0 1 0,0-1 0,1 0 0,-1 1 0,0-1-1,1 0 1,15 2 459,1-3-184,0 1 1,0 0-1,31 6 0,19 0 380,320-8 2056,0-21-960,-163 8-1188,183-13 217,409-16 580,-177 50 26,-37 0-591,-252-22-527,7 0-55,-329 15-224,-17 2-192,-11-1 178,0 0 0,0 0 0,0 1 1,0-1-1,0 0 0,0 0 0,0 0 0,0 1 1,0-1-1,0 0 0,0 0 0,0 0 0,0 1 1,0-1-1,0 0 0,0 0 0,0 0 0,0 1 1,0-1-1,0 0 0,0 0 0,0 0 1,0 1-1,-1-1 0,1 0 0,0 0 0,0 0 1,0 0-1,0 1 0,0-1 0,-1 0 0,1 0 1,0 0-1,0 0 0,0 0 0,0 0 0,-1 1 1,1-1-1,0 0 0,0 0 0,0 0 0,-1 0 1,1 0-1,0 0 0,-1 0 0,-23 12-242</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12.167"/>
    </inkml:context>
    <inkml:brush xml:id="br0">
      <inkml:brushProperty name="width" value="0.035" units="cm"/>
      <inkml:brushProperty name="height" value="0.035" units="cm"/>
    </inkml:brush>
  </inkml:definitions>
  <inkml:trace contextRef="#ctx0" brushRef="#br0">97 66 2929,'3'-10'525,"0"1"0,0 0 0,1-1 1,1 1-1,6-10 0,-49 40-334,31-18 170,0 1-1,1-1 1,-1 1-1,1 0 1,0 1-1,0-1 1,-7 8-1,10-8-173,0 1 0,0-1-1,0 1 1,0 0-1,1 0 1,0 0 0,0 0-1,0 0 1,1 1-1,-1-1 1,1 1 0,0 6-1,0 8 52,0 0-1,4 21 0,-3-33-183,1 0-1,0 1 0,1-1 0,0 0 0,1 0 1,-1 0-1,1 0 0,1 0 0,5 9 0,-1-6 30,0 0 0,0-1 0,1 0 0,20 17 0,-1-10 124,-22-15-195,-1 1 0,1 0 0,-1 0 0,8 7 0,-7-5-2,1 1 0,-1-1 0,1 0 0,0 0 0,0-1 0,0 0 0,0 0 0,1-1 0,0 0 0,-1 0 0,1-1 0,0 0 0,0 0 1,9 0-1,63 7 72,-52-8-30,-23 0-383,1-1 0,0 0 1,-1 0-1,1 0 1,-1-1-1,1 1 1,-1-1-1,0-1 1,9-2-1,38-22-953</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46.150"/>
    </inkml:context>
    <inkml:brush xml:id="br0">
      <inkml:brushProperty name="width" value="0.035" units="cm"/>
      <inkml:brushProperty name="height" value="0.035" units="cm"/>
    </inkml:brush>
  </inkml:definitions>
  <inkml:trace contextRef="#ctx0" brushRef="#br0">47 55 4313,'-43'61'1516,"42"-61"-1481,1 1 0,-1 0 0,1 0 0,0 0 0,-1 0 0,1-1 0,0 1 0,0 0 0,0 0 0,-1 0-1,1 0 1,0 0 0,0 0 0,0 0 0,0 0 0,0 0 0,1 0 0,-1-1 0,0 1 0,0 0 0,1 0 0,-1 0 0,0 0-1,1 0 1,-1-1 0,1 1 0,0 1 0,19 11 436,-15-10-286,4 2 55,1 0 0,-1 0 0,1-1 0,1-1 0,-1 0 0,0 0 0,1-1 0,-1 0 0,19 0 0,-13-2-49,1-1 0,0 0 1,-1-1-1,1-1 0,25-8 0,69-26 323,-28 10-319,104-22 1,-41 29-10,152-1 1,-87 8 34,-190 11-229,-13 1-37,-1 0 0,0 0 1,0 1-1,1 0 0,-1 0 0,0 1 1,1-1-1,-1 2 0,10 2 0,-10 2-994,-14-3 427</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06.790"/>
    </inkml:context>
    <inkml:brush xml:id="br0">
      <inkml:brushProperty name="width" value="0.035" units="cm"/>
      <inkml:brushProperty name="height" value="0.035" units="cm"/>
    </inkml:brush>
  </inkml:definitions>
  <inkml:trace contextRef="#ctx0" brushRef="#br0">488 210 2240,'-4'-1'181,"1"0"-1,-1 0 0,0 0 0,0 1 0,1-1 0,-1 1 0,0 0 0,1 0 0,-1 0 1,0 1-1,0-1 0,1 1 0,-1 0 0,-6 2 0,-5 3 160,1 0-1,-18 12 1,15-9-42,-140 81 1259,127-70-1142,0 1 0,-52 48 0,77-64-372,0 0 0,0 0 1,1 0-1,0 1 1,0 0-1,1 0 0,-1 0 1,1 0-1,1 0 1,-1 1-1,1-1 0,-2 8 1,4-13-40,0 0 1,0 0-1,0 0 1,0-1 0,0 1-1,0 0 1,0 0-1,0 0 1,0 0 0,0 0-1,0 0 1,0-1-1,0 1 1,1 0-1,-1 0 1,0 0 0,1 0-1,-1-1 1,1 1-1,-1 0 1,1 0-1,-1-1 1,1 1 0,-1 0-1,1-1 1,1 2-1,-1-2 4,0 1-1,1-1 1,-1 1-1,1-1 0,-1 0 1,1 1-1,0-1 1,-1 0-1,1 0 1,-1 0-1,1 0 0,-1-1 1,4 1-1,3-2 25,0-1-1,0 1 0,0-1 0,13-8 1,41-28 109,79-66 1,-80 58-98,60-37 24,10-7 45,-118 81-83,0-1 1,-1 0-1,16-18 0,-24 24-23,-1 1-1,0 0 0,0-1 1,-1 0-1,1 0 1,-1 0-1,0 0 0,0 0 1,-1 0-1,0 0 0,0 0 1,0-1-1,0-9 1,-1 7 4,-1-13-18,-2 20-5,-4 11 8,-1 3 59,0-1 1,-1 0-1,-1 0 0,0-1 1,-1 0-1,-22 17 1,6-4 54,2-1 4,1 1-1,-34 45 0,50-58-73,0 0 0,1 1 1,1-1-1,0 1 1,0 1-1,2-1 0,-1 1 1,1 0-1,-3 23 0,6-33-22,1 0-1,0 0 1,0 1-1,0-1 1,0 0-1,0 0 1,0 0-1,1 0 1,0 0-1,-1 0 1,1 0-1,0 0 1,1 0-1,-1 0 1,3 5-1,-2-6-16,0 0 1,0-1-1,0 1 0,1 0 0,-1-1 0,0 0 1,1 1-1,-1-1 0,1 0 0,-1 0 1,1 0-1,-1-1 0,1 1 0,0-1 0,-1 1 1,1-1-1,0 0 0,-1 0 0,1 0 0,3-1 1,12-2-347,0 0 1,0-2 0,0 0 0,-1-1 0,0-1 0,23-12-1,-7 4-730,79-44-2911,-30 15 2657,-71 34 1722,-12 6 694,-11 5 845,-8 5-1757,0 1 1,1 1-1,0 1 1,1 0-1,0 2 1,-24 17-1,-103 90 927,99-79-682,34-30-299,0 2 0,1 0 0,0 0 0,1 1 0,0 0 0,1 1 0,-12 21 0,17-22 6,7-7-20,-2-5-96,1 0 1,-1 0-1,1 0 1,-1 0 0,1-1-1,-1 1 1,1 0 0,-1-1-1,1 1 1,-1-1 0,3-1-1,52-26 213,91-61 0,-95 55-165,-34 23-41,27-19 24,-42 28-41,0-1 0,0 1-1,0-1 1,-1 0 0,1 0 0,-1 0 0,0-1 0,1 1 0,-2 0 0,4-7-1,-4 38-98,-3-17 93,-1 0 0,0-1 0,-1 0 0,0 1 0,-8 11 0,-4 13 100,15-20 12,1-14-103,0-1 0,0 1 1,1-1-1,-1 0 1,0 1-1,1-1 0,-1 0 1,0 0-1,1 1 0,-1-1 1,0 0-1,1 0 1,-1 1-1,0-1 0,1 0 1,-1 0-1,1 0 1,-1 0-1,1 0 0,-1 0 1,0 0-1,1 0 0,-1 0 1,1 0-1,-1 0 1,1 0-1,-1 0 0,0 0 1,1 0-1,-1 0 0,1 0 1,17-5 52,0 0 1,0 0-1,0-2 1,-1 0-1,0-2 1,-1 1-1,17-13 1,103-84 168,-125 96-204,245-178 212,-239 175-228,30-26 0,-35 28-36,-1 0 0,26-15 0,-37 25 25,1 0 1,-1 0-1,0 0 1,1 0-1,-1 0 0,1-1 1,-1 1-1,0 0 0,1 0 1,-1 0-1,1 0 0,-1 0 1,0 0-1,1 0 1,-1 0-1,1 1 0,-1-1 1,0 0-1,1 0 0,-1 0 1,1 0-1,-1 0 1,0 1-1,1-1 0,-1 0 1,0 0-1,1 1 0,-1-1 1,0 0-1,0 0 1,1 1-1,-1-1 0,0 0 1,0 1-1,1-1 0,-1 0 1,0 1-1,0-1 1,0 1-1,0-1 0,0 0 1,0 1-1,1-1 0,-1 1 1,3 20-53,-3-19 46,0 4 11,0 0 0,-1 0 0,1-1 0,-1 1-1,-1 0 1,1-1 0,-1 1 0,0-1 0,0 0 0,0 1 0,-1-1 0,0 0-1,0 0 1,0-1 0,-5 6 0,-7 8 69,-1-1 0,-24 20 1,25-24-24,-37 38 132,34-32-46,-1 0-1,-1-2 0,-36 25 0,51-39-109,0-1-1,0 1 1,-1-1 0,1-1-1,-1 1 1,1-1 0,-1 0-1,0 0 1,0 0 0,1-1 0,-1 0-1,0 0 1,0 0 0,0-1-1,1 0 1,-1 0 0,0 0-1,1-1 1,-1 0 0,1 0-1,0-1 1,0 1 0,0-1 0,0 0-1,-8-7 1,12 10-23,0 0 1,0-1-1,1 1 0,-1 0 1,0-1-1,1 1 0,-1-1 1,1 1-1,-1-1 0,0 1 1,1-1-1,-1 0 0,1 1 1,0-1-1,-1 1 0,1-1 1,-1 0-1,1 0 0,0 1 1,0-1-1,-1 0 1,1 0-1,0 1 0,0-1 1,0 0-1,0 0 0,0 1 1,0-1-1,0 0 0,0-1 1,1 1-3,0 0 0,0 0 0,0 0 0,0 0 0,0 0 0,1 0 0,-1 0 0,0 1 0,0-1 1,1 0-1,-1 1 0,0-1 0,1 1 0,-1 0 0,2-1 0,9-2-21,0 1 0,24 0 0,94 5-30,-82 0 53,0-2 0,88-10 0,-85 0 23,1-2 0,-1-2 0,-1-2 0,-1-3-1,0-1 1,73-42 0,-115 57-11,0-1-1,-1 1 1,1-1-1,-1 0 1,0-1-1,6-6 1,-11 11-9,-1 0 0,1 0 0,0 0 1,0 0-1,-1 0 0,1 0 1,-1 0-1,1 0 0,-1-1 0,0 1 1,1 0-1,-1 0 0,0-1 1,0 1-1,0 0 0,0 0 0,0-1 1,0 1-1,0-2 0,-1 2 0,0-1-1,1 1 1,-1-1-1,0 1 0,0 0 1,-1-1-1,1 1 0,0 0 1,0 0-1,0 0 1,-1 0-1,1 0 0,-1 0 1,1 0-1,-1 0 0,1 1 1,-1-1-1,1 0 1,-3 0-1,-4-1-7,-1 0 0,1 0 0,-1 1-1,0 0 1,0 0 0,0 1 0,0 0 0,1 0 0,-1 1 0,0 1 0,-15 3-1,0 2-42,0 1-1,-43 22 0,55-24 24,0 0 0,1 1 0,0 1 0,0 0 0,1 0 0,0 1 0,-11 12-1,18-16 25,-1-1 0,1 0 0,0 1 0,0 0 0,0-1 0,1 1 0,0 0 0,0 0 0,0 1 0,0-1 1,1 0-1,0 1 0,0-1 0,1 1 0,-1-1 0,1 1 0,0-1 0,0 1 0,1-1 0,1 8 0,0-9 11,-1-1 1,0 1-1,1 0 0,0 0 1,0-1-1,0 1 1,1-1-1,-1 0 1,1 0-1,-1 1 1,1-2-1,0 1 1,0 0-1,1-1 1,-1 1-1,0-1 1,1 0-1,0 0 1,-1 0-1,1-1 0,0 1 1,0-1-1,0 0 1,4 1-1,13 2 40,0-1 0,-1-2 0,36 0 1,-41-1-47,181-14-826,-155 10 579,104-9-208</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49.225"/>
    </inkml:context>
    <inkml:brush xml:id="br0">
      <inkml:brushProperty name="width" value="0.035" units="cm"/>
      <inkml:brushProperty name="height" value="0.035" units="cm"/>
    </inkml:brush>
  </inkml:definitions>
  <inkml:trace contextRef="#ctx0" brushRef="#br0">592 16190 6105,'-66'118'1823,"64"-115"-1766,0 1-1,0-1 0,-1 0 0,0 0 0,1 0 1,-1 0-1,0-1 0,-4 4 0,-14 0 61,9-4-27,-2 3 72,8-2 48,-2-1 1,1 0-1,0 0 0,-8 1 1,14-3-174,0 0 1,0 1-1,0-1 1,0 0-1,1 0 0,-1 0 1,0 0-1,0 0 1,0-1-1,0 1 0,0 0 1,0 0-1,1 0 1,-1-1-1,0 1 1,0 0-1,0-1 0,1 1 1,-1-1-1,0 1 1,1-1-1,-1 1 0,0-1 1,1 0-1,-1 1 1,1-1-1,-1 0 1,1 1-1,-1-1 0,1 0 1,-1 0-1,1 0 1,0 1-1,-1-1 1,1 0-1,0 0 0,0 0 1,0 0-1,-1 1 1,1-1-1,0-1 0,1-13 293,0 1-1,0 0 0,6-19 1,1-16 350,-4 23-212,13-46-1,-9 47-193,5-45-1,-10 46-127,0-12 98,16-65 1,-13 66-163,0-1 0,-2 0 0,-2-67 0,2-19 127,-2 101-116,-1 1 1,-1-1-1,-1 0 1,-1 1-1,-1-1 0,-9-35 1,-1-6 165,3 0 0,2-1 1,2-120-1,-6 36-131,2 48-70,7 61-43,-3-34 2,3-1 0,3 0-1,11-83 1,5-1 14,-7 55 0,-3 44 1,-2 0 0,-3-1 1,-12-98-1,5 114-14,-12-134 56,29-167 265,0 244-230,-5-1 0,-10-141 1,-8-156 55,24 0 119,-9 320-225,2-121 65,-7 123-92,-6-302 65,0-25-20,1 200 29,-33-298 373,7 145-405,26 242-38,-35-178 0,1 116 13,-52-270 14,60 71-39,4 30 7,10 173-3,9-1-1,18-285 1,-3 387-22,8-114 42,-13-204 0,-23-328 64,23 259-61,-31 2 33,-16-263-34,47 546-48,19-415 18,7 211 20,2-286-5,-26 300 50,17 89-97,-4 110 43,-15 122-4,-1-1 0,-9-60-1,4 62-24,2-1 1,3-56-1,6 24-3,3-92 9,-8 138 14,-2 0 0,-1 0 0,-12-54-1,8 49-17,2-1-1,1 0 0,2 0 1,3-52-1,-2-27 7,-9 49 21,8 52-31,-1 0 0,2 0 0,-1 0 0,2-1 1,0 1-1,2-24 0,2 18 10,-2 1-1,0-1 1,-1 1-1,0-1 1,-2 0 0,0 1-1,-1-1 1,-4-17 0,4 25 8,-1 1 0,0-1 0,-6-12 0,8 20-17,0-1 1,1 1 0,-1-1 0,1 1 0,-1-1-1,1 1 1,0-1 0,0 1 0,1-4-1,-1 4 2,0-1-1,0 0 0,0 1 0,0-1 1,0 1-1,-1-1 0,1 1 0,-1-1 0,0-3 1,0-16-2260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52.465"/>
    </inkml:context>
    <inkml:brush xml:id="br0">
      <inkml:brushProperty name="width" value="0.035" units="cm"/>
      <inkml:brushProperty name="height" value="0.035" units="cm"/>
    </inkml:brush>
  </inkml:definitions>
  <inkml:trace contextRef="#ctx0" brushRef="#br0">13 249 2433,'-4'-6'1450,"-5"-11"1207,9 16-2629,0 0 0,0 0 0,1 1-1,-1-1 1,0 0 0,0 0 0,1 1-1,-1-1 1,0 0 0,1 0 0,-1 1-1,0-1 1,1 0 0,-1 1 0,1-1-1,-1 1 1,1-1 0,0 1 0,-1-1-1,1 1 1,-1-1 0,1 1 0,0-1-1,0 1 1,-1 0 0,2-1 0,64-37 1137,-7 3 978,-55 33-2016,1 0 0,-1 1-1,1 0 1,0 0 0,-1 0-1,1 1 1,0-1 0,0 1-1,-1 0 1,9 2 0,14-2 249,31-5 368,110-27 1,-106 18-531,94-9 1,-28 15-125,153-13-20,314-5 854,-95 66-850,-279-16-60,236 6-7,-87-7-6,427 21 40,-161-17 34,-56-2-15,-5-21 4,107-1 39,-17 12-29,-211-20-13,-3-27 48,-398 28-96,164-10 25,108-9 21,-282 17-75,73-5 17,-103 11-157,0 0-1,-1 0 0,1 2 0,0-1 0,-1 2 0,22 6 0,5 12-226</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7.305"/>
    </inkml:context>
    <inkml:brush xml:id="br0">
      <inkml:brushProperty name="width" value="0.035" units="cm"/>
      <inkml:brushProperty name="height" value="0.035" units="cm"/>
    </inkml:brush>
  </inkml:definitions>
  <inkml:trace contextRef="#ctx0" brushRef="#br0">37 143 584,'6'-117'1346,"-6"116"-1214,0 0 0,0 0 0,0 0 0,0 0 0,0 0 1,1 0-1,-1 0 0,0 0 0,1 0 0,-1 0 0,1 0 0,-1 0 0,1 0 1,-1 0-1,1 0 0,0 0 0,-1 0 0,1 0 0,0 1 0,0-1 0,0 0 1,0 1-1,-1-1 0,1 0 0,0 1 0,0-1 0,0 1 0,0 0 0,0-1 1,1 1-1,-1 0 0,0-1 0,0 1 0,0 0 0,0 0 0,0 0 0,0 0 1,0 0-1,0 0 0,2 1 0,-2 23 1107,-1 21-1046,-1 0 0,-3-1 0,-17 86 0,1-46-95,-6 30 69,25-108-201,0 0-1,1 0 0,-1 0 1,2 0-1,-1 6 0,1-12 5,-1 1-1,0 0 1,0-1-1,0 1 0,0-1 1,0 1-1,1-1 1,-1 1-1,0-1 0,0 1 1,1-1-1,-1 1 1,0-1-1,1 0 0,-1 1 1,0-1-1,1 1 1,-1-1-1,1 0 0,-1 1 1,1-1-1,0 0 1,-1 1-38,1-1 0,0 0 1,0 0-1,0 0 0,0-1 1,-1 1-1,1 0 1,0 0-1,0 0 0,0-1 1,-1 1-1,1 0 0,0-1 1,0 1-1,-1-1 0,1 1 1,0-1-1,-1 1 1,2-1-1,17-21-850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7.671"/>
    </inkml:context>
    <inkml:brush xml:id="br0">
      <inkml:brushProperty name="width" value="0.035" units="cm"/>
      <inkml:brushProperty name="height" value="0.035" units="cm"/>
    </inkml:brush>
  </inkml:definitions>
  <inkml:trace contextRef="#ctx0" brushRef="#br0">16 0 3449,'-4'16'1296,"-2"12"-376,2-3-264,2 9 65,2 13 39,0 9-448,4 10-120,-2-9-48,8-8-8,5-16 8,4-11-288,-2-14 128</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8.059"/>
    </inkml:context>
    <inkml:brush xml:id="br0">
      <inkml:brushProperty name="width" value="0.035" units="cm"/>
      <inkml:brushProperty name="height" value="0.035" units="cm"/>
    </inkml:brush>
  </inkml:definitions>
  <inkml:trace contextRef="#ctx0" brushRef="#br0">78 183 3097,'-38'-15'1712,"-2"2"-40,44 7-631,0-4-57,20 1-128,18-6-272,11-2-232,10 3-88,13-5-104,6 6-40,-4-2-24,-4 0 8,-12 1-328,-7 7-544,-13 16 496</inkml:trace>
  <inkml:trace contextRef="#ctx0" brushRef="#br0" timeOffset="1">107 379 3721,'-42'13'1592,"30"-9"-104,9-4-519,16-4-73,17-7 0,22-8-624,6-6-88,26-5-88,-4 1-8,5 4-200,3 14-688,-22 9 560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8.851"/>
    </inkml:context>
    <inkml:brush xml:id="br0">
      <inkml:brushProperty name="width" value="0.035" units="cm"/>
      <inkml:brushProperty name="height" value="0.035" units="cm"/>
    </inkml:brush>
  </inkml:definitions>
  <inkml:trace contextRef="#ctx0" brushRef="#br0">0 406 1744,'39'117'1475,"-34"-94"-443,-7-18 340,-5-13-58,6 3-1195,0 0 0,1-1 0,-1 1-1,1 0 1,0 0 0,0 0 0,0-1 0,1 1-1,0 0 1,0 0 0,0 0 0,4-9-1,3-8 0,17-29-1,-21 43-70,4-8-18,-2 4-11,0 0 0,0 0 0,4-18 1,-2 6-4,-5 14-9,0 0 1,4-19-1,-6 19-3,0 0 0,1-1 1,0 0-1,5-15 0,-5 20 2,11-27-19,-13 33 14,1 0-1,-1-1 0,0 1 0,0 0 0,0 0 1,0 0-1,0-1 0,0 1 0,1 0 0,-1 0 0,0-1 1,0 1-1,0 0 0,1 0 0,-1 0 0,0 0 1,0-1-1,0 1 0,1 0 0,-1 0 0,0 0 1,0 0-1,1 0 0,-1 0 0,0 0 0,0 0 1,1 0-1,-1 0 0,0 0 0,1 0 0,-1 0 1,0 0-1,0 0 0,1 0 0,0 1-2,0 0 0,-1 0 0,1 0 0,0 0-1,-1 0 1,1 0 0,-1 0 0,0 0 0,1 1 0,-1-1-1,0 0 1,1 0 0,-1 2 0,19 84 38,-8-42 284,6 59-1,-8-43 336,-6-51-325,2-10 25,-4-1-291,0 0-1,0 0 1,0 0 0,0 0 0,0-1 0,0 1 0,-1 0 0,1-1 0,0 1 0,-1 0 0,0-1 0,1-1 0,1-4-48,1-1 0,-1 1 0,1 0 0,1 0 0,-1 1 0,1-1 0,0 1-1,1 0 1,8-10 0,-6 9-5,-1-1 0,0 0 0,-1 0 0,0 0 0,0 0 0,0-1 0,-2 0 0,4-9 0,27-76 135,20-66-1996,-50 148 687,-1 18 512</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9.824"/>
    </inkml:context>
    <inkml:brush xml:id="br0">
      <inkml:brushProperty name="width" value="0.035" units="cm"/>
      <inkml:brushProperty name="height" value="0.035" units="cm"/>
    </inkml:brush>
  </inkml:definitions>
  <inkml:trace contextRef="#ctx0" brushRef="#br0">135 84 512,'12'14'327,"18"31"0,-30-44-297,1-1 1,-1 1 0,0 0 0,1 0 0,-1 0 0,0 0 0,0 0-1,0-1 1,0 1 0,0 0 0,0 0 0,0 0 0,0 0-1,0 0 1,0 0 0,0-1 0,0 1 0,-1 0 0,1 0 0,0 0-1,-1 0 1,1-1 0,-1 1 0,1 0 0,-1 0 0,1-1-1,-1 1 1,1 0 0,-1-1 0,0 1 0,1-1 0,-1 1 0,0 0-1,0-1 1,1 0 0,-1 1 0,-2 0 0,-6 6 534,2 3-78,0 0-1,1 1 0,0 0 1,0 0-1,-4 13 1,-9 17 813,-67 140 1980,85-178-3230,-6 24 353,7-27-396,0 1 0,0 0-1,0-1 1,0 1 0,1-1 0,-1 1-1,0 0 1,0-1 0,0 1-1,1-1 1,-1 1 0,0-1 0,1 1-1,-1-1 1,1 1 0,-1-1-1,0 1 1,1-1 0,-1 1 0,1-1-1,-1 0 1,1 1 0,-1-1-1,1 0 1,-1 1 0,1-1 0,0 0-1,-1 0 1,1 0 0,-1 0-1,1 1 1,0-1 0,-1 0 0,1 0-1,-1 0 1,2 0 0,1 0 2,0-1 1,0 1-1,-1-1 1,1 1-1,0-1 1,0 0-1,-1 0 1,1 0 0,0 0-1,-1 0 1,1-1-1,-1 1 1,1-1-1,-1 0 1,0 0-1,0 0 1,0 0-1,3-3 1,5-7 21,0 0-1,9-15 1,-16 22-23,42-53 71,-27 37-21,25-39-1,-39 53-47,0 0-1,-1 0 0,0-1 0,0 1 1,0-1-1,-1 1 0,0-1 0,0 0 1,-1 0-1,0-10 0,-1 17-9,1 0 0,-1 0 0,0 0 0,0 1 0,0-1 0,0 0 0,0 0 0,0 0 0,0 0 0,0 1 0,-1-1 0,1 0 0,0 0 0,0 0 0,-1 1 0,1-1 0,0 0 0,-1 0 1,1 1-1,-1-1 0,1 0 0,-1 1 0,1-1 0,-1 0 0,1 1 0,-1-1 0,0 1 0,1-1 0,-1 1 0,0-1 0,1 1 0,-1 0 0,-1-1 0,1 1-2,0 1 1,0-1 0,-1 0-1,1 1 1,0-1 0,0 1-1,0-1 1,0 1 0,0 0-1,0-1 1,0 1-1,0 0 1,0 0 0,0 0-1,1 0 1,-1-1 0,0 1-1,0 0 1,1 0 0,-1 1-1,1-1 1,-1 1-1,-9 19-7,2 0 0,1 1 0,0 0 0,1 0 0,2 1 0,-4 43-1,8-60 15,0-1-1,0 0 0,0 0 0,1 1 1,-1-1-1,3 8 0,-2-12-2,-1 0-1,0 0 0,1 0 1,-1 0-1,1 0 0,-1-1 1,1 1-1,-1 0 0,1 0 1,0 0-1,-1 0 0,1-1 1,0 1-1,0 0 1,-1-1-1,1 1 0,0-1 1,0 1-1,0-1 0,0 1 1,0-1-1,0 0 0,0 1 1,0-1-1,0 0 1,0 0-1,0 1 0,0-1 1,0 0-1,0 0 0,0 0 1,0-1-1,0 1 0,0 0 1,0 0-1,0 0 0,1-1 1,5-1 2,0-1 0,-1 0 0,1 0 0,-1-1 0,0 1 0,0-1 0,0-1 0,6-5 0,43-45-549,-42 40 238,31-33-1236,-47 55 1628,0 0 1,0 1-1,1-1 1,0 1 0,1-1-1,-1 1 1,1 0-1,1 0 1,0 0-1,0 0 1,1 9 0,-1-17-76,0 0 1,0 0-1,1 0 1,-1 0 0,0-1-1,0 1 1,0 0-1,0 0 1,0 0 0,1 0-1,-1-1 1,0 1 0,0 0-1,0 0 1,0 0-1,1 0 1,-1 0 0,0 0-1,0 0 1,0 0-1,1 0 1,-1 0 0,0 0-1,0-1 1,0 1 0,1 0-1,-1 0 1,0 0-1,0 1 1,0-1 0,1 0-1,-1 0 1,0 0-1,0 0 1,1 0 0,-1 0-1,0 0 1,0 0 0,0 0-1,0 0 1,1 0-1,-1 1 1,0-1 0,0 0-1,0 0 1,0 0-1,0 0 1,1 1 0,-1-1-1,0 0 1,0 0 0,0 0-1,0 0 1,0 1-1,0-1 1,0 0 0,0 0-1,0 1 1,10-23 128,-9 19-111,4-10 3,1 1 0,0 0 1,1 0-1,0 1 0,16-19 0,-18 24-25,1 0-1,0 0 1,0 1-1,0 0 1,1 0-1,0 0 1,0 1-1,0 0 1,0 0 0,15-4-1,-20 7-6,-1 0 0,1 1-1,0-1 1,0 1 0,0-1 0,0 1-1,0 0 1,0-1 0,0 1 0,0 0 0,0 0-1,0 1 1,0-1 0,0 0 0,0 1-1,0-1 1,0 1 0,-1-1 0,1 1-1,0 0 1,0 0 0,0 0 0,-1 0-1,1 0 1,2 3 0,9 4 4,-12-8-1,0 1 0,0-1 1,0 0-1,0 0 0,0 0 1,0 0-1,1 0 0,-1 0 1,0 0-1,0 0 0,0 0 1,0 0-1,0-1 0,0 1 1,0 0-1,0-1 0,0 1 1,0-1-1,0 1 0,0-1 1,0 0-1,0 1 0,0-1 1,1-1-1,4-2 10,4-2-14,0 0-1,-1 0 0,0-2 1,0 1-1,0-1 0,13-16 1,-21 23-9,1-1-1,-1 1 1,0-1 0,1 1 0,-1 0 0,1 0-1,-1 0 1,1 0 0,0 0 0,-1 0 0,1 0 0,0 1-1,0-1 1,0 1 0,-1-1 0,1 1 0,0 0-1,0-1 1,0 1 0,0 0 0,0 0 0,0 0-1,0 1 1,-1-1 0,1 0 0,0 1 0,0-1 0,0 1-1,0 0 1,-1-1 0,1 1 0,0 0 0,-1 0-1,1 0 1,1 2 0,36 22-28,-38-25 42,-1 0 1,0 0-1,0 1 0,0-1 0,1 0 0,-1 0 0,0 0 1,0 0-1,1 0 0,-1 1 0,0-1 0,0 0 0,1 0 1,-1 0-1,0 0 0,0 0 0,1 0 0,-1 0 0,0 0 0,1 0 1,-1 0-1,0 0 0,0 0 0,1 0 0,-1 0 0,0 0 1,0 0-1,1 0 0,-1-1 0,0 1 0,0 0 0,1 0 1,-1 0-1,0 0 0,0 0 0,1-1 0,-1 1 0,0 0 0,0 0 1,0 0-1,0-1 0,1 1 0,-1 0 0,0-1 0,4-15 187,-4 13-119,20-75 6,-12 50-66,-7 25-8,-1 0 0,1 0-1,0 0 1,-1 0 0,0-1 0,0 1-1,0 0 1,0 0 0,0 0 0,-1 0 0,1 0-1,-1 0 1,0-1 0,0 1 0,0 0-1,-2-4 1,2 6-2,0 0-1,0 0 0,0 0 1,0 1-1,0-1 0,0 0 1,0 1-1,0-1 1,0 1-1,0-1 0,0 1 1,0-1-1,0 1 0,0 0 1,-1-1-1,1 1 1,0 0-1,0 0 0,0 0 1,0 0-1,-1 0 0,1 0 1,0 0-1,0 1 1,0-1-1,-1 0 0,1 1 1,0-1-1,0 1 0,0-1 1,0 1-1,0-1 1,0 1-1,0 0 0,0-1 1,0 1-1,-1 1 0,-8 7-5,1 0-1,0 0 1,0 1-1,1 0 1,-12 19-1,4-6 5,7-11 34,1 0 0,1 0 0,0 1 0,0 0 0,-8 26 0,14-36-23,0 0 0,0 1 0,0-1 0,0 0 1,1 0-1,0 0 0,-1 0 0,1 0 0,0 1 0,1-1 1,-1 0-1,1 0 0,-1 0 0,1 0 0,0 0 0,0 0 1,0 0-1,1 0 0,-1 0 0,1 0 0,-1 0 0,1-1 1,0 1-1,0-1 0,0 1 0,0-1 0,1 0 0,-1 0 1,1 0-1,-1 0 0,1 0 0,5 2 0,-1-1-1,1 0 0,0 0 1,-1-1-1,1 0 0,0-1 0,0 0 0,1 0 0,-1 0 0,10-2 0,1 0-215,0-1 0,33-8 0,-7-2-66</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30.227"/>
    </inkml:context>
    <inkml:brush xml:id="br0">
      <inkml:brushProperty name="width" value="0.035" units="cm"/>
      <inkml:brushProperty name="height" value="0.035" units="cm"/>
    </inkml:brush>
  </inkml:definitions>
  <inkml:trace contextRef="#ctx0" brushRef="#br0">60 61 3129,'-59'-61'1112,"63"67"-336,5 11 72,-5 17 280,3 16 137,-7 7-321,2 13-144,2 15-240,-6 5-128,2 12-200,-13-16-64,11-22-544,-4-16-864,10-22 808</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30.631"/>
    </inkml:context>
    <inkml:brush xml:id="br0">
      <inkml:brushProperty name="width" value="0.035" units="cm"/>
      <inkml:brushProperty name="height" value="0.035" units="cm"/>
    </inkml:brush>
  </inkml:definitions>
  <inkml:trace contextRef="#ctx0" brushRef="#br0">0 90 5657,'14'-15'1889,"8"2"-1857,16 1 0,14-1 0,-1-2 8,8 5 32,-6-1-112,0 15 32</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31.003"/>
    </inkml:context>
    <inkml:brush xml:id="br0">
      <inkml:brushProperty name="width" value="0.035" units="cm"/>
      <inkml:brushProperty name="height" value="0.035" units="cm"/>
    </inkml:brush>
  </inkml:definitions>
  <inkml:trace contextRef="#ctx0" brushRef="#br0">3 619 4177,'0'0'24,"0"0"-1,0 0 1,0 0 0,-1 0-1,1 0 1,0 0 0,0 0-1,0 0 1,0 0 0,0 0-1,0 0 1,0 0 0,0-1-1,-1 1 1,1 0 0,0 0-1,0 0 1,0 0 0,0 0-1,0 0 1,0 0-1,0 0 1,0 0 0,0-1-1,0 1 1,0 0 0,0 0-1,0 0 1,0 0 0,0 0-1,0 0 1,0-1 0,0 1-1,0 0 1,0 0 0,0 0-1,0 0 1,0 0 0,0 0-1,0 0 1,0-1 0,0 1-1,0 0 1,0 0 0,0 0-1,0 0 1,0 0 0,0 0-1,0 0 1,0 0 0,0-1-1,1 1 1,-1 0 0,7-14 364,16-22-569,-17 26 319,5-7-116,1 0-1,0 1 1,1 0 0,1 1 0,0 1-1,1 0 1,1 1 0,0 1 0,20-12-1,-9 10 5,-11 6 2,0-1-1,0 0 1,22-18-1,-37 26-23,0 0 0,0 0 0,1 0-1,-1 0 1,0 0 0,0 0 0,0 0-1,0 0 1,0-1 0,-1 1 0,1 0-1,0 0 1,0-1 0,-1 1 0,1-1-1,-1 1 1,1 0 0,-1-1 0,0 1-1,1-1 1,-1 1 0,0-1 0,0 1 0,0-1-1,0 1 1,-1-1 0,1 1 0,0-1-1,0 1 1,-1-1 0,1 1 0,-1 0-1,0-1 1,1 1 0,-1 0 0,0-1-1,0 1 1,-1-2 0,-1 0 3,0 0 1,-1 0-1,1 0 1,-1 1-1,1-1 1,-1 1-1,0 0 1,0 0-1,0 0 0,0 1 1,-9-3-1,9 3 34,-1 0 1,0 1-1,0-1 0,0 1 0,0 0 0,0 0 0,0 1 0,0-1 0,0 1 0,0 0 1,0 1-1,0-1 0,0 1 0,1 0 0,-1 0 0,1 0 0,0 1 0,-1-1 0,1 1 1,0 0-1,0 1 0,-4 4 0,-2 3 151,1 0 0,0 1-1,1-1 1,0 2 0,1-1 0,1 1 0,0 0 0,0 1 0,-3 15-1,0 1 94,2 0 0,1 0 0,-2 41 0,7-57-209,1 1-1,0 0 1,1-1 0,3 19-1,-3-30-62,0 0 0,0 1 0,0-1 0,0 0 0,0 0 0,1 0 0,0 0-1,-1 0 1,1 0 0,4 4 0,-5-6-8,1 1 1,-1-1-1,0 0 0,1-1 1,-1 1-1,1 0 0,-1 0 1,1-1-1,0 1 0,-1 0 1,1-1-1,0 0 0,-1 1 1,1-1-1,0 0 0,-1 0 1,1 0-1,0 0 0,0 0 1,-1 0-1,1-1 0,2 0 1,4-2-31,0 0 0,0-1 0,0-1 1,0 1-1,-1-1 0,0 0 0,0-1 1,0 1-1,-1-1 0,11-14 0,-14 17-5,60-69-764,9-13 329</inkml:trace>
  <inkml:trace contextRef="#ctx0" brushRef="#br0" timeOffset="1">546 0 5017,'-15'30'2281,"2"14"-1073,-4 5-88,11 24-288,2 16-320,4 12-360,0 7-56,13-13-216,10-23-2664,21-30 2056</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53.064"/>
    </inkml:context>
    <inkml:brush xml:id="br0">
      <inkml:brushProperty name="width" value="0.035" units="cm"/>
      <inkml:brushProperty name="height" value="0.035" units="cm"/>
    </inkml:brush>
  </inkml:definitions>
  <inkml:trace contextRef="#ctx0" brushRef="#br0">357 190 1072,'13'-115'838,"-12"112"-739,-1 0 0,0-1 0,0 1 0,0 0 0,0-1 0,0 1 0,-1 0 0,0 0 0,-1-5 0,2 7-79,0 1 1,-1-1 0,1 1 0,0 0-1,0-1 1,-1 1 0,1 0 0,0-1-1,-1 1 1,1 0 0,0-1 0,-1 1-1,1 0 1,0 0 0,-1-1 0,1 1 0,-1 0-1,1 0 1,-1 0 0,1 0 0,0 0-1,-1 0 1,1-1 0,-1 1 0,1 0-1,-1 0 1,1 0 0,-1 0 0,1 0-1,-1 1 1,1-1 0,0 0 0,-1 0 0,1 0-1,-1 0 1,-3 3 73,0-1 0,0 1-1,0 0 1,0 0 0,1 1 0,-1-1-1,-3 5 1,4-4-69,-129 138 1853,113-123-1720,1 1 0,1 0-1,0 2 1,2 0 0,0 0 0,2 2-1,0 0 1,2 0 0,1 1 0,0 0 0,2 1-1,-6 31 1,13-53-143,0 1 1,0 0-1,1-1 0,-1 1 1,1 0-1,0 0 0,0-1 0,1 1 1,-1 0-1,1 0 0,0-1 1,3 7-1,-4-11-13,0 1 0,0 0 0,1-1 0,-1 0 0,1 1 0,-1-1 0,0 1 0,1-1 0,-1 1 0,1-1 0,-1 0 0,1 1 0,-1-1 0,1 0 0,-1 1 0,1-1 0,-1 0 0,1 0 0,-1 0 0,1 0 0,0 1 0,-1-1 0,1 0 0,-1 0 0,1 0 0,0 0 0,-1 0 0,1 0 0,-1 0 0,2-1 0,17-8 44,-19 9-45,26-18 50,-1-1-1,-1 0 0,39-42 0,55-79 91,-94 110-95,-2-1 1,32-58 0,-48 78-29,-1 1 0,-1-1 0,0 0 0,0 0 0,-1 0 0,-1-1 0,0 1 0,0-1 1,-1 1-1,-1-1 0,1 0 0,-2 1 0,-2-15 0,3 25-17,0 0 0,0 0 0,0 0 0,0 0 0,-1 0 0,1 0 0,0 0 0,0 1 0,-1-1 0,1 0 0,-1 0 0,1 0 0,-1 0 0,1 0 0,-1 1 0,0-1 0,1 0 0,-1 1 0,0-1 0,0 0 0,1 1 0,-1-1 0,0 1 0,0-1 0,0 1 0,0-1 0,0 1 0,0 0 0,0-1 0,1 1 0,-3 0 0,2 0-50,-1 0-1,0 1 1,0-1-1,1 1 1,-1 0-1,1-1 1,-1 1-1,0 0 1,1 0-1,-1 0 1,1 0-1,0 0 1,-1 0-1,1 0 1,0 1-1,0-1 1,-2 3-1,-12 21-307</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53.436"/>
    </inkml:context>
    <inkml:brush xml:id="br0">
      <inkml:brushProperty name="width" value="0.035" units="cm"/>
      <inkml:brushProperty name="height" value="0.035" units="cm"/>
    </inkml:brush>
  </inkml:definitions>
  <inkml:trace contextRef="#ctx0" brushRef="#br0">1 1 664,'0'4'5481,"7"17"-5036,-6-21-99,15 41 257,-11-28-490,0 2 0,0-1 0,-1 1 0,-1-1 0,2 19-1,-2-8-89,0-6 131,-1 0 0,2-1 0,8 27 0,-10-41-201,0 1 1,0-1-1,0 1 1,1-1-1,-1 0 1,1 1-1,0-1 1,0-1-1,0 1 1,1 0-1,-1-1 1,1 0-1,0 0 1,0 0-1,0 0 1,1 0-1,-1-1 1,6 2-1,11 2-378</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4:55.596"/>
    </inkml:context>
    <inkml:brush xml:id="br0">
      <inkml:brushProperty name="width" value="0.035" units="cm"/>
      <inkml:brushProperty name="height" value="0.035" units="cm"/>
    </inkml:brush>
  </inkml:definitions>
  <inkml:trace contextRef="#ctx0" brushRef="#br0">61 591 736,'-2'0'139,"0"0"1,0 1-1,0-1 0,0 1 0,0 0 0,0 0 1,0 0-1,0 0 0,0 0 0,1 0 0,-1 0 1,0 0-1,1 1 0,-1-1 0,1 1 0,-1-1 1,1 1-1,-1 0 0,1 0 0,0-1 0,0 1 1,0 0-1,0 0 0,0 0 0,1 0 0,-1 0 1,0 4-1,-3 8 380,1 0 0,-2 28 1,5-37-408,-2 12 198,-2 41 384,3-54-664,1-1 1,1 1 0,-1-1 0,0 1-1,1-1 1,0 1 0,-1-1-1,1 0 1,1 1 0,-1-1 0,0 0-1,4 5 1,-5-7-26,1-1 0,0 1 1,-1 0-1,1-1 0,0 1 0,0-1 0,-1 1 0,1-1 1,0 1-1,0-1 0,0 0 0,0 1 0,0-1 0,-1 0 1,1 0-1,0 1 0,0-1 0,0 0 0,0 0 0,0 0 1,0 0-1,0 0 0,0 0 0,0-1 0,0 1 1,-1 0-1,1 0 0,0-1 0,0 1 0,0-1 0,0 1 1,-1 0-1,1-1 0,0 1 0,1-2 0,3-2 20,1-1 1,-1 0-1,8-10 0,-8 10-3,109-145 159,-32 38-138,-56 88-40,-14 16-10,-12 8 6,0 0 1,0 0-1,0 0 1,0 0-1,0 0 1,0 1-1,0-1 1,0 0-1,0 0 1,0 0-1,0 0 1,0 0-1,0 0 1,0 0-1,0 0 0,0 0 1,0 0-1,0 0 1,0 1-1,0-1 1,0 0-1,0 0 1,0 0-1,0 0 1,0 0-1,0 0 1,0 0-1,0 0 1,0 0-1,0 0 1,0 0-1,0 0 0,0 0 1,0 0-1,0 0 1,1 0-1,-1 1 1,0-1-1,0 0 1,0 0-1,0 0 1,0 0-1,0 0 1,0 0-1,0 0 1,0 0-1,0 0 1,0 0-1,0 0 0,1 0 1,-1 0-1,0 0 1,0 0-1,0 0 1,0 0-1,0 0 1,-10 24 227,1 0 0,-9 36 0,10-31-109,5-19-57,0 1 0,0-1 0,1 0 0,0 1 0,1 0 0,0-1 0,1 1 0,1 13 0,-2-23-54,1 0-1,0 1 1,0-1-1,0 0 1,1 1 0,-1-1-1,0 0 1,0 0-1,1 1 1,-1-1 0,1 0-1,-1 0 1,1 0-1,-1 0 1,1 0 0,0 1-1,-1-1 1,1 0-1,0-1 1,0 1 0,0 0-1,0 0 1,0 0-1,0 0 1,0-1 0,0 1-1,0 0 1,0-1-1,1 1 1,-1-1 0,0 1-1,0-1 1,0 0-1,1 0 1,1 1 0,-1-1 10,1-1 0,0 1 1,0-1-1,-1 1 0,1-1 1,0 0-1,-1 0 0,1 0 1,-1-1-1,1 1 0,-1 0 1,0-1-1,0 0 0,5-3 0,100-110-2654,-25 34-395,-80 79 3013,0 1 0,-1-1-1,1 0 1,-1 0 0,0 0-1,0 0 1,0 0 0,0 0-1,0 0 1,0 0 0,0 0-1,-1 0 1,1 0 0,-1-1-1,1 1 1,-1 0 0,0-3-1,0 4 56,0 1-1,0 0 0,0-1 1,0 1-1,-1 0 1,1-1-1,0 1 0,0 0 1,0 0-1,0-1 0,-1 1 1,1 0-1,0 0 1,0-1-1,0 1 0,-1 0 1,1 0-1,0-1 1,0 1-1,-1 0 0,1 0 1,0 0-1,-1 0 1,1 0-1,0-1 0,0 1 1,-1 0-1,1 0 1,0 0-1,-1 0 0,1 0 1,0 0-1,-1 0 0,1 0 1,0 0-1,-1 0 1,1 0-1,0 0 0,-1 0 1,1 1-1,0-1 1,-1 0-1,1 0 0,0 0 1,0 0-1,-1 0 1,1 1-1,0-1 0,0 0 1,-1 0-1,1 1 1,0-1-1,-1 0 0,-29 51 1443,-30 37-819,54-80-598,1 1 1,-1 0-1,2 1 0,-1-1 1,1 1-1,0 0 1,1 0-1,0 0 1,1 0-1,0 0 1,1 1-1,0-1 0,1 16 1,0-24-58,0-1 0,0 1 1,0-1-1,0 1 0,0-1 1,1 0-1,-1 1 0,1-1 1,-1 1-1,1-1 0,-1 0 0,1 1 1,0-1-1,0 0 0,0 0 1,0 0-1,-1 0 0,1 0 0,1 0 1,-1 0-1,0 0 0,0 0 1,0 0-1,0 0 0,1-1 1,-1 1-1,0 0 0,1-1 0,-1 1 1,1-1-1,-1 0 0,0 1 1,1-1-1,-1 0 0,1 0 0,-1 0 1,1 0-1,-1 0 0,1 0 1,-1 0-1,0-1 0,1 1 0,-1 0 1,1-1-1,-1 0 0,0 1 1,1-1-1,-1 1 0,0-1 1,0 0-1,1 0 0,-1 0 0,0 0 1,1-1-1,13-12 48,0-2-1,-1 1 1,-1-2 0,0 0-1,16-28 1,-23 32-37,0 0 1,0 0-1,-2 0 0,1-1 0,-2 1 1,0-1-1,0 0 0,-2 0 0,1-20 1,-2 34-18,0 0 0,0-1 0,0 1 1,0 0-1,0 0 0,0-1 0,0 1 1,0 0-1,0 0 0,0-1 0,0 1 1,0 0-1,-1 0 0,1-1 0,0 1 1,0 0-1,0 0 0,0 0 0,-1-1 1,1 1-1,0 0 0,0 0 0,0 0 1,-1 0-1,1-1 0,0 1 0,0 0 1,0 0-1,-1 0 0,1 0 0,0 0 1,0 0-1,-1 0 0,1 0 0,0 0 1,0 0-1,-1 0 0,1 0 0,0 0 1,0 0-1,-1 0 0,1 0 0,0 0 1,-1 0-1,1 0 0,0 0 0,0 0 1,0 0-1,-1 0 0,1 1 0,0-1 1,0 0-1,-1 0 0,1 0 0,0 0 1,0 1-1,0-1 0,0 0 0,-1 0 1,1 0-1,0 1 0,0-1 0,0 0 1,0 0-1,0 1 0,-1-1 0,-5 34 32,-2 54 0,8-88-30,-2 60 114,3-57-100,-1 1 0,0-1 1,1 0-1,-1 1 0,1-1 1,0 0-1,0 1 1,0-1-1,1 0 0,-1 0 1,1 0-1,2 4 0,-3-6-7,0-1-1,-1 1 0,1-1 0,0 1 0,0-1 0,0 1 0,-1-1 1,1 0-1,0 1 0,0-1 0,0 0 0,0 1 0,0-1 1,0 0-1,0 0 0,0 0 0,0 0 0,0 0 0,0 0 0,0 0 1,0-1-1,-1 1 0,1 0 0,0 0 0,0-1 0,0 1 0,0 0 1,0-1-1,0 1 0,-1-1 0,1 1 0,0-1 0,0 0 0,-1 1 1,1-1-1,0 0 0,-1 1 0,1-1 0,0-1 0,4-4 32,0 0 0,0 0 0,5-11 0,94-177 337,-104 193-375,0 0 0,1 0 1,-1 0-1,1 0 1,-1 0-1,1 0 0,-1 0 1,1 0-1,-1 0 1,1 1-1,0-1 0,-1 0 1,1 0-1,0 1 1,0-1-1,0 0 0,-1 1 1,1-1-1,2 0 0,-3 1 0,1 1-1,-1-1 0,1 0 1,-1 1-1,1-1 0,-1 1 0,1-1 1,-1 1-1,0-1 0,1 1 0,-1-1 1,0 1-1,1-1 0,-1 1 1,0-1-1,0 1 0,0-1 0,0 1 1,1-1-1,-1 1 0,0 0 0,0-1 1,0 2-1,1 43-27,-9-5 16,6-31 12,0 1 0,0-1 0,1 0 0,0 0 0,1 1 0,0 12 0,26-53 115,-10 13-85,97-109 132,-109 124-161,-1 0 0,1 0 0,0 1 0,0-1 0,0 1 0,0 0 0,0 0-1,1 1 1,4-2 0,-8 3-1,0-1-1,0 1 1,0 0-1,0 0 1,0-1 0,-1 1-1,1 0 1,0 0-1,0 0 1,0 0-1,0 0 1,0 1-1,0-1 1,0 0-1,0 0 1,0 1-1,0-1 1,0 0-1,0 1 1,0-1-1,0 1 1,0-1-1,-1 1 1,1-1 0,0 1-1,0 0 1,-1-1-1,1 1 1,0 0-1,-1 0 1,1 0-1,-1-1 1,1 1-1,-1 0 1,1 0-1,-1 0 1,0 0-1,1 0 1,-1 0-1,0 0 1,0 0 0,0 0-1,0 0 1,0 0-1,0 0 1,0 0-1,0 1 1,-2 14-4,2-13 7,-1 0 0,1 1 0,-1-1 0,1 1 0,0-1 0,1 7 0,-1-10-2,0 0-1,0 1 1,1-1 0,-1 0 0,0 0 0,0 1 0,0-1 0,0 0 0,1 0 0,-1 1 0,0-1-1,0 0 1,0 0 0,1 0 0,-1 1 0,0-1 0,0 0 0,1 0 0,-1 0 0,0 0 0,0 1 0,1-1-1,-1 0 1,0 0 0,1 0 0,-1 0 0,0 0 0,0 0 0,1 0 0,-1 0 0,17-8 42,-4-1-16,-1-2 0,0 0 0,-1 0 1,-1-1-1,14-18 0,39-71 38,-46 71-97,1 1 1,41-50-1,-58 77 25,0 1 0,0 0 0,1-1 1,-1 1-1,0 0 0,1 0 0,-1 0 0,1 0 0,0 0 0,-1 0 0,1 0 1,3-1-1,-4 3 2,0-1 1,0 0-1,0 0 1,-1 0-1,1 0 1,0 1-1,0-1 1,0 0-1,0 1 1,0-1-1,-1 1 1,1-1-1,0 1 1,0-1-1,-1 1 1,1-1-1,0 1 1,-1 0-1,1-1 1,0 1-1,-1 0 1,1 0-1,-1-1 1,1 1-1,-1 0 1,0 0-1,1 0 1,-1 1-1,4 8-8,0 1 0,-1-1 0,-1 1 0,0 0 0,0 0-1,-1 0 1,0 0 0,-1 15 0,-2 6 36,-10 54 0,7-60 3,-2-1 1,-10 30-1,14-48-7,0 1-1,0-1 1,-1 0-1,0 0 1,0-1-1,0 1 1,-1-1-1,0 0 1,0 0-1,-1 0 1,-12 9-1,16-14-11,0 0-1,-1 0 0,1 0 1,-1 0-1,1 0 0,-1-1 1,1 1-1,-1-1 0,1 0 1,-1 1-1,0-1 0,1 0 1,-1-1-1,1 1 0,-1 0 1,1-1-1,-1 1 0,0-1 1,1 0-1,0 0 0,-1 0 1,1 0-1,0 0 0,-1-1 1,1 1-1,0-1 0,0 1 1,0-1-1,0 0 0,1 0 1,-1 0-1,0 0 0,1 0 1,-1 0-1,-1-4 0,3 5-8,0 0 0,-1 0 0,1 0 0,0-1 0,0 1 0,0 0 0,0 0 0,1 0 0,-1 0 0,0 0 0,0 0 0,1 0 0,-1 0 0,0 0 0,1 0 0,-1 0 0,1 0 0,0 0 0,-1 0 0,2-1 0,19-20-67,-9 10 26,-7 7 33,1-1 0,-1 1 0,1 0 0,1 1 0,-1-1 1,1 1-1,-1 1 0,1-1 0,0 1 0,8-2 0,11-3 6,36-7-1,-62 15 5,9-2-4,0 0-1,0 1 0,0 0 1,0 1-1,1 0 0,-1 0 1,0 1-1,0 0 0,0 1 1,0 0-1,10 3 0,-12-2-83,0 0-1,-1 1 0,1 0 1,-1 0-1,0 1 0,0-1 1,0 1-1,-1 0 0,0 1 0,0-1 1,0 1-1,-1 0 0,7 12 1,-7-13 3,-3-2 55,1 0-1,0-1 0,0 1 1,-1 0-1,0 1 1,1-1-1,0 5 0,-3-8 22,1 0 10,-1 0 0,1-1 0,-1 1 0,1 0 0,-1-1 0,1 1 0,-1 0-1,1-1 1,-1 1 0,1-1 0,-1 1 0,1-1 0,0 1 0,-1-1 0,1 1-1,0-1 1,-1 0 0,1 1 0,0-1 0,0 1 0,0-1 0,0 0 0,-1 1-1,1-1 1,0 1 0,0-1 0,0 0 0,0 1 0,1-2 0,0-31 9,2-1 0,11-52 1,26-65-1168,-33 126 673,-1 0 0,3-33 0,-5 33 526,2 1 0,1 1 0,0-1-1,2 1 1,1 0 0,20-34 0,-29 55-28,0 0 0,0 0 0,0 1 0,0-1 0,1 1 0,-1-1 0,0 1-1,1-1 1,-1 1 0,3-2 0,-3 3-9,0 0-1,0 0 0,-1-1 0,1 1 1,0 0-1,0 0 0,-1 0 1,1 0-1,0 0 0,0 0 1,-1 0-1,1 1 0,0-1 0,0 0 1,-1 0-1,1 1 0,0-1 1,-1 0-1,1 1 0,0-1 1,-1 0-1,1 1 0,0-1 1,-1 1-1,1-1 0,-1 1 0,1 0 1,-1-1-1,1 1 0,-1-1 1,1 2-1,4 6 50,0 0 0,-1 0 0,0 0 0,0 0-1,-1 0 1,0 1 0,-1 0 0,0-1 0,0 1 0,-1 0 0,1 9 0,-1 4 161,-1 0 1,-1-1 0,-5 33 0,-15 55 330,-6 36-231,22-111-263,2-24-16,1 0-1,1-1 0,0 1 0,0 0 1,1 0-1,0 0 0,1 0 0,2 14 1,-3-24-35,0 0 0,0 1 0,0-1 0,0 0 0,0 0 0,0 1 0,0-1 0,0 0 0,0 0 1,1 1-1,-1-1 0,0 0 0,0 0 0,0 0 0,0 1 0,0-1 0,0 0 0,0 0 1,1 1-1,-1-1 0,0 0 0,0 0 0,0 0 0,0 0 0,1 1 0,-1-1 0,0 0 0,0 0 1,1 0-1,-1 0 0,0 0 0,0 0 0,0 0 0,1 1 0,-1-1 0,0 0 0,0 0 1,1 0-1,-1 0 0,0 0 0,1 0 0,0-14-238,-3 3 82,-2 1 0,1 0 0,-2 0 0,1 0 0,-9-12 0,-9-22-7,22 44 166,0 0 1,0-1-1,0 1 1,0 0-1,0-1 1,-1 1 0,1 0-1,0-1 1,0 1-1,0-1 1,0 1-1,0 0 1,0-1-1,0 1 1,0 0 0,0-1-1,0 1 1,0-1-1,1 1 1,-1 0-1,0-1 1,0 1 0,0 0-1,0-1 1,1 1-1,-1 0 1,0-1-1,0 1 1,0 0 0,1-1-1,13-2 132,26 8 75,-29-4-169,14 2 40,1-2-1,-1-1 0,48-5 0,73-22 196,-116 15-168,-29 11-102,1 0 0,-1 0-1,1 0 1,-1 1 0,1-1 0,-1 0-1,1 0 1,-1 1 0,1-1 0,0 1 0,0 0-1,-1-1 1,1 1 0,0 0 0,0 0 0,-1 0-1,1 0 1,0 0 0,0 1 0,-1-1-1,1 0 1,0 1 0,-1-1 0,3 2 0,-4-2-7,0-1 0,-1 1 1,1 0-1,0 0 0,0 0 0,0 0 1,0-1-1,0 1 0,0 0 1,0 0-1,0 0 0,0-1 1,0 1-1,0 0 0,0 0 1,0 0-1,0-1 0,0 1 1,0 0-1,0 0 0,0 0 1,0-1-1,0 1 0,0 0 1,1 0-1,-1 0 0,0-1 0,0 1 1,0 0-1,0 0 0,0 0 1,0 0-1,1 0 0,-1-1 1,0 1-1,0 0 0,13-13 24,3-2-9,41-42-1,-51 51-16,0 1 1,0 0 0,0 0 0,13-7 0,-18 11-1,-1 1 1,1-1-1,0 1 0,0-1 0,-1 1 1,1 0-1,0-1 0,0 1 0,0 0 0,-1 0 1,1 0-1,0-1 0,0 1 0,0 0 1,0 0-1,0 0 0,-1 0 0,1 0 1,0 1-1,0-1 0,0 0 0,0 0 1,0 0-1,-1 1 0,1-1 0,0 1 0,0-1 1,-1 0-1,1 1 0,0-1 0,-1 1 1,1-1-1,0 1 0,-1 0 0,1-1 1,-1 1-1,1 0 0,-1-1 0,1 1 0,-1 0 1,1 0-1,-1 1 0,3 10 27,0 0 0,-2 0-1,0 1 1,0-1 0,-1 0-1,0 1 1,-4 19 0,3-25-1,-4 30 143,-1 0 0,-3 0 0,-19 55 0,-53 102 247,-120 190-90,152-296-370,-25 49 21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20.393"/>
    </inkml:context>
    <inkml:brush xml:id="br0">
      <inkml:brushProperty name="width" value="0.035" units="cm"/>
      <inkml:brushProperty name="height" value="0.035" units="cm"/>
    </inkml:brush>
  </inkml:definitions>
  <inkml:trace contextRef="#ctx0" brushRef="#br0">51 165 2537,'2'-9'3880,"9"0"-2913,12-5-805,1-5-21,57-43 256,-70 55-365,0 0 1,0 0-1,1 2 1,0-1-1,0 2 1,16-5-1,-18 7-28,-1 0-1,1 1 0,-1 0 1,1 1-1,-1 0 1,1 0-1,0 1 0,9 2 1,-16-2-4,0 0 1,-1-1 0,1 1 0,-1 0-1,1 0 1,-1 0 0,1 1-1,-1-1 1,0 0 0,1 1-1,-1 0 1,0-1 0,0 1-1,0 0 1,0 0 0,-1 0-1,1 1 1,0-1 0,-1 0 0,0 0-1,1 1 1,-1-1 0,0 1-1,0-1 1,-1 1 0,1 0-1,0-1 1,-1 1 0,1 0-1,-1-1 1,0 1 0,0 3-1,-1 8 46,0 0-1,-1 1 1,-1-1-1,0-1 0,-1 1 1,0 0-1,-1-1 1,-1 0-1,0 0 0,-16 23 1,6-13 126,-1-1 1,-2-1 0,0-1 0,-34 28-1,31-29-94,-9 8-5,-1-2 0,-1 0 0,-43 23 0,62-42-46,9-3 4,0-1 0,0 0 0,1 1 1,-1 0-1,0 0 0,1 0 0,0 1 1,-5 4-1,7 7 516,2-9-184,0-10 193,6 1-462,3 1-81,-1-1-1,1 0 1,-1 0 0,0-1-1,0 0 1,0-1-1,12-8 1,-12 6-4,1 2 0,0-1 0,0 1 0,1 0 0,0 1 0,0 0 1,13-3-1,21-4-549,0 1 1,74-5 0,-76 13-100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20.874"/>
    </inkml:context>
    <inkml:brush xml:id="br0">
      <inkml:brushProperty name="width" value="0.035" units="cm"/>
      <inkml:brushProperty name="height" value="0.035" units="cm"/>
    </inkml:brush>
  </inkml:definitions>
  <inkml:trace contextRef="#ctx0" brushRef="#br0">26 641 3369,'-1'1'94,"1"-1"0,-1 1 0,0-1 0,0 1 0,0-1 0,0 1 0,0-1 0,0 0 0,0 1 0,0-1 0,0 0 0,0 0 0,0 0 0,0 1 0,0-1 0,0 0 0,0 0 0,0-1 0,0 1 0,0 0 0,0 0 0,0 0 0,-1-1 0,1-1-5,1 0 0,0 0 0,0 0 0,0 0-1,0 0 1,0 0 0,0 0 0,1 0 0,-1 0-1,1 0 1,-1 0 0,1 1 0,0-1 0,1-3-1,19-44 811,38-65-1,-22 46-639,1-10-27,-3-2 0,32-107 0,-64 181 79,-5 17 53,0 5-116,-14 119 643,4-56-448,4 1 0,3 110 0,6-180-354,-1 0 0,2 0 1,-1 0-1,1 0 0,1-1 0,5 14 0,-8-22-79,0-1 0,0 0 0,0 1 0,0-1 0,0 0 0,0 0 0,0 1 0,0-1 0,0 0 0,0 0-1,1 1 1,-1-1 0,0 0 0,0 0 0,0 1 0,1-1 0,-1 0 0,0 0 0,0 0 0,0 0 0,1 1 0,-1-1 0,0 0 0,0 0 0,1 0 0,-1 0-1,0 0 1,0 0 0,1 0 0,-1 1 0,0-1 0,1 0 0,-1 0 0,0 0 0,0 0 0,1 0 0,-1 0 0,0 0 0,0-1 0,1 1 0,-1 0-1,1 0 1,9-12 198,3-19 8,17-76 127,-2 3-250,91-235-462,-116 329 50,-2 7 61,0 1 1,0-1-1,-1 1 0,1-1 1,1 1-1,-1 0 0,0-1 1,1 1-1,1-2 0,-2 4-790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21.247"/>
    </inkml:context>
    <inkml:brush xml:id="br0">
      <inkml:brushProperty name="width" value="0.035" units="cm"/>
      <inkml:brushProperty name="height" value="0.035" units="cm"/>
    </inkml:brush>
  </inkml:definitions>
  <inkml:trace contextRef="#ctx0" brushRef="#br0">0 1 3065,'112'36'1779,"-83"-28"-212,-26-7-1319,-1-1 1,0 1 0,1-1-1,-1 1 1,0 0-1,0 0 1,0 0 0,0 0-1,3 2 1,-4-1-67,0 0 0,0-1-1,-1 1 1,1 0 0,0-1 0,-1 1 0,0 0 0,1 0-1,-1-1 1,0 1 0,0 3 0,0-3-107,1 16 841,-4 30 0,1 7-290,3-12-341,-2-1 0,-11 74 0,3-65-215,1 1 0,3 1 0,1 52 0,4-104-111,0 0 0,0 1 0,0-1-1,0 0 1,0 0 0,0 1 0,0-1 0,1 0 0,-1 1-1,0-1 1,1 0 0,0 0 0,-1 0 0,1 0-1,-1 1 1,1-1 0,0 0 0,0 0 0,0 0 0,-1 0-1,3 1 1,-2-2-15,-1 0 0,0 0 0,1 0 0,-1 0 0,0 0-1,1 0 1,-1 0 0,1 0 0,-1 0 0,0 0 0,1 0 0,-1 0-1,0 0 1,1 0 0,-1 0 0,0 0 0,1-1 0,-1 1 0,0 0-1,1 0 1,-1 0 0,0-1 0,0 1 0,1 0 0,-1 0 0,1-1-1,7-16-1526,-3-17 315</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21.633"/>
    </inkml:context>
    <inkml:brush xml:id="br0">
      <inkml:brushProperty name="width" value="0.035" units="cm"/>
      <inkml:brushProperty name="height" value="0.035" units="cm"/>
    </inkml:brush>
  </inkml:definitions>
  <inkml:trace contextRef="#ctx0" brushRef="#br0">156 122 3729,'17'-19'1696,"-9"0"-504,9 8-263,11 1 15,-7 5-80,8-5-264,14 1-344,10 1-96,18-3-72,8 3 0,-20 2 40,-7 1-392,-16 5-1864,-10 5 1536</inkml:trace>
  <inkml:trace contextRef="#ctx0" brushRef="#br0" timeOffset="1">50 464 4409,'-33'28'1904,"16"-5"-647,21-6-473,23-15 0,24-9-72,15-7-248,20-8-320,3-18-48,12-4-224,-1 4-648,-5-7 544</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22.382"/>
    </inkml:context>
    <inkml:brush xml:id="br0">
      <inkml:brushProperty name="width" value="0.035" units="cm"/>
      <inkml:brushProperty name="height" value="0.035" units="cm"/>
    </inkml:brush>
  </inkml:definitions>
  <inkml:trace contextRef="#ctx0" brushRef="#br0">7 63 2809,'31'50'1791,"-31"-49"-1677,0 0 1,0 0-1,0 0 1,0 0-1,-1 0 1,1 0 0,0 0-1,-1 0 1,1 0-1,0 0 1,-1 0-1,1 0 1,-1 0-1,0 0 1,1 0-1,-1 0 1,0 0 0,1-1-1,-1 1 1,0 0-1,0-1 1,0 1-1,0 0 1,0-1-1,0 1 1,0-1 0,0 1-1,0-1 1,-1 1-1,1-1-45,1 0-1,-1 0 0,0 1 1,1-1-1,-1 0 0,0 0 1,1 0-1,-1 0 1,0 0-1,1 0 0,-1 0 1,0 0-1,1 0 0,-1 0 1,0 0-1,1 0 0,-1 0 1,1-1-1,-1 1 1,-1-1-1,2 1-45,-1-1 0,1 0 0,-1 1 0,1-1 0,0 0 0,-1 1 0,1-1 0,0 0 0,0 1 0,0-1 0,-1 0 0,1 0 0,0 1 0,0-1-1,0 0 1,0 0 0,0 1 0,0-1 0,1 0 0,-1 0 0,0 1 0,0-1 0,0 0 0,1 0 0,2-7 49,0 0 0,1 0 0,0 1 0,0-1 0,9-11 0,13-23 208,-16 24 17,-7 19-163,-2 10-101,-2-7-19,0-1-1,0 0 1,-1 1 0,1-1-1,-1 0 1,0 0-1,0 0 1,0 0-1,0 0 1,0-1-1,-4 4 1,-7 12-1629,14-25 1087</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5:22.765"/>
    </inkml:context>
    <inkml:brush xml:id="br0">
      <inkml:brushProperty name="width" value="0.035" units="cm"/>
      <inkml:brushProperty name="height" value="0.035" units="cm"/>
    </inkml:brush>
  </inkml:definitions>
  <inkml:trace contextRef="#ctx0" brushRef="#br0">34 136 2809,'129'-58'1883,"-127"57"-1797,-1 1 0,1-1 0,-1 0 0,1 0 0,-1 0 1,1 0-1,-1 0 0,0-1 0,0 1 0,0 0 0,2-4 1,-2 5-54,-1 0 0,0 0 0,0-1 1,0 1-1,0 0 0,0-1 0,0 1 0,0 0 1,0 0-1,-1-1 0,1 1 0,0 0 1,0 0-1,0-1 0,0 1 0,0 0 0,0 0 1,0-1-1,-1 1 0,1 0 0,0 0 1,0-1-1,0 1 0,-1 0 0,1 0 0,0 0 1,0-1-1,-1 1 0,1 0 0,0 0 1,0 0-1,-1 0 0,1 0 0,0 0 1,0 0-1,-1 0 0,1-1 0,-3 1 261,0-1 0,0 1 0,-1-1 0,1 1 0,0 0 0,0 0-1,-3 0 1,-2 3 58,1-1 0,0 2 0,0-1 0,0 1 0,1 0 1,-1 0-1,1 0 0,-10 10 0,-13 9 339,-19 7 26,90-83-417,-26 33-278,1 1 0,36-32 0,-45 47-16,-8 8 0,-10 14-20,6-12-10,-25 62-793,5-37 509</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2.026"/>
    </inkml:context>
    <inkml:brush xml:id="br0">
      <inkml:brushProperty name="width" value="0.035" units="cm"/>
      <inkml:brushProperty name="height" value="0.035" units="cm"/>
    </inkml:brush>
  </inkml:definitions>
  <inkml:trace contextRef="#ctx0" brushRef="#br0">258 15 1192,'53'-9'468,"-33"3"913,-24 6-1217,0 1 1,0-1 0,0 0-1,0 1 1,0 0 0,0 0-1,1 0 1,-1 1 0,0-1-1,0 1 1,1 0 0,-1 0-1,1 0 1,0 0 0,0 1-1,-1-1 1,-4 6 0,-3 5-29,1-1 1,0 1-1,-8 16 1,7-13 16,-23 35 51,-68 113 193,92-144-315,1 1 1,1-1-1,0 2 0,2-1 1,0 1-1,-4 37 1,8-36 31,-1 0 170,1 39-1,2-62-273,1 1-1,-1 0 0,0 0 1,0 0-1,1-1 0,-1 1 1,0 0-1,1-1 0,-1 1 1,1 0-1,-1-1 0,1 1 1,-1-1-1,1 1 0,0-1 1,-1 1-1,1-1 1,0 1-1,-1-1 0,1 1 1,0-1-1,-1 0 0,1 1 1,0-1-1,0 0 0,-1 0 1,1 0-1,0 1 0,0-1 1,0 0-1,-1 0 0,1 0 1,0 0-1,0 0 0,0-1 1,-1 1-1,1 0 1,0 0-1,0 0 0,-1-1 1,2 1-1,36-14 100,-22 5-78,0-1-1,-1-1 1,23-21 0,-4 4-1,-22 18-21,0 0 1,-1-1-1,-1 0 0,1 0 1,-2-1-1,0-1 0,0 0 1,-1 0-1,0 0 0,6-20 1,36-125 111,-50 154-105,1-1-1,0 1 1,-1 0 0,0-1-1,0 1 1,0 0 0,0-1-1,-2-4 1,1 4 21,1 0 0,-1 0 0,1 0 0,0 0 0,1-8 0,-1 13-25,0-1-1,1 0 1,-1 0 0,0 1-1,0-1 1,-1 0 0,1 0 0,0 1-1,0-1 1,0 0 0,0 1 0,-1-1-1,1 0 1,0 1 0,0-1 0,-2-1-1,0-6-1436,0 6 952</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2.395"/>
    </inkml:context>
    <inkml:brush xml:id="br0">
      <inkml:brushProperty name="width" value="0.035" units="cm"/>
      <inkml:brushProperty name="height" value="0.035" units="cm"/>
    </inkml:brush>
  </inkml:definitions>
  <inkml:trace contextRef="#ctx0" brushRef="#br0">1 25 912,'138'-24'800,"-126"52"305,-16 2 103,8 29-32,-14 2-88,1 23-231,5 7-145,-9-4-296,5 10-112,-9-25-168,-8-5-32,16-16-16,7-13-8,13-17-152,18-12-248,-20-30-1200,7-22 1015</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2.739"/>
    </inkml:context>
    <inkml:brush xml:id="br0">
      <inkml:brushProperty name="width" value="0.035" units="cm"/>
      <inkml:brushProperty name="height" value="0.035" units="cm"/>
    </inkml:brush>
  </inkml:definitions>
  <inkml:trace contextRef="#ctx0" brushRef="#br0">15 139 2288,'-2'-5'324,"0"0"0,1 0 0,-1 0 0,1 0 0,0-1 0,1 1 0,-1 0-1,2-7 1,-1 9-285,0 1 0,1-1 0,-1 1 0,1 0-1,-1-1 1,1 1 0,0 0 0,0 0 0,0 0 0,1 0-1,-1 0 1,0 0 0,1 0 0,-1 0 0,1 0 0,0 0-1,0 1 1,-1-1 0,1 1 0,3-2 0,6-3 27,1 0 1,0 0-1,0 1 1,1 1-1,0 0 1,-1 1-1,1 0 1,0 1-1,0 1 1,1 0-1,-1 0 1,0 1-1,0 1 1,0 0-1,1 1 1,20 6 0,-28-5-50,-1-1 0,1 1 1,-1 0-1,1 0 1,-1 1-1,0 0 1,-1-1-1,1 2 0,-1-1 1,1 0-1,-1 1 1,-1 0-1,1 0 1,-1 0-1,1 1 1,-2-1-1,1 1 0,0-1 1,-1 1-1,0 0 1,-1 0-1,1 0 1,-1 0-1,0 0 1,0 7-1,-2-10 25,0 0 1,0 0-1,0 0 0,0 0 0,0 0 1,-1-1-1,1 1 0,-1 0 0,0-1 1,1 1-1,-1-1 0,-1 0 1,1 1-1,0-1 0,-5 4 0,-41 26 384,-13-2-169,46-24-180,1 1 0,0 0 0,0 1 0,0 1 1,1 0-1,-20 19 0,-29 39 530,58-63-551,-1 0 0,1 1 0,1-1-1,-1 1 1,0 0 0,1 0 0,0 1 0,1-1 0,-1 1 0,1-1 0,0 1 0,-3 11 0,5-16-50,0-1 0,0 1 0,0 0 0,-1 0 1,1-1-1,0 1 0,0 0 0,0 0 0,0-1 0,0 1 1,1 0-1,-1 0 0,0-1 0,0 1 0,0 0 0,1-1 1,-1 1-1,0 0 0,0-1 0,1 1 0,-1 0 0,1-1 1,-1 1-1,1-1 0,-1 1 0,1-1 0,-1 1 0,1-1 1,-1 1-1,1-1 0,0 1 0,-1-1 0,2 1 0,26 5 84,-11-3-53,-7 0-3,1 0 0,0 0 1,0-1-1,18 1 1,-23-3-67,-1-1 1,0 0 0,1 1-1,-1-2 1,0 1 0,0 0 0,0-1-1,0 0 1,0 0 0,0-1 0,-1 1-1,7-5 1,29-20-685,8 3 281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3.075"/>
    </inkml:context>
    <inkml:brush xml:id="br0">
      <inkml:brushProperty name="width" value="0.035" units="cm"/>
      <inkml:brushProperty name="height" value="0.035" units="cm"/>
    </inkml:brush>
  </inkml:definitions>
  <inkml:trace contextRef="#ctx0" brushRef="#br0">1 4 3169,'2'-4'1440,"5"16"-480,-11 9-104,14 26 121,-5 6-41,-5 18-88,14 10-56,-20 3-216,12 3-136,-2-11-224,-10-7-80,-2-14-32,6-12 0,10-18-440,7-15-360,8-24-1424,-33-16 1296</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3.421"/>
    </inkml:context>
    <inkml:brush xml:id="br0">
      <inkml:brushProperty name="width" value="0.035" units="cm"/>
      <inkml:brushProperty name="height" value="0.035" units="cm"/>
    </inkml:brush>
  </inkml:definitions>
  <inkml:trace contextRef="#ctx0" brushRef="#br0">37 247 1744,'-3'-6'207,"-3"-2"239,1 0 0,1-1-1,-1 0 1,1 0 0,-4-17 0,7 23-330,1 0 1,-1 0 0,1-1 0,0 1-1,0 0 1,1 0 0,-1-1-1,1 1 1,-1 0 0,1 0 0,0 0-1,0-1 1,1 1 0,-1 0-1,1 1 1,-1-1 0,1 0 0,0 0-1,0 1 1,0-1 0,4-3 0,6-6 94,1 1 0,-1 0 1,2 1-1,0 1 1,0 0-1,20-9 1,-27 14-179,0 1 0,1 0 0,-1 0 0,1 1 1,0 0-1,0 1 0,0-1 0,0 1 0,0 1 1,0 0-1,0 0 0,0 0 0,0 1 0,0 0 0,8 3 1,-9-1-17,0 0 1,-1 1 0,0-1 0,1 2 0,-1-1 0,-1 0 0,1 1-1,6 8 1,-4-6 6,90 93 282,-93-95-291,-1 0 0,1 0-1,-1 1 1,0-1 0,0 1-1,-1 0 1,0 0 0,0 0-1,3 10 1,-5-12-9,0 0-1,0 0 1,-1 0 0,0 0 0,0 0 0,0 0-1,0 0 1,-1 0 0,1 0 0,-1 0 0,0 0-1,0 0 1,-1 0 0,1 0 0,-1-1 0,0 1-1,-2 4 1,-10 13 17,-1-1-1,-1 0 1,0-2-1,-20 19 1,-81 62 42,89-78-130,0-1 1,-2-1 0,-37 17 0,39-27-887,27-9 841,-1 0 1,1 0-1,0 0 1,0 1 0,0-1-1,-1 0 1,1 0 0,0 0-1,0-1 1,-1 1-1,1 0 1,0 0 0,0-1-1,0 1 1,0-1 0,-1 1-1,0-1 1,2 0 59,0 0-1,0 1 1,0-1 0,-1 1 0,1-1-1,0 1 1,0-1 0,0 0 0,0 1-1,1-1 1,-1 1 0,0-1 0,0 1-1,0-1 1,0 0 0,1 1 0,-1-1-1,0 1 1,0-1 0,1 1-1,0-1 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3.794"/>
    </inkml:context>
    <inkml:brush xml:id="br0">
      <inkml:brushProperty name="width" value="0.035" units="cm"/>
      <inkml:brushProperty name="height" value="0.035" units="cm"/>
    </inkml:brush>
  </inkml:definitions>
  <inkml:trace contextRef="#ctx0" brushRef="#br0">13 131 1392,'2'-12'3987,"3"20"-932,5 30-1795,-7-27-1176,0 1 24,0 0 0,-1 1 0,0-1 1,-1 1-1,0 0 0,-2 18 1,-22 179 1119,12-172-1022,10-35-180,-1 1-1,1-1 1,-1 1-1,1 0 0,0 0 1,0 0-1,1 0 1,-1 0-1,1 0 1,0 0-1,0 0 1,1-1-1,-1 1 1,2 7-1,-1-11-17,1 1 0,-1-1 1,1 0-1,-1 0 0,1 0 0,-1 0 0,1 0 1,-1 0-1,1 0 0,-1-1 0,1 1 0,1-1 1,0 0-3,0 0 1,0 0 0,-1-1 0,1 1 0,0-1 0,-1 1-1,4-4 1,12-6 12,4 0-5,-2 0-1,1-1 1,28-23 0,-22 14-4,-17 12-3,0 1-1,0 0 1,1 1-1,0 0 1,0 1-1,17-7 1,-15 9-288,1-1 1,-1 0 0,0-2 0,0 1-1,-1-1 1,22-17 0,-8-4-391</inkml:trace>
  <inkml:trace contextRef="#ctx0" brushRef="#br0" timeOffset="1">101 184 1720,'-25'2'1041,"8"-4"375,6-5-248,13 7-104,5-8-31,16-3-449,9-1-128,12-10-144,9-1-80,2-2-104,10 2-40,3 8-32,-19-6-64,-7 14-1640,-11-3 1232</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4.190"/>
    </inkml:context>
    <inkml:brush xml:id="br0">
      <inkml:brushProperty name="width" value="0.035" units="cm"/>
      <inkml:brushProperty name="height" value="0.035" units="cm"/>
    </inkml:brush>
  </inkml:definitions>
  <inkml:trace contextRef="#ctx0" brushRef="#br0">21 213 3625,'-20'6'1240,"20"-16"-1160,15 2-32,28 1-16,18-6 16,9-25-16,3 3 0,12-3 8,-9-15-712,17 36 512</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4.542"/>
    </inkml:context>
    <inkml:brush xml:id="br0">
      <inkml:brushProperty name="width" value="0.035" units="cm"/>
      <inkml:brushProperty name="height" value="0.035" units="cm"/>
    </inkml:brush>
  </inkml:definitions>
  <inkml:trace contextRef="#ctx0" brushRef="#br0">140 1 2505,'-19'47'1648,"3"21"-208,-6 1-272,-5-5 49,19 16-473,-9-25-192,19 12-240,-9-14-72,-9-21-112,20 17-8,-17-33-1056,13-3-1385,13-5 1505</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4.889"/>
    </inkml:context>
    <inkml:brush xml:id="br0">
      <inkml:brushProperty name="width" value="0.035" units="cm"/>
      <inkml:brushProperty name="height" value="0.035" units="cm"/>
    </inkml:brush>
  </inkml:definitions>
  <inkml:trace contextRef="#ctx0" brushRef="#br0">1 205 1736,'2'-7'203,"1"0"0,0-1 0,0 1 0,0 0 0,1 0 0,0 1 0,1-1 0,-1 1 0,7-7 0,12-17 544,-17 22-596,0 2 0,0-1-1,0 0 1,1 1 0,0 0 0,0 1 0,1 0 0,0 0-1,0 0 1,0 1 0,0 0 0,10-3 0,-1 2 12,0 0 0,0 0 0,1 2 0,-1 0 0,21 0 0,-30 3-127,0 1-1,-1 0 1,1 0-1,0 0 1,-1 1-1,1 1 1,-1-1-1,0 1 1,0 0-1,0 1 1,0-1-1,0 2 1,-1-1-1,0 1 1,0 0 0,0 0-1,0 0 1,9 12-1,-15-16-23,0-1-1,1 1 0,-1 0 1,1-1-1,-1 1 1,0 0-1,0-1 1,1 1-1,-1 0 1,0 0-1,0 0 1,0-1-1,0 1 1,0 0-1,0 0 0,0-1 1,0 1-1,0 0 1,0 0-1,0 0 1,0-1-1,-1 1 1,1 0-1,0 0 1,-1-1-1,1 1 1,0 0-1,-1-1 1,1 1-1,-1 0 0,1-1 1,-1 1-1,1-1 1,-1 1-1,0-1 1,0 1-1,-26 17 94,23-16-79,-9 5 35,-1-1 0,0-1 0,0-1 0,-1 0 0,1-1 0,-1 0 0,-16 0 0,13-1 227,-1 1 0,1 1-1,1 0 1,-20 7 0,21-5-29,14-5-204,1-1 1,0 0-1,-1 1 0,1-1 1,-1 1-1,1-1 0,0 1 1,-1 0-1,1 0 0,0-1 1,-1 1-1,1 0 0,-2 2 1,6 7 265,12 4-168,113 94 599,-119-99-723,2-1-1,-1-1 0,1 1 0,0-2 0,0 1 0,1-2 1,0 1-1,0-2 0,0 0 0,15 3 0,15 2-276,71 4 0,-102-12 144,73 6-184</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5.254"/>
    </inkml:context>
    <inkml:brush xml:id="br0">
      <inkml:brushProperty name="width" value="0.035" units="cm"/>
      <inkml:brushProperty name="height" value="0.035" units="cm"/>
    </inkml:brush>
  </inkml:definitions>
  <inkml:trace contextRef="#ctx0" brushRef="#br0">0 23 3961,'82'-23'1832,"-88"61"-848,-3 6 73,-1-4-169,10 7-248,-4-11-296,10 8-88,4-8-128,-10-17-40,7 0-816</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5.694"/>
    </inkml:context>
    <inkml:brush xml:id="br0">
      <inkml:brushProperty name="width" value="0.035" units="cm"/>
      <inkml:brushProperty name="height" value="0.035" units="cm"/>
    </inkml:brush>
  </inkml:definitions>
  <inkml:trace contextRef="#ctx0" brushRef="#br0">115 205 3753,'-94'-126'1759,"91"123"-1630,1-1 1,-1 1-1,1-1 0,0 0 1,0 0-1,0 0 0,1 0 1,-2-5-1,3 9-105,0-1 0,0 0 0,0 1 0,0-1 0,0 1 0,0-1 0,0 0 0,0 1 0,0-1 0,1 1 0,-1-1 0,0 1 0,0-1 0,1 1 0,-1-1 0,0 1 0,1-1 0,-1 1 0,1-1 0,-1 1 0,0-1 0,1 1 0,-1 0 1,1-1-1,0 1 0,2-3 127,1 0-69,0 0-1,0 1 1,0 0-1,0 0 0,0 0 1,0 0-1,1 0 1,-1 1-1,0 0 1,1 0-1,-1 0 0,1 1 1,7-1-1,8 1 122,34 3 0,-42-2-102,43 6 164,0 2-1,-1 2 0,57 19 1,-102-27-253,-1 1 1,1 0-1,0 0 1,-1 1-1,0-1 0,0 2 1,-1-1-1,9 9 1,-14-12-5,0-1 1,0 1 0,-1-1-1,1 1 1,-1 0 0,0 0-1,1 0 1,-1 0 0,0 0-1,0 0 1,0 0 0,0 0-1,-1 0 1,1 1-1,-1-1 1,1 0 0,-1 0-1,0 1 1,1-1 0,-1 0-1,-1 0 1,1 1 0,0-1-1,0 0 1,-1 1 0,1-1-1,-1 0 1,0 0 0,0 0-1,0 0 1,0 0 0,0 0-1,0 0 1,0 0 0,-1 0-1,1 0 1,-1 0 0,-1 1-1,-14 11 77,0-1-1,-1 0 0,0-2 0,-1 0 1,-25 11-1,19-10-55,5-2-25,1-1 1,-32 9-1,43-16-297,0 0 0,0 0 0,-1-1 0,1 0 1,0 0-1,-1-1 0,1 0 0,-17-3 0,8-5-671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6.105"/>
    </inkml:context>
    <inkml:brush xml:id="br0">
      <inkml:brushProperty name="width" value="0.035" units="cm"/>
      <inkml:brushProperty name="height" value="0.035" units="cm"/>
    </inkml:brush>
  </inkml:definitions>
  <inkml:trace contextRef="#ctx0" brushRef="#br0">39 0 2441,'7'12'1400,"6"18"-56,-13-3-120,-3 9 97,20 19-185,-25-2-240,21 15-104,-13-3-264,-5-1-136,-5-7-224,-7-7-71,17-8-97,-13-18-329,-6-16-1247,6-6 1080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6.458"/>
    </inkml:context>
    <inkml:brush xml:id="br0">
      <inkml:brushProperty name="width" value="0.035" units="cm"/>
      <inkml:brushProperty name="height" value="0.035" units="cm"/>
    </inkml:brush>
  </inkml:definitions>
  <inkml:trace contextRef="#ctx0" brushRef="#br0">1 88 2609,'19'-13'658,"0"1"1,0 1-1,2 0 1,-1 1 0,40-12-1,-52 20-584,0 0 0,0 0-1,1 1 1,-1 0 0,0 0 0,0 1-1,1 0 1,-1 1 0,0 0-1,1 0 1,-1 1 0,0-1-1,0 2 1,0-1 0,0 1-1,-1 1 1,1-1 0,13 10-1,-19-11-71,1 0 0,0 1 0,-1-1 0,1 0 0,-1 1 0,0 0 0,0 0 0,0-1 0,0 1 0,-1 0 1,1 1-1,-1-1 0,0 0 0,1 0 0,-1 1 0,-1-1 0,1 0 0,-1 1 0,1-1 0,-1 1 0,0-1 0,0 1 0,0-1 0,-1 0 0,0 7 0,-1-3 3,0 0 1,-1 0-1,1 0 1,-1 0-1,-1-1 1,1 1 0,-1-1-1,0 0 1,-1 0-1,-9 11 1,9-12-1,0 1 9,0-1-1,-1 1 1,0-1-1,0 0 1,0 0 0,-1-1-1,1 0 1,-1 0-1,-11 4 1,10-6 69,1 0 0,-1-1 0,0 0 0,1 0 0,-1-1 0,0 0-1,0 0 1,1-1 0,-1 1 0,0-2 0,-12-3 0,14 3 49,0 1 1,0 0-1,0 0 1,0 1-1,-1-1 0,-8 2 1,14-1-118,0 0 0,1 0 0,-1 0 0,1 0 0,-1 1 1,1-1-1,-1 0 0,1 0 0,-1 1 0,1-1 0,-1 0 0,1 1 1,0-1-1,-1 0 0,1 1 0,-1-1 0,1 1 0,0-1 0,-1 1 0,1-1 1,0 1-1,0-1 0,-1 1 0,1-1 0,0 1 0,0-1 0,0 1 0,0-1 1,0 1-1,0-1 0,0 1 0,0 0 0,0-1 0,0 1 0,0-1 0,0 1 1,0-1-1,0 1 0,0-1 0,0 1 0,1-1 0,-1 2 0,14 30 351,-5-13-53,-6-7-146,0-2-86,0-1 0,0 0 0,1 0 0,0 0 0,0 0 1,1 0-1,0-1 0,0 0 0,12 13 0,2-2-181,2 0 0,0-2 0,0 0 0,2-1 0,28 15 0,-22-16-1234,0-1 1,34 10-1,-8-8-76</inkml:trace>
  <inkml:trace contextRef="#ctx0" brushRef="#br0" timeOffset="1">546 662 3033,'7'6'261,"29"25"833,-31-23-279,-19-12 531,8 1-1143,1 0 0,0 0 0,0-1 0,0 0 0,0 0 0,1 0-1,-1 0 1,1-1 0,0 0 0,0 0 0,1 0 0,0 0 0,0-1 0,0 1-1,0-1 1,1 0 0,-2-8 0,0-1-125,0 0 1,1 0-1,1 0 0,0 0 0,2 0 1,0-18-1,2 10-73,1 0 1,1 0-1,10-33 0,-10 42-5,0 1-1,1 1 0,1-1 1,0 1-1,1 0 0,0 0 1,13-14-1,-18 22 26,1 1 0,1 0 0,-1 1 0,0-1 0,1 1 0,-1-1 0,1 1 0,0 0 0,0 0 0,-1 1 0,1-1 1,1 1-1,-1 0 0,0 0 0,0 0 0,0 0 0,1 1 0,-1 0 0,0 0 0,0 0 0,1 0 0,-1 1 0,0-1 0,0 1 0,0 0 0,0 1 0,1-1 0,-2 1 0,1-1 0,5 4 0,-2-1 28,-1 0 0,1 0 0,-1 1 0,0 0 0,0 0 0,0 0 0,-1 1 0,0 0 0,0 0 0,0 0 0,-1 1 0,0-1 0,0 1 0,-1 0-1,1 0 1,2 11 0,-5-11-26,0 1-1,0 0 0,0-1 1,-1 1-1,-1-1 0,1 1 1,-1 0-1,0-1 0,-1 1 1,0-1-1,0 0 0,-5 13 1,-5 4-6,0 0 1,-19 26-1,-12 0-1141,38-37 690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6.825"/>
    </inkml:context>
    <inkml:brush xml:id="br0">
      <inkml:brushProperty name="width" value="0.035" units="cm"/>
      <inkml:brushProperty name="height" value="0.035" units="cm"/>
    </inkml:brush>
  </inkml:definitions>
  <inkml:trace contextRef="#ctx0" brushRef="#br0">0 0 5089,'14'21'2417,"5"13"-953,7 4 8,3 4-392,-3 7-223,-5 8-353,-9 15-144,-12 6-176,-4 12-48,-15-7-80,2-15-24,9-9-640,-15-28-616,21-16 759</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7.187"/>
    </inkml:context>
    <inkml:brush xml:id="br0">
      <inkml:brushProperty name="width" value="0.035" units="cm"/>
      <inkml:brushProperty name="height" value="0.035" units="cm"/>
    </inkml:brush>
  </inkml:definitions>
  <inkml:trace contextRef="#ctx0" brushRef="#br0">0 25 4577,'3'-3'313,"-1"1"-1,1 0 1,0 0-1,0 1 1,0-1-1,0 0 1,0 1-1,0 0 1,0 0 0,1 0-1,5-1 1,42-2-195,-37 3 231,21 1-87,0 2-1,-1 1 0,54 11 1,-68-9-223,-1 0 0,0 1 0,-1 1-1,1 1 1,-2 1 0,1 0 0,-1 1 0,0 1 0,-1 0 0,-1 2 0,1 0 0,-2 0 0,0 1 0,-1 1 0,12 17 0,-22-28 5,-1 0 0,0 0 0,0 0 0,0 0 0,-1 0 0,1 0 0,-1 1 0,0-1 0,0 0 0,0 1 0,-1-1 0,0 1 0,0-1 0,0 1 0,0-1-1,0 1 1,-1-1 0,0 0 0,0 1 0,0-1 0,-3 5 0,0 0 44,-1 0-1,1-1 0,-2 0 0,1 0 0,-1 0 0,0 0 1,-1-1-1,-10 9 0,-16 14 132,-70 59 220,88-78-426,0 0 0,-1-1 0,0-1 0,-1-1 0,-18 8 0,27-14-144,1 1 0,0-1 1,0-1-1,-1 0 0,1 0 0,-1 0 0,-9-1 0,-4-7-260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7.566"/>
    </inkml:context>
    <inkml:brush xml:id="br0">
      <inkml:brushProperty name="width" value="0.035" units="cm"/>
      <inkml:brushProperty name="height" value="0.035" units="cm"/>
    </inkml:brush>
  </inkml:definitions>
  <inkml:trace contextRef="#ctx0" brushRef="#br0">43 18 3793,'-3'5'330,"0"0"0,1 0 1,-1 1-1,1-1 0,0 1 0,0 0 0,1 0 1,-1-1-1,1 1 0,1 0 0,-1 10 1,-4 26 1007,1-21-749,1 1 1,2 0-1,0 25 1,-2 35 473,1-64-867,1 0 1,1 0-1,0 0 0,2 0 1,0 0-1,4 19 1,-5-36-188,-1 1 1,0-1-1,1 1 1,-1-1-1,1 1 1,-1 0-1,1-1 1,0 0 0,0 1-1,0-1 1,0 1-1,0-1 1,0 0-1,0 0 1,0 0-1,0 0 1,1 1 0,-1-2-1,0 1 1,1 0-1,-1 0 1,0 0-1,1-1 1,-1 1-1,1 0 1,0-1-1,-1 0 1,4 1 0,-3-1-3,1 0 1,-1 0-1,1 0 1,-1 0-1,1 0 1,-1-1 0,1 1-1,-1-1 1,1 0-1,-1 0 1,0 0 0,1 0-1,-1 0 1,0 0-1,0-1 1,0 1-1,3-3 1,18-30 39,-7 12-35,-7 11-17,-1-2 0,0 1 0,9-20 0,17-58-115,-22 53 20,22-43 0,23-42 41,-55 117 60,0 1-1,0 0 1,0 0 0,1 0 0,0 0-1,4-5 1,-6 9 0,-1-1 0,1 1 0,0-1 0,-1 1 0,1-1 0,0 1 0,-1-1 1,1 1-1,0 0 0,0 0 0,0-1 0,-1 1 0,1 0 0,0 0 0,0 0 0,0 0 0,-1 0 0,1 0 0,0 0 0,0 0 0,0 0 0,0 0 1,-1 0-1,1 1 0,0-1 0,0 0 0,-1 0 0,1 1 0,0-1 0,0 1 0,-1-1 0,1 1 0,0-1 0,-1 1 0,1-1 0,-1 1 1,1-1-1,-1 1 0,1 0 0,-1-1 0,1 1 0,-1 0 0,1 1 0,2 3 25,0 0 1,0 0-1,-1 0 1,0 0-1,0 1 0,0-1 1,-1 0-1,0 1 0,0 0 1,1 7-1,-1 9 144,-3 29-1,1-33-73,-26 200 947,8-101-739,18-109-274,-2 32-204,3-39 135,0 0 0,0-1 0,0 1 0,0 0 0,0 0 0,0-1 0,0 1 0,0 0 0,1 0 0,-1-1 0,0 1 0,1 0 0,-1-1 0,0 1 0,1 0 0,-1-1 0,1 1 0,-1 0 0,1-1 0,-1 1 0,1-1 0,-1 1 0,1-1 0,0 1 0,-1-1 0,1 1 0,0-1 0,-1 0 0,1 1 0,0-1 0,0 0-1,-1 0 1,1 0 0,0 1 0,0-1 0,-1 0 0,1 0 0,0 0 0,0 0 0,-1 0 0,2-1 0,27-10-606</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7.920"/>
    </inkml:context>
    <inkml:brush xml:id="br0">
      <inkml:brushProperty name="width" value="0.035" units="cm"/>
      <inkml:brushProperty name="height" value="0.035" units="cm"/>
    </inkml:brush>
  </inkml:definitions>
  <inkml:trace contextRef="#ctx0" brushRef="#br0">242 10 5305,'-8'2'533,"-1"2"0,0-1 0,1 1 0,0 0 0,0 1 0,0 0 0,1 0 0,-1 1 0,-7 8 0,-3 4 385,-32 40 0,39-41-701,0 0-1,2 0 1,0 1 0,0 0 0,2 1 0,0-1 0,1 2-1,1-1 1,1 0 0,1 1 0,1 0 0,0 0 0,1 0 0,2 0-1,0 0 1,1-1 0,0 1 0,2 0 0,11 34 0,-12-46-193,0 0 0,0 0 1,1-1-1,-1 1 0,2-1 1,-1 0-1,1 0 1,1-1-1,6 8 0,-9-11-58,1 0 0,-1 0 0,1-1 1,0 1-1,0-1 0,0 0 0,0 0 0,0 0 0,0-1 0,1 1 0,-1-1 0,0 0 0,1 0 0,-1-1 0,1 1 0,-1-1 0,1 0 0,6-1 0,1-1-374,1 0 1,-1-1-1,0 0 0,0-1 0,0 0 0,-1-1 1,1 0-1,-1-1 0,0 0 0,-1-1 1,1 0-1,16-16 0,24-31-903</inkml:trace>
  <inkml:trace contextRef="#ctx0" brushRef="#br0" timeOffset="0.11">647 2 6273,'6'-2'2849,"-1"21"-1497,-1 15-39,-4 27-385,0 6-152,-6 26-80,-1-2-88,-3-8-216,6 16-112,-5-29-184,-1-7-32,5-17-896,5-20-736,2-24 960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6:58.291"/>
    </inkml:context>
    <inkml:brush xml:id="br0">
      <inkml:brushProperty name="width" value="0.035" units="cm"/>
      <inkml:brushProperty name="height" value="0.035" units="cm"/>
    </inkml:brush>
  </inkml:definitions>
  <inkml:trace contextRef="#ctx0" brushRef="#br0">1 1 6481,'40'2'2801,"19"1"-1297,3 14-359,29 18-457,-1-5-216,10-3-424</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17.272"/>
    </inkml:context>
    <inkml:brush xml:id="br0">
      <inkml:brushProperty name="width" value="0.035" units="cm"/>
      <inkml:brushProperty name="height" value="0.035" units="cm"/>
    </inkml:brush>
  </inkml:definitions>
  <inkml:trace contextRef="#ctx0" brushRef="#br0">491 39 992,'0'-2'237,"1"1"-1,0-1 0,-1 0 0,1 1 1,-1-1-1,0 0 0,1 1 1,-1-1-1,0 0 0,0 1 1,0-1-1,0 0 0,-1 0 1,1 1-1,-1-4 0,0 4-128,0 0-1,0 0 0,0 1 0,0-1 0,0 0 0,0 1 1,0-1-1,0 1 0,0-1 0,0 1 0,0-1 0,0 1 1,0 0-1,0 0 0,0-1 0,-1 1 0,1 0 1,0 0-1,0 0 0,0 0 0,0 0 0,0 1 0,-2-1 1,-1 1-32,0-1 0,0 1 0,1 0 0,-1 0 0,0 0 0,-5 3 0,-89 48 1096,-33 17 268,123-65-1403,-1 0 1,1 0-1,0 1 0,0 0 0,0 0 0,1 1 0,0 0 0,0 0 1,0 1-1,1 0 0,0 0 0,0 0 0,-6 12 0,-1 10 34,-6 11 17,6-22-42,3-4-12,0 0 1,-12 25 0,20-37-30,1 1 1,0 0-1,-1 0 1,1 0-1,0 0 1,1 0-1,-1 1 1,1-1-1,-1 0 1,1 0-1,0 0 1,0 0-1,0 1 1,1-1-1,-1 0 1,1 0-1,-1 0 1,1 0-1,0 0 1,2 4-1,-2-6 0,1 1-1,-1 0 0,1-1 0,0 1 0,-1-1 0,1 0 1,0 1-1,0-1 0,0 0 0,0 0 0,0 0 0,0 0 1,0-1-1,0 1 0,0 0 0,1-1 0,-1 0 0,0 1 1,0-1-1,4 0 0,47-4 77,-44 3-66,13 0-6,1 0-1,34 5 0,7-1-887,-26-4 501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17.841"/>
    </inkml:context>
    <inkml:brush xml:id="br0">
      <inkml:brushProperty name="width" value="0.035" units="cm"/>
      <inkml:brushProperty name="height" value="0.035" units="cm"/>
    </inkml:brush>
  </inkml:definitions>
  <inkml:trace contextRef="#ctx0" brushRef="#br0">126 67 2489,'-1'0'103,"0"0"0,0 0 0,0 1 1,0-1-1,0 0 0,1 1 1,-1-1-1,0 1 0,0 0 0,0-1 1,1 1-1,-1-1 0,0 1 1,1 0-1,-1 0 0,1-1 0,-1 1 1,0 1-1,-12 21 621,6-10-198,-10 15 523,9-15-490,0-1 0,-11 13 0,14-19-442,1 1-1,0-1 1,0 1-1,1 0 1,0 0 0,0 0-1,1 0 1,0 1-1,0-1 1,0 1-1,0 8 1,0 12 229,1 45-1,2-67-290,-1 0-9,0 0 0,1-1 1,0 1-1,0 0 0,0 0 1,1-1-1,0 1 0,4 8 1,-6-12-39,1-1 0,0 1 0,0-1 0,0 0 1,0 1-1,0-1 0,1 0 0,-1 0 0,0 1 0,1-1 1,-1 0-1,0 0 0,1-1 0,-1 1 0,1 0 0,0 0 1,-1-1-1,1 1 0,-1-1 0,1 1 0,0-1 1,0 0-1,-1 0 0,1 0 0,0 0 0,-1 0 0,1 0 1,0 0-1,0 0 0,-1-1 0,1 1 0,2-1 0,4-2 15,0-1-1,0 0 1,-1 0-1,1 0 0,-1-1 1,0 0-1,0 0 0,-1-1 1,10-10-1,5-8 38,21-32-1,-38 51-50,4-6 8,0 0 0,-1-1-1,0 1 1,-1-1 0,-1-1 0,0 1-1,0-1 1,-1 0 0,4-25-1,-7 29-5,1 0 0,0 0 0,0 0 0,1 0 0,7-15 0,-6 15-7,0 0 0,-1 0 0,0 0 0,-1-1 0,2-9 0,-4 6-6,-1 11-2,1 0 1,0 0-1,0 0 0,-1 0 0,1 1 1,0-1-1,1 0 0,-1 0 1,0 0-1,0 0 0,1 1 0,-1-1 1,1 0-1,0 0 0,-1 0 1,1 1-1,0-1 0,2-2 1,0 6-45,-1 5 39,1 0 0,-1 1 0,0-1 0,0 0 0,-1 1 0,0-1 0,-1 12 0,-2 58 29,1-60-16,-5 38 17,-1 32 10,7-78-21,1-1 0,-1 0 0,1 1 0,1-1 0,-1 0 0,1 0 0,6 14 0,-8-20-13,1-1 1,0 1 0,-1-1-1,1 0 1,0 0 0,0 1 0,-1-1-1,1 0 1,0 0 0,0 0 0,1 0-1,-1 0 1,0 0 0,0 0 0,0 0-1,1 0 1,-1-1 0,0 1 0,1 0-1,-1-1 1,0 1 0,1-1 0,-1 0-1,1 1 1,-1-1 0,1 0 0,-1 0-1,1 0 1,2 0 0,1-1-174,0-1 0,1 1 1,-1-1-1,0 0 1,0 0-1,7-5 0,-7 4-63,32-21-1604,13-9 706</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18.206"/>
    </inkml:context>
    <inkml:brush xml:id="br0">
      <inkml:brushProperty name="width" value="0.035" units="cm"/>
      <inkml:brushProperty name="height" value="0.035" units="cm"/>
    </inkml:brush>
  </inkml:definitions>
  <inkml:trace contextRef="#ctx0" brushRef="#br0">195 3 2184,'-4'-1'272,"0"0"0,0 1 0,0 0-1,0-1 1,0 1 0,0 0-1,-1 1 1,1-1 0,0 1 0,0 0-1,0 0 1,0 0 0,1 1 0,-1-1-1,0 1 1,0 0 0,1 0-1,-1 0 1,1 0 0,0 1 0,0-1-1,-5 6 1,-5 6 127,1 0 0,0 0 0,-15 28 0,15-24-60,-10 21 18,21-39-352,1 1 0,-1 0 0,1 0 0,-1-1 0,1 1 0,0 0-1,0 0 1,-1 0 0,1-1 0,0 1 0,0 0 0,0 0 0,0 0 0,-1 0-1,2 0 1,-1-1 0,0 1 0,0 0 0,0 0 0,0 0 0,0 0 0,1-1-1,-1 2 1,1 0-1,0 0 0,0-1 1,1 1-1,-1-1 0,0 1 0,1-1 0,-1 1 0,1-1 0,2 3 0,6 1-3,0 1 0,0-1-1,11 3 1,-11-3 12,17 5-1,-13-5-5,-1 0 0,0 0 0,-1 2 0,19 11 0,-28-16-5,-1-1 1,0 1-1,0 0 1,1 0-1,-1 0 1,-1 0-1,1 0 1,0 0-1,-1 1 1,1-1-1,-1 1 1,1-1-1,-1 1 1,0-1-1,0 1 1,0 0-1,-1-1 1,1 1-1,-1 0 1,1 0 0,-1 0-1,0-1 1,0 1-1,0 0 1,-1 0-1,1 0 1,-1 0-1,0 4 1,-3 1 39,0 1 0,0-1 0,-1 0 1,1 0-1,-2 0 0,1 0 0,-1-1 0,-8 7 1,2-1 82,-1-1 1,0-1 0,-23 14 0,35-24-154,0 0 0,-1 0 0,1 0 0,-1 0 0,1-1 0,-1 1 0,1-1 0,-1 1 0,0-1 1,1 1-1,-1-1 0,-3 0 0,13-16-3528,10-2 2077</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18.557"/>
    </inkml:context>
    <inkml:brush xml:id="br0">
      <inkml:brushProperty name="width" value="0.035" units="cm"/>
      <inkml:brushProperty name="height" value="0.035" units="cm"/>
    </inkml:brush>
  </inkml:definitions>
  <inkml:trace contextRef="#ctx0" brushRef="#br0">143 1 2353,'32'0'1496,"2"20"136,-11 13-39,-4 18-209,-4 8-232,-13 4-528,0-1-208,-13-1-232,-14-6-48,4-6 40,-2-14-328,8-18-1072,9-6-808,-3-17 1087</inkml:trace>
  <inkml:trace contextRef="#ctx0" brushRef="#br0" timeOffset="1">80 424 3721,'-80'-201'2016,"97"180"-543,10 2-385,24 11-560,12 8-184,11 0-176,-6-2-24,3 1-72,8 4-808,-5 7 560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02.989"/>
    </inkml:context>
    <inkml:brush xml:id="br0">
      <inkml:brushProperty name="width" value="0.035" units="cm"/>
      <inkml:brushProperty name="height" value="0.035" units="cm"/>
    </inkml:brush>
  </inkml:definitions>
  <inkml:trace contextRef="#ctx0" brushRef="#br0">70 39 872,'-1'1'110,"0"-1"-1,0 1 1,0 0-1,0 0 1,0 0-1,1 0 1,-1 0-1,0 0 1,1 0-1,-1 0 1,1 0 0,-1 0-1,1 1 1,-1-1-1,1 0 1,0 0-1,0 0 1,0 1-1,0-1 1,-1 0-1,1 0 1,1 3-1,-5 170 2563,2-103-1943,2-43-436,0 0 0,-2 0-1,-9 42 1,5-44-147,4-13-58,-1-1 0,-1 0 1,1 0-1,-10 19 0,13-31-85,0 0 1,0 0-1,-1 0 1,1 0-1,0 0 1,0 1-1,0-1 1,0 0-1,0 0 1,0 0-1,0 0 0,-1 0 1,1 0-1,0 0 1,0 0-1,0 0 1,0 0-1,0 0 1,0 0-1,-1 0 1,1 0-1,0 0 1,0 0-1,0 0 1,0 0-1,0 0 1,0 0-1,-1 0 0,1 0 1,0-1-1,0 1 1,0 0-1,0 0 1,0 0-1,0 0 1,0 0-1,0 0 1,0 0-1,-1 0 1,1 0-1,0 0 1,0-1-1,0 1 1,0 0-1,0 0 0,0 0 1,0 0-1,0 0 1,0 0-1,0-1 1,0 1-1,0 0 1,0 0-1,0 0 1,0 0-1,0 0 1,0 0-1,0-1 1,0 1-1,0 0 1,0 0-1,0 0 0,0 0 1,0 0-1,-2-13 96,1-6-54,1-1 1,0 0-1,2 1 0,0-1 1,2 0-1,0 1 0,1 0 1,1 0-1,11-25 0,-12 31-39,11-28 0,42-75 1,-48 99-7,-5 8-2,0 1 1,0 0-1,1 0 0,0 0 0,0 0 0,1 1 0,12-10 0,5 1-3,-12 8 0,0-1 0,17-14 0,-28 21 4,1 0-1,0 0 0,0 1 1,1-1-1,-1 1 0,0 0 0,0-1 1,1 1-1,-1 0 0,1 0 1,-1 0-1,1 1 0,-1-1 1,1 1-1,-1-1 0,1 1 0,0 0 1,-1 0-1,1 0 0,0 0 1,3 1-1,-5-1 1,-1 0 1,0 0-1,1 0 1,-1 0-1,1 0 0,-1 0 1,1 0-1,-1 0 1,1 1-1,-1-1 1,1 0-1,-1 0 1,0 0-1,1 1 1,-1-1-1,1 0 1,-1 0-1,0 1 1,1-1-1,-1 0 0,0 1 1,1-1-1,-1 0 1,0 1-1,0-1 1,1 1-1,1 3 1,0 0-1,-1 0 1,1 0 0,-1 0-1,0 0 1,0 1-1,0-1 1,0 0 0,-1 0-1,0 1 1,0-1-1,-1 6 1,0 0 2,-1 0 0,0-1 0,0 1 0,-1-1 0,-5 11 0,-1-2 13,0-1 0,-1 0 0,-1 0 0,0-1 1,-16 16-1,24-28-2,0-1 0,-1 1 0,1-1 0,-1 0 0,0 0 1,-6 3-1,10-5-52,0-1 0,0 0 0,0 0 0,-1 0 0,1 0 0,0 0 0,0 0 0,0 0 0,-1 0 0,1-1 1,0 1-1,0 0 0,0 0 0,-1 0 0,1 0 0,0 0 0,0 0 0,0 0 0,-1 0 0,1 0 0,0-1 0,0 1 0,0 0 1,0 0-1,0 0 0,-1 0 0,1 0 0,0-1 0,0 1 0,0 0 0,0 0 0,0 0 0,0-1 0,0 1 0,0 0 1,0 0-1,-1 0 0,1-1 0,0 1 0,0 0 0,0 0 0,0 0 0,0-1 0,0 1 0,1 0 0,-1 0 0,0-1 0,-1-1-262,-1-14-601</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03.569"/>
    </inkml:context>
    <inkml:brush xml:id="br0">
      <inkml:brushProperty name="width" value="0.035" units="cm"/>
      <inkml:brushProperty name="height" value="0.035" units="cm"/>
    </inkml:brush>
  </inkml:definitions>
  <inkml:trace contextRef="#ctx0" brushRef="#br0">193 277 1480,'-1'-1'162,"1"-1"-1,0 1 1,-1-1-1,1 1 1,-1 0 0,1-1-1,-1 1 1,0-1-1,0 1 1,1 0-1,-1 0 1,0-1-1,0 1 1,0 0-1,0 0 1,0 0-1,-1 0 1,1 0 0,-3-1-1,4 2-104,0 0 0,-1 0 0,1 0 0,-1 0 0,1 0 0,-1 0 0,1 1 0,0-1 0,-1 0 1,1 0-1,-1 0 0,1 1 0,0-1 0,-1 0 0,1 0 0,0 1 0,-1-1 0,1 0 0,0 1 0,0-1 0,-1 0 0,1 1 0,0 0 0,-8 20 516,4-11-413,0 1 0,0-1 0,-1 0-1,-1-1 1,-9 14 0,-7 14 90,16-26-190,-59 117 640,38-81-376,27-47-318,1 1 0,-1-1 0,0 0 0,0 0 0,0 0 0,0 0 0,0 1-1,0-1 1,0 0 0,0 0 0,1 0 0,-1 0 0,0 0 0,0 0 0,0 1 0,0-1 0,0 0 0,1 0 0,-1 0 0,0 0 0,0 0 0,0 0 0,0 0 0,1 0 0,-1 0-1,0 0 1,0 0 0,0 0 0,0 0 0,1 0 0,-1 0 0,0 0 0,0 0 0,0 0 0,1 0 0,-1 0 0,0 0 0,0 0 0,0 0 0,0 0 0,0 0 0,1 0 0,-1-1-1,0 1 1,0 0 0,11-3 36,13-17 104,-7 6-83,26-28 35,-33 31-76,1 0 1,17-13-1,-15 14-7,-1-1 0,0 0 0,-1-1 0,0 0 0,-1 0 0,0-1 0,-1 0 0,-1-1 0,0 0 0,9-24-1,-6 18-12,-11 20-2,0 0-1,0 0 1,0 0 0,0 0 0,0-1-1,0 1 1,0 0 0,0 0 0,0 0-1,0 0 1,1 0 0,-1 0 0,0-1-1,0 1 1,0 0 0,0 0 0,0 0 0,0 0-1,0 0 1,1 0 0,-1 0 0,0 0-1,0 0 1,0-1 0,0 1 0,1 0-1,-1 0 1,0 0 0,0 0 0,0 0 0,0 0-1,0 0 1,1 0 0,-1 0 0,0 0-1,0 0 1,0 0 0,0 0 0,1 0-1,-1 0 1,0 1 0,0-1 0,0 0-1,0 0 1,0 0 0,1 0 0,-1 0 0,0 0-1,2 10-18,-5 85 51,1-25 177,2-62-169,0-1-1,1 0 0,0 1 1,1-1-1,0 0 0,0 0 1,0 0-1,6 12 0,-7-17-28,0-1-1,-1 1 0,1-1 0,0 1 1,0-1-1,0 0 0,0 0 1,0 0-1,0 1 0,1-1 1,-1 0-1,0 0 0,0 0 1,1-1-1,-1 1 0,1 0 1,-1 0-1,1-1 0,-1 1 1,1-1-1,-1 1 0,1-1 0,-1 0 1,1 0-1,0 0 0,-1 0 1,1 0-1,-1 0 0,1 0 1,0 0-1,-1 0 0,1-1 1,-1 1-1,1-1 0,-1 1 1,1-1-1,-1 0 0,1 1 0,-1-1 1,0 0-1,1 0 0,-1 0 1,0 0-1,0 0 0,2-2 1,5-5 35,0 0 1,-1-1 0,0 0 0,0 0-1,11-20 1,13-19 58,-25 39-91,-1-1-1,0 1 1,0-1 0,-1 0 0,0 0-1,3-14 1,-5 14-9,1 1-1,0 0 1,0 1-1,1-1 1,0 1 0,1-1-1,0 1 1,8-10-1,22-27 34,-28 35-103,0 0 1,1 1-1,0 0 1,11-11-1,46-41-2159,-24 27 422,-37 29 1626,0 0-1,-1 0 1,0-1 0,0 1 0,4-12-1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03.965"/>
    </inkml:context>
    <inkml:brush xml:id="br0">
      <inkml:brushProperty name="width" value="0.035" units="cm"/>
      <inkml:brushProperty name="height" value="0.035" units="cm"/>
    </inkml:brush>
  </inkml:definitions>
  <inkml:trace contextRef="#ctx0" brushRef="#br0">79 24 2905,'12'-6'409,"1"1"0,0 1 0,19-5 0,-31 9-369,-1 0-1,1 0 1,0 0 0,-1 1-1,1-1 1,0 0 0,0 0-1,-1 0 1,1 0 0,-1 1-1,1-1 1,0 0 0,-1 1-1,1-1 1,-1 0 0,1 1-1,0-1 1,-1 1 0,1-1-1,-1 1 1,0-1 0,1 1-1,-1-1 1,1 1 0,-1-1-1,0 1 1,1 0 0,-1-1-1,0 2 1,6 23 970,-4-10-513,5 32 163,-2 0 1,-1 0 0,-5 67-1,0-79-554,3 14-1,0-30-33,-2 30 1,-2-34-32,1-10-18,1-1 0,0 0 1,-1 1-1,1-1 0,1 0 0,-1 1 0,2 7 0,-2-12-54,0 0 1,1 0-1,-1 0 0,0 1 0,0-1 0,0 0 0,0 0 0,0 0 0,0 1 1,0-1-1,0 0 0,0 0 0,0 1 0,0-1 0,0 0 0,0 0 1,0 1-1,0-1 0,0 0 0,0 0 0,0 0 0,0 1 0,0-1 1,0 0-1,0 0 0,0 1 0,0-1 0,0 0 0,-1 0 0,1 0 1,0 0-1,0 1 0,0-1 0,-1 0 0,-7-4-714,-21-22-188,11 8 263,8 12 540,1 0 0,-1 0 0,-1 1 0,1 0 0,0 1 0,-13-4 0,-12-5 631,34 13-453,0 0 0,0-1 0,0 1 0,0 0 0,0-1 0,0 0-1,0 1 1,0-1 0,0 1 0,1-1 0,-1 0 0,0 1 0,0-1-1,1 0 1,-1 0 0,-1-1 0,3 1-5,-1 0 0,0 0 1,0 0-1,0 0 0,0 0 0,1 0 0,-1 0 1,0 0-1,1 0 0,-1 0 0,1 1 0,-1-1 1,1 0-1,0 0 0,-1 0 0,1 1 0,0-1 1,-1 0-1,3 0 0,1-3 38,1 0 0,0 1 0,1 0 0,8-4-1,20-12 134,-17 9-178,1-1 1,0 2 0,0 1 0,1 0-1,-1 1 1,24-5 0,-30 9 6,-1-1-349,-1 1-1,2 0 1,-1 1-1,0 0 1,0 1-1,1 0 1,-1 1-1,1 0 0,12 2 1,6 10-729</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04.345"/>
    </inkml:context>
    <inkml:brush xml:id="br0">
      <inkml:brushProperty name="width" value="0.035" units="cm"/>
      <inkml:brushProperty name="height" value="0.035" units="cm"/>
    </inkml:brush>
  </inkml:definitions>
  <inkml:trace contextRef="#ctx0" brushRef="#br0">0 584 1360,'31'184'1347,"-29"-139"-299,-7-30 41,1-7-352,4-8-718,0 0-1,0 0 0,0 0 1,0 0-1,0 1 1,0-1-1,0 0 1,0 0-1,0 0 0,0 0 1,0 1-1,0-1 1,0 0-1,0 0 0,0 0 1,0 0-1,0 0 1,0 0-1,1 1 0,-1-1 1,0 0-1,0 0 1,0 0-1,0 0 1,0 0-1,0 0 0,0 0 1,1 0-1,-1 0 1,0 1-1,0-1 0,0 0 1,0 0-1,0 0 1,0 0-1,1 0 1,-1 0-1,0 0 0,0 0 1,0 0-1,0 0 1,1 0-1,-1 0 0,0 0 1,0 0-1,0 0 1,0 0-1,0 0 1,1 0-1,-1-1 0,0 1 1,0 0-1,0 0 1,0 0-1,0 0 0,1 0 1,7-5 339,-4 2-319,-2 0-1,1 0 0,0-1 0,-1 1 0,1-1 0,-1 0 0,0 0 1,0 1-1,-1-2 0,3-6 0,10-49-80,-11 39-133,-1 10-136,-1 0 0,-1-1 0,0 1 1,-1-14-1,-1-17-541,6 1 177,14-68-1,-2 13 1577,-7 40 831,2 0 0,33-100 1,-43 150-1733,2 1 0,-1 0-1,0 0 1,1 0 0,0 0 0,0 0 0,1 1 0,-1-1 0,1 1 0,0 0 0,6-6 0,-6 8-148,0 0 0,-1 0 0,1 0 0,0 1 0,0-1 0,0 1 0,0 0 1,0 0-1,0 0 0,0 0 0,1 1 0,-1 0 0,0 0 0,0 0 0,1 0 0,4 2 0,30 7-796</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04.704"/>
    </inkml:context>
    <inkml:brush xml:id="br0">
      <inkml:brushProperty name="width" value="0.035" units="cm"/>
      <inkml:brushProperty name="height" value="0.035" units="cm"/>
    </inkml:brush>
  </inkml:definitions>
  <inkml:trace contextRef="#ctx0" brushRef="#br0">157 327 2216,'-19'9'2352,"-30"9"-1,0-1-1398,38-15-834,-8 2 2,18-4-119,1 0 0,-1 0 0,1 0 0,-1 0 0,1 1 0,-1-1 0,1 0 0,-1 0 0,1 1 0,0-1 0,-1 1 0,1-1 0,-1 0 0,1 1 0,0-1 0,-1 1 0,1-1-1,0 1 1,-1-1 0,1 0 0,0 1 0,0 0 0,0-1 0,-1 1 0,1-1 0,0 1 0,0 0 0,0 1-1,0-1-1,1 1 1,-1-1-1,0 0 1,1 1-1,-1-1 1,1 1-1,-1-1 1,1 0 0,0 1-1,0-1 1,-1 0-1,1 0 1,0 0-1,2 2 1,-2-2-1,-1 0 1,1-1 0,0 1-1,-1-1 1,1 1-1,0-1 1,-1 0 0,1 1-1,0-1 1,0 0-1,0 1 1,-1-1 0,1 0-1,0 0 1,0 0-1,0 0 1,-1 0 0,1 1-1,0-2 1,0 1-1,0 0 1,0 0 0,-1 0-1,1 0 1,0 0-1,0-1 1,0 1 0,-1 0-1,3-2 1,12-5 27,2-1 1,-1 2-1,33-9 0,-23 8-8,-20 5-17,0 0 0,0 1 0,1 0 1,-1 0-1,0 1 0,1 0 0,6 0 0,5 1-1,-18-1 3,0 0 0,-1 0 0,1 0 1,0 0-1,0 1 0,-1-1 0,1 0 1,0 0-1,0 0 0,-1 1 0,1-1 0,0 0 1,0 0-1,-1 1 0,1-1 0,0 0 0,0 1 1,0-1-1,0 0 0,0 1 0,0-1 1,-1 0-1,1 0 0,0 1 0,0-1 0,0 0 1,0 1-1,0-1 0,0 0 0,0 1 0,0-1 1,0 0-1,0 1 0,1-1 0,-1 0 1,0 1-1,0-1 0,5 25 412,-4-20-339,12 59 436,-13-63-463,0 1 1,-1 0 0,1-1 0,0 1-1,-1 0 1,1-1 0,-1 1-1,0 0 1,1-1 0,-1 1 0,0-1-1,-1 2 1,2-3 223,7-6-133,15-14-9,-12 11-100,0 0 0,0 0-1,-1-1 1,12-16-1,-8 3-1,-1 1-1,-1-2 1,13-39-1,-20 54-24,0-6 9,1-1-1,3-28 0,3-11 6,19-65-36,-30 119 14,0 1 0,0 0 0,0-1 1,0 1-1,0-1 0,0 1 0,0-1 0,1 1 0,-1-1 0,0 1 0,0 0 0,0-1 1,1 1-1,-1-1 0,0 1 0,0 0 0,1-1 0,-1 1 0,0 0 0,1-1 0,-1 1 1,0 0-1,1-1 0,-1 1 0,0 0 0,1 0 0,-1 0 0,1-1 0,0 1 0,-1 1-1,1-1 0,0 1-1,-1 0 1,1 0 0,-1-1-1,1 1 1,-1 0 0,0 0-1,1 0 1,-1-1-1,0 1 1,1 0 0,-1 0-1,0 0 1,0 0 0,0 0-1,0 0 1,0 0-1,0 1 1,5 139-53,-6-109 63,1-24-2,1-1 1,-1 1 0,1-1 0,0 1 0,4 10-1,-5-16-47,1 0 1,0 0-1,-1-1 0,1 1 0,0 0 0,0-1 0,0 1 0,0-1 0,0 1 1,0-1-1,1 1 0,-1-1 0,0 0 0,1 0 0,-1 0 0,1 0 0,0 0 1,-1 0-1,1 0 0,0 0 0,-1-1 0,1 1 0,0 0 0,3 0 0,-1-1-17,-1 0-1,1-1 0,-1 1 1,1-1-1,-1 0 0,0 1 1,6-4-1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05.094"/>
    </inkml:context>
    <inkml:brush xml:id="br0">
      <inkml:brushProperty name="width" value="0.035" units="cm"/>
      <inkml:brushProperty name="height" value="0.035" units="cm"/>
    </inkml:brush>
  </inkml:definitions>
  <inkml:trace contextRef="#ctx0" brushRef="#br0">35 1 2633,'-10'1'1336,"-1"26"32,-2 0-304,26 16 281,-7 10-145,9 22-352,0 12-112,-9 6-272,11 4-112,2-16-200,9-10-104,1-31-920,-10-27-1760,0-30 1720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05.491"/>
    </inkml:context>
    <inkml:brush xml:id="br0">
      <inkml:brushProperty name="width" value="0.035" units="cm"/>
      <inkml:brushProperty name="height" value="0.035" units="cm"/>
    </inkml:brush>
  </inkml:definitions>
  <inkml:trace contextRef="#ctx0" brushRef="#br0">114 1 3017,'-6'-1'3535,"5"1"-3512,1 0 0,0 0-1,0 1 1,-1-1-1,1 0 1,0 0-1,0 0 1,-1 1-1,1-1 1,0 0-1,0 0 1,0 1 0,-1-1-1,1 0 1,0 0-1,0 1 1,0-1-1,0 0 1,0 1-1,-1-1 1,1 0-1,0 0 1,0 1-1,0-1 1,0 0 0,0 1-1,0-1 1,0 0-1,0 1 1,0-1-1,0 0 1,0 1-1,0-1 1,1 0-1,-1 1 1,0-1-1,0 0 1,0 0 0,0 1-1,0-1 1,1 0-1,-1 0 1,0 1-1,0-1 1,0 0-1,1 0 1,-1 1-1,0-1 1,0 0-1,1 0 1,-1 0 0,0 0-1,1 1 1,1-1-11,4 1 4,0 0 0,-1 1 0,1-1 0,9 6 0,15 7 9,-15-6-14,0 0 0,1-1 0,0-1 0,0-1 0,34 7-1,-40-11-18,1 1 69,1-1 0,0 2 1,-1-1-1,21 9 0,-29-9-3,0-1 1,0 1-1,-1-1 0,1 1 0,-1 0 1,1 0-1,-1 0 0,0 0 1,0 0-1,0 1 0,0-1 0,0 1 1,0-1-1,-1 1 0,1 0 1,-1 0-1,0-1 0,0 1 0,0 0 1,0 0-1,0 0 0,-1 0 0,1 6 1,0-3 63,-1 0 1,-1 0-1,1 0 1,-1 0-1,0 0 1,0 0-1,0 0 1,-1 0-1,0 0 1,0 0-1,-4 5 1,1-2 41,-1 0 1,0 0-1,0-1 1,-1 0-1,-15 14 1,-4-1 75,-1-1 1,-1-1-1,-32 16 0,36-21-154,0 0-31,-1-1-1,-1 0 1,-44 14-1,11-16-62</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07.993"/>
    </inkml:context>
    <inkml:brush xml:id="br0">
      <inkml:brushProperty name="width" value="0.035" units="cm"/>
      <inkml:brushProperty name="height" value="0.035" units="cm"/>
    </inkml:brush>
  </inkml:definitions>
  <inkml:trace contextRef="#ctx0" brushRef="#br0">157 197 1448,'-27'27'402,"-14"17"1117,39-41-1235,-8 9 891,10-12-1127,0 0 1,0 0-1,-1 0 0,1 1 0,0-1 0,0 0 0,-1 0 0,1 0 1,0 0-1,-1 0 0,1 0 0,0 0 0,0 0 0,-1 0 0,1 0 1,0 0-1,-1 0 0,1 0 0,0 0 0,-1 0 0,1 0 0,0 0 0,0 0 1,-1 0-1,1 0 0,0 0 0,0 0 0,-1-1 0,1 1 0,0 0 1,0 0-1,-1 0 0,1 0 0,0-1 0,0 1 0,-1 0 0,1 0 1,0-1-1,0 1 0,0 0 0,0 0 0,0-1 0,-1 1 0,1 0 1,0 0-1,0-1 0,-15-19 5368,13 17-5328,-1 1-1,1-1 0,0 0 1,0 0-1,0 0 0,-2-6 1,-5-13 33,4 12-89,1 0 0,0 0 0,1 0 0,0-1 0,-2-15 0,5 22-19,0 0-1,0 1 1,1-1-1,0 0 0,-1 1 1,1-1-1,1 1 1,-1-1-1,0 1 1,1-1-1,0 1 1,-1 0-1,2 0 0,-1 0 1,0 0-1,0 0 1,5-3-1,3-8 42,1 3-11,-10 10-42,-1 1 1,1 0-1,-1-1 0,0 1 0,1-1 0,-1 1 0,1 0 0,-1-1 0,0 1 0,1-1 0,-1 1 0,0-1 0,1 1 0,-1-1 1,0 0-1,0 1 0,0-1 0,1 1 0,-1-1 0,0 0 0,0 1 0,0-1 0,0 1 0,0-2 0,0 1 1,0 0 0,1 0-1,-1 0 1,0 0-1,1 0 1,-1 0 0,1 0-1,-1 0 1,1 0-1,0 0 1,-1 0 0,1 1-1,0-1 1,0 0 0,-1 0-1,1 1 1,0-1-1,0 1 1,0-1 0,2 0-1,21-8 11,-17 8-19,0 0 1,0 0 0,0 0-1,0 1 1,0 1-1,0-1 1,1 1 0,-1 0-1,0 1 1,-1-1 0,1 2-1,0-1 1,0 1-1,-1 0 1,0 0 0,1 0-1,7 7 1,18 12-46</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19.572"/>
    </inkml:context>
    <inkml:brush xml:id="br0">
      <inkml:brushProperty name="width" value="0.035" units="cm"/>
      <inkml:brushProperty name="height" value="0.035" units="cm"/>
    </inkml:brush>
  </inkml:definitions>
  <inkml:trace contextRef="#ctx0" brushRef="#br0">198 106 48,'40'-35'57,"-39"34"-9,-1 0 0,0 0 0,1 0 0,-1 0 1,0 0-1,0-1 0,0 1 0,0 0 0,0 0 0,0 0 0,-1 0 0,1 0 0,0 0 0,-1-1 0,1 1 0,0 0 0,-1 0 0,1 0 0,-1 0 0,0 0 0,1 0 0,-1 0 0,0 1 0,1-1 0,-1 0 0,0 0 0,0 0 0,-1 0 0,0-1 99,1 0 0,-1 1 0,0-1 0,1 1-1,-1 0 1,0-1 0,0 1 0,0 0 0,0 0 0,0 0-1,0 0 1,0 1 0,0-1 0,0 0 0,-5 0-1,2 3 9,0 0-1,0 1 1,0-1-1,1 1 1,-1 0-1,0 0 1,1 0-1,0 1 1,0-1-1,-6 8 1,2-4-42,-5 7-17,1 0-1,0 1 1,1 1 0,1 0 0,0 0 0,1 1-1,1 0 1,0 1 0,2-1 0,-6 23-1,4-17-1,6-19-72,1 0-1,-1-1 0,1 1 0,0 0 0,0-1 0,1 1 1,-1 0-1,1 0 0,0 0 0,0 0 0,0 4 1,1-7-18,-1 0 1,0-1-1,1 1 1,-1 0-1,1 0 1,-1-1-1,1 1 1,-1 0 0,1 0-1,0-1 1,-1 1-1,1-1 1,0 1-1,-1-1 1,1 1-1,0-1 1,0 1 0,-1-1-1,1 0 1,0 1-1,0-1 1,0 0-1,0 0 1,0 1 0,-1-1-1,1 0 1,0 0-1,0 0 1,0 0-1,0 0 1,0-1-1,0 1 1,-1 0 0,1 0-1,0 0 1,0-1-1,0 1 1,1-1-1,3 0 13,0-1-1,0 0 0,0 0 1,0-1-1,7-4 1,17-16 41,-2 0 1,24-29 0,-3 6-19,-41 39 13,0 0 1,-1 0 0,0 0 0,0-1-1,0 1 1,-1-2 0,8-14-1,-12 20-5,0 0-1,0 0 0,0-1 0,0 1 0,-1 0 1,1-1-1,-1 1 0,0 0 0,0-1 0,0 1 1,0-1-1,-1 1 0,1 0 0,-1-1 0,0 1 1,0 0-1,0 0 0,0 0 0,-1 0 0,1 0 1,-1 0-1,0 0 0,0 0 0,-4-5 0,4 6-134,-1-1-1,1 0 0,-1 1 0,0-1 1,0 1-1,0 0 0,0 0 1,0 0-1,0 1 0,0-1 1,-1 1-1,1-1 0,-1 1 0,1 0 1,-1 0-1,-4 0 0,10 1-494</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19.936"/>
    </inkml:context>
    <inkml:brush xml:id="br0">
      <inkml:brushProperty name="width" value="0.035" units="cm"/>
      <inkml:brushProperty name="height" value="0.035" units="cm"/>
    </inkml:brush>
  </inkml:definitions>
  <inkml:trace contextRef="#ctx0" brushRef="#br0">13 0 1392,'0'5'249,"0"-1"-1,0 1 1,-1-1-1,0 1 1,0-1-1,-2 8 0,-4 20 1547,8-15-1052,0 0 0,1-1-1,1 1 1,9 30-1,-6-24-53,6 35 0,-10-41-510,1 17 46,1 0 0,2-1 0,1 0 0,13 35 0,-20-67-284,0-1 0,0 0-1,0 0 1,0 0 0,0 0 0,0 0 0,0 0 0,0 0-1,0 1 1,0-1 0,1 0 0,-1 0 0,0 0-1,0 0 1,0 0 0,0 0 0,0 0 0,0 0-1,0 0 1,0 0 0,1 0 0,-1 0 0,0 1-1,0-1 1,0 0 0,0 0 0,0 0 0,0 0-1,0 0 1,1 0 0,-1 0 0,0 0 0,0 0-1,0 0 1,0 0 0,0 0 0,0 0 0,0 0-1,1-1 1,-1 1 0,0 0 0,0 0 0,0 0-1,0 0 1,0 0 0,0 0 0,0 0 0,1 0-1,-1 0 1,0 0 0,0 0 0,0 0 0,0-1-1,-1-1-1191</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0.340"/>
    </inkml:context>
    <inkml:brush xml:id="br0">
      <inkml:brushProperty name="width" value="0.035" units="cm"/>
      <inkml:brushProperty name="height" value="0.035" units="cm"/>
    </inkml:brush>
  </inkml:definitions>
  <inkml:trace contextRef="#ctx0" brushRef="#br0">9 197 4593,'-8'-55'1572,"8"53"-1521,0 1-1,-1-1 0,1 0 0,0 0 1,0 0-1,0 1 0,1-1 1,-1 0-1,0 0 0,1 1 0,-1-1 1,1 0-1,0 0 0,-1 1 1,1-1-1,0 1 0,0-1 0,0 1 1,0-1-1,0 1 0,0 0 1,1-1-1,-1 1 0,2-1 0,1-1-32,0 0 0,1 1 0,-1 0-1,1 0 1,-1 0 0,6-1 0,-5 1 66,71-22 132,1 3 1,91-12-1,-160 32-207,22-1 9,-29 2-18,0 0 1,0 0-1,0 0 1,0 0-1,0 0 1,0 1-1,0-1 1,0 0 0,0 1-1,0-1 1,0 1-1,0-1 1,-1 1-1,1-1 1,0 1 0,0 0-1,-1-1 1,1 1-1,0 0 1,-1 0-1,1-1 1,-1 1 0,1 0-1,-1 0 1,1 0-1,0 1 1,2 9 3,0 1 1,-1-1 0,0 1-1,-1-1 1,0 1 0,-2 21-1,1-26 3,-1 0 1,0-1-1,-1 1 0,1-1 0,-1 1 0,-1-1 0,1 0 0,-1 0 0,0 0 0,0 0 0,-1 0 1,1-1-1,-8 9 0,-4-1 194,0 0 0,0-1 0,-1-1 0,-1 0 1,-33 16-1,41-23-64,-1 0 1,0 0 0,-16 3 0,-10 3 156,30-8-242,0-1 0,0 0 0,1 0 0,-1 0-1,-7-1 1,0 0 47,13 0-90,-1 0 0,1 0 0,-1 0 0,1 0 0,-1 0 1,1 0-1,-1 0 0,1 0 0,-1 1 0,1-1 0,-1 0 0,1 0 1,0 0-1,-1 0 0,1 1 0,-1-1 0,1 0 0,-1 0 0,1 1 1,0-1-1,-1 0 0,1 1 0,0-1 0,-1 1 0,1-1 0,0 0 1,0 1-1,-1-1 0,1 1 0,0-1 0,0 1 0,0-1 0,-1 0 1,1 1-1,0-1 0,0 1 0,0-1 0,0 1 0,0-1 0,0 1 0,0-1 1,0 1-1,0-1 0,0 1 0,0-1 0,0 1 0,1-1 0,-1 1 1,0-1-1,0 1 0,0-1 0,1 0 0,-1 1 0,0-1 0,1 1 1,-1-1-1,0 0 0,1 1 0,-1-1 0,0 0 0,1 1 0,-1-1 1,0 0-1,1 0 0,-1 1 0,1-1 0,-1 0 0,1 0 0,10 8 11,-1 1 0,1 0 0,10 13-1,-13-13-1,0-1 0,0 0 0,1-1 0,0 1 0,1-2 0,15 9 0,-16-11-203,0 0 1,0 0 0,0-1 0,1-1 0,-1 1 0,1-2-1,0 1 1,0-1 0,-1-1 0,1 0 0,0 0 0,0-1 0,0 0-1,-1 0 1,1-2 0,0 1 0,-1-1 0,0 0 0,0-1 0,0 0-1,0 0 1,0-1 0,-1 0 0,9-7 0,30-29-986</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0.723"/>
    </inkml:context>
    <inkml:brush xml:id="br0">
      <inkml:brushProperty name="width" value="0.035" units="cm"/>
      <inkml:brushProperty name="height" value="0.035" units="cm"/>
    </inkml:brush>
  </inkml:definitions>
  <inkml:trace contextRef="#ctx0" brushRef="#br0">100 5 2312,'-2'-4'1489,"0"19"103,0 23-160,0 13-247,-4 2-145,-3 27-304,-10-6-128,-2 8-256,-2 3-64,12-26-136,9-6-32,9-32-280,5-5-376,1-24-1248,2-9 1128</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1.086"/>
    </inkml:context>
    <inkml:brush xml:id="br0">
      <inkml:brushProperty name="width" value="0.035" units="cm"/>
      <inkml:brushProperty name="height" value="0.035" units="cm"/>
    </inkml:brush>
  </inkml:definitions>
  <inkml:trace contextRef="#ctx0" brushRef="#br0">18 182 2192,'0'-10'361,"0"-4"685,0-1 0,5-27 0,-4 38-916,-1 0-1,1 1 1,0-1 0,1 1-1,-1-1 1,1 1 0,-1 0 0,1 0-1,0 0 1,0 0 0,0 0-1,1 0 1,-1 0 0,1 1 0,-1-1-1,1 1 1,4-4 0,6 0-48,1-1 0,-1 2 1,1 0-1,0 0 1,0 2-1,1-1 0,-1 2 1,1 0-1,-1 1 1,1 0-1,15 2 0,-22-1-80,0 1-1,0 1 0,-1-1 1,1 1-1,0 0 0,-1 1 0,0 0 1,1 0-1,12 9 0,-16-9 1,1 1-1,-1 0 0,0 0 1,0 0-1,0 0 0,0 1 1,-1-1-1,0 1 0,0 0 1,0 0-1,0 0 0,-1 1 1,0-1-1,3 12 0,-3-7 24,-1 1 0,0-1 0,0 1 0,-1 0-1,-1 0 1,0-1 0,0 1 0,-5 17 0,-4 9 254,-17 38 0,21-60-236,0 0 1,-2-1-1,0 0 0,0 0 1,-1-1-1,-1 0 1,0-1-1,-1 0 1,0 0-1,-1-1 0,0-1 1,0 0-1,-1 0 1,-1-2-1,0 0 0,0 0 1,-21 8-1,19-9-38,-1 1-385,-1-1-1,-28 7 1,11-7-100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1.519"/>
    </inkml:context>
    <inkml:brush xml:id="br0">
      <inkml:brushProperty name="width" value="0.035" units="cm"/>
      <inkml:brushProperty name="height" value="0.035" units="cm"/>
    </inkml:brush>
  </inkml:definitions>
  <inkml:trace contextRef="#ctx0" brushRef="#br0">27 39 2841,'5'16'616,"0"1"1,-1 0 0,2 27-1,-6-29-166,-1 0-1,-1 0 0,0 0 0,-6 18 1,3-5 912,-3 57 0,6-53-780,-6 37 0,7-63-533,-2 7 24,0-1 0,2 1 1,-1 0-1,2 25 0,0-37-69,0 0 0,1 0 0,-1 0 1,0 0-1,1 0 0,-1 1 0,0-1 0,1 0 0,0 0 0,-1 0 0,1 0 0,0 0 0,-1-1 0,1 1 0,0 0 0,0 0 1,0 0-1,0-1 0,0 1 0,0 0 0,0-1 0,0 1 0,0-1 0,0 1 0,0-1 0,0 1 0,0-1 0,0 0 1,0 1-1,1-1 0,-1 0 0,0 0 0,0 0 0,0 0 0,2-1 0,3 1 8,-1-1 0,1 0-1,-1 0 1,1-1 0,-1 0 0,6-2 0,19-11 63,50-31 1,-56 30-764,1 1-1,0 1 1,33-12 0,-13 15-267</inkml:trace>
  <inkml:trace contextRef="#ctx0" brushRef="#br0" timeOffset="1">337 159 3673,'-205'-2'1784,"189"0"-264,24 0-783,9 0-49,14-13-112,12 1-232,7-10-224,7-5-40,1 7-32,-1-7-16,-5 16-304,-9 11-616,-10 0 592</inkml:trace>
  <inkml:trace contextRef="#ctx0" brushRef="#br0" timeOffset="2">156 307 4985,'-24'11'1888,"12"-9"-1223,12 4-121,8-18-8,3-1-120,25 4-272,0-10-48,20 7-64,2 10 40,-8-5-1488,5 7 1080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1.868"/>
    </inkml:context>
    <inkml:brush xml:id="br0">
      <inkml:brushProperty name="width" value="0.035" units="cm"/>
      <inkml:brushProperty name="height" value="0.035" units="cm"/>
    </inkml:brush>
  </inkml:definitions>
  <inkml:trace contextRef="#ctx0" brushRef="#br0">1 1 1960,'9'43'1321,"-9"13"407,0 1-320,-5 3-207,8 7-289,-4-18-600,8 6-176,-16-28-112,11-2-360,1-22 256</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7:22.221"/>
    </inkml:context>
    <inkml:brush xml:id="br0">
      <inkml:brushProperty name="width" value="0.035" units="cm"/>
      <inkml:brushProperty name="height" value="0.035" units="cm"/>
    </inkml:brush>
  </inkml:definitions>
  <inkml:trace contextRef="#ctx0" brushRef="#br0">1 61 2521,'7'-6'127,"1"-1"0,0 1 1,0 1-1,0 0 1,1 0-1,-1 0 1,1 1-1,1 1 0,-1-1 1,0 2-1,1-1 1,-1 1-1,1 1 1,0-1-1,0 2 0,11 0 1,0 0 196,1 2 0,-1 1 0,0 0 0,0 2 0,-1 0 0,26 11 0,-41-14-216,0 0 0,0 0-1,0 1 1,-1-1 0,1 1 0,-1 0 0,0 1 0,1-1 0,3 5 0,-6-5-37,0-1 1,0 1 0,-1 0-1,1 0 1,0 0 0,-1 0-1,0 0 1,1 0 0,-1 0-1,-1 0 1,1 1 0,0-1-1,-1 0 1,1 7 0,-2-8-53,1-1 1,-1 0 0,1 1 0,-1-1-1,1 1 1,-1-1 0,0 0 0,0 0-1,0 1 1,0-1 0,0 0 0,0 0 0,0 0-1,0 0 1,0 0 0,0 0 0,-1 0-1,1 0 1,0-1 0,-1 1 0,1 0-1,-1-1 1,1 1 0,-2-1 0,-7 5 50,-12 6 103,0-1 1,-1-1-1,0-1 1,-45 9-1,37-10 347,0 2 0,-37 15 0,52-18-268,14-6-193,-1 1 0,0 0-1,1-1 1,-1 1 0,1 1 0,-1-1 0,1 0-1,-1 1 1,1-1 0,0 1 0,0 0-1,-3 2 1,5-3-45,0 0-1,0 0 1,0 0-1,0 0 0,0-1 1,0 1-1,1 0 1,-1 0-1,0-1 1,1 1-1,-1 0 1,0 0-1,1-1 1,-1 1-1,1 0 1,-1-1-1,1 1 1,-1 0-1,1-1 0,0 1 1,-1-1-1,1 1 1,0-1-1,-1 1 1,3 0-1,0 2 33,137 98 276,-69-53-498,-17-10-281,-4-5 203</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26.414"/>
    </inkml:context>
    <inkml:brush xml:id="br0">
      <inkml:brushProperty name="width" value="0.035" units="cm"/>
      <inkml:brushProperty name="height" value="0.035" units="cm"/>
    </inkml:brush>
  </inkml:definitions>
  <inkml:trace contextRef="#ctx0" brushRef="#br0">1 38 1624,'3'-27'3254,"-3"26"-3190,1 1 1,-1-1 0,0 1 0,0-1 0,0 1 0,1-1 0,-1 1 0,0-1 0,1 1-1,-1-1 1,0 1 0,1 0 0,-1-1 0,0 1 0,1-1 0,-1 1 0,1 0-1,-1 0 1,1-1 0,-1 1 0,1 0 0,-1 0 0,1-1 0,-1 1 0,1 0 0,-1 0-1,1 0 1,-1 0 0,1 0 0,0 0 0,-1 0 0,1 0 0,-1 0 0,1 0-1,-1 0 1,1 0 0,-1 0 0,1 1 0,-1-1 0,1 0 0,-1 0 0,1 1 0,-1-1-1,1 0 1,-1 0 0,1 1 0,-1-1 0,0 1 0,1 0 0,1 0 63,0 1 1,-1-1 0,1 1-1,-1 0 1,0 0-1,1 0 1,-1 0 0,0 0-1,0 0 1,0 0-1,-1 1 1,1-1 0,0 0-1,0 4 1,4 39 800,-5-39-843,3 50 404,-3 0 1,-2-1-1,-11 58 0,8-68-290,1 1 0,2 48 0,3-84-54,-1 2-463,-4-22-490,3-12 377</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26.764"/>
    </inkml:context>
    <inkml:brush xml:id="br0">
      <inkml:brushProperty name="width" value="0.035" units="cm"/>
      <inkml:brushProperty name="height" value="0.035" units="cm"/>
    </inkml:brush>
  </inkml:definitions>
  <inkml:trace contextRef="#ctx0" brushRef="#br0">1 125 3809,'9'-19'503,"-8"15"-286,0 1 0,0 0-1,1 0 1,-1 0 0,1 0-1,0 1 1,0-1 0,4-5 0,-2 8-105,-1 0 0,1 0 0,-1-1 0,1 0 0,-1 1 0,1-1 0,-1-1 0,0 1 0,0 0 0,1-1 1,4-3-1,17-6 370,25-5 349,74-14-1,-120 29-813,0 1-1,0-1 0,-1 1 0,1 0 1,0 0-1,0 0 0,0 1 0,0 0 1,0-1-1,0 1 0,0 0 0,-1 1 1,1-1-1,6 4 0,-7-3 2,-1 0 1,0 0-1,1 1 0,-1-1 1,0 0-1,0 1 0,0-1 0,0 1 1,-1 0-1,1 0 0,-1 0 1,1 0-1,-1 0 0,0 0 0,0 0 1,-1 0-1,1 0 0,0 0 1,-1 4-1,0-1 33,0 0 1,-1 0-1,0-1 1,0 1-1,0 0 1,-1-1 0,1 1-1,-1-1 1,-5 9-1,-4 14 181,8-21-179,0 0 1,-1 0-1,0 0 1,-1-1-1,1 0 1,-1 1-1,0-2 1,-1 1 0,1-1-1,-1 1 1,0-2-1,-9 6 1,0 2 27,-54 29 187,53-26-197,14-13-60,0 1 1,-1-1-1,1 0 0,0 0 1,-1 0-1,1 0 0,-1 0 0,0-1 1,0 1-1,1-1 0,-1 0 1,0 0-1,0 0 0,0 0 1,0 0-1,0 0 0,-1-1 0,1 0 1,0 0-1,-5 0 0,1-2-311,-1 0 0,1-1-1,0 0 1,0 0 0,0-1-1,0 1 1,1-2 0,0 1 0,-1-1-1,-6-7 1,9 8-896</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27.146"/>
    </inkml:context>
    <inkml:brush xml:id="br0">
      <inkml:brushProperty name="width" value="0.035" units="cm"/>
      <inkml:brushProperty name="height" value="0.035" units="cm"/>
    </inkml:brush>
  </inkml:definitions>
  <inkml:trace contextRef="#ctx0" brushRef="#br0">0 48 1560,'129'-47'1161,"-119"60"319,-3 12-208,3 18 88,-3 12-39,-7-9-193,-3 11-280,-3 6-104,-7-3-248,7 14-135,-6-19-169,3-15-24,3-11 16,8-8-296,2-19-1145,5-8-1383,7-23 1552</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27.510"/>
    </inkml:context>
    <inkml:brush xml:id="br0">
      <inkml:brushProperty name="width" value="0.035" units="cm"/>
      <inkml:brushProperty name="height" value="0.035" units="cm"/>
    </inkml:brush>
  </inkml:definitions>
  <inkml:trace contextRef="#ctx0" brushRef="#br0">1 5 3961,'0'0'34,"0"0"0,0 0 0,0 0 0,0 0-1,0-1 1,0 1 0,0 0 0,0 0 0,0 0 0,0 0 0,0-1 0,0 1 0,0 0 0,0 0 0,0 0 0,0 0-1,0 0 1,0-1 0,0 1 0,0 0 0,0 0 0,0 0 0,1 0 0,-1 0 0,0-1 0,0 1 0,0 0 0,0 0 0,0 0-1,0 0 1,0 0 0,1 0 0,-1 0 0,0 0 0,0 0 0,0-1 0,0 1 0,0 0 0,1 0 0,-1 0 0,0 0 0,0 0-1,0 0 1,0 0 0,1 0 0,-1 0 0,0 0 0,0 0 0,0 0 0,0 0 0,1 0 0,-1 1 0,0-1 0,0 0-1,0 0 1,0 0 0,0 0 0,1 0 0,-1 0 0,0 0 0,0 0 0,0 0 0,0 1 0,15 10 486,6 6 255,-16-15-649,-1 0 1,0-1-1,0 1 1,1-1-1,-1 0 1,1-1-1,-1 1 1,1-1-1,-1 1 1,1-1-1,-1-1 0,1 1 1,-1-1-1,1 1 1,-1-1-1,8-3 1,-2 0-57,0 1 0,0 1 1,0 0-1,0 0 1,1 1-1,-1 0 0,0 0 1,1 1-1,-1 1 1,0 0-1,0 0 0,1 1 1,-1 1-1,0-1 0,0 2 1,-1-1-1,11 6 1,-36 6 47,-1-2 0,-21 14 0,-1-9-58,13-6-52,-25 16 0,44-23 21,-1 0-1,1 0 1,-1 1-1,2 1 1,-1-1-1,1 1 1,-8 10-1,-38 59 1038,51-73-1020,-1-1-1,1 1 1,0 0 0,0-1 0,1 1-1,-1 0 1,1-1 0,-1 1-1,1 0 1,0 0 0,0-1 0,0 1-1,0 0 1,0 0 0,1-1-1,-1 1 1,2 4 0,2 4 5,0-1-1,1-1 1,6 12 0,-4-10 26,-2-2-62,1 0 0,0-1 1,1 0-1,0-1 0,0 1 1,1-1-1,-1-1 0,2 1 0,-1-1 1,1-1-1,0 0 0,0 0 0,0 0 1,1-1-1,17 4 0,-18-5-380,0-1 0,0 0 0,0-1 0,0 0 0,0-1 0,1 1 0,-1-2 0,0 0 0,0 0 0,17-4-1,-19 2 77,-1 1-1,0-1 0,1 0 0,6-6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27.887"/>
    </inkml:context>
    <inkml:brush xml:id="br0">
      <inkml:brushProperty name="width" value="0.035" units="cm"/>
      <inkml:brushProperty name="height" value="0.035" units="cm"/>
    </inkml:brush>
  </inkml:definitions>
  <inkml:trace contextRef="#ctx0" brushRef="#br0">180 283 2336,'-1'5'245,"-1"-1"0,0 1-1,0 0 1,-1-1 0,1 1-1,-1-1 1,0 0-1,0 0 1,0 0 0,-1-1-1,1 1 1,-1-1-1,0 1 1,0-1 0,0-1-1,0 1 1,-1 0-1,1-1 1,-1 0 0,0 0-1,1 0 1,-1-1-1,0 0 1,0 0 0,0 0-1,0 0 1,0-1-1,-8 0 1,8 0-91,-2 0 80,1-1 0,0 1-1,0-1 1,-7-2 0,12 2-189,0 1-1,0 0 1,0 0 0,0-1-1,0 1 1,0-1-1,0 1 1,0-1 0,0 1-1,0-1 1,1 0-1,-1 1 1,0-1 0,1 0-1,-1 0 1,0 1 0,1-1-1,-1 0 1,1 0-1,-1 0 1,1 0 0,-1 0-1,1 0 1,0 0-1,-1 0 1,1 0 0,0 0-1,0 0 1,0 0-1,0 0 1,0 0 0,0-1-1,0-55 398,5 36-415,1 0-1,0 0 1,2 0 0,17-31 0,1-7-12,-19 41-13,-3 8-9,0 0 0,0 0-1,10-14 1,-14 23 5,1 1-1,-1-1 0,0 1 0,1-1 0,-1 0 0,1 1 0,-1-1 0,1 1 0,0-1 0,-1 1 1,1 0-1,-1-1 0,1 1 0,0 0 0,-1-1 0,1 1 0,0 0 0,0 0 0,-1-1 1,1 1-1,0 0 0,0 0 0,-1 0 0,1 0 0,0 0 0,0 0 0,-1 0 0,1 0 1,0 0-1,-1 1 0,1-1 0,0 0 0,0 0 0,-1 1 0,1-1 0,0 0 0,-1 1 1,1-1-1,-1 0 0,1 1 0,0-1 0,-1 1 0,1 0 0,-1-1 0,1 1 0,-1-1 0,0 1 1,1 0-1,-1-1 0,1 1 0,-1 0 0,5 7-16,0 1 0,0-1 0,4 12 0,-7-15 9,4 13 9,-1 0 0,0 0-1,-2 1 1,0-1-1,-1 1 1,-1 26-1,3 23 58,-3-65-51,-1 0 1,0 0-1,0 0 0,0-1 1,0 1-1,0 0 1,-1 0-1,1 0 0,-1-1 1,1 1-1,-1 0 1,0-1-1,0 1 0,-1-1 1,1 1-1,0-1 1,-1 1-1,0-1 1,1 0-1,-5 4 0,2-1 7,-1 1-103,5-5-6,-1 1 1,0-1-1,0 0 0,0 1 0,0-1 0,0 0 0,0 0 1,0 0-1,0 0 0,-1 0 0,1 0 0,0 0 1,-1 0-1,1 0 0,-1 0 0,1-1 0,-1 1 0,1-1 1,-1 1-1,1-1 0,-1 0 0,-3 1 0,23-3-747</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28.311"/>
    </inkml:context>
    <inkml:brush xml:id="br0">
      <inkml:brushProperty name="width" value="0.035" units="cm"/>
      <inkml:brushProperty name="height" value="0.035" units="cm"/>
    </inkml:brush>
  </inkml:definitions>
  <inkml:trace contextRef="#ctx0" brushRef="#br0">100 35 1936,'43'-31'1651,"-43"31"-1580,0-1 1,1 1-1,-1 0 0,0 0 0,1-1 0,-1 1 0,0 0 0,1 0 0,-1-1 0,1 1 0,-1 0 0,1 0 0,-1 0 0,0 0 0,1-1 0,-1 1 0,1 0 1,-1 0-1,1 0 0,-1 0 0,1 0 0,-1 0 0,1 0 0,-1 0 0,0 0 0,1 1 0,-1-1 0,1 0 0,-1 0 0,1 0 0,-1 0 0,0 1 0,1-1 0,-1 0 1,1 0-1,-1 1 0,0-1 0,1 0 0,-1 1 0,0-1 0,0 0 0,1 1 0,-1-1 0,0 1 0,0-1 0,1 0 0,-1 1 0,0-1 0,0 1 0,0-1 0,0 1 1,0-1-1,0 1 0,1-1 0,-1 0 0,0 1 0,0-1 0,-1 1 0,1-1 0,0 1 0,0 1 38,1 6 112,0 1 1,-1 0-1,-1-1 1,1 1-1,-1-1 0,-1 1 1,1-1-1,-2 1 1,-2 7-1,-6 13 224,-19 32 1,18-38-224,-27 47 200,23-43-213,-22 49 1,37-74-199,1-1 1,-1 0 0,1 1 0,-1-1-1,1 1 1,0-1 0,-1 1 0,1-1-1,0 1 1,0 0 0,0-1 0,1 1-1,-1-1 1,0 1 0,0-1-1,1 1 1,-1-1 0,1 1 0,-1-1-1,1 0 1,1 2 0,-2-2-98,1 0 0,0-1 1,0 1-1,0 0 0,0-1 0,0 1 1,0-1-1,0 1 0,0-1 0,0 1 1,0-1-1,0 0 0,0 0 0,0 1 1,0-1-1,0 0 0,0 0 0,0 0 1,0 0-1,1 0 0,-1 0 0,0-1 1,0 1-1,0 0 0,0 0 0,0-1 1,0 1-1,0-1 0,0 1 0,0-1 0,1 0 1,21-11-930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28.711"/>
    </inkml:context>
    <inkml:brush xml:id="br0">
      <inkml:brushProperty name="width" value="0.035" units="cm"/>
      <inkml:brushProperty name="height" value="0.035" units="cm"/>
    </inkml:brush>
  </inkml:definitions>
  <inkml:trace contextRef="#ctx0" brushRef="#br0">84 98 2393,'-4'-2'191,"1"0"1,-1 0 0,1 0-1,0 0 1,0-1 0,0 1-1,0-1 1,0 0 0,1 0 0,-1 0-1,1 0 1,0-1 0,-1 1-1,2-1 1,-4-5 0,5 8-145,0 0 1,0 0-1,0 0 1,-1 1-1,1-1 1,0 0-1,0 0 0,0 0 1,1 0-1,-1 1 1,0-1-1,0 0 1,0 0-1,1 0 1,-1 1-1,0-1 0,1 0 1,-1 0-1,0 1 1,1-1-1,-1 0 1,1 1-1,-1-1 1,1 1-1,0-1 0,-1 0 1,1 1-1,0 0 1,-1-1-1,1 1 1,0-1-1,-1 1 1,1 0-1,0-1 0,0 1 1,-1 0-1,1 0 1,0-1-1,0 1 1,0 0-1,1 0 1,8-2 343,1 1 0,18-1 0,-6 1 98,8-5 39,-11 3-220,-1 0-1,33-1 1,-46 4-276,1 0 0,-1 1 0,0 0 0,1 0 0,-1 1 0,0-1 0,0 1 0,0 1 0,0-1 0,-1 1 0,1 0 0,7 5 0,-7-3 22,0 0 0,0 0 0,0 1-1,-1-1 1,0 1 0,0 0-1,-1 1 1,1-1 0,-1 1 0,-1 0-1,1 0 1,-1 0 0,0 0 0,-1 1-1,0-1 1,0 1 0,-1 0-1,0-1 1,0 1 0,0 0 0,-1 0-1,-1 0 1,1-1 0,-1 1-1,0 0 1,-1-1 0,0 1 0,0-1-1,-1 1 1,0-1 0,0 0 0,-1 0-1,1 0 1,-10 11 0,4-5 30,0-1 0,-1 0 1,-1-1-1,0 0 0,0 0 0,-1-1 1,-1-1-1,1 0 0,-20 10 1,-151 60-236,179-77 43,0 0 1,0 0-1,0-1 1,0 0-1,-8 2 0,9-3 55,-1 0-1,1-1 0,-1 1 1,1 0-1,-1-1 0,-4-1 1,8 2 50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29.098"/>
    </inkml:context>
    <inkml:brush xml:id="br0">
      <inkml:brushProperty name="width" value="0.035" units="cm"/>
      <inkml:brushProperty name="height" value="0.035" units="cm"/>
    </inkml:brush>
  </inkml:definitions>
  <inkml:trace contextRef="#ctx0" brushRef="#br0">220 28 3129,'-1'2'225,"1"0"0,-1-1 1,1 1-1,-1 0 0,1 0 1,-1-1-1,0 1 1,0 0-1,0-1 0,0 1 1,0-1-1,-1 1 0,0 0 1,-23 22 1387,17-17-795,-2 5-396,0 1 0,0-1 1,1 2-1,1 0 0,-12 26 0,-18 29 323,21-46-479,11-16-159,1 0 0,-1 1 0,1 0 0,1 0 0,-1 0 0,1 0 0,1 1 0,0-1 0,0 1 0,0 0 0,-1 14 0,4-22-98,0 0 0,0 1 0,0-1 0,0 0 0,0 0 0,0 1 0,0-1 0,1 0 0,-1 0 0,0 1 0,1-1 0,-1 0 0,1 0 0,-1 0 0,1 0 0,0 0 0,-1 1 0,1-1 0,0-1 0,0 1 0,0 0 0,0 0 0,0 0 0,0 0 1,0 0-1,0-1 0,0 1 0,0-1 0,0 1 0,0-1 0,0 1 0,1-1 0,-1 1 0,2-1 0,1 1 5,0-1 1,1 0-1,-1 0 0,0 0 1,0-1-1,0 1 1,0-1-1,0 0 1,6-3-1,-1 1 7,-1-2 0,0 1 0,1-1 0,-2 0 0,1-1 0,-1 0 0,13-12 0,40-54 66,-49 58-71,81-89 72,-63 72-64,-22 23-22,-1 1-1,0-1 1,0 0 0,-1-1 0,0 1 0,0-1 0,-1 0 0,-1 0 0,1 0-1,-1-1 1,-1 1 0,0-1 0,0 0 0,0-13 0,-2 26 3,-1 1 1,0-1-1,0 0 1,0 1-1,-1-1 1,1 0-1,-1 0 1,0 0-1,0 0 1,-2 3-1,-13 23 133,12-14-26,0 1 0,1 0 0,0 0 0,1 0 0,1 1-1,0 27 1,2-24-4,-1-1 0,-3 21 0,1 0-4,3-36-95,0 0-1,0 0 0,1 0 0,0 0 0,0 0 1,0 0-1,0 0 0,0-1 0,3 6 0,-1-3 0,-3-5-42,0 0 1,1-1 0,-1 1-1,0 0 1,1 0-1,-1-1 1,0 1 0,1 0-1,-1-1 1,1 1-1,-1 0 1,1-1 0,0 1-1,-1-1 1,1 1-1,0 0 1,-1-1 0,1 0-1,0 1 1,-1-1-1,1 1 1,0-1 0,0 0-1,-1 0 1,1 1-1,0-1 1,0 0 0,0 0-1,0 0 1,-1 0-1,3 0 1,0-1-357,1 0 0,-1 0-1,0-1 1,0 1 0,1-1 0,3-3 0,2 0-269,31-16-769</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29.481"/>
    </inkml:context>
    <inkml:brush xml:id="br0">
      <inkml:brushProperty name="width" value="0.035" units="cm"/>
      <inkml:brushProperty name="height" value="0.035" units="cm"/>
    </inkml:brush>
  </inkml:definitions>
  <inkml:trace contextRef="#ctx0" brushRef="#br0">199 280 3521,'25'-31'2486,"-18"24"-1804,-1-1 1,0 0-1,0 0 1,-1-1-1,1 1 0,5-16 1,-11 23-643,1 0 1,-1 1 0,1-1 0,-1 1-1,0-1 1,0 0 0,1 1-1,-1-1 1,0 0 0,0 0 0,0 1-1,0-1 1,0 0 0,0 1 0,0-1-1,0 0 1,0 0 0,0 1 0,0-1-1,0 0 1,0 1 0,-1-1-1,1 0 1,0 1 0,-1-1 0,1 0-1,0 1 1,-1-1 0,1 1 0,-1-1-1,1 1 1,-1-2 0,0 3 8,-1-1 0,1 0 0,0 0 0,0 1 1,-1-1-1,1 1 0,0-1 0,0 1 0,0 0 1,0-1-1,0 1 0,0 0 0,0 0 0,0 0 0,0-1 1,0 1-1,0 0 0,0 0 0,1 1 0,-1-1 0,0 0 1,0 2-1,-82 142 1296,32-69-958,-52 84 21,102-158-405,0 0 0,0 0 0,0 0 0,0 0 0,0 1 0,1-1 0,-1 0 0,1 0 0,0 1 0,0-1 0,-1 0 0,2 1 0,-1-1 0,0 0 0,0 1 0,1-1 0,-1 0 0,1 0 0,1 3 0,-2-4-1,0 0 0,1-1-1,-1 1 1,0-1 0,1 1 0,-1-1-1,1 1 1,-1-1 0,1 0-1,-1 1 1,1-1 0,0 0-1,-1 1 1,1-1 0,-1 0 0,1 1-1,0-1 1,-1 0 0,1 0-1,0 0 1,-1 0 0,1 0 0,0 0-1,-1 0 1,1 0 0,0 0-1,-1 0 1,1 0 0,0 0-1,-1 0 1,1-1 0,0 1 0,23-10 28,-20 8-22,33-15-41,1 1-593,-2-2 1,0-2-1,34-24 1,54-50-4442,-62 49 3372</inkml:trace>
  <inkml:trace contextRef="#ctx0" brushRef="#br0" timeOffset="1">522 255 2769,'70'-209'2200,"-74"181"113,6 16-721,-4 7-288,8 29-456,9 14-127,0 10-81,-3 3-64,-3 8-128,-5 2-64,-6 3-136,2 10-64,-6-11-40,-7-8-16,13-4-496,0-15-456,-9-20 504</inkml:trace>
  <inkml:trace contextRef="#ctx0" brushRef="#br0" timeOffset="2">244 325 5721,'-3'-32'2377,"22"7"-1297,22-1-168,41-8 16,21-1-288,16-3-351,18 18-73,2 6-176</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38.585"/>
    </inkml:context>
    <inkml:brush xml:id="br0">
      <inkml:brushProperty name="width" value="0.035" units="cm"/>
      <inkml:brushProperty name="height" value="0.035" units="cm"/>
    </inkml:brush>
  </inkml:definitions>
  <inkml:trace contextRef="#ctx0" brushRef="#br0">233 87 1352,'106'-46'1178,"-84"33"-63,-22 13-1094,0 0 0,1 0 0,-1 0 0,0 0 1,0 0-1,0 0 0,0-1 0,0 1 0,0 0 0,0 0 0,0 0 1,0 0-1,0 0 0,0-1 0,0 1 0,0 0 0,0 0 0,0 0 1,0 0-1,0-1 0,0 1 0,0 0 0,0 0 0,0 0 0,0 0 0,0 0 1,0-1-1,0 1 0,0 0 0,0 0 0,0 0 0,0 0 0,0 0 1,0-1-1,0 1 0,-1 0 0,1 0 0,0 0 0,0 0 0,-2-3 391,2 2-291,1 0 0,-1 1 0,0-1-1,0 0 1,0 1 0,0-1 0,0 0 0,0 1-1,0-1 1,-1 0 0,1 1 0,0-1-1,0 0 1,0 1 0,-1-1 0,1 1 0,0-1-1,-1 0 1,1 1 0,-1-1 0,1 1-1,0-1 1,-1 1 0,1-1 0,-1 1 0,1-1-1,-1 1 1,0 0 0,1-1 0,-1 1-1,1 0 1,-1-1 0,0 1 0,1 0 0,-1 0-1,0 0 1,1 0 0,-1-1 0,-1 1-1,-1 1-74,1-1-1,-1 1 0,0 0 1,1-1-1,-1 1 0,1 0 0,-1 1 1,1-1-1,-5 3 0,1 0-4,1 0 0,0 1 0,0-1-1,-9 11 1,-21 30 89,-37 43 208,62-78-285,-21 28 145,8-1-20,12-18-4,-19 27 1,23-37-93,2 0 0,-1 0 0,-5 15 1,-4 5 127,4-14-82,10-14-115,-1 0 1,1 0-1,1 1 1,-1-1 0,0 0-1,0 0 1,0 1-1,1-1 1,-1 1-1,0-1 1,1 1-1,-1-1 1,1 1-1,0-1 1,0 1-1,-1-1 1,1 1-1,0 2 1,1-4-7,-1 1-1,0-1 1,0 0-1,0 0 1,0 1-1,0-1 1,1 0-1,-1 0 1,0 0-1,0 1 1,0-1-1,1 0 1,-1 0 0,0 0-1,0 0 1,1 1-1,-1-1 1,0 0-1,0 0 1,1 0-1,-1 0 1,0 0-1,0 0 1,1 0-1,-1 0 1,0 0 0,1 0-1,-1 0 1,0 0-1,0 0 1,1 0-1,-1 0 1,0 0-1,0 0 1,1 0-1,-1-1 1,1 1-1,15-5 77,-11 2-43,15-5 83,32-16 0,-24 9-71,-20 11-39,0-1-1,0 1 1,-1-2-1,0 1 0,0-1 1,0 0-1,-1 0 0,0-1 1,0 0-1,0 0 1,-1 0-1,0-1 0,-1 1 1,1-1-1,-2-1 0,1 1 1,4-17-1,2-1 64,-9 22-63,1 0-1,0 0 1,-1 0 0,0 0-1,0 0 1,0 0-1,0 0 1,-1 0 0,0 0-1,0-6 1,-3-15-21,1 11-116,1 0 0,0-20 0,1 31-42,0 1 0,0-1 0,0 1 0,0-1 0,1 1 0,0 0 0,-1-1 1,1 1-1,0 0 0,0-1 0,0 1 0,0 0 0,0 0 0,1 0 0,-1 0 0,1 0 0,-1 0 0,1 0 0,0 1 0,2-3 0,14-9-2614,1 4 1215</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38.949"/>
    </inkml:context>
    <inkml:brush xml:id="br0">
      <inkml:brushProperty name="width" value="0.035" units="cm"/>
      <inkml:brushProperty name="height" value="0.035" units="cm"/>
    </inkml:brush>
  </inkml:definitions>
  <inkml:trace contextRef="#ctx0" brushRef="#br0">1 46 2280,'136'-45'1393,"-130"58"-41,0 6 200,-2 12-55,5 12-193,-3 3-320,-6 3-160,2 20-271,-4-16-137,-2 11-208,0-9-56,0-13-24,4 6-16,6-27-232,2 3-328,-5-30-1081,3-9-943,-2-11 1504</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39.302"/>
    </inkml:context>
    <inkml:brush xml:id="br0">
      <inkml:brushProperty name="width" value="0.035" units="cm"/>
      <inkml:brushProperty name="height" value="0.035" units="cm"/>
    </inkml:brush>
  </inkml:definitions>
  <inkml:trace contextRef="#ctx0" brushRef="#br0">1 209 1944,'0'-7'255,"-1"0"-1,1 0 0,0 0 1,1 0-1,-1 0 1,2 1-1,-1-1 0,1 0 1,0 1-1,0-1 0,0 1 1,1 0-1,0-1 0,1 1 1,-1 1-1,1-1 0,0 0 1,1 1-1,-1 0 1,1 0-1,7-5 0,-5 3-128,1 0-1,0 1 1,0 0-1,1 0 1,0 1-1,0 0 1,0 1-1,0 0 1,1 0 0,0 1-1,0 0 1,0 1-1,0 0 1,0 1-1,15-1 1,-14 3-85,1-1 1,-1 1-1,0 1 1,1 0 0,-1 1-1,0 0 1,-1 0-1,1 2 1,0-1 0,-1 1-1,0 0 1,0 1-1,-1 1 1,0-1 0,16 16-1,-23-20-21,-1 0-1,1 0 1,-1 0-1,0 1 1,0-1-1,0 1 1,0-1-1,0 0 1,0 1-1,-1-1 1,1 1-1,-1 0 1,0-1-1,0 1 1,0-1 0,0 1-1,0 0 1,-1-1-1,1 1 1,-2 4-1,1-3 13,0 0 0,-1-1 0,1 1 0,-1 0 0,0-1 0,0 1 0,0-1 0,0 1 0,0-1 0,-1 0 0,0 0 0,-5 5 0,1-4 25,-1 0 1,1-1-1,-1 0 1,1-1-1,-1 1 1,0-2-1,0 1 1,0-1-1,0 0 1,0 0-1,-11-2 1,8 1 67,0 1 0,1 0-1,-1 0 1,0 1 0,0 1 0,-12 4 0,-6 4 174,24-10-266,0 0 0,0 0 0,0 1 0,0 0 1,1 0-1,-1 0 0,1 1 0,-1 0 0,1-1 1,0 1-1,0 1 0,1-1 0,-1 1 0,0-1 0,1 1 1,-3 4-1,4-3-11,1-1-1,-1 1 1,1-1 0,0 1 0,0 0 0,1-1-1,0 1 1,-1 0 0,1-1 0,1 1 0,-1 0-1,1 0 1,0-1 0,0 1 0,2 5 0,2 4 20,0-1 1,1 0 0,13 22 0,-14-26-17,1 0-1,0-1 1,1 1-1,0-1 1,0-1-1,0 1 1,1-1 0,0-1-1,1 1 1,0-2-1,9 6 1,-12-8-175,-1-1-1,1 0 1,0 0 0,-1-1 0,1 1-1,0-1 1,0-1 0,0 1 0,0-1-1,0 0 1,0 0 0,0-1 0,0 0-1,-1 0 1,1 0 0,0-1 0,0 1-1,-1-2 1,1 1 0,-1 0 0,6-4-1,31-22-1034</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39.656"/>
    </inkml:context>
    <inkml:brush xml:id="br0">
      <inkml:brushProperty name="width" value="0.035" units="cm"/>
      <inkml:brushProperty name="height" value="0.035" units="cm"/>
    </inkml:brush>
  </inkml:definitions>
  <inkml:trace contextRef="#ctx0" brushRef="#br0">41 32 2993,'-10'-20'1576,"8"8"56,-4 16-791,3 13 55,10 27 136,-7 1-40,4 26-272,-4-3-88,-11 4-191,1 0-97,4-3-176,3-3-32,5-24-16,13-6-216,0-30-1033,2-8-863,-4-25 1144</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40.049"/>
    </inkml:context>
    <inkml:brush xml:id="br0">
      <inkml:brushProperty name="width" value="0.035" units="cm"/>
      <inkml:brushProperty name="height" value="0.035" units="cm"/>
    </inkml:brush>
  </inkml:definitions>
  <inkml:trace contextRef="#ctx0" brushRef="#br0">2 287 3705,'-1'-20'1056,"0"-1"1,2 1-1,5-33 1,-5 49-983,0 1 0,0 0 0,1-1 0,0 1 1,-1 0-1,1 0 0,1 0 0,-1 1 0,0-1 0,1 0 0,-1 1 0,1-1 0,0 1 1,4-3-1,3-1 16,0 0 1,1 1-1,11-5 1,2 1-46,1 1 0,0 1 0,0 2 0,1 0 1,0 1-1,0 2 0,33 0 0,-54 2-41,0 0-1,0 1 1,0-1 0,0 1 0,-1 0-1,1 0 1,0 1 0,0-1-1,-1 1 1,1 0 0,0 0 0,-1 1-1,0-1 1,0 1 0,0 0-1,0 0 1,0 0 0,0 1-1,-1-1 1,0 1 0,0 0 0,0 0-1,0 0 1,0 0 0,-1 1-1,3 5 1,-2-1 52,1 2 0,-2-1 0,1 0-1,-1 0 1,-1 1 0,0-1 0,0 1 0,-1-1 0,-1 1-1,0-1 1,0 1 0,-1-1 0,0 0 0,-5 15 0,1-9 79,0 0 0,-1-1 0,-1 0 0,-1 0 0,0-1 0,0 0 0,-2 0 0,-15 15 0,-6 5 151,-1-3 0,-39 29 0,59-51-250,1 0-1,-2-1 1,1-1-1,-1 0 1,0 0-1,-1-2 1,1 1-1,-1-2 1,-26 5-1,40-9-62,1 0 0,-1 0 1,1 1-1,-1-1 0,1 0 0,-1 0 0,1 0 0,-1 0 1,1 0-1,-1 0 0,0 0 0,1 0 0,-1 0 0,1 0 0,-1 0 1,1 0-1,-1 0 0,1-1 0,-1 1 0,1 0 0,-1 0 1,1 0-1,-1-1 0,1 1 0,-1 0 0,1-1 0,0 1 0,-1 0 1,1-1-1,-1 1 0,1-1 0,0 1 0,-1-1 0,1 1 1,0-1-1,0 1 0,-1-1 0,1 1 0,0-1 0,0 1 0,0-1 1,0 1-1,0-1 0,-1 1 0,1-1 0,0 1 0,1-2 1,-1-1-264,1 0 1,0-1 0,0 1 0,1 0 0,-1 0-1,1 0 1,3-5 0,24-26-959</inkml:trace>
  <inkml:trace contextRef="#ctx0" brushRef="#br0" timeOffset="1">615 0 2361,'4'4'292,"-1"0"0,0 0 1,0 0-1,0 0 1,-1 0-1,1 1 1,-1-1-1,0 1 1,0-1-1,0 1 1,-1 0-1,0 0 1,0-1-1,1 10 1,-1 8 683,0 0 1,-4 25-1,1-3-113,2-16-399,1 23 272,-3 0 0,-10 68 0,8-97-640,-11 62 141,14-73-210,1-1 0,-1 0-1,2 1 1,-1-1 0,5 20 0,7 14 111,-12-44-136,0 0 1,0 0-1,0 1 0,0-1 0,0 0 0,0 0 1,0 0-1,0 1 0,0-1 0,0 0 0,0 0 1,0 0-1,0 1 0,0-1 0,0 0 0,0 0 1,0 0-1,0 1 0,0-1 0,0 0 0,0 0 1,0 0-1,0 1 0,0-1 0,1 0 0,-1 0 1,0 0-1,0 0 0,0 1 0,0-1 0,0 0 1,1 0-1,-1 0 0,0 0 0,0 0 0,0 0 1,0 0-1,1 1 0,-1-1 0,0 0 0,0 0 1,0 0-1,1 0 0,-1 0 0,0 0 0,0 0 1,0 0-1,1 0 0,-1 0 0,0 0 0,0 0 1,0 0-1,1 0 0,-1 0 0,0 0 0,0 0 1,0-1-1,1 1 0,-1 0 0,0 0 0,0 0 1,0 0-1,1 0 0,-1 0 0,0 0 0,0-1 1,0 1-1,10-16 89,-7 11-58,4-5-13,1 1 1,1 0 0,-1 0 0,2 0 0,11-8-1,2-3-3,9-8-411,0 2 1,2 1-1,43-24 0,-30 26-1514,-5-4 726</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40.448"/>
    </inkml:context>
    <inkml:brush xml:id="br0">
      <inkml:brushProperty name="width" value="0.035" units="cm"/>
      <inkml:brushProperty name="height" value="0.035" units="cm"/>
    </inkml:brush>
  </inkml:definitions>
  <inkml:trace contextRef="#ctx0" brushRef="#br0">143 181 3945,'-33'-2'1840,"16"-1"-359,-5-1-345,29 2-104,10-11-224,16-14-544,33 2-80,12-5-48,2-2-16,3 15-8,-14 0-320,-24 9 176</inkml:trace>
  <inkml:trace contextRef="#ctx0" brushRef="#br0" timeOffset="1">118 438 3457,'-55'13'2008,"25"12"-287,3-21-497,21 3 80,41 3-400,8-7-304,10-16-248,18-4-87,12-8-137,5-7 24,22-12-1081,-10-1-1935,-8-10 1912</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40.832"/>
    </inkml:context>
    <inkml:brush xml:id="br0">
      <inkml:brushProperty name="width" value="0.035" units="cm"/>
      <inkml:brushProperty name="height" value="0.035" units="cm"/>
    </inkml:brush>
  </inkml:definitions>
  <inkml:trace contextRef="#ctx0" brushRef="#br0">71 16 5361,'40'-15'2497,"-74"59"-953,5 5-568,16 12 48,3 11-343,-5-11-257,10 11-256,1-9-48,9-16-32,9-3-312,1-40-1401,2-6 1153</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41.166"/>
    </inkml:context>
    <inkml:brush xml:id="br0">
      <inkml:brushProperty name="width" value="0.035" units="cm"/>
      <inkml:brushProperty name="height" value="0.035" units="cm"/>
    </inkml:brush>
  </inkml:definitions>
  <inkml:trace contextRef="#ctx0" brushRef="#br0">0 198 3849,'6'-13'352,"1"1"0,0 0 0,0 0 0,1 1 0,1 0 0,0 0 0,0 1 0,1 0 0,0 1 0,1 0 0,0 1 0,0 0 0,1 0 0,0 1 0,24-9 0,-16 10-27,-1 0 1,1 2-1,0 0 0,22-1 1,86 0 547,-96 5-689,-31 0-179,21-1 170,0 2 0,28 3 0,-45-3-150,0 0 1,0 0 0,-1 0 0,1 0 0,0 1 0,-1-1 0,1 1 0,-1 1 0,1-1 0,-1 1 0,0-1 0,0 1 0,0 0 0,0 1 0,-1-1 0,6 7 0,-8-8-10,1-1 1,-1 1-1,0 0 0,-1 0 1,1 0-1,0 0 0,-1 0 1,1 0-1,-1 0 0,1 0 1,-1 1-1,0-1 0,0 0 1,0 0-1,0 0 0,0 0 1,-1 0-1,1 0 0,-1 0 1,1 0-1,-1 0 0,0 0 1,0 0-1,1 0 0,-1 0 1,-1 0-1,1 0 1,0-1-1,0 1 0,-1 0 1,1-1-1,-1 1 0,1-1 1,-1 0-1,-2 2 0,-4 3 69,-1 0 0,1-1-1,-1 0 1,0 0 0,-18 5-1,-14 2 368,-1-1 0,-82 9-1,113-19-340,-108 12 900,104-8-899,15-5-110,-1 0 1,1 1-1,0-1 1,0 0 0,-1 0-1,1 0 1,0 1 0,0-1-1,0 0 1,0 0-1,-1 1 1,1-1 0,0 0-1,0 1 1,0-1 0,0 0-1,0 0 1,0 1-1,0-1 1,0 0 0,-1 1-1,1-1 1,0 0 0,0 1-1,0-1 1,1 0-1,-1 1 1,1 1 0,0 0 0,0-1 0,0 1 0,0 0 0,1-1-1,-1 1 1,1 0 0,-1-1 0,1 0 0,0 1 0,-1-1 0,3 1 0,36 24 14,50 23 1,-32-19 4,197 97 15,-180-96-323,124 37 0,-60-40 59</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47.107"/>
    </inkml:context>
    <inkml:brush xml:id="br0">
      <inkml:brushProperty name="width" value="0.035" units="cm"/>
      <inkml:brushProperty name="height" value="0.035" units="cm"/>
    </inkml:brush>
  </inkml:definitions>
  <inkml:trace contextRef="#ctx0" brushRef="#br0">56 18 3201,'-1'-18'1304,"1"23"24,0 11-456,-7 6 185,-1 9 103,-1 8-464,-6 3-144,9 15-176,-2-4-64,6 9-120,6 1-48,0-7-40,1-7 8,3-13-240,-2-14-336,4-21-1696,0-4 1440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47.461"/>
    </inkml:context>
    <inkml:brush xml:id="br0">
      <inkml:brushProperty name="width" value="0.035" units="cm"/>
      <inkml:brushProperty name="height" value="0.035" units="cm"/>
    </inkml:brush>
  </inkml:definitions>
  <inkml:trace contextRef="#ctx0" brushRef="#br0">47 244 3225,'-28'-22'1912,"9"1"-152,19 5-495,4 0-1,19 7-280,1-1-232,19 7-320,-4-2-103,15-1-153,5-2-56,7-5-32,14-1-8,-5-10 24,6 2 16,-4-1-544,-4 4-793,-30 7 785</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47.858"/>
    </inkml:context>
    <inkml:brush xml:id="br0">
      <inkml:brushProperty name="width" value="0.035" units="cm"/>
      <inkml:brushProperty name="height" value="0.035" units="cm"/>
    </inkml:brush>
  </inkml:definitions>
  <inkml:trace contextRef="#ctx0" brushRef="#br0">23 78 3505,'-12'11'1896,"2"-7"209,13-4-1089,26 9-32,3-15 24,-1-7-240,28 4-392,4-14-127,16 9-81,9 0-16,-2 6-200,-4 4-545,-4-7 425</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53.901"/>
    </inkml:context>
    <inkml:brush xml:id="br0">
      <inkml:brushProperty name="width" value="0.035" units="cm"/>
      <inkml:brushProperty name="height" value="0.035" units="cm"/>
    </inkml:brush>
  </inkml:definitions>
  <inkml:trace contextRef="#ctx0" brushRef="#br0">12 75 2769,'24'-75'1736,"-42"75"24,9 5-511,2 1-73,6 5-88,5 10-112,11 6-192,4 5-55,8 17-137,0 5-104,-3 13-192,-3 7-96,-10-4-48,-2 0 8,-9-8 48,-6-3-296,-4-12-1960,-2-4 1503</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55.048"/>
    </inkml:context>
    <inkml:brush xml:id="br0">
      <inkml:brushProperty name="width" value="0.035" units="cm"/>
      <inkml:brushProperty name="height" value="0.035" units="cm"/>
    </inkml:brush>
  </inkml:definitions>
  <inkml:trace contextRef="#ctx0" brushRef="#br0">203 328 2489,'87'-90'1468,"-86"88"-1311,1 0 0,0 0 1,0 0-1,-1 0 0,1 0 1,-1-1-1,1 1 0,-1-1 0,0 1 1,1-4-1,-2 5-106,0 1-1,0-1 1,0 1-1,0-1 1,0 1-1,0-1 1,0 0-1,0 1 1,0-1-1,0 1 1,0-1-1,0 1 1,-1-1-1,1 1 1,0-1-1,0 1 1,-1 0-1,1-1 1,0 1-1,0-1 1,-1 1-1,1-1 1,-1 1-1,1 0 1,0-1-1,-1 1 1,1 0-1,-1-1 1,-1 0 54,1 1 0,-1-1 0,0 1 0,1 0 1,-1-1-1,0 1 0,1 0 0,-1 0 0,0 0 0,1 0 0,-1 0 0,0 0 1,1 1-1,-1-1 0,-3 1 0,-4 7 98,-1 0 0,2 0 0,-1 0 0,1 1-1,0 1 1,-9 13 0,-14 16 52,20-27-185,-84 101 413,86-100-445,0 1 0,0 1 0,2-1 0,-1 2 1,2-1-1,-8 29 0,13-43-37,1 0 1,-1 0-1,1 0 1,0 0-1,0 0 0,0 1 1,-1-1-1,1 0 1,0 0-1,0 0 0,1 0 1,-1 0-1,0 0 1,0 0-1,0 0 0,1 0 1,-1 1-1,1-1 1,-1 0-1,0 0 0,1-1 1,0 1-1,-1 0 0,1 0 1,0 0-1,1 1 1,-1-1 0,1 0 0,0-1 1,-1 1-1,1-1 1,0 1-1,0-1 0,-1 1 1,1-1-1,0 0 1,0 0-1,0 0 1,-1 0-1,1 0 0,3-1 1,4-1 10,0-1 0,0 1 0,0-1 0,0-1 0,12-7 0,0-2 13,-2 0 0,0-2 1,0 0-1,-1-1 0,-1-1 0,-1 0 0,28-40 0,-43 55-20,1-1-1,0 0 1,-1 0-1,1 1 1,-1-1-1,0-1 1,0 1-1,0 0 1,-1 0-1,1 0 0,-1 0 1,1 0-1,-1-1 1,0 1-1,0 0 1,-1 0-1,1-1 1,-1 1-1,1 0 0,-1 0 1,0 0-1,0 0 1,-1 0-1,1 0 1,-1 0-1,1 0 1,-1 1-1,0-1 1,0 0-1,0 1 0,0 0 1,0-1-1,-1 1 1,-4-3-1,-6-5 13,19 9-179,28 14-525,-21-7 214,-4-2 280,0 0 0,-1 0 0,0 1 0,0 0 0,0 0 0,-1 1 0,1 0 0,-2 1 0,1 0 0,-1 0 0,11 15 0,-3-2 171,-1 2-1,-1-1 0,11 31 1,-30-72 834,1 0 0,1 0 1,1-1-1,-2-29 0,4 36-735,2 0-1,-1 0 0,2 0 0,0 0 1,0 0-1,2 0 0,-1 0 1,10-25-1,-8 30-79,0 1-1,1 0 0,0 0 1,0 0-1,1 1 1,0-1-1,0 1 0,1 1 1,-1-1-1,2 1 1,9-7-1,-6 7-147,0 0-1,0 1 1,0 0 0,1 0-1,0 2 1,-1-1 0,1 1-1,18-1 1,-20 3-215,0 0 1,0 0 0,0 1-1,0 1 1,0 0 0,0 0 0,0 1-1,13 4 1,-17-4 104,-1 0 0,1 1-1,0 0 1,-1 0 0,0 0 0,1 1 0,-2-1-1,1 1 1,0 1 0,-1-1 0,1 1 0,-1-1 0,-1 1-1,7 10 1,17 40-697,-25-51 953,0 1 0,-1 0 0,0 0 0,0 0 0,0 0 0,0 0 1,-1 0-1,1 0 0,-2 8 0,1-12 40,0-1 0,0 0 1,0 1-1,0-1 0,0 0 0,-1 1 1,1-1-1,0 0 0,0 1 0,0-1 0,0 0 1,-1 1-1,1-1 0,0 0 0,0 1 0,-1-1 1,1 0-1,0 0 0,0 1 0,-1-1 0,1 0 1,0 0-1,-1 0 0,1 0 0,0 1 0,-1-1 1,1 0-1,0 0 0,-1 0 0,1 0 1,0 0-1,-1 0 0,1 0 0,-1 0 0,1 0 1,0 0-1,-1 0 0,1 0 0,0 0 0,-1 0 1,1 0-1,0 0 0,-1 0 0,1-1 0,0 1 1,-1 0-1,1 0 0,0 0 0,-1-1 0,1 1 1,0 0-1,-1-1 0,-12-2 1642,6 3-1574,0 0-1,0 1 1,0 0 0,0 0-1,0 1 1,1 0 0,-1 0-1,0 0 1,-7 5 0,4-3 30,-4 3 47,1 1 1,0 0 0,1 1 0,-1 0-1,2 1 1,-1 0 0,2 1 0,-1 0-1,-12 19 1,4-7 113,9-12-155,6-7-77,0 0 1,0 0-1,1 1 1,-1-1 0,1 1-1,0 0 1,0 0 0,1 0-1,-1 0 1,1 0-1,0 1 1,1-1 0,-1 1-1,0 5 1,2-10-57,0-1 0,0 1 0,0 0 1,0-1-1,0 1 0,0-1 0,0 1 0,1-1 0,-1 1 1,0-1-1,0 1 0,0-1 0,1 1 0,-1-1 1,0 1-1,1-1 0,-1 1 0,0-1 0,1 0 1,-1 1-1,1-1 0,-1 0 0,0 1 0,1-1 1,-1 0-1,1 1 0,0-1 0,2 1 12,1 1-1,0-1 1,0 0-1,-1 0 1,1-1-1,0 1 0,0-1 1,0 0-1,0 0 1,0 0-1,-1-1 1,1 1-1,0-1 1,0 0-1,0 0 1,-1 0-1,8-4 1,1 0 11,1-1 0,-1-1 1,0 0-1,13-10 0,7-7 37,-1-1 0,54-59-1,-83 82-63,89-114 114,-82 102-101,0 0 0,-1 0 1,-1-1-1,0 0 0,-1-1 0,7-28 1,-12 41-14,0-1 0,-1 1 0,1-1 0,-1 0 0,0 1 0,0-1 0,0 0 0,0 1 0,-1-1 0,0 0 0,1 1 0,-1-1 1,-3-4-1,4 7-3,-1 0 0,1 0 0,-1 0 0,0 0 0,0 0 0,0 0 0,1 0 0,-1 1 0,0-1 0,0 0 0,0 1 1,0-1-1,0 1 0,0-1 0,0 1 0,-1-1 0,0 0 0,-1 1-1,1 0-1,-1 0 1,1 0-1,0 0 1,-1 0-1,1 0 1,-1 1-1,1-1 1,0 1-1,-1-1 1,-2 3-1,0-1 5,1 0 0,0 1 0,1-1 0,-1 1 0,0 0 0,1 0-1,0 0 1,-1 1 0,1-1 0,1 1 0,-1-1 0,0 1 0,1 0 0,0 0-1,0 0 1,0 1 0,-2 7 0,-2 7 28,2 0 1,-5 33-1,8-48-27,-3 26 29,1 0 0,2 0 0,1 0 0,1 1 0,5 30 0,-5-57-27,-1 0-1,1 0 1,0 0-1,1 0 0,-1 0 1,1-1-1,-1 1 1,1 0-1,0-1 0,4 6 1,-4-7 0,0-1-1,0 1 1,0-1-1,0 1 1,0-1 0,0 0-1,0 0 1,0 0 0,1 0-1,-1 0 1,0 0-1,1-1 1,-1 1 0,1-1-1,-1 1 1,1-1 0,-1 0-1,0 0 1,4-1-1,9 1 19,0-2 0,0 0 0,-1-1 0,1 0 0,0-2-1,-1 1 1,0-2 0,0 0 0,-1 0 0,1-1 0,-1-1 0,-1 0-1,0-1 1,0 0 0,17-17 0,-7 2 13,34-45 0,-49 60-33,-1-1 0,0 0 1,0 0-1,-1 0 0,-1-1 0,0 0 0,0 0 1,3-15-1,-7 25-4,0 0 0,1 0 1,-1 0-1,0-1 0,0 1 0,0 0 0,0 0 1,0 0-1,0-1 0,0 1 0,-1 0 1,1 0-1,0 0 0,-1-1 0,1 1 0,-1 0 1,1 0-1,-1 0 0,1 0 0,-1 0 0,0 0 1,0 0-1,1 0 0,-1 0 0,0 0 1,0 1-1,0-1 0,0 0 0,0 0 0,0 1 1,0-1-1,0 1 0,0-1 0,0 1 1,-1-1-1,1 1 0,0 0 0,0-1 0,-2 1 1,-1 0-2,-1 0 1,1 0 0,0 0-1,-1 0 1,1 1 0,0 0-1,0 0 1,-1 0 0,-6 3-1,-6 6-1,1 0-1,1 0 0,0 2 1,0 0-1,1 0 0,1 2 1,0-1-1,-16 24 0,24-32 8,2 1 1,-1 0-1,0 0 0,1 0 0,1 1 0,-1-1 0,1 1 1,0-1-1,0 1 0,1 0 0,-2 10 0,3-12-1,0 0 1,1 0-1,-1 0 0,1 0 0,0-1 0,0 1 1,0 0-1,1 0 0,0-1 0,0 1 0,0-1 0,0 0 1,1 1-1,0-1 0,-1 0 0,1 0 0,5 4 1,1-1 4,0 1 0,1-1 1,0-1-1,0 0 0,0 0 1,22 7-1,-11-5 22,0-1-1,38 7 1,-46-12-11,1-1-1,-1 0 1,1-1-1,0 0 1,-1-1-1,1-1 1,-1 0-1,0-1 1,1-1 0,-1 0-1,-1 0 1,1-1-1,0-1 1,16-10-1,-26 14-7,-1 0-1,1 0 1,-1 0 0,0 0-1,1-1 1,-1 1-1,0-1 1,0 0-1,0 1 1,-1-1 0,1 0-1,-1 0 1,0 0-1,1 0 1,-1 0-1,-1-1 1,1 1-1,0 0 1,-1 0 0,0-1-1,1 1 1,-1 0-1,-1 0 1,1-5-1,-2-8 113,-1-1 0,-1 1-1,-8-25 1,6 23 15,-2-8 49,-2-7 113,-7-38-1,15 60-270,1 0 0,0 0-1,0 1 1,2-1 0,-1 0 0,1 0-1,4-19 1,-4 26-29,0 1 1,1-1-1,-1 1 0,1-1 1,-1 1-1,1-1 0,0 1 1,0 0-1,1 0 0,-1 0 1,1 0-1,-1 0 0,1 1 1,0-1-1,4-2 0,-2 2-1,1 0-1,-1 1 1,0-1 0,1 1-1,-1 1 1,1-1 0,0 1-1,0 0 1,6-1-1,7 2-87,1 0 0,0 1 0,-1 1-1,36 9 1,26 8-551,18 4 271</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55.928"/>
    </inkml:context>
    <inkml:brush xml:id="br0">
      <inkml:brushProperty name="width" value="0.035" units="cm"/>
      <inkml:brushProperty name="height" value="0.035" units="cm"/>
    </inkml:brush>
  </inkml:definitions>
  <inkml:trace contextRef="#ctx0" brushRef="#br0">3 9 4225,'-2'3'2312,"2"-2"-2253,0-1 0,0 0 0,0 1 0,1-1 0,-1 0 1,0 1-1,0-1 0,0 0 0,1 0 0,-1 1 0,0-1 0,0 0 0,1 0 0,-1 1 0,0-1 0,1 0 1,-1 0-1,0 0 0,1 1 0,-1-1 0,0 0 0,1 0 0,-1 0 0,0 0 0,1 0 0,-1 0 1,0 0-1,1 0 0,-1 0 0,76 15 940,0-4 0,90 1 1,162-10 435,-321-2-1406,266-5 655,348 1 10,555-9-1044,-966-4-2136,-24-1 1126</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58.819"/>
    </inkml:context>
    <inkml:brush xml:id="br0">
      <inkml:brushProperty name="width" value="0.035" units="cm"/>
      <inkml:brushProperty name="height" value="0.035" units="cm"/>
    </inkml:brush>
  </inkml:definitions>
  <inkml:trace contextRef="#ctx0" brushRef="#br0">386 1 2176,'-11'6'1417,"-5"15"39,-3 3-96,-1 11-279,-3 1-201,-4 4-360,-2 3-152,-9-2-184,-2 2-48,2 2-32,-1-5 0,-2 1-24,16-4-80,9-10-528,12-3-448,20-18-1289,5-7 1377</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59.186"/>
    </inkml:context>
    <inkml:brush xml:id="br0">
      <inkml:brushProperty name="width" value="0.035" units="cm"/>
      <inkml:brushProperty name="height" value="0.035" units="cm"/>
    </inkml:brush>
  </inkml:definitions>
  <inkml:trace contextRef="#ctx0" brushRef="#br0">220 44 1472,'15'-21'848,"-15"2"113,-2 16-169,-3 12 144,7 15 168,-7 3-39,8 22-289,5 1-160,-21-2-216,7 11-88,-18-9-144,-8 8-16,0 4 0,-11-10 16,7-10-640,7-7-512,8-19 592</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19:59.553"/>
    </inkml:context>
    <inkml:brush xml:id="br0">
      <inkml:brushProperty name="width" value="0.035" units="cm"/>
      <inkml:brushProperty name="height" value="0.035" units="cm"/>
    </inkml:brush>
  </inkml:definitions>
  <inkml:trace contextRef="#ctx0" brushRef="#br0">330 248 2104,'-168'-116'937,"145"111"15,4 1-264,13 0 80,6 3 16,17 2-304,7-2-151,14-4-169,4-8-24,18 5-40,17 7 0,18-7 24,1-5 8,1-9-616,-17-4-1009,-36 4 977</inkml:trace>
  <inkml:trace contextRef="#ctx0" brushRef="#br0" timeOffset="1">90 295 1984,'-45'4'1041,"26"1"287,-6-2-248,30-1-96,-4-2-7,31-8-465,21-3-304,21-10-144,20-1 8,15 3-136,8 8-952,-4 14 735</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01.561"/>
    </inkml:context>
    <inkml:brush xml:id="br0">
      <inkml:brushProperty name="width" value="0.035" units="cm"/>
      <inkml:brushProperty name="height" value="0.035" units="cm"/>
    </inkml:brush>
  </inkml:definitions>
  <inkml:trace contextRef="#ctx0" brushRef="#br0">78 371 2929,'-53'104'1575,"52"-102"-1506,1-1 0,-1 0 0,1 0 0,-1 1 0,0-1 0,1 0 0,-1 0 0,0 0 0,0 0 0,0 0 0,0 0 1,0 0-1,0 0 0,0 0 0,0 0 0,0-1 0,0 1 0,0 0 0,-3 0 0,-1-8 891,5 7-925,1-2 23,-1 1 0,0-1 0,1 0 0,0 1 0,-1-1 0,1 1 0,0-1 0,0 1 1,0-1-1,0 1 0,0 0 0,0-1 0,0 1 0,0 0 0,0 0 0,1 0 0,-1 0 0,0 0 0,1 0 0,-1 0 0,3-1 0,3-3 105,26-19-33,1 2 0,0 1 0,46-20 0,116-39-40,-18 11-11,-172 67-82,0 0 1,0 0-1,0 1 1,0 0 0,0 0-1,8 0 1,-10 1-1,-1 0-1,0 0 1,0 0 0,1 1 0,-1-1 0,0 1-1,0 0 1,0 0 0,0 0 0,0 0 0,0 0 0,0 1-1,4 2 1,-13 1 20,0-1 0,0 0 0,0 0-1,0-1 1,-1 0 0,-12 5 0,-42-2 6,37-4-14,0 0-1,-25 7 1,6 2-21,-49 21 0,73-24 7,1 0-1,0 2 1,1 0 0,0 1 0,-18 14 0,30-20 3,0 1 0,0 0 0,0 0-1,-6 10 1,9-15 4,1 1 0,0 0 0,0-1 0,0 1 0,0 0 0,0 0 0,0 0 0,1 0 0,-1 0 0,1 0 0,-1 0 0,1 0 0,0 0 0,0 0 0,0 0 1,0 0-1,0 0 0,0 0 0,1 0 0,-1 0 0,1 3 0,1-4 3,-1 0 1,0 0-1,0 0 1,0 0-1,1 0 1,-1 0-1,0-1 0,1 1 1,-1 0-1,0-1 1,1 0-1,-1 1 1,1-1-1,-1 0 1,1 1-1,-1-1 1,1 0-1,-1 0 1,4-1-1,36-3 57,-28 2-45,59-5 39,73-11 9,-128 15-40,-1-1 0,1-1 0,-1-1 0,0 0 0,0-1 0,20-13 0,11-8 67,-25 16-45,0-2-1,29-23 1,-28 18-25,-15 13-19,0 0 0,-1 0 1,0-1-1,0 0 0,11-15 0,-14 17-30,-4 5 25,0 0 0,0 0 1,0 0-1,0 0 0,0 0 0,-1 0 0,1 0 1,0 0-1,0 0 0,0 0 0,0 0 0,0 0 1,0 0-1,0 0 0,0 0 0,0 0 0,0 0 1,0 0-1,0 0 0,0 0 0,0 0 0,0 0 1,0 0-1,0-1 0,0 1 0,0 0 0,0 0 1,0 0-1,-1 0 0,1 0 0,0 0 1,0 0-1,0 0 0,0 0 0,0 0 0,0 0 1,0 0-1,0 0 0,0 0 0,0 0 0,0 0 1,0 0-1,0 0 0,0-1 0,0 1 0,0 0 1,-6 1-16,6-1 17,-1 0 0,0 1 1,1-1-1,-1 1 0,0-1 0,1 1 0,-1-1 0,1 1 0,-1-1 1,1 1-1,0 0 0,-1-1 0,1 1 0,-1 0 0,1-1 1,0 1-1,0 0 0,-1-1 0,1 2 0,-6 10 4,-3-3-4,0 0 1,0 0-1,-15 10 0,0 0 0,-4 6-4,-23 25-21,46-45 22,1 1 0,-1-1 0,1 1 0,1 0 0,-1 0 0,1 1 0,-3 7 0,3-5 0,-7 28-12,10-35 16,-1 0 0,1 0 0,0 0 0,0 0 0,0 0 0,1 0 0,-1 0 0,0 0 0,1 0-1,-1 0 1,1 0 0,0 0 0,0 0 0,0 0 0,1 2 0,-1-3 1,0 0 0,0 0 1,0-1-1,-1 1 0,1 0 0,0-1 0,0 1 0,0-1 0,0 1 1,0-1-1,0 0 0,0 1 0,0-1 0,0 0 0,1 0 1,-1 0-1,0 0 0,0 0 0,0 0 0,0 0 0,0 0 0,0 0 1,0 0-1,0 0 0,0-1 0,0 1 0,0-1 0,2 0 0,34-18 46,-27 13-37,157-101 100,-70 41-55,1-5-56,-98 71 0,0-1-1,0 1 1,0 0 0,0 0-1,0 0 1,1 0 0,-1 0-1,0 0 1,0 0-1,0 0 1,0 0 0,0 0-1,0 0 1,0 0 0,0 0-1,0-1 1,1 1-1,-1 0 1,0 0 0,0 0-1,0 0 1,0 0 0,0 0-1,0 0 1,0-1-1,0 1 1,0 0 0,0 0-1,0 0 1,0 0 0,0 0-1,0 0 1,0-1-1,0 1 1,0 0 0,0 0-1,0 0 1,0 0 0,0 0-1,0 0 1,0 0-1,0-1 1,0 1 0,0 0-1,-1 0 1,1 0 0,0 0-1,0 0 1,0 0-1,0 0 1,0 0 0,0 0-1,0-1 1,0 1 0,0 0-1,-1 0 1,1 0-1,0 0 1,0 0 0,0 0-1,0 0 1,-1 0-1,0 0-1,0 0 1,1 0-1,-1 0 1,0 0 0,0 0-1,1 0 1,-1 0 0,0 0-1,0 0 1,1 0-1,-1 1 1,0-1 0,1 0-1,-1 0 1,-1 1-1,-6 4 2,1 0 0,-1 0 0,1 0 0,0 1 0,0 0-1,-11 13 1,2-2 0,-5 3 6,0 2 0,-24 34 1,40-49 0,0 0 1,1 0 0,0 0 0,1 1 0,-1 0 0,2 0 0,-1 0 0,1 0 0,0 0 0,0 0 0,0 17-1,2-25-4,0 1-1,0 0 0,0-1 0,0 1 0,0-1 0,0 1 0,0 0 0,0-1 0,1 1 0,-1-1 0,0 1 0,0 0 0,0-1 0,1 1 0,-1-1 0,0 1 0,1-1 0,-1 1 1,1-1-1,-1 1 0,0-1 0,1 0 0,-1 1 0,1-1 0,-1 0 0,1 1 0,-1-1 0,1 0 0,0 1 0,-1-1 0,1 0 0,-1 0 0,1 0 0,0 0 0,-1 1 1,1-1-1,-1 0 0,1 0 0,0 0 0,-1 0 0,1 0 0,-1-1 0,1 1 0,0 0 0,-1 0 0,1 0 0,-1 0 0,1-1 0,-1 1 0,1 0 0,0-1 0,0 1 0,32-18 71,-32 17-66,23-16 43,22-22 0,-27 22-24,0 2-1,30-20 1,-10 13-9,-1 1 13,-1-1-1,41-34 0,-74 53-36,-1 0-1,0 0 1,1 1 0,0-1-1,0 1 1,0 0 0,0 0-1,0 0 1,0 0-1,0 1 1,1 0 0,-1 0-1,1 0 1,5 0 0,-11 1 5,1 0 0,0 0 0,-1 0 0,1 0 0,-1 0 0,1 0 0,0 0 0,-1 0 0,1 0 0,0 0 0,-1 1 0,1-1 0,0 0 0,-1 0 0,1 0 0,0 1 0,-1-1 0,1 0 0,0 0 0,-1 1 0,1-1 0,0 0 0,0 1 0,0-1 0,-1 0 0,1 1 0,0-1 0,0 0 0,0 1 0,0-1 0,0 1 0,0-1 0,-1 1 0,1 19-1,0-8-5,0-2 7,1-6 1,-1 1 0,0 0 0,0 0 0,0-1 0,-1 1 0,0 0 0,0-1 0,0 1 0,0-1 0,-1 1 0,0-1 0,0 0 0,0 0 0,-4 7 0,-17 18 17,-1-2 1,-2 0-1,0-1 1,-36 25 0,32-30 40,28-20-46,0 0 0,0 0 0,0 0 0,0 0 0,0 0 0,0 0 0,-1 0 0,1-1 0,0 1 0,-1-1 0,1 0 0,-5 0 0,6 0-5,0-1-1,0 1 0,1-1 0,-1 0 0,0 0 1,0 1-1,0-1 0,0 0 0,0 0 1,1 0-1,-1 0 0,1 0 0,-1 0 1,0 0-1,1 0 0,-1 0 0,1 0 1,0 0-1,-1-1 0,1 1 0,0 0 1,0 0-1,0 0 0,0-2 0,-1-30 84,2 30-87,0 0 1,0 0 0,0 0 0,0 0-1,0 0 1,1 0 0,-1 1 0,1-1-1,0 0 1,-1 1 0,1-1-1,1 1 1,-1 0 0,0 0 0,0 0-1,1 0 1,-1 0 0,1 0 0,0 1-1,5-3 1,6-2-6,0 1 0,0 0 0,20-3 0,2-1 8,62-18 18,35-11 37,-112 30-40,0 0 0,-1-2 0,0 0 0,22-16 0,-9 3 15,6-3 35,0-2 1,63-61-1,-99 84-62,1 1 1,0-1-1,-1 0 1,0 0-1,0-1 1,0 1-1,2-9 1,-4 12-8,0 0 0,-1 0 1,1 1-1,-1-1 0,1 0 0,-1 0 1,0 1-1,0-1 0,0 0 0,0 0 1,0 0-1,0 0 0,-1 1 0,1-1 1,0 0-1,-1 0 0,1 1 0,-1-1 1,0 0-1,0 1 0,0-1 0,0 1 1,0-1-1,0 1 0,0-1 0,0 1 1,0 0-1,-3-3 0,2 3 4,1 0-13,-1 0 1,1 0-1,-1 0 1,0 0-1,0 0 0,0 0 1,0 0-1,0 0 0,-2 0 1,4 1-1,-1 0 0,0 1 0,0-1 0,1 0 0,-1 0 0,0 0 0,0 1 0,1-1 0,-1 0 0,0 1 0,0-1 0,1 0 0,-1 1 0,0-1 0,1 1 0,-1-1 0,1 1 0,-1-1 0,1 1 0,-1 0 0,1-1 0,-1 1 0,1 0 0,-1-1 0,1 1 0,0 0-1,-1-1 1,1 1 0,0 0 0,0 0 0,0 0 0,0-1 0,-1 2 0,-3 17 20,-1-1 0,-1 0 0,-1 0 0,0-1 0,-2 0 0,0 0 0,-14 19 0,-26 33 133,-36 60 65,76-114-186,1 0 0,1 1 0,0 0 0,1 0 0,1 1 0,-5 26 1,10-41-20,-1-1 0,1 1 1,0 0-1,-1 0 1,1-1-1,0 1 1,0 0-1,0 0 1,0 0-1,1-1 1,-1 1-1,1 0 1,-1 0-1,1-1 1,-1 1-1,1 0 1,0-1-1,0 1 0,0-1 1,0 1-1,1 1 1,0-2 2,-1 0-1,1-1 1,0 1 0,0-1 0,-1 1-1,1-1 1,0 0 0,0 0 0,-1 1-1,1-1 1,0 0 0,0-1 0,-1 1-1,1 0 1,0-1 0,0 1 0,-1-1-1,1 1 1,0-1 0,-1 0 0,4-1-1,27-15 89,-1 0 0,57-44 0,-13 8 30,-50 37-85,11-6-601,49-41 1,-57 31 56</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01.945"/>
    </inkml:context>
    <inkml:brush xml:id="br0">
      <inkml:brushProperty name="width" value="0.035" units="cm"/>
      <inkml:brushProperty name="height" value="0.035" units="cm"/>
    </inkml:brush>
  </inkml:definitions>
  <inkml:trace contextRef="#ctx0" brushRef="#br0">32 164 3689,'-24'7'2256,"16"5"-87,18-8-593,18-4-136,31-7-447,27-2-337,21-6-432,19 1-56,-2-3-32,0-7 16,18 3-288,-4-11-3137,-1-16 2393</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18.333"/>
    </inkml:context>
    <inkml:brush xml:id="br0">
      <inkml:brushProperty name="width" value="0.035" units="cm"/>
      <inkml:brushProperty name="height" value="0.035" units="cm"/>
    </inkml:brush>
  </inkml:definitions>
  <inkml:trace contextRef="#ctx0" brushRef="#br0">267 229 1176,'21'-26'337,"-14"18"96,-19 28 290,4-5-329,1 0 1,1 1 0,-8 26 0,-6 19 329,-53 100 443,59-133-980,0-1 0,-2 0 1,-27 33-1,8-25 103,21-23-85,14-11-163,0-1 1,-1 1-1,0-1 0,1 1 0,-1 0 1,1-1-1,-1 1 0,0-1 1,1 1-1,-1-1 0,0 0 0,1 1 1,-1-1-1,0 0 0,0 1 1,1-1-1,-1 0 0,0 0 1,0 0-1,0 0 0,0 0 0,0 0-14,1 0 1,0-1-1,-1 1 0,1-1 0,0 1 0,0-1 0,-1 1 0,1-1 0,0 1 0,0-1 0,0 1 0,-1-1 0,1 1 0,0-1 0,0 1 0,0-1 0,0 1 0,0-1 0,0 1 0,0-1 0,0 1 0,1-1 0,-1 0 0,1-6 131,0 1 0,1-1-1,0 1 1,3-8-1,12-24 79,47-97-21,-19 54-182,71-114 32,-100 172-59,2 0 1,1 1-1,0 0 1,2 2-1,40-32 1,-45 40-9,30-20 4,-42 30-6,0 0 0,-1 0 0,1 1-1,0-1 1,0 1 0,0 0 0,0 0-1,0 0 1,0 1 0,6-1 0,-9 1-1,1 0 0,0 0 0,-1 1 1,1-1-1,-1 1 0,1-1 1,-1 1-1,0-1 0,1 1 0,-1 0 1,1 0-1,-1 0 0,0 0 0,0 0 1,0 0-1,1 0 0,-1 0 1,0 0-1,0 0 0,-1 1 0,1-1 1,0 0-1,0 1 0,0-1 1,-1 1-1,1-1 0,-1 0 0,1 1 1,-1 0-1,0-1 0,0 1 1,1-1-1,-1 3 0,0 5-11,0 0 0,0 0-1,0 0 1,-3 13 0,-10 32 7,-1-1 1,-3-1 0,-27 58-1,22-56 94,20-51-72,-9 20 138,11-23-149,0 0 0,0 1 0,0-1 0,0 0 1,-1 0-1,1 0 0,0 1 0,0-1 0,0 0 0,-1 0 0,1 0 0,0 1 0,0-1 0,-1 0 0,1 0 1,0 0-1,0 0 0,-1 0 0,1 0 0,0 0 0,0 1 0,-1-1 0,1 0 0,0 0 0,-1 0 0,1 0 0,0 0 1,0 0-1,-1 0 0,1 0 0,0-1 0,-1 1 0,1 0 0,0 0 0,0 0 0,-1 0 0,1 0 0,0 0 0,0 0 1,-1-1-1,1 1 0,0 0 0,0 0 0,0 0 0,-1-1 0,1 1 0,0 0 0,0 0 0,0-1 0,0 1 0,-1 0 1,1 0-1,0-1 0,0 1 0,0 0 0,0 0 0,0-1 0,0 1 0,0 0 0,0-1 0,0 1 0,0 0 0,0 0 1,0-1-1,-3-9-286,0 1 1,1-1 0,1 0-1,-1 0 1,1 0 0,1-18-1,4-8-414</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18.711"/>
    </inkml:context>
    <inkml:brush xml:id="br0">
      <inkml:brushProperty name="width" value="0.035" units="cm"/>
      <inkml:brushProperty name="height" value="0.035" units="cm"/>
    </inkml:brush>
  </inkml:definitions>
  <inkml:trace contextRef="#ctx0" brushRef="#br0">10 348 2144,'-7'8'2535,"4"-9"-507,6-10-989,6-17-833,20-39 1,1 1-55,-30 66-151,10-26 25,1 1 0,2 0 0,0 1 0,20-27 0,-31 48-26,1 1 0,0-1 0,0 0 0,0 1 1,1-1-1,-1 1 0,1 0 0,-1 0 0,1 0 0,-1 1 0,1 0 1,0-1-1,0 1 0,0 0 0,6 0 0,-8 0 0,0 1 1,-1 0-1,1 0 0,0 0 1,-1 0-1,1 1 0,-1-1 1,1 0-1,0 1 0,-1-1 1,1 1-1,-1-1 0,1 1 1,-1 0-1,1-1 0,-1 1 1,1 0-1,-1 0 0,0 0 0,0 0 1,1 1-1,-1-1 0,0 0 1,0 0-1,0 1 0,0-1 1,0 0-1,-1 1 0,1-1 1,0 1-1,-1-1 0,1 1 1,-1 0-1,1-1 0,-1 1 1,0 0-1,0-1 0,0 3 0,1 23-34,-2-21-254,1-1 0,0 0 0,0 1 1,1-1-1,0 1 0,0-1 0,0 0 0,0 0 0,1 0 1,2 7-1,8 6-727</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19.276"/>
    </inkml:context>
    <inkml:brush xml:id="br0">
      <inkml:brushProperty name="width" value="0.035" units="cm"/>
      <inkml:brushProperty name="height" value="0.035" units="cm"/>
    </inkml:brush>
  </inkml:definitions>
  <inkml:trace contextRef="#ctx0" brushRef="#br0">18 572 2497,'0'0'46,"0"0"0,0-1 1,0 1-1,0 0 0,0 0 1,0-1-1,0 1 1,0 0-1,0 0 0,-1-1 1,1 1-1,0 0 0,0 0 1,0-1-1,0 1 1,0 0-1,-1 0 0,1 0 1,0 0-1,0-1 0,-1 1 1,1 0-1,0 0 1,0 0-1,0 0 0,-1 0 1,1-1-1,0 1 0,0 0 1,-1 0-1,1 0 1,0 0-1,-1 0 0,1 0 1,0 0-1,0 0 0,-1 0 1,1 0-1,0 0 1,0 0-1,-1 0 0,1 0 1,0 1-1,0-1 0,-1 0 1,1 0-1,0 0 1,0 0-1,-1 0 0,1 0 1,0 1-1,0-1 1,0 0-1,-1 0 0,1 0 1,0 1-1,0-1 0,0 0 1,0 0-1,0 1 1,-1-1-1,1 0 0,0 0 1,0 1-1,0-1 0,0 0 1,0 0-1,0 1 1,0-1-1,-6-23 1355,7 9-1263,0 0 1,1 1-1,1-1 0,0 1 0,1-1 0,10-24 0,-7 20-83,1-4-26,1 0 1,0 1 0,16-24-1,-24 44-27,0-1-1,-1 1 0,1 0 0,0-1 0,1 1 0,-1 0 0,0 0 0,0-1 1,1 1-1,-1 0 0,0 0 0,1 0 0,-1 1 0,2-2 0,-2 2-1,0 0 0,-1 0 1,1 0-1,0 0 0,-1 0 0,1 0 0,-1 0 0,1 0 0,0 0 0,-1 0 0,1 1 0,0-1 0,-1 0 0,1 0 0,-1 1 0,1-1 0,-1 0 0,1 1 1,-1-1-1,1 0 0,-1 1 0,1-1 0,-1 1 0,1 0 0,2 4-7,0-1-1,0 1 1,-1 0 0,1 0 0,-1 1 0,1 6 0,0-4-16,0 0-52,0 0 0,0-1 0,1 1 0,0-1 0,0 1 0,1-1 0,9 11-1,-12-16 37,1 1-1,0-1 0,-1 0 0,1 0 0,0 0 0,1 0 0,-1 0 0,0-1 0,0 1 0,1-1 0,-1 0 0,1 0 0,-1 0 0,1 0 0,-1-1 0,1 1 1,-1-1-1,1 0 0,0 0 0,4-1 0,0-1 13,1 0-1,-1-1 1,-1 0 0,1 0-1,0-1 1,-1 0 0,1 0 0,6-6-1,1-1 15,-1 0 0,23-23-1,-34 31 12,1-1-1,-1 0 0,0 0 1,0 0-1,-1 0 0,1 0 1,-1 0-1,3-10 0,-4 13 14,-1-1-1,0 0 0,1 0 0,-1 1 1,0-1-1,0 0 0,0 1 1,-1-1-1,1 0 0,0 0 0,0 1 1,-1-1-1,1 0 0,-1 1 1,0-1-1,0 1 0,1-1 1,-1 1-1,0-1 0,0 1 0,0 0 1,0-1-1,-1 1 0,1 0 1,0 0-1,0-1 0,-2 0 0,0 0 52,0 0 0,0 0 0,1 1 0,-1-1 0,0 0 0,0 1-1,-1 0 1,1 0 0,0 0 0,0 0 0,-1 0 0,1 1 0,0-1 0,-1 1-1,1 0 1,-6 1 0,4-1-25,0 2-1,1-1 1,-1 0 0,1 1-1,-1 0 1,1 0-1,0 1 1,0-1-1,0 1 1,-6 5 0,-2 3-10,0 2 1,1 0-1,0 0 1,1 1-1,-12 21 0,15-24-16,1 0-1,0 1 0,0 0 1,2 0-1,-1 0 0,1 1 0,1 0 1,1 0-1,-3 19 0,5-30-5,0 1 0,0-1 0,0 1-1,0-1 1,0 0 0,1 1 0,-1-1 0,1 0-1,-1 1 1,1-1 0,0 0 0,2 4 0,-2-5-1,-1 0 0,1 0 1,0-1-1,0 1 0,0 0 1,0 0-1,0-1 0,0 1 1,0-1-1,0 1 0,0-1 1,0 1-1,0-1 0,0 0 1,0 1-1,0-1 0,1 0 1,-1 0-1,0 0 0,0 0 1,0 0-1,0 0 0,0 0 1,1 0-1,-1-1 0,0 1 1,0 0-1,1-1 0,6-2 21,0 0-1,0 0 0,0-1 1,0 0-1,-1 0 1,0-1-1,0 0 1,0 0-1,6-7 0,10-11 49,21-28 0,-25 28-37,29-34 43,78-83 98,-85 103-135,-20 19-17,0-1 0,-1-1 0,-1 0 0,31-46-1,-44 47-74,-8 14 4,-8 10 1,-8 12 14,1 1 0,0 1 0,2 1 0,0 0 1,-14 28-1,7-15 36,11-16 8,1 1 0,0 0 0,-12 32 0,19-40 0,0 1 0,1-1 1,0 0-1,0 1 0,1-1 1,0 0-1,1 1 1,0 0-1,2 11 0,-2-19-10,1 0 0,-1 0 0,1-1-1,-1 1 1,1 0 0,0 0 0,0 0-1,0-1 1,1 1 0,-1 0 0,1-1-1,-1 1 1,1-1 0,0 1 0,0-1-1,0 0 1,0 0 0,0 0 0,0 0-1,1 0 1,-1-1 0,1 1 0,-1-1-1,1 1 1,0-1 0,-1 0-1,1 0 1,0 0 0,0-1 0,0 1-1,0 0 1,0-1 0,4 0 0,7 1-462,-1-1 1,1 0 0,-1-1 0,24-5 0,15-7-447</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20.576"/>
    </inkml:context>
    <inkml:brush xml:id="br0">
      <inkml:brushProperty name="width" value="0.035" units="cm"/>
      <inkml:brushProperty name="height" value="0.035" units="cm"/>
    </inkml:brush>
  </inkml:definitions>
  <inkml:trace contextRef="#ctx0" brushRef="#br0">37 323 1352,'-4'76'4689,"0"12"-3965,4-79-546,0 1 0,-1-1-1,0 1 1,0 0 0,-1-1-1,0 0 1,0 1-1,-1-1 1,-1 0 0,-5 12-1,8-21-161,1 0-1,0 0 1,0 1-1,0-1 1,-1 0-1,1 0 1,0 1-1,0-1 1,0 0-1,-1 0 1,1 1-1,0-1 1,0 0-1,0 0 1,0 1-1,0-1 1,0 0-1,0 0 1,0 1-1,0-1 1,0 0-1,0 1 1,0-1-1,0 0 1,0 0 0,0 1-1,0-1 1,0 0-1,0 1 1,0-1-1,0 0 1,0 0-1,0 1 1,1-1-1,-1 0 1,0 0-1,0 1 1,0-1-1,0 0 1,1 0-1,-1 0 1,0 1-1,0-1 1,1 0-1,-1 0 1,0 0-1,1 0 1,-1 0 7,1 0 0,0 0 0,-1 0 0,1 0 0,0 0 0,-1 0 0,1 0 0,0-1-1,-1 1 1,1 0 0,-1-1 0,1 1 0,0 0 0,-1-1 0,1 1 0,-1-1 0,1 1 0,-1 0 0,1-1 0,0 0 0,7-11 96,-1 0 0,0 0 0,-1 0 0,6-15 0,15-29-43,-1 12-42,3 2 0,62-70 1,-91 111-37,0 0 1,1 0-1,-1 1 1,1-1-1,0 1 1,-1-1-1,1 0 1,0 1-1,-1-1 1,1 1-1,0-1 1,0 1-1,-1-1 1,1 1-1,0 0 1,0-1-1,0 1 1,-1 0-1,1 0 1,0 0-1,0 0 1,0 0 0,0-1-1,0 1 1,0 1-1,-1-1 1,1 0-1,0 0 1,0 0-1,0 0 1,0 1-1,0-1 1,-1 0-1,1 1 1,0-1-1,0 1 1,-1-1-1,1 1 1,0-1-1,-1 1 1,1-1-1,0 1 1,-1 0-1,1-1 1,-1 1-1,2 1 1,1 4-7,0 0 0,0 0 0,0 0 0,3 13 0,-2-9 10,-1 0 6,1-1 0,1 1 0,-1-1 0,2 0 0,7 11 0,-10-17-17,0 0 0,0 0-1,0 0 1,0 0 0,0-1 0,0 1 0,1-1-1,-1 0 1,1 0 0,0 0 0,0-1 0,0 1-1,-1-1 1,1 0 0,0 0 0,7 0 0,1 0-185,-1-1 0,1-1 1,-1 0-1,0 0 0,1-1 1,17-6-1,-10 2-467,0-1-1,35-18 1,-47 20 453,-1 1 0,1-1 0,-1 0 0,0-1 0,7-8 0,19-16-511,27-15 342,-56 43 385,-1-1-1,0 0 1,0 0 0,0 0 0,-1 0 0,1 0 0,-1 0 0,0 0 0,1-1 0,-1 1 0,-1 0-1,2-8 1,-2 11 10,0-1 0,0 0 0,0 1 0,0-1 0,0 0 0,0 0 0,0 1 0,0-1 0,0 0 0,0 1 0,0-1 0,0 0 0,-1 0 0,1 1 0,0-1 0,-1 1 0,1-1 0,0 0 0,-1 1 0,1-1 0,-1 1 0,1-1 0,-1 0 0,0 0 0,0 1 22,0 0 0,-1 0 0,1 0 0,0 0-1,0 0 1,-1 0 0,1 0 0,0 0 0,0 1 0,0-1 0,-1 0-1,1 1 1,0-1 0,0 1 0,0-1 0,0 1 0,0-1 0,0 1 0,0 0-1,-2 1 1,-6 5 187,1 1 0,-1 0 0,1 1 0,1-1 0,-14 21 0,-4 4 196,-91 102 929,108-126-1272,1-2-17,0 0 1,0 0 0,1 1-1,0 0 1,1 0 0,0 1 0,-7 15-1,12-23-58,-1-1 0,1 1 0,0 0-1,0-1 1,0 1 0,0-1-1,0 1 1,0-1 0,0 1-1,0 0 1,0-1 0,0 1 0,0-1-1,1 1 1,-1-1 0,0 1-1,0 0 1,1-1 0,-1 1-1,0-1 1,0 1 0,1-1-1,-1 1 1,1-1 0,-1 0 0,0 1-1,1-1 1,-1 1 0,1-1-1,-1 0 1,1 1 0,-1-1-1,1 0 1,-1 0 0,1 1 0,0-1-1,-1 0 1,1 0 0,-1 0-1,1 0 1,-1 0 0,1 0-1,0 0 1,0 0 0,30-1 117,-21 0-94,1-1 1,-1-1-1,0 0 1,0-1-1,0 0 1,0 0-1,0-1 1,-1 0-1,0-1 1,0 0-1,-1 0 1,16-15-1,2-6 37,-2-1 0,29-43-1,-32 43-27,35-64-38,-64 104-38,1 0-1,1 1 1,0 0-1,1 0 1,-7 22 0,11-29 36,0 0 1,0 0-1,0 0 1,0 0-1,1 1 1,0-1-1,1 0 1,-1 0-1,1 0 1,0 0-1,1 0 1,-1 0-1,1-1 1,0 1-1,6 10 1,-7-13 7,1-1 0,-1 0 0,1 1 0,0-1 0,0 0 0,0 0 0,0 0 0,0-1 0,0 1 1,0 0-1,0-1 0,1 1 0,-1-1 0,1 0 0,-1 0 0,1 0 0,-1 0 0,1 0 0,3 0 0,-1-1 8,-1 0-1,1 0 1,0 0-1,-1-1 0,1 1 1,-1-1-1,1 0 1,-1-1-1,0 1 1,8-4-1,2-3 31,1-1-1,-2 0 1,1 0-1,-1-2 1,17-17-1,-27 25-36,26-25 84,31-42 0,-60 71-119,-1 2 16,0 0 1,0 0 0,1 0-1,-1-1 1,1 1-1,-1 0 1,1 0 0,0 0-1,0 0 1,0 0-1,1 0 1,-1-1-1,2 6 1,-1-6 12,12 24 12,-12-25-11,0 0 0,0 1 0,0-1 1,0 0-1,0 0 0,0 0 1,1 0-1,-1 0 0,0-1 0,0 1 1,1 0-1,-1-1 0,1 1 1,-1 0-1,1-1 0,-1 0 1,1 1-1,-1-1 0,1 0 0,2 0 1,3 0 7,-1-1 1,1-1 0,0 1-1,-1-1 1,1 0 0,-1 0-1,0-1 1,10-5 0,43-31 64,-55 36-70,-1 1 1,1-1 0,0 0 0,-1 0-1,0-1 1,0 1 0,0 0 0,4-8 0,-7 11-6,1 0 1,-1 0 0,0 0 0,0 0-1,0-1 1,0 1 0,0 0-1,0 0 1,0 0 0,0 0 0,0 0-1,0 0 1,0 0 0,0 0 0,0 0-1,0 0 1,1 0 0,-1 0-1,0 0 1,0 0 0,0 0 0,0 0-1,0 0 1,0 0 0,0 0-1,0 0 1,1 0 0,-1 0 0,0 0-1,0 0 1,0 0 0,0 0-1,0 0 1,0 0 0,0 0 0,0 0-1,0 0 1,1 0 0,-1 0-1,0 0 1,0 0 0,0 0 0,0 0-1,0 0 1,0 0 0,0 0-1,0 0 1,0 0 0,0 0 0,0 1-1,0-1 1,1 0 0,-1 0-1,0 0 1,0 0 0,0 0 0,0 0-1,0 0 1,0 0 0,0 0-1,0 1 1,0-1 0,0 0 0,0 0-1,0 0 1,0 0 0,0 0-1,3 14-42,-3-11 37,1 0-1,0 0 0,-1-1 0,1 1 0,0 0 0,0 0 1,0-1-1,1 1 0,2 3 0,-1-3 6,1-1 1,0 0-1,-1 0 0,1 0 0,0-1 1,1 1-1,-1-1 0,0 0 1,0 0-1,0 0 0,1-1 0,-1 1 1,6-1-1,10-1 5,31-3-1,-37 2 0,-2 0 8,-1 0-1,1-1 0,-1 0 1,1 0-1,-1-2 1,0 1-1,-1-1 1,1-1-1,-1 0 1,0 0-1,11-10 1,-1-2 13,-1 0-1,-1-2 1,29-39 0,-21 27-6,-18 24-9,-1-1 0,0 0 0,0-1 0,-1 1 0,10-20 0,-16 27-7,1 1 0,0-1-1,-1 0 1,1 0-1,-1 0 1,1 0-1,-1 0 1,0 0-1,0 0 1,0 0-1,0 0 1,0 0-1,0 0 1,-1 0-1,1 0 1,-1 0-1,1 1 1,-2-4-1,1 4-1,0-1 0,0 1 0,0 0 0,-1-1-1,1 1 1,0 0 0,-1 0 0,1 0-1,-1 0 1,1 0 0,-1 0 0,1 1 0,-1-1-1,1 0 1,-1 1 0,-3-1 0,-1 0-9,1 0 0,-1 1 0,0 0 0,0 0 0,0 0 0,1 1 0,-1 0 0,0 0 0,1 0 0,-1 1 0,-6 2 0,1 2 4,0 0 0,1 1 0,-1 0 0,1 0 1,1 1-1,-1 0 0,1 1 0,1 0 0,0 0 1,0 1-1,-10 18 0,12-19 29,0 1 0,1 0 1,1 0-1,0 1 0,0-1 0,1 1 1,0 0-1,1 0 0,0 0 0,1 0 0,0 0 1,1 1-1,1 11 0,0-19-12,0 1 0,0 0-1,0 0 1,0-1 0,1 1 0,0-1-1,0 1 1,0-1 0,0 0 0,1 0-1,0 0 1,0 0 0,0 0 0,0 0-1,1-1 1,-1 0 0,1 0 0,0 0-1,0 0 1,0 0 0,0-1 0,0 0-1,5 3 1,3-1 14,0 0 1,0-1-1,0-1 0,0 1 1,1-2-1,-1 0 0,1 0 1,12-2-1,29-4-343,67-14-1,-31 2 19</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21.428"/>
    </inkml:context>
    <inkml:brush xml:id="br0">
      <inkml:brushProperty name="width" value="0.035" units="cm"/>
      <inkml:brushProperty name="height" value="0.035" units="cm"/>
    </inkml:brush>
  </inkml:definitions>
  <inkml:trace contextRef="#ctx0" brushRef="#br0">140 219 1240,'47'-74'1058,"-51"86"-615,0-1 0,-5 22-1,0 3 304,-3-2-178,-1 0 1,-1-1-1,-2-1 1,-1-1-1,-2 0 1,-42 53-1,52-77 152,11-18-439,14-22-91,116-160 47,-21 34-206,-103 147-31,0 0-1,1 1 1,0 1-1,0-1 1,1 1 0,16-12-1,-19 18-3,-1-1 0,1 1 0,0 0 0,0 0 0,0 1 0,1 0 0,-1 1 0,1-1-1,0 2 1,-1-1 0,1 1 0,14-1 0,-22 2 3,1 0-1,-1 0 1,1 0-1,-1 0 0,1 0 1,-1 0-1,1 0 1,0 0-1,-1 0 1,1 0-1,-1 0 1,1 0-1,-1 0 1,1 1-1,-1-1 1,1 0-1,-1 0 1,1 1-1,-1-1 1,1 0-1,-1 1 1,0-1-1,1 0 1,-1 1-1,0-1 1,1 1-1,-1-1 1,0 0-1,1 1 1,-1-1-1,0 1 0,0-1 1,1 1-1,-1 0 1,0 1-1,0 0 0,0-1 0,-1 1 0,1 0 0,0-1 0,-1 1 0,1-1 1,-1 1-1,0-1 0,0 1 0,-1 2 0,-3 4 3,-1 1 1,-13 13-1,-8 7 10,13-13 5,-26 24 1,7-13-390,-32 36-1,59-57-11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21.939"/>
    </inkml:context>
    <inkml:brush xml:id="br0">
      <inkml:brushProperty name="width" value="0.035" units="cm"/>
      <inkml:brushProperty name="height" value="0.035" units="cm"/>
    </inkml:brush>
  </inkml:definitions>
  <inkml:trace contextRef="#ctx0" brushRef="#br0">1 193 3289,'32'97'1545,"-32"-97"-1520,0 0-1,0 0 1,0 1-1,0-1 0,0 0 1,0 1-1,0-1 1,0 0-1,0 0 0,0 1 1,0-1-1,0 0 1,1 0-1,-1 1 1,0-1-1,0 0 0,0 0 1,0 1-1,0-1 1,1 0-1,-1 0 0,0 0 1,0 1-1,1-1 1,-1 0-1,0 0 0,0 0 1,1 0-1,-1 0 1,0 1-1,0-1 0,1 0 1,-1 0-1,0 0 1,0 0-1,1 0 1,-1 0-1,0 0 0,1 0 1,-1 0-1,0 0 1,0 0-1,1 0 0,-1 0 1,0 0-1,1 0 1,-1 0-1,0-1 0,0 1 1,1 0-1,-1 0 1,0 0-1,0 0 0,0 0 1,1-1-1,-1 1 1,0 0-1,0 0 1,0-1-1,1 1 0,-1 0 1,0 0-1,0 0 1,0-1-1,12-22 215,-9 15-139,43-71 71,-21 32-96,55-75 1,-79 121-75,0 0 1,-1 0-1,1 0 1,0 0 0,0 0-1,0 0 1,-1 1-1,1-1 1,0 0 0,0 0-1,0 1 1,0-1-1,0 1 1,1-1 0,-1 1-1,1-1 1,-1 1-2,0 0 1,0 1 0,1-1 0,-1 1-1,0-1 1,0 1 0,0-1-1,0 1 1,0-1 0,0 1 0,0 0-1,0 0 1,0 0 0,-1-1-1,1 1 1,0 0 0,0 1 0,22 24-349,0 0 0,22 37 0,-40-55 260,-1-1 1,1 1-1,-2 0 1,1 0-1,-1 0 1,0 0-1,-1 0 1,0 1-1,0 0 1,-1-1-1,0 1 1,0 0-1,-1-1 1,-2 15-1,1-19 82,0 0 0,-1 0-1,1 0 1,-1 0 0,0-1 0,0 1-1,-1-1 1,1 1 0,-1-1 0,0 0 0,-4 4-1,5-5 26,0 0 0,0 0 0,0-1 0,0 1-1,0-1 1,0 1 0,-1-1 0,1 0 0,-1 1-1,1-1 1,-1-1 0,1 1 0,-1 0 0,1 0 0,-1-1-1,0 0 1,1 1 0,-4-1 0,4-1 40,1 0 1,-1 1-1,1-1 1,-1 0-1,0 0 1,1 0-1,0 0 1,-1 0-1,1 0 0,0-1 1,-1 1-1,1 0 1,0-1-1,0 1 1,0-1-1,0 1 1,1-1-1,-1 1 1,0-1-1,0 1 1,1-1-1,-1 0 1,1 0-1,-1-2 1,0-3 79,0 0 0,0-1 0,0 1 1,2-12-1,-1 14-128,1 0 0,-1 1-1,1-1 1,0 0 0,1 0 0,-1 1 0,1-1 0,0 1-1,0-1 1,1 1 0,-1 0 0,1 0 0,4-5 0,-5 7-11,0 0 1,0 0 0,1 0 0,-1 0 0,1 0 0,0 0-1,-1 1 1,1-1 0,0 1 0,0 0 0,0 0-1,0 0 1,0 0 0,0 1 0,0-1 0,0 1 0,0-1-1,1 1 1,-1 0 0,0 1 0,0-1 0,3 1 0,6 2 9,0 0 0,-1 0 0,1 2 0,-1-1 0,0 1 0,0 1 1,-1 0-1,1 1 0,17 14 0,-26-18-186,1 0-1,0-1 1,0 1 0,0-1 0,0 0 0,1 0-1,-1 0 1,0-1 0,1 1 0,-1-1-1,1 1 1,0-1 0,-1 0 0,1-1-1,0 1 1,0-1 0,0 0 0,-1 1-1,1-2 1,0 1 0,0 0 0,0-1 0,-1 0-1,1 0 1,0 0 0,-1 0 0,1 0-1,0-1 1,-1 0 0,0 1 0,1-1-1,-1-1 1,5-3 0,18-7-287</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22.357"/>
    </inkml:context>
    <inkml:brush xml:id="br0">
      <inkml:brushProperty name="width" value="0.035" units="cm"/>
      <inkml:brushProperty name="height" value="0.035" units="cm"/>
    </inkml:brush>
  </inkml:definitions>
  <inkml:trace contextRef="#ctx0" brushRef="#br0">329 376 1896,'-6'-1'381,"0"0"0,0 1-1,0-1 1,0 2 0,0-1 0,0 1-1,0-1 1,0 2 0,-11 3-1,-54 23 892,51-19-893,-14 7 155,-48 30 1,76-42-486,0 1 1,1-1-1,-1 1 0,1 0 1,-5 8-1,5-8-7,5-4-36,-1 0 1,0-1-1,1 1 1,-1 0-1,0 0 1,1-1 0,-1 1-1,1 0 1,-1 0-1,1 0 1,0 0-1,-1 0 1,1 0 0,0 0-1,-1-1 1,1 1-1,0 2 1,0-2-4,1-1 0,-1 0 0,0 1 1,0-1-1,1 0 0,-1 1 0,0-1 0,1 0 0,-1 0 1,0 1-1,1-1 0,-1 0 0,0 0 0,1 0 0,-1 1 1,1-1-1,-1 0 0,0 0 0,1 0 0,-1 0 1,1 0-1,-1 0 0,1 0 0,-1 0 0,0 0 0,1 0 1,0 0-1,4 0 17,0-1 0,0 0 1,0 0-1,0 0 0,0-1 1,8-4-1,37-20 113,0-3 1,88-69-1,-119 82-114,0-1 1,-2-2-1,0 1 0,-1-2 0,-1 0 1,-1-1-1,-1 0 0,-1-1 1,-1-1-1,0 0 0,-2 0 0,12-46 1,-8 14-34,-15 43-39,-5 13-9,-9 14-36,3 5 69,2 2-1,0-1 1,0 1 0,2 1 0,-8 29-1,-3 6 71,-62 165 222,78-214-240,1 0 1,1 0-1,-1 0 0,1 0 0,1 1 1,0-1-1,0 0 0,2 18 0,-1-25-35,0-1-1,1 0 0,-1 1 1,1-1-1,0 1 0,-1-1 0,1 0 1,0 1-1,0-1 0,0 0 0,0 0 1,0 0-1,0 1 0,0-1 1,0 0-1,0-1 0,1 1 0,-1 0 1,0 0-1,1 0 0,-1-1 1,0 1-1,1-1 0,-1 1 0,1-1 1,-1 1-1,1-1 0,-1 0 0,1 0 1,-1 0-1,1 0 0,-1 0 1,4 0-1,4-2-274,0 1 0,-1-1 0,1 0-1,12-6 1,-17 7 126,58-22-688</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22.806"/>
    </inkml:context>
    <inkml:brush xml:id="br0">
      <inkml:brushProperty name="width" value="0.035" units="cm"/>
      <inkml:brushProperty name="height" value="0.035" units="cm"/>
    </inkml:brush>
  </inkml:definitions>
  <inkml:trace contextRef="#ctx0" brushRef="#br0">117 275 2144,'-94'155'4429,"92"-150"-4328,-1 1-1,1-1 1,0 1 0,0 0-1,-1 10 1,-3 7 460,4-30 218,3-13-515,9-14-207,1 0 0,2 0 0,1 1 0,1 1 0,2 0 0,2 1 0,30-39 0,30-21-52,-68 79-12,1 2 0,0-1 0,0 2 0,1-1-1,22-11 1,-34 21 5,1-1-1,-1 0 1,0 0-1,1 1 0,-1-1 1,1 1-1,-1-1 1,1 1-1,-1 0 0,1-1 1,-1 1-1,1 0 1,-1 0-1,1 0 1,-1 0-1,1 1 0,-1-1 1,1 0-1,-1 1 1,1-1-1,-1 0 0,1 1 1,1 1-1,-2-1 1,0 0-1,1 1 0,-1-1 0,0 0 1,0 1-1,0 0 0,0-1 0,0 1 1,0 0-1,0-1 0,-1 1 0,1 0 1,-1 0-1,1 0 0,-1 0 0,1 1 0,-1 4-1,1 0 0,-1 0 0,0 0 0,-1 0 0,0 0 0,0 0 0,0 0 0,-1-1 0,-3 10 0,0-6 4,-1-1 0,0 1-1,-1-2 1,1 1 0,-2-1 0,1 0 0,-1 0-1,0-1 1,-17 11 0,-8 4-36,-47 22 0,75-41 22,-10 3-452,15-6 459,0 0-1,-1 0 0,1 0 0,0-1 0,0 1 0,0 0 0,-1 0 0,1 0 0,0 0 0,0-1 0,0 1 0,0 0 0,0 0 0,0 0 0,-1-1 0,1 1 0,0 0 0,0 0 0,0 0 0,0-1 0,0 1 0,0 0 0,0 0 0,0-1 0,0 1 1,0 0-1,0 0 0,0-1 0,0 1 0,0 0 0,0-1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23.193"/>
    </inkml:context>
    <inkml:brush xml:id="br0">
      <inkml:brushProperty name="width" value="0.035" units="cm"/>
      <inkml:brushProperty name="height" value="0.035" units="cm"/>
    </inkml:brush>
  </inkml:definitions>
  <inkml:trace contextRef="#ctx0" brushRef="#br0">23 236 2032,'-1'1'109,"0"-1"0,1 0 0,-1 0 0,0 0 0,0 0 0,1 0 0,-1 0-1,0 0 1,0 0 0,1 0 0,-1 0 0,0 0 0,0-1 0,1 1 0,-1 0-1,0-1 1,1 1 0,-1 0 0,0-1 0,1 1 0,-1-1 0,0 1 0,1-1-1,-1 1 1,1-1 0,-1 1 0,1-1 0,-1 1 0,1-1 0,0 0 0,-1 1 0,1-1-1,0 0 1,-1 1 0,1-1 0,0 0 0,0 0 0,0 1 0,0-1 0,-1 0-1,1 0 1,0 1 0,0-1 0,0 0 0,1 0 0,-1 1 0,0-1 0,0 0-1,1-1 1,0-4 22,0 0-1,0 0 1,1 0-1,0 0 1,2-6-1,3-3-31,1 0 0,0 0 0,1 1 0,20-25-1,-22 31-257,1 0-1,-1 1 1,2 0-1,-1 1 0,0 0 1,1 0-1,0 0 1,1 2-1,9-5 1,-17 8 48,-1 0 0,1 0 1,0 1-1,-1-1 1,1 1-1,0-1 1,-1 1-1,1 0 1,0-1-1,0 1 1,-1 0-1,1 0 0,0 0 1,0 1-1,-1-1 1,1 0-1,2 1 1,-3 0 47,1 1 1,-1-1-1,0 0 0,1 1 1,-1-1-1,0 1 1,0 0-1,0-1 0,0 1 1,-1 0-1,1-1 0,0 1 1,-1 0-1,1 0 1,-1 0-1,0-1 0,1 4 1,0 7-66,0-1 1,-1 1-1,0 13 0,0 35 21,1-56 105,-1 0 1,1 0-1,0 0 1,0-1-1,0 1 0,1-1 1,-1 1-1,1-1 1,0 1-1,0-1 0,0 0 1,4 5-1,-5-7 3,1 0 1,-1 0-1,1 0 0,0 0 1,-1 0-1,1 0 0,0-1 0,-1 1 1,1-1-1,0 1 0,0-1 1,-1 1-1,1-1 0,0 0 0,0 0 1,0 0-1,0 0 0,1-1 1,-1 1 2,-1 0 0,0 0 1,0 0-1,0 0 1,0-1-1,1 1 0,-1 0 1,0-1-1,0 1 1,0-1-1,0 1 0,0-1 1,0 0-1,0 1 1,0-1-1,0 0 0,0 0 1,-1 0-1,1 0 1,0 0-1,0 1 0,-1-1 1,1-1-1,-1 1 1,1 0-1,-1 0 0,1 0 1,0-2-1,1-51 47,-1 23-245,3-13 72</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23.567"/>
    </inkml:context>
    <inkml:brush xml:id="br0">
      <inkml:brushProperty name="width" value="0.035" units="cm"/>
      <inkml:brushProperty name="height" value="0.035" units="cm"/>
    </inkml:brush>
  </inkml:definitions>
  <inkml:trace contextRef="#ctx0" brushRef="#br0">1 102 1384,'4'-28'1217,"4"4"-9,7 3-400,-7 5-224,0 8-448,-5 3-88,6 9-8,2 2 8,2 3-472,3 3-504,-6 7 584</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23.930"/>
    </inkml:context>
    <inkml:brush xml:id="br0">
      <inkml:brushProperty name="width" value="0.035" units="cm"/>
      <inkml:brushProperty name="height" value="0.035" units="cm"/>
    </inkml:brush>
  </inkml:definitions>
  <inkml:trace contextRef="#ctx0" brushRef="#br0">47 155 2361,'-3'4'449,"-3"2"428,-1 2 1,1-1-1,1 1 0,-9 15 0,13-22-836,0 1-1,1-1 0,-1 1 1,1 0-1,-1-1 0,1 1 1,-1 0-1,1-1 0,0 1 1,0 0-1,0 0 1,0-1-1,0 1 0,0 0 1,0-1-1,0 1 0,1 0 1,-1 0-1,1-1 0,0 1 1,-1-1-1,1 1 1,0-1-1,0 1 0,0-1 1,0 1-1,0-1 0,0 0 1,0 1-1,0-1 0,1 0 1,-1 0-1,3 2 0,1 0-16,0 0-1,0-1 0,0 1 0,1-1 0,-1 0 0,1-1 0,0 1 0,0-1 1,-1 0-1,1 0 0,0-1 0,8 0 0,-10 0 5,1 0 1,-1-1-1,1 1 0,-1-1 1,1 0-1,-1-1 0,0 1 0,1-1 1,-1 0-1,0 0 0,0 0 1,0 0-1,0-1 0,-1 1 0,1-1 1,5-6-1,-3 2-2,-4 5-23,0-1 0,1 0-1,-1 1 1,1 0 0,0-1 0,0 1 0,-1 0 0,2 0-1,-1 1 1,0-1 0,5-1 0,95-48 38,-102 50-35,0 1 0,0-1-1,0 1 1,0-1 0,0 0-1,0 1 1,0-1 0,0 0-1,0 0 1,0 0 0,0 0-1,0 0 1,-1 0 0,1 0-1,0 0 1,-1 0 0,1 0-1,-1 0 1,1 0 0,-1 0-1,0 0 1,1 0 0,-1-1-1,0 1 1,0 0-1,0 0 1,0 0 0,0-1-1,0 1 1,0 0 0,0 0-1,0-1 1,0 1 0,-1-1-1,0 0-19,1-1-1,0 1 1,0 0-1,-1 0 1,2 0-1,-1 0 1,0 0-1,0 0 1,1 0-1,-1 0 1,1 0-1,0-3 1,0 5 16,-1-1 0,1 1 0,-1-1 0,1 1 0,-1-1 0,1 1 0,0-1 0,-1 1 0,1 0 0,0-1 0,-1 1 0,1 0 0,0-1 0,-1 1 0,1 0 0,0 0 0,0 0 0,-1 0 0,2 0 0,0 0 1,-1 0-1,0 0 1,0-1 0,0 1-1,0 0 1,0 0 0,0-1 0,0 1-1,0 0 1,0-1 0,-1 1-1,1-1 1,0 1 0,0-1 0,0 0-1,0 1 1,-1-1 0,1 0-1,0 0 1,0 1 0,-1-1 0,1 0-1,-1 0 1,2-1 0,-2 0-3,4-6 4,-1 1 0,0-1 0,-1 0 0,1 0 0,1-16 0,-4 23 3,0 0-1,-1 0 1,1 1 0,0-1 0,0 0 0,-1 0-1,1 1 1,-1-1 0,1 0 0,0 0 0,-1 1 0,0-1-1,1 1 1,-1-1 0,1 0 0,-1 1 0,0-1-1,1 1 1,-1-1 0,0 1 0,1 0 0,-1-1-1,0 1 1,0 0 0,1-1 0,-1 1 0,0 0 0,0 0-1,0 0 1,0 0 0,1 0 0,-1 0 0,0 0-1,0 0 1,0 0 0,0 0 0,1 0 0,-1 0 0,-1 1-1,-32 7 371,28-5-335,-1 0-1,1 1 1,0 0-1,0 0 1,0 0-1,1 1 1,-1-1-1,1 1 1,0 1-1,0-1 1,1 1-1,-5 6 1,4-4-42,0 1 0,1 0 1,0 0-1,0 0 0,1 0 1,0 1-1,0-1 1,-1 15-1,3-21-1,1 0 0,0 0 0,0 0 0,0 0 0,0 1 0,0-1 0,1 0 0,0 0 0,-1 0-1,1 0 1,0 0 0,0 0 0,1 0 0,-1-1 0,1 1 0,-1 0 0,1-1 0,4 5 0,-3-3 9,1-1 0,1 1 1,-1-1-1,0-1 0,1 1 0,-1-1 1,1 1-1,0-1 0,0 0 0,7 1 0,8 1-23,0-1-1,1 0 0,-1-2 1,34-1-1,43-7-513,19-1 227</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29.683"/>
    </inkml:context>
    <inkml:brush xml:id="br0">
      <inkml:brushProperty name="width" value="0.035" units="cm"/>
      <inkml:brushProperty name="height" value="0.035" units="cm"/>
    </inkml:brush>
  </inkml:definitions>
  <inkml:trace contextRef="#ctx0" brushRef="#br0">11 223 1328,'54'-136'970,"-26"79"215,-25 53-1009,-1 1 0,1 0 1,-1-1-1,1 2 0,0-1 0,0 0 1,5-3-1,-8 6-160,1 0 0,-1 0 0,0 0-1,0-1 1,1 1 0,-1 0 0,0 0 0,0 0-1,1 0 1,-1 0 0,0 0 0,1 0 0,-1 0 0,0 0-1,1-1 1,-1 1 0,0 0 0,1 1 0,-1-1-1,0 0 1,0 0 0,1 0 0,-1 0 0,0 0 0,1 0-1,-1 0 1,0 0 0,0 0 0,1 1 0,-1-1 0,0 0-1,0 0 1,1 0 0,-1 1 0,0-1 0,0 0-1,1 0 1,-1 1 0,0-1 0,0 0 0,0 0 0,0 1-1,0-1 1,1 0 0,-1 1 0,0-1 0,0 0-1,0 0 1,0 1 0,0-1 0,0 0 0,0 1 0,0-1-1,0 0 1,0 1 0,0-1 0,0 0 0,0 1 0,0-1-1,-1 0 1,1 1 0,-1 22 248,1-22-243,-8 42 304,-2 0 0,-23 63 1,2-11-157,24-70-122,-3 6 111,2 0 0,1 1 0,1-1 0,1 1 0,1 34 0,4-64-182,0 0 1,0-1-1,0 1 0,0 0 1,0-1-1,1 1 0,-1 0 0,1-1 1,-1 1-1,1-1 0,0 1 1,-1-1-1,1 1 0,0-1 0,0 1 1,0-1-1,2 2 0,7-5-206</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0.054"/>
    </inkml:context>
    <inkml:brush xml:id="br0">
      <inkml:brushProperty name="width" value="0.035" units="cm"/>
      <inkml:brushProperty name="height" value="0.035" units="cm"/>
    </inkml:brush>
  </inkml:definitions>
  <inkml:trace contextRef="#ctx0" brushRef="#br0">80 1 1536,'-5'45'849,"-5"18"-105,6 22-56,-14 4-144,1-3-120,4-13-168,2-20-16,9-20 24,5-3 32,10-17 48,-2-5-320,-4-7 24</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0.469"/>
    </inkml:context>
    <inkml:brush xml:id="br0">
      <inkml:brushProperty name="width" value="0.035" units="cm"/>
      <inkml:brushProperty name="height" value="0.035" units="cm"/>
    </inkml:brush>
  </inkml:definitions>
  <inkml:trace contextRef="#ctx0" brushRef="#br0">45 13 1056,'-2'0'512,"5"-2"-112,10 2 73,11-1 63,19 1-80,3-2-120,10-1-184,3 0-16,4 3 24,6 0 32,-10-2 32,-3 5-96,-18-4-72</inkml:trace>
  <inkml:trace contextRef="#ctx0" brushRef="#br0" timeOffset="1">0 174 1680,'5'1'753,"6"-1"-257,18 0-288,22 0-72,4-6 24,22-1 32,9-4 24,6 3 72,8-1 24,-12-4-192</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1.637"/>
    </inkml:context>
    <inkml:brush xml:id="br0">
      <inkml:brushProperty name="width" value="0.035" units="cm"/>
      <inkml:brushProperty name="height" value="0.035" units="cm"/>
    </inkml:brush>
  </inkml:definitions>
  <inkml:trace contextRef="#ctx0" brushRef="#br0">195 317 1112,'0'-1'36,"0"1"-1,0 0 1,-1 0-1,1 0 1,0-1-1,0 1 0,0 0 1,0 0-1,-1 0 1,1-1-1,0 1 1,0 0-1,-1 0 1,1 0-1,0 0 0,0 0 1,-1 0-1,1 0 1,0-1-1,0 1 1,-1 0-1,1 0 1,0 0-1,0 0 1,-1 0-1,1 0 0,0 0 1,0 0-1,-1 0 1,1 0-1,0 1 1,0-1-1,-1 0 1,1 0-1,0 0 1,0 0-1,-1 0 0,1 0 1,0 0-1,0 1 1,-1-1-1,-2 1 107,-1 0-79,0 0 0,0 0-1,0 1 1,0 0 0,0-1-1,-5 5 1,-18 10 223,1 2 0,-44 39 0,67-55-276,1 0 0,0 1 0,0-1 1,0 0-1,0 1 0,1-1 0,-1 1 1,1 0-1,-1 0 0,1-1 0,0 1 1,0 0-1,0 0 0,1 0 0,-1 0 0,0 0 1,1 0-1,0 6 0,0-8-5,0-1-1,0 1 0,0-1 0,0 1 1,0 0-1,0-1 0,0 1 0,0-1 1,0 1-1,1 0 0,-1-1 0,0 1 1,0-1-1,0 1 0,1-1 1,-1 1-1,0-1 0,1 1 0,-1-1 1,1 1-1,-1-1 0,0 1 0,1-1 1,-1 0-1,1 1 0,-1-1 1,1 0-1,-1 1 0,1-1 0,1 1 1,0-1 10,0 1 1,0-1-1,1 0 1,-1 0 0,0 0-1,0 0 1,1 0-1,3-1 1,44-14 175,-48 14-187,23-9 62,0-1-1,28-17 0,-45 23-50,0 0 0,0 0 0,-1-1 0,1-1 0,-1 1 0,-1-1 0,1 0 0,-1 0 0,9-16 0,-15 22-13,1 1 0,-1-1 0,0 1 0,1 0 1,-1-1-1,0 1 0,0-1 0,1 0 0,-1 1 0,0-1 1,0 1-1,0-1 0,0 1 0,0-1 0,0 1 0,0-1 1,0 0-1,0 1 0,0-1 0,0 1 0,0-1 0,-1 1 1,1-1-1,0 1 0,0-1 0,0 1 0,-1-2 1,7 6 32,4 2 42,-10-6-30,0 1 1,1-1-1,-1 1 0,0-1 0,1 1 1,-1-1-1,1 0 0,-1 1 0,1-1 1,-1 0-1,0 1 0,1-1 1,-1 0-1,1 0 0,-1 1 0,1-1 1,0 0-1,-1 0 0,1 0 0,-1 0 1,1 0-1,-1 0 0,1 0 1,-1 0-1,1 0 0,0 0 0,-1 0 1,1 0-1,-1 0 0,1 0 0,-1 0 1,1-1-1,-1 1 0,1 0 1,-1 0-1,1-1 0,-1 1 0,1 0 1,-1-1-1,0 1 0,1 0 0,-1-1 1,1 1-1,0-1 0,26-43 700,-19 33-658,-1-1 0,0 0 1,-1 0-1,0-1 0,6-17 0,-4 6-13,0 0 0,2 1-1,26-43 1,-33 61-67,0-1-1,1 1 0,0 0 1,0 0-1,1 0 0,0 1 1,-1 0-1,1-1 0,1 2 1,-1-1-1,0 0 0,1 1 1,0 0-1,0 1 1,0-1-1,0 1 0,0 0 1,0 1-1,1-1 0,8 0 1,-11 2-59,0 0 0,0 1 0,0-1 0,0 1 0,0-1 0,0 1 0,-1 1 1,1-1-1,0 0 0,-1 1 0,1 0 0,-1 0 0,1 0 0,-1 0 0,0 1 0,0-1 1,0 1-1,0-1 0,4 7 0,0 1-620,0 1-1,-1-1 1,0 1 0,8 22 0,0 4-465</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2.389"/>
    </inkml:context>
    <inkml:brush xml:id="br0">
      <inkml:brushProperty name="width" value="0.035" units="cm"/>
      <inkml:brushProperty name="height" value="0.035" units="cm"/>
    </inkml:brush>
  </inkml:definitions>
  <inkml:trace contextRef="#ctx0" brushRef="#br0">248 270 1848,'30'49'1822,"-32"-51"-1744,-1-1-1,1 1 1,-1 0-1,1-1 1,-1 1-1,0 0 1,1 1-1,-1-1 1,0 0-1,0 1 1,-1 0-1,1-1 1,0 1-1,0 1 1,-1-1-1,1 0 1,0 1-1,-1-1 1,1 1-1,0 0 1,-1 0-1,1 1 1,0-1-1,-6 2 1,0 2-45,0 0 1,0 1 0,0 0 0,1 0-1,-1 1 1,-11 11 0,-9 5 134,11-10-97,6-4-8,0 0 0,-15 15 0,24-21-55,1 0 1,0 0 0,0 1 0,0-1 0,0 1 0,0-1 0,1 1 0,-1 0 0,1-1 0,0 1 0,-1 0 0,1 0-1,1 0 1,-1 0 0,0 0 0,1 0 0,-1 4 0,1-5-2,1 0 0,-1-1 0,1 1 1,-1 0-1,1 0 0,0-1 0,-1 1 0,1 0 0,0-1 0,0 1 1,0-1-1,0 1 0,0-1 0,1 0 0,-1 1 0,0-1 0,1 0 0,-1 0 1,1 0-1,-1 0 0,1 0 0,-1 0 0,1-1 0,0 1 0,-1 0 0,1-1 1,0 1-1,0-1 0,0 0 0,2 1 0,4 0 34,0 0 0,0-1-1,0 1 1,0-2 0,12-1-1,-6-1 21,0 0-1,0-2 0,-1 1 0,1-2 0,17-9 0,61-42 156,-59 36-148,-20 12-47,0-1 1,0-1-1,-1 0 1,0-1 0,-1 0-1,0-1 1,-1 0-1,-1-1 1,9-15 0,2-9 16,-2-1 0,16-49 0,-30 80-34,-1-1 0,-1 1 0,1-1 0,-2 0-1,1 0 1,0-11 0,-2 19-6,0 1 1,0-1-1,0 1 1,0-1-1,0 1 1,0-1-1,0 0 1,0 1-1,0-1 0,0 1 1,0-1-1,-1 1 1,1-1-1,0 1 1,0-1-1,-1 1 1,1-1-1,0 1 1,-1-1-1,1 1 0,0 0 1,-1-1-1,1 1 1,-1-1-1,1 1 1,0 0-1,-1-1 1,1 1-1,-1 0 0,1 0 1,-1 0-1,1-1 1,-1 1-1,0 0 1,1 0-1,-1 0 1,1 0-1,-1 0 0,1 0 1,-1 0-1,1 0 1,-1 0-1,0 0 1,1 0-1,-1 0 1,1 0-1,-1 0 1,1 1-1,-1-1 0,1 0 1,-1 0-1,1 1 1,-1-1-1,1 0 1,-1 1-1,1-1 1,0 0-1,-1 1 0,1-1 1,-1 1-1,-10 11-34,1 0 1,1 0-1,0 1 0,0 0 0,1 0 0,-7 17 0,3-6-1,-10 13-16,-23 47-37,41-75 81,0 1-1,1 0 1,0 0-1,1 0 1,-1 0-1,0 20 1,3-26 8,0-1 0,0 0 0,0 1 0,1-1 0,0 1 0,-1-1 0,1 0 0,0 0 0,1 1 0,-1-1 0,0 0-1,1 0 1,0 0 0,0 0 0,0-1 0,3 5 0,-1-3 4,0-1 0,1 1-1,-1-1 1,1 0-1,-1-1 1,1 1 0,0-1-1,0 0 1,9 3-1,1-1 18,1-1-1,0-1 0,1 0 0,-1-1 0,0-1 0,19-2 1,-7 0 24,1-1 1,-1-2-1,0 0 1,0-2-1,0-2 0,29-12 1,-49 18-31,1-1 0,-1-1-1,0 0 1,-1 0 0,1 0 0,-1-1 0,0 0 0,0 0-1,-1-1 1,0 1 0,0-2 0,0 1 0,-1-1 0,0 1-1,-1-1 1,0-1 0,0 1 0,0-1 0,-1 1 0,-1-1-1,0 0 1,3-18 0,-5 24-12,0-1-1,0 1 0,0 0 1,0-1-1,0 1 1,-1-1-1,0 1 1,0 0-1,0-1 1,0 1-1,0 0 1,-1 0-1,1 0 1,-1 0-1,0 0 0,0 0 1,-3-4-1,3 6-6,1 0 0,0 0-1,-1 0 1,1 0 0,-1 0-1,1 0 1,-1 1 0,1-1-1,-1 0 1,1 1 0,-1-1-1,0 1 1,1 0 0,-1 0-1,0-1 1,0 1 0,1 0 0,-1 1-1,0-1 1,1 0 0,-1 0-1,0 1 1,1-1 0,-1 1-1,0-1 1,1 1 0,-1 0-1,1-1 1,-1 1 0,1 0-1,0 0 1,-1 0 0,1 0-1,0 0 1,-1 1 0,0 1-1,-11 11-45,1 1 0,0 1 0,1 0 0,1 1 0,0 0 0,-8 22 0,14-30 47,0 0 0,1 1 0,0 0 0,0 0 0,1 0 0,0 0-1,1 0 1,0 0 0,1 0 0,0 1 0,2 15 0,-1-20 11,0-1 1,1 1-1,-1 0 0,1-1 0,0 0 1,1 1-1,-1-1 0,1 0 0,0 0 1,0 0-1,1 0 0,0-1 0,0 1 1,0-1-1,0 0 0,0 0 0,1-1 1,0 1-1,0-1 0,0 0 0,8 3 1,-7-3 13,0 0 0,1-1 0,0 0 0,0 0 0,-1-1 0,1 1 0,0-2 0,0 1 0,0-1 0,0 0 0,0 0 0,0-1 0,0 0 0,0 0 0,0-1 0,0 0 0,-1 0 0,1 0 0,-1-1 1,1 0-1,-1-1 0,0 1 0,10-8 0,-3 0 49,-1-1 1,0 0-1,-1 0 0,0-1 1,-1-1-1,0 0 1,-1 0-1,13-29 1,-2 0 147,53-102 300,-63 128-495,0 1 1,1 0 0,1 1-1,1 0 1,0 1-1,16-14 1,-22 22-17,1 1 1,-1 0-1,1 1 1,0 0-1,0 0 1,0 1-1,0 0 0,1 0 1,-1 0-1,1 1 1,13-1-1,-17 3-19,0-1 0,1 1 0,-1 1 0,0-1 0,0 1 1,0 0-1,1 0 0,-1 0 0,0 0 0,-1 1 0,1 0 0,0 0 0,0 1 0,-1-1 0,1 1 0,-1 0 0,0 0 0,0 0 1,0 1-1,4 4 0,-6-6-58,-1 0 1,1 0-1,-1 0 1,1 0-1,-1 0 1,0 0-1,0 1 1,0-1-1,0 0 1,0 4 0,0-2-6,-1 1 1,0-1-1,-1 0 1,1 0-1,-2 7 1</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2.774"/>
    </inkml:context>
    <inkml:brush xml:id="br0">
      <inkml:brushProperty name="width" value="0.035" units="cm"/>
      <inkml:brushProperty name="height" value="0.035" units="cm"/>
    </inkml:brush>
  </inkml:definitions>
  <inkml:trace contextRef="#ctx0" brushRef="#br0">37 138 1744,'-36'0'945,"37"0"335,25-3-208,53 3-56,29-10 113,60-11-329,29 2-208,40-13-96,21 4-64,18 13-88,-2 6-56,-12 18-64,-5 9 24,-12 10 8,2 11-352,-18-9 96</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3.261"/>
    </inkml:context>
    <inkml:brush xml:id="br0">
      <inkml:brushProperty name="width" value="0.035" units="cm"/>
      <inkml:brushProperty name="height" value="0.035" units="cm"/>
    </inkml:brush>
  </inkml:definitions>
  <inkml:trace contextRef="#ctx0" brushRef="#br0">236 156 1616,'-40'-148'865,"32"140"-121,-4 18-520,-6 6-72,-7 20 80,-4 4 64,-5 14 0,6 10-48,4 8-72,6-1-16,18-7 48,4-13 56,23-43 40,9-11-176,12-43-1520,6-20 1040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3.667"/>
    </inkml:context>
    <inkml:brush xml:id="br0">
      <inkml:brushProperty name="width" value="0.035" units="cm"/>
      <inkml:brushProperty name="height" value="0.035" units="cm"/>
    </inkml:brush>
  </inkml:definitions>
  <inkml:trace contextRef="#ctx0" brushRef="#br0">1 0 776,'7'23'415,"-1"0"0,-1 0 0,-1 0 0,-1 1 0,-1 0 0,-2 42 0,0-59-343,-1 3 12,1 1-1,0-1 1,1 0 0,2 11-1,-3-20-63,1 0 0,-1 1 0,0-1-1,1 1 1,-1-1 0,1 0 0,-1 1-1,1-1 1,-1 0 0,1 1 0,0-1-1,0 0 1,0 0 0,0 0 0,0 0-1,0 0 1,0 0 0,0 0 0,0 0-1,0 0 1,0 0 0,1-1 0,-1 1 0,0 0-1,0-1 1,1 1 0,-1-1 0,1 1-1,-1-1 1,0 0 0,1 0 0,-1 0-1,1 1 1,-1-1 0,1-1 0,1 1-1,4-2-17,1-1-1,-1 1 0,0-1 0,0-1 0,0 0 1,0 0-1,0 0 0,-1 0 0,0-1 0,6-6 0,-5 5-198,1-1 0,0 1-1,0 1 1,0-1 0,1 2-1,0-1 1,10-3 0,8 1 31,1 1 1,42-3-1,-52 8 113,44-5-5</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4.072"/>
    </inkml:context>
    <inkml:brush xml:id="br0">
      <inkml:brushProperty name="width" value="0.035" units="cm"/>
      <inkml:brushProperty name="height" value="0.035" units="cm"/>
    </inkml:brush>
  </inkml:definitions>
  <inkml:trace contextRef="#ctx0" brushRef="#br0">184 126 1328,'-16'-4'912,"23"-3"-103,5-1-233,28-1-152,13-2 8,31 3 88,13-2 16,23 2-208,21-1-88,18-4-8,-1-1 24,-5 1-400,-22 3-632,-58 9 512</inkml:trace>
  <inkml:trace contextRef="#ctx0" brushRef="#br0" timeOffset="1">284 147 504,'-125'18'576,"40"2"368,33 1-39,31-7-121,23 4-192,34-10-248,25 0-24,45-8 64,27-5-40,50-20-64,17-9-272,36-10 32</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5.044"/>
    </inkml:context>
    <inkml:brush xml:id="br0">
      <inkml:brushProperty name="width" value="0.035" units="cm"/>
      <inkml:brushProperty name="height" value="0.035" units="cm"/>
    </inkml:brush>
  </inkml:definitions>
  <inkml:trace contextRef="#ctx0" brushRef="#br0">82 145 1440,'-3'-9'2296,"6"29"-838,1-1-1278,0 1-1,-1-1 0,-1 1 0,-1 0 0,-1 0 1,-1-1-1,-4 28 0,2-22 25,-2 0 1,-9 31-1,11-47-70,1-1 1,-2 0-1,1 0 1,-1-1-1,-1 1 1,1-1 0,-1 0-1,-1 0 1,1 0-1,-11 9 1,15-16-105,1 0 0,-1-1 1,1 1-1,-1 0 1,1 0-1,0-1 0,-1 1 1,1 0-1,-1-1 1,1 1-1,0 0 0,-1-1 1,1 1-1,0 0 0,-1-1 1,1 1-1,0-1 1,0 1-1,0-1 0,-1 1 1,1-1-1,0 1 1,0-1-1,0 1 0,0-1 1,0 1-1,0-1 1,0 1-1,0-1 0,0 1 1,0-1-1,0 0 1,-3-21 220,3 8-189,1 0-1,0-1 0,1 1 0,1 0 0,0 0 0,9-25 0,4-1-35,20-37 1,-24 55-21,0 0 1,2 1 0,1 0-1,33-35 1,-34 42-9,0 1 0,1 1 0,0 0 1,1 1-1,0 1 0,1 0 0,19-8 0,-32 17 0,-1-1-1,1 1 0,-1 0 1,1 0-1,0 0 0,-1 1 1,7-1-1,-9 1 2,0 0 0,0 0 0,0 0 0,0 0 1,-1 1-1,1-1 0,0 0 0,0 1 0,0-1 0,0 0 0,-1 1 1,1-1-1,0 1 0,0 0 0,-1-1 0,1 1 0,0-1 1,-1 1-1,1 0 0,-1-1 0,1 1 0,-1 0 0,1 0 0,-1 0 1,1-1-1,-1 1 0,0 0 0,0 0 0,1 0 0,-1 0 0,0 0 1,0 0-1,0-1 0,0 1 0,0 0 0,0 0 0,0 0 0,0 1 1,-1 7-2,0-1 1,0 1 0,-1-1-1,0 1 1,-1-1 0,0 0 0,-6 14-1,-35 56 15,34-62-6,-56 89 50,65-105-63,1 0 0,0 1 0,0-1 1,0 0-1,0 0 0,0 1 0,0-1 0,0 0 0,0 0 0,0 0 0,0 1 0,0-1 0,0 0 0,0 0 0,0 1 0,0-1 1,0 0-1,0 0 0,0 1 0,0-1 0,1 0 0,-1 0 0,0 0 0,0 1 0,0-1 0,0 0 0,0 0 0,1 0 0,-1 1 1,0-1-1,0 0 0,0 0 0,1 0 0,-1 0 0,0 0 0,0 1 0,0-1 0,1 0 0,-1 0 0,0 0 0,0 0 0,1 0 0,-1 0 1,0 0-1,0 0 0,1 0 0,-1 0 0,0 0 0,0 0 0,22 3-326,-3-1 127,32 16-141,-50-18 344,0 0 0,0 0 0,-1 0 0,1-1 0,0 1 0,-1 0 0,1 0 0,0-1 0,-1 1 0,1-1 0,0 1 0,-1 0 0,1-1-1,-1 1 1,1-1 0,-1 1 0,1-1 0,-1 0 0,1 1 0,-1-1 0,1 0 0,-1 1 0,0-1 0,1 0 0,-1 1 0,0-1 0,0 0 0,0 1 0,1-1 0,-1 0-1,0 0 1,0-1 0,4-32 94,-4 27-40,2-16 213,0-3-84,0-1 1,2 1-1,1 0 1,14-43-1,-17 64-177,0 0-1,1-1 1,-1 1-1,1 0 1,0 0 0,0 1-1,1-1 1,-1 1-1,1-1 1,0 1 0,0 0-1,1 1 1,-1-1-1,1 1 1,-1 0 0,1 0-1,0 0 1,1 0-1,-1 1 1,0 0-1,1 0 1,-1 1 0,1 0-1,-1-1 1,1 2-1,0-1 1,8 1 0,-10 0-12,1 0 0,-1 0 1,1 1-1,-1 0 0,0 0 0,1 0 1,-1 0-1,0 1 0,0 0 1,0-1-1,0 2 0,0-1 1,0 0-1,5 5 0,-4-2-43,0 0-1,0 0 0,-1 1 1,0 0-1,0 0 1,0 0-1,0 0 0,3 9 1,0 3-60,-1 1 1,-1 0-1,0 0 1,-2 1-1,3 31 1,-6-45 101,0 1 0,0-1 0,0 0-1,-3 13 1,3-18 9,0 0 0,0 0 0,-1 0 0,1 0 0,0 0 0,-1 0 0,1 0 0,0 0 0,-1 0-1,1 0 1,-1 0 0,0 0 0,1 0 0,-1-1 0,0 1 0,1 0 0,-1 0 0,0-1-1,0 1 1,0 0 0,0-1 0,0 1 0,0-1 0,0 1 0,0-1 0,0 1 0,0-1 0,0 0-1,0 1 1,0-1 0,0 0 0,0 0 0,0 0 0,0 0 0,0 0 0,0 0 0,0 0 0,0 0-1,-2-1 1,1 0 21,0 0-1,0-1 0,0 1 1,0 0-1,1-1 0,-1 0 1,0 1-1,1-1 0,-1 0 1,1 0-1,-1 0 0,1 0 1,0 0-1,0 0 0,0 0 1,0 0-1,0-1 0,0 1 1,0-4-1,-1-3 76,0 0 1,0 1-1,1-1 0,0-10 1,1 14-63,1-1 1,0 1-1,0 0 1,0 0-1,0-1 1,1 1 0,0 1-1,0-1 1,1 0-1,-1 0 1,4-4 0,1-1-20,0 1 1,1-1 0,15-13 0,-16 17-14,0 1 0,0 0 1,0 0-1,1 0 0,-1 1 0,1 0 0,0 0 0,9-2 0,-15 6 0,-1-1 0,1 1 0,-1 0 0,0-1 0,1 1 0,-1 0 0,1 0 0,-1 0-1,1 0 1,-1 1 0,1-1 0,-1 0 0,0 1 0,1-1 0,-1 1 0,1-1 0,-1 1 0,0-1 0,0 1 0,1 0 0,-1 0 0,1 1 0,1 1-62,0 0 1,-1 0-1,0 0 0,1 1 1,-1-1-1,2 5 1,10 14-1201,6-9-229,7-6 590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5.794"/>
    </inkml:context>
    <inkml:brush xml:id="br0">
      <inkml:brushProperty name="width" value="0.035" units="cm"/>
      <inkml:brushProperty name="height" value="0.035" units="cm"/>
    </inkml:brush>
  </inkml:definitions>
  <inkml:trace contextRef="#ctx0" brushRef="#br0">282 251 1296,'1'-1'67,"-1"0"-1,0 0 1,0 0 0,0 0-1,0 1 1,0-1-1,0 0 1,0 0 0,0 0-1,0 0 1,0 0-1,0 0 1,-1 0 0,1 0-1,0 1 1,-1-1-1,1 0 1,-1 0-1,1 0 1,-1 0 0,1 1-1,-1-1 1,1 0-1,-1 1 1,0-1 0,1 0-1,-1 1 1,0-1-1,0 1 1,1-1 0,-1 1-1,0 0 1,0-1-1,0 1 1,0 0 0,0-1-1,1 1 1,-1 0-1,0 0 1,0 0-1,0 0 1,0 0 0,0 0-1,0 0 1,-1 0-1,-5 0 166,0 1-1,1-1 0,-1 1 0,0 1 0,-9 2 1,1 2-54,0 0 0,1 1 0,0 1 1,0 0-1,0 1 0,1 1 0,0 0 1,1 1-1,1 0 0,-1 0 0,2 1 1,-1 1-1,2 0 0,-12 20 0,19-30-164,1-1 0,0 1 0,0 0 0,0 0 0,0 0 0,0 0 0,1 0 0,-1 0-1,1 0 1,0 0 0,0 0 0,0 0 0,0 0 0,0 0 0,1 0 0,-1 0 0,1 0-1,1 3 1,-1-3-2,1-1 0,-1 0 0,1 1 0,-1-1 0,1 0 0,0 0 0,0 0-1,0 0 1,0-1 0,1 1 0,-1 0 0,0-1 0,1 0 0,-1 1 0,1-1-1,-1 0 1,1 0 0,-1 0 0,1-1 0,3 1 0,4 1 19,0-1 1,0 0-1,1-1 0,-1-1 0,0 1 1,0-1-1,0-1 0,1 0 1,-2-1-1,1 1 0,0-2 1,-1 0-1,1 0 0,-1 0 0,0-1 1,16-12-1,8-9 61,0-1-1,52-57 1,-54 51-42,-7 10-33,-1-2-1,-2-1 0,0 0 0,-2-2 0,-1 0 1,24-51-1,-38 69-6,6-19-78,-10 29 67,0 0-1,0 0 1,0 0 0,0 0 0,0 0-1,0-1 1,0 1 0,0 0 0,0 0-1,0 0 1,0 0 0,0 0 0,0 0-1,0-1 1,0 1 0,-1 0 0,1 0-1,0 0 1,0 0 0,0 0 0,0 0-1,0 0 1,0 0 0,0 0 0,0-1-1,0 1 1,0 0 0,-1 0 0,1 0-1,0 0 1,0 0 0,0 0 0,0 0-1,0 0 1,0 0 0,-1 0 0,1 0-1,0 0 1,0 0 0,0 0 0,0 0-1,0 0 1,0 0 0,-1 0 0,1 0-1,0 0 1,0 0 0,0 0 0,0 0-1,0 0 1,0 0 0,0 0 0,-1 0-1,1 1 1,0-1 0,0 0-1,-17 13-79,-5 7-2,0 2 1,2 1-1,-23 31 0,36-45 75,1 1-1,-1 1 0,2-1 1,0 1-1,0 0 0,1 0 1,0 1-1,1-1 0,0 1 1,1 0-1,-2 19 0,4-26 17,1 0 0,-1 1 0,1-1 0,0 0 0,0 0 1,1 0-1,0 1 0,0-2 0,0 1 0,0 0 0,1 0 0,-1-1 0,6 7 0,-6-8 5,1 0 0,0-1 0,-1 1 0,1 0 0,0-1 0,0 0 1,0 0-1,1 0 0,-1 0 0,0 0 0,1-1 0,-1 0 0,1 1 0,0-1 0,-1-1 1,1 1-1,0 0 0,-1-1 0,8 0 0,-3-1-14,0 0 0,0-1 0,-1 0 0,1 0 0,0-1 0,-1 0 0,1 0 0,10-8 0,-2 2-196,-1-2 0,22-18 0,-36 28 164,1-1 1,-1 1-1,0-1 1,0 1-1,0-1 1,0 1-1,0-1 1,0 0-1,0 1 1,0-1-1,0 0 1,-1 0-1,1 1 1,-1-1-1,1 0 1,-1 0-1,0 0 1,0-3-1,0 4 28,0 1-1,0 0 0,0-1 1,0 1-1,0 0 0,-1-1 0,1 1 1,0 0-1,0-1 0,0 1 0,0 0 1,-1 0-1,1-1 0,0 1 1,0 0-1,-1 0 0,1-1 0,0 1 1,0 0-1,-1 0 0,1 0 0,0 0 1,-1-1-1,1 1 0,0 0 0,-1 0 1,1 0-1,0 0 0,-1 0 1,1 0-1,0 0 0,-1 0 0,1 0 1,0 0-1,-1 0 0,1 0 0,0 0 1,-1 0-1,-11 3-68,9-1 53,0 0 1,0-1-1,0 1 0,1 0 1,-1 1-1,1-1 0,-1 0 1,1 1-1,0-1 0,0 1 1,0 0-1,0 0 0,0 0 0,1 0 1,-3 5-1,-2 7 8,1 0 0,-3 17 0,4-16 58,2-7 10,0 0 0,1 0 0,0 0-1,0 14 1,1-22-45,0 0-1,0 0 1,0 1-1,0-1 1,0 0-1,0 0 1,1 0-1,-1 0 0,0 0 1,0 0-1,1 0 1,-1 0-1,1 0 1,-1 0-1,1-1 1,0 1-1,-1 0 0,1 0 1,0 0-1,-1-1 1,1 1-1,0 0 1,0-1-1,0 1 1,0 0-1,0-1 1,-1 1-1,1-1 0,0 0 1,0 1-1,0-1 1,0 0-1,0 1 1,1-1-1,-1 0 1,0 0-1,0 0 0,0 0 1,0 0-1,0 0 1,2-1-1,2 1 27,0-2 0,-1 1 0,1 0 0,0-1 0,0 0 0,0 0 0,7-4 0,6-7 35,-1-1 0,0-1 0,-1 0 0,0-1 0,15-21 1,-17 20-56,0 0 1,1 2 0,1 0 0,0 0 0,26-17 0,-38 30-30,-1 0 1,1 0 0,0 1 0,0-1 0,-1 1 0,1-1-1,6 0 1,-9 2 8,0 0-1,0 0 1,-1 0-1,1 0 1,0 0-1,-1 0 1,1 0-1,0 1 1,0-1-1,-1 0 0,1 0 1,0 1-1,-1-1 1,1 0-1,-1 1 1,1-1-1,0 1 1,-1-1-1,1 0 1,-1 1-1,1-1 1,-1 1-1,1 0 1,-1-1-1,0 1 1,1-1-1,-1 1 0,0 0 1,1-1-1,-1 1 1,0 0-1,0-1 1,1 1-1,-1 0 1,0 0-1,0-1 1,0 1-1,0 0 1,0-1-1,0 1 1,0 0-1,0 0 1,0-1-1,-1 1 0,1 0 1,0-1-1,-1 2 1,-12 71-28,7-48 119,-4 42-1,10-65-77,0-1 0,0 0 0,0 1 0,0-1-1,0 0 1,0 1 0,0-1 0,0 0 0,0 1 0,0-1 0,1 0-1,-1 0 1,1 1 0,-1-1 0,1 0 0,-1 0 0,1 0-1,0 1 1,-1-1 0,3 1 0,-2-1 12,1 0-1,0-1 1,-1 1 0,1-1 0,0 1-1,0-1 1,-1 0 0,1 0 0,0 0-1,0 0 1,0 0 0,-1 0 0,1 0-1,0-1 1,2 0 0,4-1-146,0 0 0,-1-1 1,1-1-1,0 1 0,-1-1 1,0 0-1,0-1 0,11-8 1,-10 6-850,1 1 1,0 0-1,0 1 1,17-7-1,-5 4-156</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6.177"/>
    </inkml:context>
    <inkml:brush xml:id="br0">
      <inkml:brushProperty name="width" value="0.035" units="cm"/>
      <inkml:brushProperty name="height" value="0.035" units="cm"/>
    </inkml:brush>
  </inkml:definitions>
  <inkml:trace contextRef="#ctx0" brushRef="#br0">286 8 1656,'-4'-1'140,"0"-1"-1,0 1 1,0 0-1,0 0 0,0 1 1,-1-1-1,1 1 1,0 0-1,0 0 0,0 0 1,-1 1-1,1-1 1,0 1-1,-5 1 0,1 1 46,0 0 0,-1 0 0,1 0-1,1 1 1,-14 8 0,5 1 483,0 0 1,-21 24-1,28-27-433,-2 1 7,0 1-1,2 1 1,-1 0-1,-7 14 1,14-21-202,0-1-1,0 1 1,1-1-1,0 1 1,0 0-1,0 0 1,1 0-1,-1 0 1,1 0 0,1 1-1,-1-1 1,1 0-1,1 7 1,0-9-26,0-1-1,0 0 1,0 0-1,0 0 1,1 0 0,-1 0-1,1-1 1,0 1 0,0 0-1,0-1 1,0 1-1,0-1 1,1 0 0,-1 1-1,1-1 1,-1-1 0,1 1-1,0 0 1,0 0 0,0-1-1,0 0 1,0 1-1,0-1 1,0-1 0,0 1-1,0 0 1,4 0 0,9 1 3,1-1 1,-1 0-1,1-1 1,16-2-1,2-3-544,-1-1-1,0-1 0,0-2 0,-1-1 0,0-2 1,-1-2-1,39-21 0,-13-2-336</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6.565"/>
    </inkml:context>
    <inkml:brush xml:id="br0">
      <inkml:brushProperty name="width" value="0.035" units="cm"/>
      <inkml:brushProperty name="height" value="0.035" units="cm"/>
    </inkml:brush>
  </inkml:definitions>
  <inkml:trace contextRef="#ctx0" brushRef="#br0">389 0 1136,'-10'6'341,"0"0"-1,1 0 1,-1 1 0,1 0-1,1 0 1,-1 1-1,1 0 1,1 1-1,0 0 1,0 0-1,-9 15 1,-4 12 1355,-29 71 0,21-30-978,4 2 0,-22 124 0,44-166-694,2-35-159,0-19-97,-2-5 67,-1 1-1,0-1 0,-14-38 0,-28-62 76,25 72 108,18 45-12,-2-3 23,1 1 0,0-1 1,1-1-1,0 1 1,-2-13-1,4 18-18,0 1 0,1 0 0,-1 0 1,0-1-1,1 1 0,-1 0 0,1 0 0,-1-1 1,1 1-1,0 0 0,0 0 0,0 0 0,0 0 0,1 0 1,-1 0-1,0 0 0,1 1 0,-1-1 0,1 0 0,0 1 1,0 0-1,-1-1 0,1 1 0,0 0 0,3-2 1,1 0 12,1 0 1,0 0 0,1 0 0,-1 1-1,0 0 1,1 1 0,8-2 0,59 1 79,-73 2-102,97 2 96,106 19 1,97 31-2,-132-14-229,-25 4 64</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6.932"/>
    </inkml:context>
    <inkml:brush xml:id="br0">
      <inkml:brushProperty name="width" value="0.035" units="cm"/>
      <inkml:brushProperty name="height" value="0.035" units="cm"/>
    </inkml:brush>
  </inkml:definitions>
  <inkml:trace contextRef="#ctx0" brushRef="#br0">85 190 5377,'-75'5'1817,"65"12"-1545,39 3 208,89-6 304,47-5 128,101-13-56,49-12-216,83-21-304,40-1-39,40-19-49,25 6-24,2 19-88,-7 13-304,-18 44-1345,-39 9 1049</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7.778"/>
    </inkml:context>
    <inkml:brush xml:id="br0">
      <inkml:brushProperty name="width" value="0.035" units="cm"/>
      <inkml:brushProperty name="height" value="0.035" units="cm"/>
    </inkml:brush>
  </inkml:definitions>
  <inkml:trace contextRef="#ctx0" brushRef="#br0">355 30 1224,'-18'4'158,"-1"1"1,1 1-1,1 1 0,-1 0 0,1 1 0,-21 14 0,-56 46 827,83-58-854,1-1-1,0 2 1,0-1 0,1 1-1,1 1 1,-8 13-1,13-21-91,-25 52 350,26-52-357,0 0-1,1 0 1,-1 1-1,1-1 0,0 1 1,0-1-1,1 1 1,-1-1-1,1 1 0,0 6 1,1-11-25,-1 1 1,0 0-1,0-1 0,0 1 1,0-1-1,0 1 1,1 0-1,-1-1 0,0 1 1,0-1-1,1 1 1,-1-1-1,0 1 0,1-1 1,-1 1-1,1-1 1,-1 1-1,1-1 0,-1 1 1,1-1-1,-1 0 1,1 1-1,0-1 0,0 1 4,0-1-1,0 0 0,0 0 0,0 0 1,0 0-1,0 0 0,1 0 0,-1-1 0,0 1 1,0 0-1,0 0 0,0-1 0,0 1 1,0-1-1,1 0 0,18-10 62,-1-2 0,0 0-1,-1-1 1,18-19 0,-4 6-25,18-14 11,-13 11-13,-1-1 1,-1-1 0,60-74 0,-86 92-48,-9 11 11,-16 25 176,-5 16 53,2 1 1,1 1-1,3 1 0,1 1 0,2 0 1,2 0-1,2 1 0,-5 74 0,12-111-202,1-1-1,1 1 1,-1-1-1,1 1 0,0-1 1,0 0-1,1 1 0,-1-1 1,4 6-1,-4-9-30,0-1-1,0 0 1,0 1-1,0-1 1,0 0-1,0 0 1,0 0-1,0 0 1,1 0-1,-1 0 1,0 0-1,1 0 1,-1-1 0,1 1-1,-1 0 1,1-1-1,-1 1 1,1-1-1,-1 0 1,1 1-1,0-1 1,-1 0-1,1 0 1,-1 0-1,1 0 1,0 0 0,-1 0-1,1-1 1,-1 1-1,1-1 1,-1 1-1,1-1 1,-1 1-1,1-1 1,-1 0-1,3-1 1,7-4-8,-1-1 1,17-12-1</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8.211"/>
    </inkml:context>
    <inkml:brush xml:id="br0">
      <inkml:brushProperty name="width" value="0.035" units="cm"/>
      <inkml:brushProperty name="height" value="0.035" units="cm"/>
    </inkml:brush>
  </inkml:definitions>
  <inkml:trace contextRef="#ctx0" brushRef="#br0">87 46 480,'1'3'122,"-1"0"0,0 0 0,0 0 0,0 0-1,-1 0 1,1 0 0,-1 0 0,1 0 0,-1 0 0,0 0 0,0 0-1,-2 2 1,-20 34 1042,4-8-170,12-19-712,1 1-1,1 0 1,0 0 0,1 1-1,0-1 1,-2 19-1,6-31-272,0 0 0,0 1-1,0-1 1,-1 0 0,1 0-1,0 0 1,0 0 0,1 0-1,-1 0 1,0 0 0,0 0-1,0 0 1,1 0 0,-1 0-1,1 0 1,-1 0 0,1 0-1,-1 0 1,1 0-1,0 1 1,0-2 0,0 1 0,-1-1-1,1 1 1,0-1 0,0 0-1,0 1 1,-1-1 0,1 0 0,0 0-1,0 0 1,0 1 0,0-1-1,0 0 1,-1 0 0,1 0-1,0-1 1,0 1 0,0 0 0,1 0-1,2-2 20,1 1 0,-1-1-1,0 0 1,0 0 0,0 0 0,0-1-1,0 1 1,5-5 0,21-29 122,-4 2-43,6-3-6,-10 11 0,28-25 0,-44 46-86,1-1 0,-1 0 0,0 0 0,-1 0 0,0-1 0,0 0 0,0 0 0,7-15 0,-11 8-25,-3 16-50,-1 9-97,1 6 137,-1 0 0,-8 24 0,-2 3 8,12-41 13,1 0 0,-1-1 0,1 1 1,0 0-1,0 0 0,0 0 0,0 0 0,0-1 1,1 1-1,0 3 0,-1-5 2,1 0 0,-1 0 0,1 1 0,-1-1 0,1 0 0,-1 0 0,1 0 0,0 0 0,-1 0 0,1 0 0,0 0 0,0-1 1,0 1-1,0 0 0,0 0 0,0-1 0,0 1 0,0 0 0,0-1 0,0 1 0,0-1 0,0 0 0,1 1 0,-1-1 0,0 0 0,0 0 0,0 1 0,2-1 0,4-1 13,0 1 0,0-1 1,1 0-1,-1-1 0,0 0 0,-1 0 0,1 0 0,0-1 0,10-6 0,61-39-381,-60 35 78,67-47-2510,-50 39 1854</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8.939"/>
    </inkml:context>
    <inkml:brush xml:id="br0">
      <inkml:brushProperty name="width" value="0.035" units="cm"/>
      <inkml:brushProperty name="height" value="0.035" units="cm"/>
    </inkml:brush>
  </inkml:definitions>
  <inkml:trace contextRef="#ctx0" brushRef="#br0">275 207 864,'29'-10'748,"-53"20"621,-46 14 294,-29 14 4,88-32-1552,0-1 0,1 1 0,0 1 0,0 0 0,0 0 0,-14 16 0,21-20-103,1 0 0,-1 0 1,1 1-1,0-1 0,0 1 0,0-1 0,1 1 0,-1 0 0,1-1 0,0 1 1,0 0-1,-1 6 0,2-9-8,0 0 1,0 1-1,0-1 1,0 1-1,0-1 1,0 0-1,1 1 0,-1-1 1,0 1-1,1-1 1,-1 0-1,1 1 1,0-1-1,-1 0 1,1 0-1,0 0 0,0 1 1,0-1-1,-1 0 1,1 0-1,0 0 1,1 0-1,-1 0 1,0-1-1,0 1 1,0 0-1,0 0 0,1-1 1,-1 1-1,0-1 1,1 1-1,-1-1 1,0 1-1,1-1 1,-1 0-1,1 0 0,1 0 1,3 1 16,0-1 0,0 0 0,0 0 1,0-1-1,0 0 0,0 0 0,0 0 0,0-1 0,8-3 0,5-4 56,26-15-1,-34 17-53,0 1 0,1 0 0,-1 1-1,1 0 1,0 0 0,20-3 0,-29 7-23,0 1 0,0 0 1,0 0-1,0 0 0,-1 0 0,1 0 0,0 1 1,0-1-1,0 1 0,0 0 0,-1 0 0,1 0 1,0 0-1,-1 0 0,1 1 0,-1-1 0,1 1 0,-1 0 1,0 0-1,3 2 0,-5-4 2,0 0 0,0 0 0,0-1 0,0 1 1,0 0-1,0-1 0,0 1 0,0 0 1,0 0-1,0-1 0,0 1 0,0 0 0,0 0 1,0-1-1,0 1 0,0 0 0,0 0 1,0-1-1,1 1 0,-1 0 0,0 0 0,0-1 1,0 1-1,0 0 0,1 0 0,-1 0 1,0-1-1,0 1 0,0 0 0,1 0 0,-1 0 1,0 0-1,0 0 0,1-1 0,5-2 1,0-1 1,0 0-1,-1 0 0,0 0 0,0-1 0,8-9 0,-8 8 0,1 0-1,0 1 1,0 0 0,0 0-1,0 0 1,8-4-1,-8 5 4,18-8-15,-23 12 7,-1 0 0,1 0 1,-1 0-1,0 0 0,1 0 0,-1 0 0,1 1 1,-1-1-1,1 0 0,-1 0 0,1 0 1,-1 0-1,0 0 0,1 1 0,-1-1 1,1 0-1,-1 0 0,0 0 0,1 1 0,-1-1 1,0 0-1,1 1 0,-1-1 0,0 0 1,0 1-1,1-1 0,-1 0 0,0 1 1,0-1-1,0 1 0,1-1 0,-1 1 0,0-1 1,0 0-1,0 1 0,0-1 0,0 1 1,0-1-1,0 1 0,0-1 0,0 0 1,0 1-1,0-1 0,0 1 0,0-1 0,-1 1 1,1 1-21,2-2 13,8 2 15,0-1 0,0 1 1,0-2-1,0 0 0,0 0 0,0-1 0,0 0 0,0 0 0,0-1 1,0-1-1,-1 1 0,16-8 0,115-51 266,-130 55-601,-1 0 0,1-1 1,-1 0-1,-1 0 0,1-1 0,-1 0 0,12-16 0,-14 15 163,1 1-1,0 1 1,0-1-1,1 1 1,0 0-1,0 1 1,0 0-1,1 0 1,15-7 0,1 1 140,24-9-33,-46 19 46,0 1 1,0 1-1,0-1 1,0 0 0,0 1-1,1 0 1,-1-1-1,0 1 1,0 0-1,0 1 1,1-1 0,-1 1-1,4 0 1,-5 1 7,0-1 0,0 0 0,0 1 0,-1-1 0,1 1 0,0 0 0,-1-1 0,1 1 0,-1 0 0,0 0 0,0 0 0,1 0 0,-1 0 0,0 0 1,-1 0-1,1 1 0,0-1 0,-1 0 0,1 0 0,0 4 0,0 2 71,0 0 0,-1 0 0,0 0 0,-1 15 1,-1-12-4,-1 1 1,0-1 0,-1 0 0,0 0 0,0-1 0,-2 1 0,1-1 0,-1 0 0,-9 12 0,-5 3 74,-1-1 0,-26 23 0,43-43-99,3-3-95,0 1 1,0-1 0,0 0 0,-1 0 0,1 0 0,0 0 0,-1 0 0,1 0 0,-1 0-1,1 0 1,-1-1 0,1 1 0,-1 0 0,-3 0 0,-6-4-325</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9.315"/>
    </inkml:context>
    <inkml:brush xml:id="br0">
      <inkml:brushProperty name="width" value="0.035" units="cm"/>
      <inkml:brushProperty name="height" value="0.035" units="cm"/>
    </inkml:brush>
  </inkml:definitions>
  <inkml:trace contextRef="#ctx0" brushRef="#br0">44 419 2032,'-43'-48'1065,"46"50"-241,7 0-400,9 1-120,16 0-40,8 2-24,16 4-104,8 2-24,-10-1 32,3-1 24,-17-5-1136,-4 0 768</inkml:trace>
  <inkml:trace contextRef="#ctx0" brushRef="#br0" timeOffset="1">444 397 1312,'4'-64'544,"9"32"-336,1 2-104,4-2-72,-1 2-8,4 9 0,-6-1 0,-3 4-16,-2-1 0,6-1-8,0-4 0,6 1 8,-1-2 0,-1 6-344,6 1 256</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39.713"/>
    </inkml:context>
    <inkml:brush xml:id="br0">
      <inkml:brushProperty name="width" value="0.035" units="cm"/>
      <inkml:brushProperty name="height" value="0.035" units="cm"/>
    </inkml:brush>
  </inkml:definitions>
  <inkml:trace contextRef="#ctx0" brushRef="#br0">55 0 1280,'-12'45'688,"-2"-7"-183,3-3-121,1-8-128,2-6-48,8-11-40,5-3-128,-3-11-16</inkml:trace>
  <inkml:trace contextRef="#ctx0" brushRef="#br0" timeOffset="1">37 129 464,'67'-12'280,"-35"18"-16,0-1-112,-5-5-16,8-2 0,5-7-8,1-9-80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40.078"/>
    </inkml:context>
    <inkml:brush xml:id="br0">
      <inkml:brushProperty name="width" value="0.035" units="cm"/>
      <inkml:brushProperty name="height" value="0.035" units="cm"/>
    </inkml:brush>
  </inkml:definitions>
  <inkml:trace contextRef="#ctx0" brushRef="#br0">150 36 1280,'13'-4'257,"25"-6"173,-38 9-408,1 1 0,-1 0 0,0 0 1,1 0-1,-1 0 0,1 0 0,-1 0 0,0-1 0,1 1 1,-1 0-1,1 0 0,-1 0 0,0 0 0,1 0 0,-1 0 1,1 1-1,-1-1 0,0 0 0,1 0 0,-1 0 0,0 0 0,1 0 1,-1 1-1,1-1 0,-1 0 0,0 0 0,0 0 0,1 1 1,-1-1-1,0 0 0,1 1 0,-1-1 0,0 0 0,0 0 0,1 1 1,-1-1-1,0 1 0,0-1 0,0 0 0,0 1 0,1-1 1,-1 0-1,0 1 0,0-1 0,0 1 0,0-1 0,0 0 1,0 1-1,0-1 0,0 1 0,0-1 0,0 0 0,0 1 0,-1-1 1,1 1-1,0-1 0,0 0 0,0 1 0,0-1 0,-1 0 1,1 1-1,-2 5 160,-1 0 1,2 1 0,-1-1-1,1 0 1,0 1 0,0-1-1,0 1 1,1 9 0,0-14-165,1 0 1,-1 0 0,0 0-1,1 0 1,-1 1-1,1-1 1,-1 0-1,1 0 1,0 0 0,0 0-1,0 0 1,0-1-1,0 1 1,1 0 0,-1 0-1,1-1 1,-1 1-1,1-1 1,-1 1 0,1-1-1,0 0 1,0 1-1,-1-1 1,1 0 0,0 0-1,0 0 1,0-1-1,0 1 1,3 0 0,0 0 4,0-1 1,0 1 0,1-1 0,-1-1 0,0 1 0,0-1 0,1 0 0,-1 0 0,0 0 0,5-2 0,52-24 143,-54 23-151,20-9 34,-2-2-1,0-1 0,28-21 1,-32 12-41,-20 19 45,-14 15 127,-11 15 335,0 2-1,-33 47 1,-30 65 283,83-132-775,-150 273 579,58-100-456,16-39-80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0:59.257"/>
    </inkml:context>
    <inkml:brush xml:id="br0">
      <inkml:brushProperty name="width" value="0.035" units="cm"/>
      <inkml:brushProperty name="height" value="0.035" units="cm"/>
    </inkml:brush>
  </inkml:definitions>
  <inkml:trace contextRef="#ctx0" brushRef="#br0">128 292 1312,'-104'4'822,"84"-9"-296,20 5-506,0 0-1,0 0 1,-1-1-1,1 1 0,0 0 1,0 0-1,-1 0 0,1-1 1,0 1-1,0 0 1,0 0-1,0-1 0,-1 1 1,1 0-1,0 0 1,0-1-1,0 1 0,0 0 1,0-1-1,0 1 0,0 0 1,0 0-1,0-1 1,0 1-1,0 0 0,0-1 1,0 1-1,0 0 1,0-1-1,1 0 76,-1 0 1,1 0-1,-1 0 1,1 0 0,0 0-1,-1 0 1,1 0-1,0 0 1,0 1-1,0-1 1,0 0-1,1-1 1,4 0 163,-1 0 0,1 0 0,-1 0 0,1 1 1,0 0-1,0 0 0,0 0 0,-1 0 0,8 1 1,55 9 549,-14-2-584,-23-5-162,-1-1 0,1-1 0,-1-2 1,1-1-1,-1-1 0,48-14 0,243-80 795,-227 70-305,-40 11-271,2 2 0,0 2 0,71-6 1,-110 18-261,302-31 178,-288 27-189,20-4 25,53-2-1,180 13 153,-162-2-108,26 2-7,119 30 10,-204-24-57,1-2 0,69-4 0,48 4-1,8 20-15,-7 1 4,-33-15-1,76 9-1,-114-10 16,0-5 1,192-15-1,153-3-24,0 37 10,99-24 24,-312-8-28,594 18-10,-695-6 1,137 10 7,223 18 39,-9-29 31,-319-7-77,345 37 0,-361-15 34,0-7 1,1-7 0,182-17-1,455-22 25,-679 32-18,664-1 579,-266-5-446,196 8-136,-607 7-36,346 6 36,48-17 45,-1 26 13,-451-20-87,271-6 54,-2 1 572,-198 13 165,-62-4-587,91-1-1,48-24-81,-113 9-118,134 0 0,-191 12-13,0 2-1,37 9 1,-38-7 9,1-1 0,41 3 0,7-8 12,1-3 0,-1-4 0,89-19 0,-160 26-21,-1 0-1,0 0 0,1-1 0,-1 1 0,0 0 0,1 0 0,-1 0 0,0 0 0,1 0 0,-1 0 0,0 0 0,1 0 1,-1 0-1,1 0 0,-1 0 0,0 0 0,1 0 0,-1 0 0,0 0 0,1 0 0,-1 1 0,0-1 0,1 0 0,-1 0 0,0 0 1,1 1-1,-1-1 0,0 0 0,0 0 0,1 0 0,-1 1 0,0 0 13,1-2-9,-1 1 1,0 0-1,0 0 0,0-1 0,0 1 0,1 0 0,-1-1 0,0 1 0,0 0 0,0 0 0,1-1 1,-1 1-1,0 0 0,0 0 0,1 0 0,-1 0 0,0-1 0,1 1 0,-1 0 0,0 0 0,1 0 1,-1 0-1,0 0 0,1 0 0,-1 0 0,1 0 0,20-3-3,-14 2-1,-1 0 0,0 0 0,1 1 0,-1 0 0,0 0 0,1 0 0,11 4 0,56 17 24,-46-20 2,-24-1 89,0 0 1,0 0-1,-1 0 0,1 0 1,0 0-1,0 1 0,6 2 4614</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1.334"/>
    </inkml:context>
    <inkml:brush xml:id="br0">
      <inkml:brushProperty name="width" value="0.035" units="cm"/>
      <inkml:brushProperty name="height" value="0.035" units="cm"/>
    </inkml:brush>
  </inkml:definitions>
  <inkml:trace contextRef="#ctx0" brushRef="#br0">118 104 2128,'-55'-28'1377,"51"28"-1075,1-1 1,0 1-1,-1 0 0,1 0 1,0 0-1,0 0 0,-1 1 1,-4 0-1,-5 0 1710,13-1-1971,0 0 1,0-1-1,0 1 0,0-1 0,0 1 0,0 0 0,0-1 1,0 1-1,0 0 0,0-1 0,0 1 0,0 0 0,0-1 1,1 1-1,-1 0 0,0-1 0,0 1 0,0 0 0,1-1 1,-1 1-1,0 0 0,0 0 0,1-1 0,-1 1 0,0 0 1,1 0-1,-1 0 0,0-1 0,1 1 0,-1 0 0,0 0 1,1 0-1,10-8-9,0 0 1,1 0 0,-1 2 0,1-1-1,1 2 1,-1-1 0,1 2-1,0 0 1,0 0 0,0 1 0,1 1-1,-1 0 1,1 1 0,-1 0-1,1 1 1,23 3 0,-29-2-30,-7-1-1,0 0 0,0 0 0,0 0 0,0 0 0,0 0 0,0 0 0,0 0 1,0 0-1,-1 0 0,1 0 0,0 1 0,0-1 0,0 0 0,0 1 0,0-1 0,0 0 0,-1 1 0,1-1 0,0 1 0,0-1 0,-1 1 0,1 0 0,0-1 0,-1 1 0,1 0 0,0 0 1,-6 5 82,-6 10 96,-1 1 1,0-2-1,-1 1 0,-1-2 1,-1 0-1,0-1 0,-21 15 1,17-16 61,0-1 0,-33 15 0,41-22-185,6-2-23,10-1-24,21 1-20,8 2 9,6 0 15,72 18 1,-110-22-16,1 1 0,-1 0 1,0 0-1,1 0 0,-1 0 1,1 0-1,-1 0 0,0 0 1,0 1-1,0-1 0,0 1 1,0 0-1,0-1 1,0 1-1,-1 0 0,1 0 1,0 0-1,-1 1 0,0-1 1,1 0-1,-1 0 0,0 1 1,0-1-1,-1 1 0,1-1 1,0 0-1,-1 1 0,1 0 1,-1-1-1,0 1 0,0-1 1,0 1-1,0-1 0,0 1 1,-1 0-1,1-1 0,-1 1 1,0-1-1,-1 4 0,-3 6 7,0 0-1,-1-1 0,0 0 0,0 0 0,-2-1 0,-13 16 0,13-17 3,-1-1 1,0 1 0,0-2-1,-1 1 1,0-1 0,-1-1-1,-14 7 1,21-11 5,1-1 0,-1 0 1,0 0-1,0 0 0,0 0 0,1 0 0,-1-1 0,0 0 0,0 0 1,0 0-1,0 0 0,0-1 0,0 1 0,0-1 0,0 0 0,1 0 1,-8-3-1,-1-2-321,-1-1 1,1 0-1,-17-13 1,22 15-134,-8-5-171</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2.416"/>
    </inkml:context>
    <inkml:brush xml:id="br0">
      <inkml:brushProperty name="width" value="0.035" units="cm"/>
      <inkml:brushProperty name="height" value="0.035" units="cm"/>
    </inkml:brush>
  </inkml:definitions>
  <inkml:trace contextRef="#ctx0" brushRef="#br0">28 517 2168,'-1'1'123,"0"0"0,0-1 0,0 1 0,-1 0-1,1-1 1,0 1 0,-1-1 0,1 1 0,0-1-1,-1 0 1,1 0 0,-1 1 0,-1-1 0,2-1-23,1 0 1,-1 1 0,0-1 0,1 0-1,-1 0 1,1 1 0,-1-1 0,1 0-1,-1 0 1,1 0 0,0 0 0,-1 1-1,1-1 1,0 0 0,0 0 0,0 0 0,-1 0-1,1 0 1,0 0 0,0 0 0,0 0-1,1 0 1,-1 0 0,0-1 0,1-11 354,0 0 1,1 0 0,0 0-1,1 1 1,0-1 0,1 1-1,0 0 1,9-16 0,8-11 47,30-42 0,14-26-272,-47 70-206,-13 23 16,1 0-1,1 1 1,0 0-1,1 0 0,0 1 1,15-17-1,-23 29-38,0 0 7,0 0-1,0 1 1,0-1-1,0 0 0,0 0 1,0 0-1,0 0 0,0 0 1,0 0-1,0 1 0,0-1 1,0 0-1,0 0 1,0 0-1,0 0 0,1 0 1,-1 0-1,0 0 0,0 0 1,0 1-1,0-1 1,0 0-1,0 0 0,0 0 1,0 0-1,1 0 0,-1 0 1,0 0-1,0 0 1,0 0-1,0 0 0,0 0 1,0 0-1,1 0 0,-1 0 1,0 0-1,0 0 1,0 0-1,0 0 0,0 0 1,0 0-1,1 0 0,-1 0 1,0 0-1,0 0 0,0 0 1,0 0-1,0 0 1,0 0-1,1 0 0,-1 0 1,0 0-1,0-1 0,0 1 1,0 0-1,0 0 1,0 0-1,0 0 0,-12 97 889,0-16-647,3-15-110,3-31-12,2 0 0,2 1-1,2 56 1,0-89-111,1 0 0,-1 0 0,1-1 1,-1 1-1,1 0 0,0-1 0,0 1 0,1 0 0,1 3 0,-2-5-9,-1-1 0,0 0 0,1 1 0,-1-1 0,1 1 0,-1-1 0,1 0 0,-1 1 0,0-1 0,1 0 0,-1 0 0,1 1 0,-1-1 0,1 0 0,-1 0 0,1 0 0,0 0 0,-1 0 0,1 0 0,-1 1 0,1-1 0,1-1 10,-1 1-1,0 0 0,0-1 1,0 1-1,0-1 1,0 1-1,0-1 0,0 0 1,0 1-1,0-1 1,-1 0-1,1 1 0,0-1 1,1-2-1,12-14 187,-1 0 0,0-2-1,-1 0 1,-2 0 0,11-23 0,35-110 62,-16 40-445,-39 109 62,1 0 0,-1 0 0,1 0 0,-1 0 0,1 1 0,0-1 0,0 1 0,0-1 0,1 1 0,-1 0 0,0 0 1,1 0-1,0 0 0,-1 0 0,6-2 0,1 1-1283,-1 0 0,1 0 1,18-3-1,-22 5 395,-4 1 951,0 0 1,0 0-1,1 0 1,-1 0-1,0 0 1,0 0-1,0 0 1,0 0 0,0 1-1,0-1 1,0 0-1,0 1 1,0-1-1,0 1 1,0-1-1,0 1 1,1 0 0,0 1 26,0-1 1,0 0-1,-1 0 1,1 0-1,1-1 1,-1 1-1,0 0 1,0-1-1,4 1 1,-2 0 16,-4-1 11,1 0 0,0 0 0,0 1 0,0-1-1,-1 0 1,1 0 0,0 0 0,0 0-1,0 0 1,-1 0 0,1 0 0,0 0 0,0-1-1,0 1 1,-1 0 0,1 0 0,0-1-1,0 1 1,-1 0 0,1-1 0,0 1-1,0-1 1,-1 1 0,1-1 0,-1 1 0,1-1-1,0 1 1,-1-1 0,1 0 0,0 0-1,4 15 3782,5 9-3383,-5-10-132,-1-4-64,-1 1 1,1-1 0,-2 1 0,1-1-1,-2 1 1,1 0 0,0 15 0,-2-2 71,-1 0 0,-1-1 0,-1 1 0,-7 29 0,5-32-231,0 1-1,2-1 1,0 1 0,2 0 0,0 0 0,1-1 0,1 1 0,1 0 0,5 25-1,-3-31-20,4 14 75,-8-28-107,0-1 0,0 0 1,1 1-1,-1-1 0,0 1 1,0-1-1,1 0 0,-1 1 1,0-1-1,1 0 0,-1 0 0,0 1 1,1-1-1,-1 0 0,1 0 1,-1 1-1,0-1 0,1 0 1,-1 0-1,1 0 0,-1 0 1,1 0-1,-1 0 0,0 0 1,1 0-1,-1 1 0,1-2 0,-1 1 1,1 0-1,-1 0 0,1 0 1,-1 0-1,0 0 0,1 0 1,-1 0-1,1-1 0,-1 1 1,1 0-1,-1 0 0,0 0 1,1-1-1,-1 1 0,0 0 0,1-1 1,-1 1-1,0 0 0,1-1 1,-1 0-1,5-4-280,0-1 0,0 0 0,0 0 1,-1-1-1,0 0 0,5-11 0,-1 2-244,19-34-481</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2.834"/>
    </inkml:context>
    <inkml:brush xml:id="br0">
      <inkml:brushProperty name="width" value="0.035" units="cm"/>
      <inkml:brushProperty name="height" value="0.035" units="cm"/>
    </inkml:brush>
  </inkml:definitions>
  <inkml:trace contextRef="#ctx0" brushRef="#br0">216 166 3873,'-28'-16'2096,"22"3"-319,4 4-249,1-9-312,9 7-264,6-8-455,4-5-105,21 3-168,8 1-80,18 13-88,0-1-8,-3 11-16,-9-3-368,-10 7-945,-5 9-983,-20 3 1288</inkml:trace>
  <inkml:trace contextRef="#ctx0" brushRef="#br0" timeOffset="1">152 311 4689,'-73'9'2337,"25"1"-401,18-2-512,33-8-472,11-5-151,37-8-489,17 1-184,20-16-64,14-2 8,14-5-600,13 5 408</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3.693"/>
    </inkml:context>
    <inkml:brush xml:id="br0">
      <inkml:brushProperty name="width" value="0.035" units="cm"/>
      <inkml:brushProperty name="height" value="0.035" units="cm"/>
    </inkml:brush>
  </inkml:definitions>
  <inkml:trace contextRef="#ctx0" brushRef="#br0">0 0 3121,'24'64'1680,"-30"-70"368,6 4-735,0-4-161,-4-1-72,4 6-656,0-1-184,0 0-168,0 1-24,-1-1-680,-1-6 488</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4.105"/>
    </inkml:context>
    <inkml:brush xml:id="br0">
      <inkml:brushProperty name="width" value="0.035" units="cm"/>
      <inkml:brushProperty name="height" value="0.035" units="cm"/>
    </inkml:brush>
  </inkml:definitions>
  <inkml:trace contextRef="#ctx0" brushRef="#br0">146 193 10250,'55'-172'3825,"-82"159"-2921,-8 7-240,-9 4-112,10 9-239,2-1-257,7-3-120,22 4-105,17-1 113</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4.919"/>
    </inkml:context>
    <inkml:brush xml:id="br0">
      <inkml:brushProperty name="width" value="0.035" units="cm"/>
      <inkml:brushProperty name="height" value="0.035" units="cm"/>
    </inkml:brush>
  </inkml:definitions>
  <inkml:trace contextRef="#ctx0" brushRef="#br0">112 140 1736,'11'-10'284,"4"-5"609,-20 12-38,-12 3 463,12 0-802,0 0 0,0 0 0,0-1 0,1 1 0,-1-1 0,0 0 0,0-1 0,-7-2 0,10 4-432,1-1 0,-1 1 0,1 1 0,-1-1 0,1 0-1,0 0 1,-1 0 0,1 1 0,-1-1 0,1 1 0,-1-1 0,1 1 0,0 0 0,0-1 0,-1 1-1,1 0 1,0 0 0,0 0 0,0 0 0,0 0 0,0 0 0,0 0 0,-2 2 0,3-2-71,-1 0 1,0 0 0,1 0-1,-1 0 1,0 0-1,0 0 1,1 0 0,-1-1-1,0 1 1,0 0-1,0-1 1,0 1 0,0 0-1,0-1 1,0 1-1,0-1 1,0 0 0,-1 1-1,1-1 1,0 0-1,0 0 1,0 0 0,0 1-1,0-1 1,-1 0-1,1-1 1,0 1 0,0 0-1,-1 0 1,1-1-7,1-1 0,0 1 1,-1 0-1,1 0 0,0 0 0,0 0 1,0 0-1,0 0 0,0 0 0,0 0 1,0 0-1,1-1 0,-1 1 0,0 0 1,1-1-1,0 0 8,0-5-14,1 1 1,0 0-1,1 0 1,-1 1 0,1-1-1,0 0 1,1 1-1,-1 0 1,1 0 0,0 0-1,0 0 1,1 1-1,-1-1 1,1 1 0,0 0-1,0 0 1,1 1-1,-1 0 1,1 0 0,0 0-1,-1 0 1,1 1-1,0 0 1,9-1 0,-13 3-4,0-1 1,0 1 0,0 1 0,1-1 0,-1 0-1,0 0 1,0 1 0,0-1 0,0 1-1,1 0 1,-1 0 0,0 0 0,0 0-1,0 0 1,-1 0 0,1 0 0,0 0 0,0 1-1,2 2 1,1 2 3,-1 0-1,1 0 1,-1 0-1,4 10 1,-5-11 0,4 13 15,-7-18-16,0 1 1,0-1 0,0 1 0,0-1 0,0 1 0,0-1-1,0 1 1,-1-1 0,1 0 0,0 1 0,0-1 0,0 1-1,0-1 1,-1 1 0,1-1 0,0 0 0,0 1 0,-1-1-1,1 0 1,0 1 0,-1-1 0,1 0 0,0 1 0,-1-1-1,1 0 1,-1 0 0,1 0 0,0 1 0,-1-1 0,1 0-1,-1 0 1,1 0 0,-1 0 0,1 0 0,-1 0 0,1 0-1,0 0 1,-1 0 0,1 0 0,-1 0 0,1 0 0,-1 0-1,0 0 1,-1-1-64,0 1 0,0-1-1,0 0 1,0 0 0,1 0 0,-1 0-1,0 0 1,0 0 0,1-1 0,-1 1-1,0-1 1,1 1 0,0-1-1,-1 1 1,1-1 0,0 0 0,0 0-1,0 1 1,0-1 0,0 0 0,0 0-1,0-3 1,-3-16-581</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5.407"/>
    </inkml:context>
    <inkml:brush xml:id="br0">
      <inkml:brushProperty name="width" value="0.035" units="cm"/>
      <inkml:brushProperty name="height" value="0.035" units="cm"/>
    </inkml:brush>
  </inkml:definitions>
  <inkml:trace contextRef="#ctx0" brushRef="#br0">106 195 2409,'7'-8'338,"-6"7"-199,0 0 0,0-1 1,0 1-1,0 0 0,0-1 1,0 1-1,0-1 0,0 1 1,-1-1-1,1 1 0,0-3 1,-7 1 1160,-14 7 475,19-4-1644,-7 3 314,1-1-1,0-1 1,-1 1-1,1-2 0,-1 1 1,1-1-1,-1 0 1,-11-1-1,18 0-411,0 1 0,0 0 0,0-1 1,0 1-1,0-1 0,0 0 0,0 1 0,0-1 0,0 0 0,1 1 0,-1-1 1,0 0-1,0 0 0,1 0 0,-1 0 0,0 0 0,1 0 0,-1 0 0,1 0 0,0 0 1,-1 0-1,1 0 0,0 0 0,-1 0 0,1 0 0,0 0 0,0 0 0,0 0 0,0-1 1,0 1-1,0 0 0,0 0 0,1 0 0,-1 0 0,0 0 0,0 0 0,1 0 0,-1 0 1,1 0-1,0-2 0,3-4 14,-1-1 0,1 1 1,10-13-1,-14 19-42,7-9 5,1 0-1,0 1 0,1 0 1,0 0-1,11-8 0,-15 13-9,0 1 0,1-1 0,-1 1 0,1 0 0,0 1 0,0-1 0,0 1 0,0 0 0,0 1 0,1-1 0,8 0 0,-14 2-1,0 0 0,0 0 0,0 0 0,0 1-1,0-1 1,0 0 0,-1 0 0,1 1 0,0-1-1,0 1 1,0-1 0,0 1 0,0-1-1,0 1 1,-1-1 0,1 1 0,0 0 0,-1-1-1,1 1 1,0 0 0,-1 0 0,1-1 0,-1 1-1,1 0 1,-1 0 0,1 0 0,-1 0-1,0 0 1,1 0 0,-1 0 0,0 0 0,0 0-1,0 0 1,1 0 0,-1 0 0,0 0 0,-1 0-1,1 0 1,0 0 0,0 1 0,-1 3 8,1-1 0,-1 1 0,1-1 0,-1 1 0,-1-1 0,1 1 0,-3 3 0,-1 2 126,0-1-1,-1-1 1,0 1 0,0-1-1,-1 0 1,0 0 0,-1-1-1,0 0 1,0-1 0,-17 11-1,23-16-102,0 0 0,0 0 0,0-1-1,0 0 1,0 1 0,0-1 0,0 0-1,0 0 1,0 0 0,-1 0 0,1 0 0,0-1-1,0 1 1,0 0 0,0-1 0,0 0 0,0 0-1,0 1 1,-3-3 0,4 2-25,0 0-1,-1 1 1,1-1 0,0 0-1,0 0 1,0 0 0,0 0-1,0 0 1,0 0 0,0-1-1,1 1 1,-1 0 0,0 0-1,1-1 1,-1 1 0,1 0-1,-1-1 1,1 1 0,-1 0 0,1-1-1,0 1 1,0-1 0,0 1-1,0-1 1,0 1 0,0 0-1,0-1 1,0 1 0,1-2-1,6-18-268,-6 1 120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6.235"/>
    </inkml:context>
    <inkml:brush xml:id="br0">
      <inkml:brushProperty name="width" value="0.035" units="cm"/>
      <inkml:brushProperty name="height" value="0.035" units="cm"/>
    </inkml:brush>
  </inkml:definitions>
  <inkml:trace contextRef="#ctx0" brushRef="#br0">111 120 1536,'-3'0'928,"0"-1"-1,0 0 0,0 1 1,-1 0-1,1-1 0,0 2 1,-4-1-1,-24-1 984,28 0-1863,0 1 1,0-1-1,0 0 0,0 0 0,1 0 0,-1 0 0,0 0 1,0-1-1,1 1 0,-1-1 0,1 0 0,-1 0 0,-2-2 1,4 2-21,0 0 1,0 0-1,0 0 0,0 0 1,0 0-1,0 0 1,1 0-1,-1 0 1,0 0-1,1 0 0,0-1 1,0 1-1,-1 0 1,1 0-1,0 0 1,1-1-1,-1 1 0,0 0 1,1 0-1,-1 0 1,1 0-1,1-3 1,-1 1-19,0 1 1,0 0 0,1-1 0,-1 1-1,1 0 1,0 0 0,0 0 0,0 0-1,4-4 1,-5 6-12,1 0 0,-1 0 0,0 0 0,0 0-1,1 1 1,-1-1 0,1 0 0,-1 1 0,0-1 0,1 1-1,-1 0 1,1-1 0,-1 1 0,1 0 0,0 0 0,-1 0 0,1 0-1,-1 0 1,1 0 0,-1 0 0,1 1 0,-1-1 0,1 0-1,1 2 1,1-1 0,-1 0 0,1 0-1,-1 1 1,1 0 0,-1 0 0,1 0-1,-1 0 1,0 0 0,0 1 0,0-1-1,0 1 1,-1 0 0,1 0-1,-1 0 1,1 0 0,-1 0 0,0 0-1,0 1 1,-1-1 0,1 1-1,-1-1 1,1 1 0,0 7 0,1 3 7,-2-10 9,0 1-1,-1 0 1,1 0 0,-1-1-1,0 1 1,0 7 0,-1-10-5,1 0 0,-1 0-1,0-1 1,0 1 0,1 0 0,-1 0 0,-1 0 0,1-1-1,0 1 1,0 0 0,0-1 0,-1 0 0,1 1 0,-1-1-1,1 0 1,-1 1 0,0-1 0,-3 2 0,3-2 39,1 0 1,-1 0 0,0 0 0,0-1 0,1 1-1,-1 0 1,0-1 0,0 1 0,0-1 0,-3 1-1,4-1-24,0 0-1,0-1 0,0 1 0,0-1 1,0 1-1,0-1 0,0 1 0,0-1 0,0 1 1,1-1-1,-1 0 0,0 0 0,0 1 1,1-1-1,-1 0 0,1 0 0,-1 0 1,1 0-1,-1 0 0,1 1 0,-1-1 1,1 0-1,0 0 0,-1-2 0,0 0 19,-4-12 114,4 14-152,1 1 0,0-1 0,0 1 0,0-1 0,0 1 1,0 0-1,0-1 0,0 1 0,0-1 0,0 1 0,0-1 0,1 1 1,-1-1-1,0 1 0,0-1 0,0 1 0,0-1 0,1 1 0,-1 0 1,0-1-1,1 1 0,-1-1 0,0 1 0,1 0 0,-1-1 0,0 1 0,1 0 1,-1 0-1,0-1 0,1 1 0,2-2 2,-1 1-1,1-1 1,-1 0 0,0 1 0,1-1-1,-1 0 1,0 0 0,0 0-1,2-4 1,-3 4-5,1 0 0,0 0 0,0 0 0,-1 0 0,2 0 0,-1 0 0,0 0 0,0 1 0,5-3 0,21-6 7,-23 11-8,-17 7 5,-16 8-1,13-7 5,0-1-1,-1 0 1,-20 7 0,35-14-20,1-1 1,0 0 0,0 0 0,-1 0-1,1 0 1,0 0 0,-1 0-1,1 0 1,0 0 0,0 0 0,-1 0-1,1 0 1,0 0 0,-1 0 0,1 0-1,0 0 1,0 0 0,-1 0-1,1 0 1,0 0 0,-1 0 0,1 0-1,0-1 1,0 1 0,-1 0 0,1 0-1,0 0 1,0 0 0,0-1-1,-1 1 1,1 0 0,0 0 0,0 0-1,0-1 1,0 1 0,-1 0-1,1 0 1,0-1 0,0 1 0,0 0-1,0-1 1,0 1 0,0 0 0,0 0-1,0-1 1,0 1 0,0 0-1,0-1 1,0 1 0,0 0 0,0 0-1,0-1 1,0 1 0,0 0-1,0-1 1,0 1 0,0 0 0,0 0-1,1-1 1,-1 1 0,0 0 0,0 0-1,1-1 1,9-24-1608,-7 20 1190,10-27-507</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6.851"/>
    </inkml:context>
    <inkml:brush xml:id="br0">
      <inkml:brushProperty name="width" value="0.035" units="cm"/>
      <inkml:brushProperty name="height" value="0.035" units="cm"/>
    </inkml:brush>
  </inkml:definitions>
  <inkml:trace contextRef="#ctx0" brushRef="#br0">15 151 2040,'28'-36'5761,"-28"36"-5639,0 0-38,0 0-1,-1 0 0,1 1 1,-1-1-1,1 0 1,0 0-1,-1 0 0,1 0 1,-1 1-1,1-1 1,-1 0-1,1 0 0,-1 0 1,1 0-1,0 0 1,-1 0-1,1 0 0,-1 0 1,1 0-1,-1 0 1,1-1-1,-1 1 1,1 0-1,0 0 0,-1 0 1,1 0-1,-1-1 1,1 1-1,0 0 0,-1 0 1,1-1-1,-1 1 1,1 0-1,0-1 0,0 1 1,-1 0-1,1-1 1,0 1-1,0-1 0,-1 1 1,1 0-1,0-1 1,0 1-1,0-1 0,0 1 1,-1-1-1,1 0 1,0-6-82,0 0 0,0 0 0,1-1 0,0 1 0,0 0 0,1 0 0,0 0 0,3-10 0,-4 16-3,0 0-1,0 0 1,-1 0 0,1 0-1,0 0 1,0 0 0,0 0-1,0 0 1,0 1-1,0-1 1,0 0 0,0 1-1,0-1 1,1 1-1,-1-1 1,0 1 0,0-1-1,0 1 1,1 0 0,-1-1-1,0 1 1,1 0-1,-1 0 1,0 0 0,0 0-1,1 0 1,-1 1 0,0-1-1,0 0 1,1 0-1,-1 1 1,0-1 0,0 1-1,0-1 1,1 1-1,-1 0 1,0-1 0,0 1-1,0 0 1,0 0 0,0 0-1,0 0 1,-1 0-1,1 0 1,0 0 0,0 0-1,-1 0 1,1 0-1,0 0 1,-1 0 0,1 0-1,-1 1 1,1 1 0,-1-2 17,0 1 0,0 0 0,0-1 0,0 1 0,-1 0 1,1-1-1,0 1 0,-1-1 0,1 1 0,-1-1 1,0 1-1,1-1 0,-1 1 0,0-1 0,0 1 0,0-1 1,0 0-1,0 1 0,-2 1 0,-30 17 616,12-8 34,21-12-642,-1 0 0,1 0 0,0 1 0,-1-1 0,1 0 1,-1 0-1,1 0 0,-1 1 0,1-1 0,0 0 0,-1 0 0,1 0 0,-1 0 0,1 0 0,-1 0 0,1 0 0,-1 0 0,1 0 0,0 0 0,-1 0 0,1 0 0,-1 0 0,1 0 0,-1-1 0,1 1 1,0 0-1,-1 0 0,1 0 0,-1-1 0,-7-13 300,6 9-332,1-1 0,0 1 0,1-1 0,-1 1 0,2-10 0,3-23-627,1 27-456,-5 12 458</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7.321"/>
    </inkml:context>
    <inkml:brush xml:id="br0">
      <inkml:brushProperty name="width" value="0.035" units="cm"/>
      <inkml:brushProperty name="height" value="0.035" units="cm"/>
    </inkml:brush>
  </inkml:definitions>
  <inkml:trace contextRef="#ctx0" brushRef="#br0">49 0 2985,'2'93'1599,"-2"-92"-1555,0 0 0,0 0 0,0-1 1,0 1-1,0 0 0,0 0 0,0 0 1,0-1-1,0 1 0,0 0 0,-1 0 0,1-1 1,0 1-1,-1 0 0,1-1 0,0 1 1,-1 0-1,1-1 0,-1 1 0,1-1 1,-1 1-1,1-1 0,-1 1 0,1-1 0,-1 1 1,0-1-1,1 1 0,-1-1 0,0 1 1,1-1-1,-1 0 0,0 0 0,0 1 1,1-1-1,-1 0 0,0 0 0,0 0 1,1 0-1,-1 0 0,0 0 0,0 0 0,1 0 1,-1 0-1,0 0 0,0 0 0,1-1 1,-1 1-1,0 0 0,-1-1 0,1 0 115,-1 1 0,0-1-1,0 0 1,0 0 0,1 0-1,-1-1 1,0 1 0,1 0-1,-1-1 1,1 1 0,0-1-1,-1 1 1,1-1 0,-1-2-1,2 3-117,-1-1-1,1 1 1,0-1-1,0 1 0,1-1 1,-1 1-1,0-1 1,0 1-1,1 0 0,-1-1 1,1 1-1,-1-1 1,1 1-1,0 0 0,-1 0 1,1-1-1,0 1 1,0 0-1,0 0 0,0 0 1,0 0-1,0 0 1,0 0-1,0 0 0,1 0 1,-1 0-1,0 0 1,1 1-1,-1-1 0,0 1 1,1-1-1,1 0 1,0 0-37,0 0 1,1 0 0,-1 0-1,0 0 1,1 0-1,-1 1 1,1-1 0,-1 1-1,1 0 1,0 0 0,-1 1-1,6 0 1,-7 0 1,-1 0 0,1 0 0,-1 0 0,0 0 0,1 0 0,-1 0 0,0 0 0,0 1 0,0-1 0,0 0 0,0 1 0,0-1 0,0 1 0,0-1 0,-1 1 0,1 0 0,-1-1 0,1 1 0,-1-1 0,1 1 0,-1 0 0,0 0 0,0-1 0,0 3 0,0-3 31,1 1 0,-1-1 0,0 0 1,0 1-1,0-1 0,0 0 0,-1 0 1,1 1-1,0-1 0,0 0 0,-1 1 1,1-1-1,-1 0 0,1 0 0,-1 0 1,1 1-1,-1-1 0,0 0 0,1 0 1,-1 0-1,0 0 0,0 0 0,0 0 0,0-1 1,0 1-1,0 0 0,0 0 0,0-1 1,-2 2-1,2-2-34,0-1 0,1 1 0,-1 0 1,1-1-1,-1 1 0,0 0 0,1-1 0,-1 1 1,1-1-1,-1 1 0,1-1 0,-1 1 0,1-1 0,-1 0 1,1 1-1,-1-1 0,1 0 0,0 1 0,-1-1 1,1 0-1,0 1 0,0-1 0,0 0 0,-1 1 0,1-1 1,0 0-1,0 0 0,0 1 0,0-1 0,0-1 1,0 1-409</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07.757"/>
    </inkml:context>
    <inkml:brush xml:id="br0">
      <inkml:brushProperty name="width" value="0.035" units="cm"/>
      <inkml:brushProperty name="height" value="0.035" units="cm"/>
    </inkml:brush>
  </inkml:definitions>
  <inkml:trace contextRef="#ctx0" brushRef="#br0">0 84 4177,'22'-62'1819,"-22"61"-1771,0 1 1,1-1-1,-1 0 1,0 1-1,0-1 0,0 1 1,0-1-1,0 1 1,0-1-1,0 1 0,0-1 1,0 1-1,0-1 1,0 0-1,0 1 0,0-1 1,-1 1-1,1-1 1,0 1-1,0-1 0,0 1 1,-1-1-1,1 1 1,-1-1-1,-3 1 3835,22-3-3390,-16-1-99,-6 15-750,3-9 162</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1.384"/>
    </inkml:context>
    <inkml:brush xml:id="br0">
      <inkml:brushProperty name="width" value="0.035" units="cm"/>
      <inkml:brushProperty name="height" value="0.035" units="cm"/>
    </inkml:brush>
  </inkml:definitions>
  <inkml:trace contextRef="#ctx0" brushRef="#br0">431 150 1232,'24'-104'951,"-24"102"-863,1 0 1,-1 0-1,0 0 0,0 0 0,0 0 0,0 0 1,0 0-1,0 0 0,-1 0 0,1 0 1,0 0-1,-1 0 0,0 0 0,0 0 0,-1-3 1,1 4-23,1 0 0,-1 1 0,0-1 0,0 0 1,0 0-1,0 1 0,0-1 0,0 0 0,0 1 1,0-1-1,0 1 0,0-1 0,0 1 0,0 0 0,-1-1 1,1 1-1,0 0 0,-2 0 0,-1 0 76,0 0-1,0 1 1,0-1-1,0 1 0,0 0 1,0 0-1,0 0 1,1 1-1,-8 3 1,-8 6 129,0 1-1,1 1 1,0 0 0,1 1 0,1 1 0,0 1 0,-17 21 0,-99 180 1468,109-176-1495,9-14-40,-16 46-1,14-31-107,14-37-86,0 1 1,0 0 0,1-1 0,-1 1 0,1 0-1,1 0 1,-1 0 0,1 0 0,0 6 0,1-8-7,-1-1 1,1 0-1,-1 0 1,1 0-1,0 0 1,0 0-1,1 0 1,-1 0-1,1-1 1,-1 1-1,1 0 1,0-1-1,0 1 1,0-1-1,0 1 1,0-1-1,1 0 1,3 3-1,-3-3 1,1 0 1,-1-1-1,1 1 0,0-1 1,0 0-1,0 1 0,0-2 0,0 1 1,0 0-1,0-1 0,0 0 1,0 0-1,0 0 0,0 0 1,0-1-1,0 1 0,-1-1 1,1 0-1,0 0 0,0-1 0,0 1 1,5-4-1,-1 1 4,0-1 1,0 0-1,-1 0 1,1 0-1,-1-1 0,-1-1 1,1 1-1,-1-1 1,6-8-1,14-25 42,26-57 1,2-4-2,-49 93-46,-1 1 0,0 0 0,0-1 0,0 0 0,-1 0 0,-1 0 0,4-16 0,9-41 6,-13 59-15,0 0 0,1-1-1,-1 1 1,1 1 0,0-1 0,1 0 0,6-8-1,-10 14 6,0-1-1,1 1 0,-1-1 0,1 1 1,-1-1-1,0 1 0,1-1 0,-1 1 0,1-1 1,-1 1-1,1 0 0,-1-1 0,1 1 0,0 0 1,-1 0-1,1-1 0,-1 1 0,1 0 0,0 0 1,-1 0-1,1 0 0,0-1 0,-1 1 1,1 0-1,-1 0 0,1 0 0,0 1 0,-1-1 1,1 0-1,0 0 0,-1 0 0,1 0 0,-1 1 1,1-1-1,0 0 0,-1 0 0,1 1 0,-1-1 1,1 0-1,-1 1 0,1-1 0,-1 1 1,1-1-1,-1 1 0,0-1 0,1 1 0,-1-1 1,1 1-1,-1-1 0,1 2 0,0 1 4,1 1-1,0 0 1,-1 0-1,0 0 1,0 0-1,1 5 1,-1 7 36,0 0 0,-1 0 0,0 0-1,-2 0 1,-4 22 0,-24 79 181,15-65-141,2 5 0,7-32-11,0 0 0,-14 34 0,19-55-47,0-1 0,0 0 0,0 1 0,1-1 0,-1 1 0,1-1 1,0 1-1,0 5 0,0 0 93</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2.539"/>
    </inkml:context>
    <inkml:brush xml:id="br0">
      <inkml:brushProperty name="width" value="0.035" units="cm"/>
      <inkml:brushProperty name="height" value="0.035" units="cm"/>
    </inkml:brush>
  </inkml:definitions>
  <inkml:trace contextRef="#ctx0" brushRef="#br0">184 102 984,'0'-1'20,"0"1"1,0 0-1,1 0 0,-1 0 1,0 0-1,0-1 0,0 1 0,0 0 1,0 0-1,0 0 0,0-1 0,0 1 1,0 0-1,0 0 0,0 0 0,0-1 1,0 1-1,0 0 0,0 0 0,0-1 1,0 1-1,0 0 0,0 0 0,0 0 1,0-1-1,0 1 0,0 0 0,-1 0 1,1 0-1,0 0 0,0-1 1,0 1-1,0 0 0,0 0 0,-1 0 1,1 0-1,0 0 0,0-1 0,0 1 1,0 0-1,-1 0 0,1 0 0,0 0 1,0 0-1,0 0 0,-1 0 0,1 0 1,-7 11 752,-7 24 146,-74 203 2096,68-188-2567,2 0-1,-13 57 1,31-106-443,-1 0 0,1 0 1,0 0-1,-1 0 0,1 0 0,0 0 0,0 0 0,0 0 1,0 0-1,0 0 0,0 0 0,0 0 0,0 0 0,0 0 1,0 0-1,0 0 0,1 0 0,-1 0 0,0 0 0,1 0 1,-1 0-1,1 0 0,-1 0 0,1-1 0,-1 1 0,1 0 1,1 1-1,-1-2 0,0 0 0,0 1-1,1-1 1,-1 0 0,0 0 0,1 0 0,-1-1 0,0 1 0,1 0 0,-1 0 0,0-1 0,1 1 0,-1-1 0,0 1-1,0-1 1,0 1 0,2-2 0,8-5 20,1-1-1,16-15 1,-5 2 8,-1-1 1,-1-1 0,-1 0-1,26-42 1,-33 42-18,-2-2 1,-1 1-1,-1-1 0,-2-1 1,7-35-1,15-46 17,-24 92 64,1-1 1,0 1 0,1 0 0,0 0 0,1 1 0,15-20 0,-23 34-90,0 0 0,0 0 0,0 0 0,0 0 0,0 0 0,0 0 0,0 0 0,0 0 1,0 1-1,0-1 0,0 0 0,0 0 0,0 0 0,0 0 0,0 0 0,0 0 0,0 0 0,0 0 0,0 0 0,0 0 0,0 1 0,0-1 0,0 0 0,0 0 0,0 0 1,0 0-1,0 0 0,0 0 0,0 0 0,0 0 0,0 0 0,1 0 0,-1 0 0,0 0 0,0 0 0,0 0 0,0 0 0,0 1 0,0-1 0,0 0 0,0 0 0,0 0 0,0 0 1,0 0-1,1 0 0,-1 0 0,0 0 0,0 0 0,0 0 0,0 0 0,0 0 0,0 0 0,0 0 0,0 0 0,0 0 0,0 0 0,1-1 0,-1 1 0,0 0 0,0 0 1,0 0-1,0 0 0,0 0 0,0 0 0,0 0 0,-1 10 165,-7 27 143,-1-1 0,-27 65 0,14-43-171,0 2-19,-47 152 240,69-211-358,0 0 0,-1 0 0,1 0-1,0 0 1,0 0 0,0 0 0,0 0 0,0 0 0,0 0 0,0 0 0,0 0 0,0 0 0,0 0 0,0-1 0,1 1-1,-1 0 1,0 0 0,1 0 0,-1 0 0,1 0 0,-1 0 0,2 1 0,-2-2-33,1 1 0,0-1 1,0 0-1,0 0 0,0 1 1,0-1-1,-1 0 0,1 0 1,0 0-1,0 0 0,0 0 0,0 0 1,0 0-1,0 0 0,0 0 1,0 0-1,0 0 0,-1-1 1,1 1-1,0 0 0,0-1 0,0 1 1,1-2-1,17-10-1042,5-8 431</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2.922"/>
    </inkml:context>
    <inkml:brush xml:id="br0">
      <inkml:brushProperty name="width" value="0.035" units="cm"/>
      <inkml:brushProperty name="height" value="0.035" units="cm"/>
    </inkml:brush>
  </inkml:definitions>
  <inkml:trace contextRef="#ctx0" brushRef="#br0">235 1 2361,'-23'21'1508,"17"-15"-1187,-1-1 0,2 1 0,-1 0 0,1 0 0,0 0-1,0 1 1,-7 13 0,-1 9 576,4-10-424,0 0 1,-1-1 0,-1 0-1,-1 0 1,-16 19-1,26-35-442,0 0 0,0 0 0,0 1 0,1-1 0,-1 1 0,0-1 1,1 1-1,0-1 0,-2 6 0,3-8-27,0 1 1,0 0 0,0-1 0,0 1-1,0 0 1,0-1 0,0 1 0,0-1-1,0 1 1,0 0 0,0-1 0,1 1-1,-1-1 1,0 1 0,0-1 0,1 1-1,-1 0 1,0-1 0,1 1 0,0 0-1,0 0 0,0 0-1,0-1 1,0 1-1,0 0 1,1-1-1,-1 1 1,0-1-1,0 1 1,1-1-1,-1 1 1,0-1-1,1 0 0,1 0 1,13 1 11,0 0 0,24-4 0,-27 2-8,-1 0 1,0 1-1,1 0 1,-1 1-1,24 4 0,-34-4 3,1-1-1,-1 1 1,0 0-1,0-1 0,1 1 1,-1 0-1,0 0 1,0 1-1,0-1 1,0 0-1,0 1 1,-1-1-1,1 1 0,0 0 1,-1-1-1,1 1 1,-1 0-1,1 0 1,-1 0-1,0 0 0,0 0 1,0 0-1,0 0 1,0 1-1,-1-1 1,1 0-1,-1 0 1,1 1-1,-1-1 0,0 0 1,0 1-1,0-1 1,0 1-1,0-1 1,0 0-1,-1 0 1,1 1-1,-2 2 0,-2 7 82,0-1 0,-1 1-1,0-1 1,-1 0 0,-13 19-1,10-16 47,-1 0 0,-1-1 0,0-1 0,-1 0 0,-20 17-1,24-23-98,-1 0-1,1-1 0,-1 0 0,0-1 0,0 1 0,-1-2 0,1 1 0,-1-1 0,0-1 0,-14 3 0,23-5-51,-1 0 1,1 0-1,-1 1 1,1-1-1,-1 0 1,1 0-1,-1-1 1,1 1-1,-1 0 1,1 0-1,-1-1 1,1 1-1,-1-1 1,1 1-1,0-1 1,-1 1-1,1-1 1,0 0-1,0 0 1,-1 0-1,1 0 1,0 0-1,0 0 1,0 0-1,0 0 1,0 0-1,0 0 1,0-1-1,1 1 1,-1 0-1,0-2 1,0 0-129,0 0 1,1-1 0,-1 1-1,1 0 1,0 0-1,0 0 1,0 0 0,1 0-1,-1 0 1,1 0 0,-1 0-1,1 0 1,0 0 0,3-6-1,21-33-758</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3.344"/>
    </inkml:context>
    <inkml:brush xml:id="br0">
      <inkml:brushProperty name="width" value="0.035" units="cm"/>
      <inkml:brushProperty name="height" value="0.035" units="cm"/>
    </inkml:brush>
  </inkml:definitions>
  <inkml:trace contextRef="#ctx0" brushRef="#br0">127 3 1408,'3'-1'136,"-1"1"-1,1-1 0,-1 1 1,1-1-1,-1 1 0,1 0 1,0 0-1,-1 0 0,1 1 1,-1-1-1,1 0 0,0 1 0,-1 0 1,1 0-1,-1-1 0,0 1 1,1 1-1,-1-1 0,0 0 1,0 1-1,1-1 0,-1 1 1,0-1-1,0 1 0,-1 0 1,1 0-1,0 0 0,-1 0 1,1 0-1,-1 0 0,3 5 1,1 4 181,0 0 1,-1 0 0,0 0-1,-1 1 1,0-1-1,-1 1 1,0 0 0,0 0-1,-1 13 1,-2 18 406,-7 50 1,6-74-581,-2 24 98,2-10-73,-2 1 0,-10 38 0,14-72-180,0 0 0,0-1-1,0 1 1,0 0 0,0 0 0,-1-1-1,1 1 1,0 0 0,0 0 0,0-1-1,0 1 1,-1 0 0,1 0 0,0-1-1,0 1 1,0 0 0,-1 0 0,1 0-1,0 0 1,0-1 0,-1 1 0,1 0-1,0 0 1,0 0 0,-1 0 0,1 0-1,0 0 1,-1 0 0,1 0 0,0 0-1,-1 0 1,1 0 0,0 0 0,0 0-1,-1 0 1,1 0 0,0 0 0,-1 0-1,1 0 1,0 0 0,0 0 0,-1 0-1,1 1 1,0-1 0,0 0 0,-1 0-1,1 0 1,0 0 0,0 1 0,0-1-1,-1 0 1,1 0 0,0 1 0,0-1 0,0 0-1,0 0 1,-1 1 0,1-1 0,0 0-1,0 0 1,0 1 0,0-1 0,0 0-1,0 0 1,0 1 0,0-1 0,-14-30-1362,10 22 1035,-11-20-135,-1 2 1,-1 0-1,-1 0 1,-26-26 0,2 1 796,40 50-255,1-1 0,-1 0 1,1 1-1,0-1 1,0 0-1,0 0 0,0 0 1,0 0-1,0 0 0,1 0 1,-2-4-1,2 4-14,1 1 0,-1 0 0,0 0 0,0 0 0,1 0 0,-1 0 0,1 0 0,-1-1 0,1 1 0,-1 0 0,1 0 0,0 1 0,-1-1 0,1 0 0,0 0 0,0 0 0,0 0 0,0 1 0,-1-1 0,1 0 0,0 1 0,0-1 0,0 0 0,1 1 0,0-1 0,87-41 1044,143-46 1,-160 68-1968,0 3 0,86-9 1,-66 16-104</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4.593"/>
    </inkml:context>
    <inkml:brush xml:id="br0">
      <inkml:brushProperty name="width" value="0.035" units="cm"/>
      <inkml:brushProperty name="height" value="0.035" units="cm"/>
    </inkml:brush>
  </inkml:definitions>
  <inkml:trace contextRef="#ctx0" brushRef="#br0">128 88 1544,'33'-71'1009,"-30"58"-181,-7 10-392,-2 4 96,2 2-322,0 0 0,1 1 0,0-1 0,-1 0-1,1 1 1,1 0 0,-1 0 0,0 0 0,-1 5 0,-20 41 780,11-4-507,11-35-385,0-1 0,-2 1 0,-3 10-1,-43 81 580,47-94-609,0-1 1,0 1-1,1-1 1,0 1-1,0 0 1,-1 15-1,3-20-36,0 0 0,-1 1 0,1-1 0,0 0 0,1 0 0,-1 0 0,0 0 0,1 0 0,0 0 0,0 0 0,0 0 1,0 0-1,0-1 0,0 1 0,1 0 0,-1-1 0,1 1 0,0-1 0,0 1 0,4 3 0,-6-6-17,1 1 0,0-1 0,0 0 0,0 1 0,0-1 0,0 0 1,0 0-1,0 1 0,0-1 0,0 0 0,0 0 0,0 0 0,0 0 0,0 0 0,0-1 0,-1 1 1,1 0-1,0 0 0,0 0 0,0-1 0,1 0 0,22-12 196,-12 5-138,17-9-13,-1-1 0,-1-2 0,-1 0 0,25-27 0,-35 33-44,-11 10-4,0 0 0,-1 0 0,0-1 0,7-9 0,-9 11-7,-1 0-1,0 1 0,0-1 1,0 0-1,0 0 0,0 0 1,0 0-1,-1 0 1,0 0-1,0 0 0,1 0 1,-2 0-1,1-4 0,-2-6 21,0 0 0,0 1 0,-1-1 0,-1 1 0,-10-24 0,11 29 28,-1 0-1,0 0 0,-1 0 0,1 1 0,-1-1 1,0 1-1,-1 0 0,0 0 0,0 1 0,-9-7 1,13 11-155,1 0 0,-1 0 0,0 1 0,1-1 0,-1 0 0,0 1 0,0 0 0,1-1 0,-1 1 0,0 0 0,0 0 1,0 0-1,1 0 0,-1 0 0,0 0 0,0 1 0,1-1 0,-4 2 0,6-2-662</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4.963"/>
    </inkml:context>
    <inkml:brush xml:id="br0">
      <inkml:brushProperty name="width" value="0.035" units="cm"/>
      <inkml:brushProperty name="height" value="0.035" units="cm"/>
    </inkml:brush>
  </inkml:definitions>
  <inkml:trace contextRef="#ctx0" brushRef="#br0">0 0 1184,'89'9'778,"-88"-9"-703,0 0 1,0 0 0,0 1 0,1-1-1,-1 0 1,0 0 0,0 1-1,0-1 1,0 0 0,0 1 0,0-1-1,0 1 1,0 0 0,0-1-1,0 1 1,0 0 0,-1-1 0,1 1-1,0 0 1,0 0 0,-1 0 0,1 0-1,0 0 1,-1 0 0,1 0-1,-1 0 1,1 0 0,-1 0 0,0 0-1,1 0 1,-1 0 0,0 0-1,1 2 1,0 2 200,6 13 106,-1 0-1,-1 1 1,0 0 0,-2 0 0,0 0 0,-1 0 0,-1 0 0,0 1-1,-2-1 1,0 1 0,-8 34 0,-1 1-215,3-20-52,1 1 0,-2 49 0,10-76-64,2-10-417,7-18-922,-7 11 737,9-13-240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6.288"/>
    </inkml:context>
    <inkml:brush xml:id="br0">
      <inkml:brushProperty name="width" value="0.035" units="cm"/>
      <inkml:brushProperty name="height" value="0.035" units="cm"/>
    </inkml:brush>
  </inkml:definitions>
  <inkml:trace contextRef="#ctx0" brushRef="#br0">57 95 2208,'-10'-7'990,"7"5"-697,1 1-1,0 0 1,0-1 0,-1 1 0,1-1 0,0 0 0,0 0 0,0 0 0,1 0 0,-1 0 0,0 0 0,1 0 0,0-1 0,-1 1 0,1-1 0,0 1 0,0-1 0,0 1 0,0-4 0,2 5-252,0 0 1,0 0-1,0 1 1,0-1 0,0 0-1,1 0 1,-1 0 0,0 1-1,1-1 1,-1 1-1,2-1 1,0-1 25,32-11 214,-30 12-259,0-1 0,1 0 0,-1 0-1,0-1 1,0 1 0,6-5 0,-24 22 1067,11-15-1022,0 0 0,1 0 0,-1 0 0,0 0 0,1 0-1,-1 0 1,1 0 0,-1 1 0,0-1 0,1 1 0,-3 1 0,-3 12 429,4-4-594,3-9 108,0-1 0,-1 0 0,1 1 1,0-1-1,0 0 0,0 1 1,0-1-1,-1 0 0,1 1 0,0-1 1,0 0-1,0 0 0,-1 1 0,1-1 1,0 0-1,-1 0 0,1 1 0,0-1 1,-1 0-1,1 0 0,0 0 1,-1 0-1,1 1 0,0-1 0,-1 0 1,1 0-1,0 0 0,-1 0 0,1 0 1,0 0-1,-1 0 0,0 0 1,1 0-4,0 0 1,-1 0-1,1 0 1,0 0 0,-1 0-1,1 0 1,-1 0 0,1 0-1,0 0 1,-1 0-1,1 0 1,-1 1 0,1-1-1,0 0 1,-1 0 0,1 0-1,0 1 1,-1-1 0,1 0-1,0 0 1,0 1-1,-1-1 1,1 0 0,0 1-1,0-1 1,-1 0 0,1 1-1,0-1 1,0 0 0,0 1-1,0-1 1,-1 1-1,1 0-5,-8 18 21,8-18-21,-1-1 0,1 1 1,0 0-1,-1-1 0,1 1 0,-1 0 0,0-1 1,1 1-1,-1-1 0,1 1 0,-1 0 1,0-1-1,1 0 0,-1 1 0,0-1 0,0 1 1,1-1-1,-1 0 0,0 0 0,0 1 1,-1-1-1,-19 6 893,27-9-852,-1 0-1,1 1 1,0-1 0,0 1 0,12-3 0,-9 3-43,-3 1-1,1 0 0,0 0 1,-1 0-1,1 0 0,0 1 1,-1 0-1,1 1 0,9 1 0,2 1 8,1 0-1,-1-1 1,1-1-1,25-2 0,-33-1 8,1 0-1,-1 0 0,1-1 0,-1 0 0,0-1 0,0-1 1,0 1-1,10-8 0,-10 6 2,2-1 0,-1 2 0,1-1 0,-1 2 0,1 0 0,1 0 0,15-2 0,-27 6-13,-1 0-1,1 0 1,-1 0 0,1 0-1,-1 0 1,1 0 0,-1 0-1,1 1 1,-1-1 0,1 0-1,-1 1 1,1 0 0,-1-1-1,0 1 1,1 0-1,-1-1 1,0 1 0,1 0-1,-1 0 1,0 0 0,2 2-1,-1 0 7,0 0-1,0 0 0,-1 0 1,1 0-1,-1 0 1,0 1-1,1-1 0,-2 0 1,2 6-1,0 2 51,-1 2 0,0-1 0,-1 0 0,-3 20 0,-1 12 302,2-40-345,1-1-1,-1 0 1,0 0-1,0 0 1,0 0 0,-1 0-1,1-1 1,-1 1-1,1-1 1,-4 3-1,-71 44 10,73-46-20,-1 0 0,0 0-1,0-1 1,0 0 0,-1 0-1,1 0 1,-1 0 0,1-1 0,-1 0-1,1 0 1,-1 0 0,0-1-1,1 0 1,-1 0 0,0-1-1,1 1 1,-9-3 0,6 2-2,0 0 1,-1 0-1,0 1 1,-16 1-1,-2 4-1,19-3 2,0 0 0,-1-1 0,1 1 0,-1-2 0,1 1 0,-1-1 0,1-1 0,-1 1-1,1-2 1,-9-1 0,7-1-120,4 3 32,1-1-1,1 0 0,-1 0 0,0 0 0,-7-6 0,9 6-354,0-1 0,1 1 0,0-1 1,-1 1-1,1-1 0,-3-5 0,-2-7-906</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7.210"/>
    </inkml:context>
    <inkml:brush xml:id="br0">
      <inkml:brushProperty name="width" value="0.035" units="cm"/>
      <inkml:brushProperty name="height" value="0.035" units="cm"/>
    </inkml:brush>
  </inkml:definitions>
  <inkml:trace contextRef="#ctx0" brushRef="#br0">214 83 3169,'3'-24'3365,"2"-10"-1037,-5 33-2253,0 0-1,0 0 0,0 0 0,0 0 0,0 0 0,-1 0 0,1 0 0,0 0 0,-1 0 0,1 0 0,0 0 0,-1 0 0,1 0 0,-1 0 0,1 0 0,-1 0 0,0 0 0,1 0 0,-1 0 0,0 1 0,0-1 1,0 0-1,0 0 0,0 1-36,0-1 1,0 1-1,0 0 1,1 0 0,-1 0-1,0 0 1,0 0-1,0-1 1,1 2-1,-1-1 1,0 0 0,0 0-1,0 0 1,1 0-1,-1 0 1,0 1 0,0-1-1,0 0 1,1 1-1,-1-1 1,0 0 0,1 1-1,-1-1 1,0 1-1,1-1 1,-1 1-1,1 0 1,-1-1 0,0 1-1,1 0 1,-19 26 348,12-16-243,-8 10-5,2-3-80,1-1 0,1 1 0,0 1-1,1 0 1,-11 32 0,5 5 21,9-29 0,0-1 1,-13 26-1,3-5 134,17-47-211,-1 1 1,1-1 0,0 0 0,0 1 0,0-1 0,0 1 0,0-1 0,0 1 0,0-1 0,0 0 0,0 1 0,0-1 0,0 1 0,0-1 0,0 1-1,0-1 1,0 0 0,0 1 0,1-1 0,-1 1 0,0-1 0,0 0 0,0 1 0,1-1 0,-1 0 0,0 1 0,1-1 0,-1 0 0,0 1 0,0-1-1,1 0 1,-1 0 0,1 1 0,-1-1 0,18-1 79,-12-1-60,1 0-1,-1-1 1,-1 1-1,8-5 1,125-85 118,-133 89-134,0 0-1,-1-1 1,0 0-1,1 1 0,-1-1 1,-1-1-1,1 1 1,0-1-1,4-8 1,-6 10 0,-1-1 1,0 1 0,1 0 0,-1-1 0,-1 1 0,1-1-1,0 0 1,-1 1 0,0-1 0,0 0 0,0 1 0,0-1-1,-1 1 1,1-1 0,-1 0 0,-2-5 0,-3-7 58,-1 0 1,-18-28-1,14 27-608,-12-29 0,23 46 500,0 0 1,0 0-1,-1 0 0,1-1 0,0 1 0,0 0 0,0 0 0,0 0 0,0 0 0,0-1 0,0 1 0,0 0 0,0 0 0,0 0 0,0 0 0,0-1 0,0 1 0,0 0 0,0 0 0,0 0 0,0-1 0,0 1 0,0 0 0,0 0 0,0 0 0,0 0 0,0-1 0,0 1 0,0 0 0,1 0 0,-1 0 0,0 0 0,0 0 0,0-1 0,0 1 0,0 0 0,0 0 0,1 0 0,-1 0 0,0 0 0,0 0 0,0 0 0,0 0 0,0 0 0,1-1 0,-1 1 0,10 1-2012,7 3 486</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7.600"/>
    </inkml:context>
    <inkml:brush xml:id="br0">
      <inkml:brushProperty name="width" value="0.035" units="cm"/>
      <inkml:brushProperty name="height" value="0.035" units="cm"/>
    </inkml:brush>
  </inkml:definitions>
  <inkml:trace contextRef="#ctx0" brushRef="#br0">51 382 2184,'0'0'118,"0"1"0,0-1 0,0 0 0,0 0 0,0 0-1,0 0 1,0 1 0,0-1 0,0 0 0,0 0 0,0 0-1,0 1 1,-1-1 0,1 0 0,0 0 0,0 0 0,0 0 0,0 0-1,0 1 1,0-1 0,0 0 0,-1 0 0,1 0 0,0 0-1,0 0 1,0 0 0,0 0 0,-1 0 0,1 1 0,0-1-1,0 0 1,0 0 0,0 0 0,-1 0 0,1 0 0,0 0-1,0 0 1,0 0 0,-1 0 0,1 0 0,0 0 0,0 0-1,0 0 1,0 0 0,-1-1 0,-6-7 3350,-2-14-1912,2-1-1223,1 0 1,1 0-1,1-1 0,-1-27 0,3 20-167,4-35-1,-1 55-141,0 1 0,1-1 1,0 0-1,1 1 0,0 0 0,9-19 0,-11 27-17,-1 1-1,1-1 1,0 1-1,0-1 1,0 1-1,0 0 1,1 0-1,-1-1 1,0 1-1,0 0 1,1 0-1,-1 0 1,1 0-1,-1 1 0,1-1 1,-1 0-1,1 1 1,-1-1-1,1 1 1,0-1-1,-1 1 1,1 0-1,0 0 1,-1-1-1,1 1 1,0 0-1,0 1 1,-1-1-1,1 0 1,0 0-1,1 1 1,6 2-3,1 0 1,-1 1-1,0 0 1,12 8-1,4 0 13,-12-5 10,-8-3-55,-5-2-192,-5-6-3453,3 3 2679</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8.007"/>
    </inkml:context>
    <inkml:brush xml:id="br0">
      <inkml:brushProperty name="width" value="0.035" units="cm"/>
      <inkml:brushProperty name="height" value="0.035" units="cm"/>
    </inkml:brush>
  </inkml:definitions>
  <inkml:trace contextRef="#ctx0" brushRef="#br0">46 31 2288,'-13'-30'1729,"3"36"-73,4 11-392,1 1-215,4 15-89,1 2 0,0 12-56,0 7-120,0 0-335,-4 8-105,3-11-168,-4-3-32,7-15-56,2-9-16,6-18-248,6-6-448,-2-12-1833,-1-9 1617</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8.427"/>
    </inkml:context>
    <inkml:brush xml:id="br0">
      <inkml:brushProperty name="width" value="0.035" units="cm"/>
      <inkml:brushProperty name="height" value="0.035" units="cm"/>
    </inkml:brush>
  </inkml:definitions>
  <inkml:trace contextRef="#ctx0" brushRef="#br0">48 73 2280,'-39'-56'1656,"38"56"-1452,0-1 0,0 0 0,1 0 1,-1 1-1,1-1 0,-1 0 1,0 0-1,1 0 0,0 0 1,-1 0-1,1 0 0,0 0 1,-1 0-1,1 0 0,0 0 0,0-1 1,10 5 2731,-3 0-3580,18 4 794,0-1 0,0-1-1,1-1 1,35 0 0,-35-2 30,6-1 158,0 2 0,45 9 0,-60-6-213,-16-6-121,-1 0-1,0 1 0,0-1 1,1 0-1,-1 0 1,0 1-1,0-1 1,0 0-1,1 1 1,-1-1-1,0 0 0,0 1 1,0-1-1,0 0 1,0 1-1,0-1 1,0 1-1,0-1 0,0 0 1,0 1-1,0-1 1,0 0-1,0 1 1,0-1-1,0 0 1,0 1-1,0-1 0,-1 0 1,1 1-1,0-1 1,0 0-1,0 1 1,-1-1-1,1 0 0,0 1 1,0-1-1,0 0 1,-1 0-1,1 1 1,-1-1-1,-11 14 34,-8 4-8,-2-1 1,0-2 0,0 0 0,-40 18-1,0 2 124,53-30-76,0 0-1,0-1 1,-1 0 0,1-1 0,-1 0-1,0 0 1,0-1 0,-20 2 0,96 3-65,-44-4-23,-1-1-1,34-1 0,-17-4-1206,44-8 0,-54 6 428</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9.390"/>
    </inkml:context>
    <inkml:brush xml:id="br0">
      <inkml:brushProperty name="width" value="0.035" units="cm"/>
      <inkml:brushProperty name="height" value="0.035" units="cm"/>
    </inkml:brush>
  </inkml:definitions>
  <inkml:trace contextRef="#ctx0" brushRef="#br0">9 98 2008,'20'-77'1350,"-13"60"298,-1 14-701,2 18-210,-6-9-516,1-2-82,0 1 0,-1 0 0,1 0 0,-1 0 0,0 0 0,-1 0 1,1 1-1,-1-1 0,0 0 0,0 1 0,-1-1 0,0 1 0,0-1 0,0 1 0,-1-1 0,1 1 1,-1-1-1,0 0 0,-1 1 0,0-1 0,1 0 0,-6 9 0,-4 10 91,4-11-115,1 0-1,0 0 0,1 1 1,1 0-1,0 0 1,-4 27-1,5-7 104,1-28-167,2-1-1,-1 1 1,0-1 0,1 1 0,0-1 0,1 1-1,-1-1 1,2 8 0,-2-12-42,1-1 0,-1 1 1,0 0-1,0 0 0,0 0 1,1 0-1,-1-1 0,0 1 1,1 0-1,-1 0 0,1-1 0,-1 1 1,1 0-1,-1-1 0,1 1 1,0 0-1,-1-1 0,1 1 0,0-1 1,-1 1-1,1-1 0,0 1 1,0-1-1,-1 0 0,1 1 1,0-1-1,0 0 0,0 0 0,-1 0 1,1 1-1,0-1 0,0 0 1,0 0-1,0 0 0,0 0 0,-1 0 1,1 0-1,0-1 0,0 1 1,0 0-1,0 0 0,-1-1 1,1 1-1,0 0 0,0-1 0,0 1 1,-1-1-1,1 1 0,0-1 1,-1 1-1,2-2 0,5-3 34,0-1 0,0 0 1,11-13-1,-15 15-23,2-1-9,0 0 1,-1 0-1,0 0 0,0 0 0,-1-1 1,1 0-1,-1 0 0,4-11 0,-3 7 12,-3 10-25,-1-1 0,0 1 0,1-1 0,-1 1 0,0-1 1,1 1-1,-1-1 0,0 0 0,0 1 0,0-1 0,0 1 1,0-1-1,0 0 0,0 1 0,0-1 0,0 0 0,0 1 0,0-1 1,0 1-1,0-1 0,0 0 0,0 1 0,-1-1 0,1 1 1,0-1-1,0 0 0,-1 0 0,-2-9-476,1 1 0,1-1 0,0 0 0,0 1-1,1-1 1,1 0 0,-1 0 0,4-15 0,0-35-1831,-7 29 1684,2 25 717,0 1 0,0 0 0,1 0 0,0 0 0,0 0 0,0-1 0,0 1 0,1 0 0,0 0 0,0 0 0,3-9 0,-3 13-27,-1 0 1,1 1-1,0-1 1,-1 1-1,1-1 1,0 1 0,-1 0-1,1-1 1,0 1-1,0-1 1,-1 1-1,1 0 1,0 0-1,0 0 1,0-1-1,-1 1 1,1 0-1,0 0 1,0 0 0,0 0-1,-1 0 1,1 0-1,0 1 1,0-1-1,0 0 1,-1 0-1,1 0 1,0 1-1,0-1 1,0 1 0,-1-1-1,1 0 1,0 1-1,0 0 1,34 21 1267,-22-13-1122,-8-6-125,0 0 0,0 0 0,-1 1 0,1 0 0,-1 0 0,0 0 0,0 0 0,0 1-1,0-1 1,-1 1 0,0 0 0,5 10 0,-7-12-50,1 1-1,-1 0 0,0-1 0,0 1 1,-1 0-1,1 0 0,-1-1 0,0 1 1,0 0-1,0 0 0,0 0 0,-1-1 1,1 1-1,-1 0 0,0 0 0,0-1 1,-1 1-1,1-1 0,-1 1 0,-2 4 1,-7 7 36,-1 0 0,-1 0 0,0-2 0,-1 1 1,-29 21-1,-11 11 213,53-45-278,0 0 1,0-1-1,0 1 0,0 0 0,1 0 0,-1 0 0,0 0 0,0 0 0,1 0 0,-1 0 0,1 0 0,-1 0 0,1 0 0,-1 0 0,1 2 0,0-3-4,0 0 0,0 1 0,0-1 0,0 0 0,1 0 0,-1 1 0,0-1 0,0 0 0,0 1 0,1-1 0,-1 0 0,0 0 0,0 1 0,1-1 0,-1 0 0,0 0 0,1 0 0,-1 0 0,0 1 0,0-1 0,1 0 0,-1 0 0,0 0 0,1 0 0,-1 0 0,0 0 0,1 0 0,-1 0 0,0 0 0,1 0 0,0 0 0,3 0 9,-1 0 0,1-1 1,0 1-1,0-1 0,0 0 1,-1 0-1,6-2 0,121-49 87,-76 32-75,70-37 1,-93 41-12,-15 8 1,1-1 0,-2 0 0,1-1-1,-1-1 1,23-21 0,-37 31-11,0 0-1,0 0 1,0 0-1,0 0 1,0 0-1,-1-1 0,1 1 1,0 0-1,-1 0 1,1-1-1,-1 1 1,1 0-1,-1-1 1,0 1-1,1 0 1,-1-1-1,0 1 1,0 0-1,0-1 1,0 1-1,0-1 1,0 1-1,0 0 0,-1-1 1,1 1-1,0 0 1,-1-1-1,1 1 1,-1 0-1,0 0 1,1-1-1,-1 1 1,0 0-1,0 0 1,-1-2-1,0 1 1,0 0 0,-1 0-1,1 1 1,-1-1 0,1 0 0,-1 1 0,0-1-1,1 1 1,-1 0 0,0 0 0,0 0-1,0 0 1,0 1 0,0-1 0,-4 1 0,1 0-2,-1 0 1,1 0 0,-1 1 0,1 0 0,-1 1-1,1 0 1,0 0 0,0 0 0,0 0 0,0 1 0,0 0-1,0 0 1,1 1 0,-1 0 0,1 0 0,0 0 0,0 0-1,1 1 1,-1 0 0,1 0 0,0 0 0,0 0-1,1 1 1,-1 0 0,1-1 0,-3 12 0,3-11 13,1 0 0,0 1 1,0-1-1,1 1 0,0 0 1,0-1-1,1 1 0,-1 0 1,1 0-1,1-1 1,-1 1-1,1 0 0,1-1 1,-1 1-1,1-1 0,0 1 1,1-1-1,-1 0 0,1 0 1,0 0-1,1 0 0,0 0 1,0-1-1,0 1 0,9 8 1,-8-11-4,-1 1 0,1-1 0,-1 0 0,1 0 0,0-1-1,0 0 1,0 0 0,0 0 0,1 0 0,-1-1 0,0 0 0,1 0 0,-1 0 0,1-1 0,-1 1 0,1-1 0,-1-1 0,1 1 0,-1-1 0,1 0 0,-1 0 0,0-1 0,0 1 0,1-1 0,5-3 0,5-3 22,0-1 1,-1 0-1,0 0 1,-1-2-1,1 0 0,20-22 1,-30 29-25,-1-1 1,0 0 0,-1 0 0,1 0-1,-1-1 1,0 1 0,0-1-1,0 0 1,1-7 0,-3 9 16,0 1 0,0-1 1,0 0-1,-1 0 0,1 0 0,-1 0 1,0 0-1,-1 0 0,1 0 1,0 0-1,-1 0 0,0 0 0,0 0 1,0 0-1,-1 1 0,-2-6 1,-4-4 131,6 10-86,0-1 0,-1 1 0,1-1 0,1 0 0,-1 0 0,1 0 0,-2-5 0,3 8-63,0 0-1,0 0 0,0 0 0,0 0 1,0 0-1,0 0 0,1 0 1,-1 0-1,0 0 0,1 0 0,-1 0 1,1 0-1,-1 0 0,1 0 0,-1 0 1,1 0-1,0 1 0,-1-1 1,1 0-1,0 0 0,0 1 0,0-1 1,-1 0-1,1 1 0,0-1 0,0 1 1,0-1-1,0 1 0,0 0 0,0-1 1,0 1-1,0 0 0,0 0 1,2-1-1,10-2-9,1 0 0,0 1 0,1 1 0,-1 0 0,0 1-1,0 0 1,0 1 0,16 3 0,18 6-494,46 15-1,-35-8-692,8 0 422</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1:59.740"/>
    </inkml:context>
    <inkml:brush xml:id="br0">
      <inkml:brushProperty name="width" value="0.035" units="cm"/>
      <inkml:brushProperty name="height" value="0.035" units="cm"/>
    </inkml:brush>
  </inkml:definitions>
  <inkml:trace contextRef="#ctx0" brushRef="#br0">4 14 6289,'-3'-13'2585,"6"16"-1417,0 13-456,7 22 216,2 12-55,-5 8-81,6 5-64,-12-3-312,-2-3-120,1 4-136,-2-2-48,-4-11-56,9-4-8,-8-20-288,10-14-336,0-28-888,4-11-577,2-15 1217</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00.145"/>
    </inkml:context>
    <inkml:brush xml:id="br0">
      <inkml:brushProperty name="width" value="0.035" units="cm"/>
      <inkml:brushProperty name="height" value="0.035" units="cm"/>
    </inkml:brush>
  </inkml:definitions>
  <inkml:trace contextRef="#ctx0" brushRef="#br0">34 240 2401,'-5'-8'506,"1"0"1,-1-1 0,2 0 0,-1 0 0,1 0 0,1 0 0,-1 0 0,2-1 0,-1 1 0,1 0 0,1-1 0,-1 0 0,2 1 0,-1-1-1,1 1 1,4-14 0,-4 19-396,0-1 0,0 1-1,1 0 1,0 0 0,-1 0 0,1 0-1,1 1 1,4-7 0,-5 7-62,1 1 1,-1 0-1,1 0 1,0 1-1,0-1 0,0 0 1,0 1-1,0 0 1,0 0-1,1 0 1,4-1-1,0 0-22,0 0 0,0 0-1,0 1 1,1 0 0,-1 1 0,0 0 0,0 0-1,1 1 1,-1 0 0,0 0 0,0 1 0,0 0-1,0 0 1,0 1 0,-1 0 0,1 1 0,-1-1-1,0 1 1,0 1 0,9 6 0,-15-10-29,14 10 47,-1 1 0,0 0 0,-1 1 0,-1 0 1,13 17-1,-23-26-7,1 1 0,-1-1 0,1 0 1,-2 1-1,1-1 0,0 1 1,-1-1-1,0 1 0,0 0 0,0 0 1,0-1-1,-1 1 0,0 0 0,0 0 1,0 0-1,-1 0 0,0-1 1,0 1-1,0 0 0,0 0 0,-1-1 1,1 1-1,-1-1 0,-4 7 0,2-5 4,-1 1-1,0-1 0,0-1 0,0 1 0,-1-1 0,0 0 1,0 0-1,0 0 0,0-1 0,-1 0 0,0 0 1,0-1-1,0 0 0,0 0 0,-11 3 0,-9 1-1022,0-1 0,-1-1 0,-28 1-1,33-6-346</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01.056"/>
    </inkml:context>
    <inkml:brush xml:id="br0">
      <inkml:brushProperty name="width" value="0.035" units="cm"/>
      <inkml:brushProperty name="height" value="0.035" units="cm"/>
    </inkml:brush>
  </inkml:definitions>
  <inkml:trace contextRef="#ctx0" brushRef="#br0">12 300 1488,'39'125'1307,"-38"-122"-1151,0 1 1,-1-1-1,1 0 0,0 0 0,-1 1 0,0-1 0,0 0 0,0 0 0,0 1 1,0-1-1,-1 0 0,1 1 0,-1-1 0,0 0 0,0 0 0,0 0 0,-1 0 1,-2 6-1,-3 3 1569,7-19 1693,-2-33-1259,0 8-1181,-1 1 0,-9-38-1,-4-43-352,15 100-616,1 0-1,0-1 1,1 1 0,0 0 0,1 0 0,1 0 0,4-13 0,-5 19-6,2-6 28,0 0 1,1 0-1,1 0 0,7-12 0,-12 23-15,0-1 1,0 1-1,0-1 0,0 0 0,0 1 0,0 0 0,1-1 1,-1 1-1,0 0 0,1 0 0,-1-1 0,1 1 0,0 0 1,-1 1-1,1-1 0,0 0 0,-1 0 0,1 1 0,0-1 1,0 1-1,0-1 0,0 1 0,-1 0 0,1 0 0,0 0 1,0 0-1,0 0 0,0 0 0,0 0 0,0 1 1,-1-1-1,1 1 0,0-1 0,0 1 0,3 2 0,31 10 296,-22-4-209,-7-4-82,0-1 0,0 0 0,12 4 0,-8-4-11,0 1 0,0 0 0,0 0 0,0 1 0,-1 1 0,0 0 0,10 8 0,-9-4-4,0-2 8,0 0-1,-1 1 1,-1 0-1,0 1 0,12 18 1,-20-27-12,0 0-1,0-1 1,0 1 0,-1 0-1,1 0 1,-1 0 0,1 0-1,-1 0 1,0 0 0,0 0-1,0 0 1,0 0 0,0 0-1,0 0 1,-1 0 0,1 0-1,0 0 1,-1 0 0,-1 3-1,0-2 1,0 1-1,0-1 0,-1 1 1,1-1-1,-1 0 0,0 0 1,1 0-1,-1 0 0,-5 3 1,1-1 3,-1-1 0,1 1 0,-1-1 0,0 0 0,0-1 0,0 0 0,-1 0 0,-14 2 0,15-4 7,-1-1 0,1 0 1,0 0-1,-1 0 0,1-2 0,0 1 1,-1-1-1,-13-4 0,1-3 17,-37-20 0,18 7-28,41 23-1,-1-1-1,0 0 0,0 0 1,0 0-1,0 0 1,0 0-1,0 1 0,0-1 1,0 0-1,0 0 1,0 0-1,0 0 0,0 0 1,0 1-1,0-1 1,0 0-1,0 0 0,0 0 1,0 0-1,0 1 1,-1-1-1,1 0 0,0 0 1,0 0-1,0 0 1,0 0-1,0 0 0,0 1 1,0-1-1,0 0 1,-1 0-1,1 0 0,0 0 1,0 0-1,0 0 1,0 0-1,0 0 0,-1 0 1,1 0-1,0 0 1,0 0-1,0 1 0,0-1 1,0 0-1,-1 0 1,1 0-1,0 0 0,0 0 1,0 0-1,0 0 1,0 0-1,-1-1 0,1 1 1,0 0-1,0 0 1,0 0-1,0 0 0,-1 0 1,1 0-1,0 0 1,0 0-1,0 0 0,0 0 1,0 0-1,-1-1 1,7 15-38,-5-13 38,2 5 0,1 1 0,0 0 0,1-1 0,-1 0 0,1 0 0,0-1 0,0 1 0,12 8 0,-2-1 3,4 3 18,36 24 1,-15-12 9,-27-18-457,0-1-1,0 0 0,1-1 1,1-1-1,-1 0 1,1-1-1,0-1 0,30 7 1,-6-8-861</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01.431"/>
    </inkml:context>
    <inkml:brush xml:id="br0">
      <inkml:brushProperty name="width" value="0.035" units="cm"/>
      <inkml:brushProperty name="height" value="0.035" units="cm"/>
    </inkml:brush>
  </inkml:definitions>
  <inkml:trace contextRef="#ctx0" brushRef="#br0">123 410 5465,'4'7'424,"-2"-4"-150,0 0-1,0 0 1,-1 0 0,1 1 0,-1-1 0,0 0-1,1 7 1,-2-10-203,0 1 1,0 0-1,-1 0 0,1 0 0,0-1 1,0 1-1,-1 0 0,1 0 0,-1-1 0,1 1 1,-1 0-1,1 0 0,-1-1 0,1 1 1,-1-1-1,0 1 0,1-1 0,-1 1 1,0-1-1,1 1 0,-1-1 0,0 1 1,0-1-1,1 0 0,-1 0 0,0 1 0,0-1 1,0 0-1,0 0 0,1 0 0,-1 0 1,0 0-1,0 0 0,0 0 0,-1 0 1,-3 1 303,-1 0 1,0-1 0,1 0-1,-1 0 1,0 0 0,1-1-1,-1 1 1,-10-4 0,13 3-296,1-1 0,-1 1 1,0-1-1,1 1 0,0-1 0,-1 0 1,1 0-1,0 0 0,0 0 0,0-1 1,0 1-1,0 0 0,1-1 0,-1 1 1,1-1-1,0 0 0,-1 1 0,1-1 1,-1-5-1,-2-10-18,0-1-1,1 1 1,1-1-1,0 0 1,2 0-1,0 0 1,1 0-1,1 0 1,1 1-1,1-1 1,0 1-1,1 0 1,1 0-1,1 0 1,0 1-1,14-22 1,-17 32-60,1 0 0,0 1 0,0-1 0,1 1 1,0 0-1,0 1 0,1-1 0,-1 1 1,15-8-1,-17 11 12,0 0 0,0 1-1,0-1 1,1 1 0,-1 0 0,0 0 0,0 0 0,1 1 0,-1-1-1,0 1 1,1 0 0,-1 0 0,1 1 0,-1-1 0,0 1 0,0 0 0,1 0-1,-1 1 1,0-1 0,4 3 0,-6-3-6,0 1 0,0-1-1,-1 1 1,1-1 0,-1 1 0,1 0-1,-1-1 1,0 1 0,1 0 0,-1 0 0,0 0-1,0 0 1,0 0 0,-1 0 0,1 0-1,0 1 1,-1-1 0,0 0 0,1 0 0,-1 0-1,0 1 1,0-1 0,0 4 0,-1 5 12,0 1 0,-1 0 1,-3 11-1,-1 0 15,-2-1 0,-14 29 0,-2 6-797,24-54-437,1-4 484,2-8-345,6-15 53</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01.838"/>
    </inkml:context>
    <inkml:brush xml:id="br0">
      <inkml:brushProperty name="width" value="0.035" units="cm"/>
      <inkml:brushProperty name="height" value="0.035" units="cm"/>
    </inkml:brush>
  </inkml:definitions>
  <inkml:trace contextRef="#ctx0" brushRef="#br0">0 54 4273,'1'-1'158,"3"-6"745,1 0 0,1 0 0,10-12 0,-15 18-785,0 0 0,0 0-1,0 0 1,1 0 0,-1 0-1,0 0 1,0 0 0,1 1 0,-1-1-1,0 0 1,1 1 0,-1-1-1,1 1 1,-1-1 0,1 1-1,-1 0 1,1 0 0,-1 0-1,1-1 1,-1 1 0,1 1-1,-1-1 1,1 0 0,-1 0-1,1 0 1,-1 1 0,1-1-1,-1 1 1,0-1 0,1 1 0,1 1-1,0 1 67,0 0-1,1 0 1,-1 1-1,0-1 1,0 1-1,-1 0 1,1 0-1,-1 0 1,0 0-1,2 7 1,16 48 1112,-18-51-1135,19 102 1459,-10-46-1055,-6-37-518,-2 0 0,0 1-1,-2-1 1,-1 0 0,-1 1-1,-1-1 1,-6 29 0,-16-94-4441,12 5 3267</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02.235"/>
    </inkml:context>
    <inkml:brush xml:id="br0">
      <inkml:brushProperty name="width" value="0.035" units="cm"/>
      <inkml:brushProperty name="height" value="0.035" units="cm"/>
    </inkml:brush>
  </inkml:definitions>
  <inkml:trace contextRef="#ctx0" brushRef="#br0">3 49 8154,'0'-1'228,"-1"-1"0,1 1 1,-1 0-1,1-1 1,0 1-1,0-1 0,-1 1 1,1-1-1,0 1 0,0 0 1,1-1-1,-1 1 0,0-1 1,0 1-1,1-1 0,-1 1 1,1 0-1,-1-1 1,1 1-1,1-3 0,0 3-81,0 0 0,1-1-1,-1 1 1,0 0 0,1 0 0,-1 0-1,1 1 1,-1-1 0,1 0-1,-1 1 1,1 0 0,2-1 0,22-2 9,0 1 0,0 2 1,0 0-1,0 2 1,0 1-1,0 1 0,38 10 1,-48-9-125,0 1 0,0 1 0,-1 0 0,0 2 1,0 0-1,0 0 0,-2 1 0,1 1 0,-1 1 1,-1 0-1,0 0 0,14 19 0,-18-20 49,0 0 0,-1 1-1,-1 0 1,0 0 0,-1 1 0,0 0-1,-1 0 1,0 1 0,-1-1-1,-1 1 1,0 0 0,-1 0 0,-1 0-1,0 0 1,0 0 0,-2 1 0,1-1-1,-2 0 1,0 0 0,-1 0-1,0 0 1,-1-1 0,-1 1 0,0-1-1,-1 0 1,0 0 0,-1-1 0,0 0-1,-12 15 1,8-14-49,0 0-1,-1-1 1,0-1 0,-1 0 0,-1 0-1,1-1 1,-2-1 0,-21 11-1,24-15-152,0 0-1,0 0 1,0-1-1,0-1 1,-1 0-1,1-1 0,-1 0 1,0-1-1,1 0 1,-1-1-1,-24-3 0,19-1-131,-32-12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2.975"/>
    </inkml:context>
    <inkml:brush xml:id="br0">
      <inkml:brushProperty name="width" value="0.035" units="cm"/>
      <inkml:brushProperty name="height" value="0.035" units="cm"/>
    </inkml:brush>
  </inkml:definitions>
  <inkml:trace contextRef="#ctx0" brushRef="#br0">159 0 2000,'-106'21'1017,"95"8"199,-4 4-632,4 2 72,6 3 80,-6 1-200,14-3-320,-1-5-87,7-4-65,1-10-297,-4-11 177</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3.306"/>
    </inkml:context>
    <inkml:brush xml:id="br0">
      <inkml:brushProperty name="width" value="0.035" units="cm"/>
      <inkml:brushProperty name="height" value="0.035" units="cm"/>
    </inkml:brush>
  </inkml:definitions>
  <inkml:trace contextRef="#ctx0" brushRef="#br0">29 0 2224,'8'0'1265,"0"0"-257,-3 7 0,1 12-176,-5 6-127,-1 17-145,0 6-80,-11 9-208,5 8-72,-7 8-96,-1 2-24,8-9-16,-1-12-8,10-21-16,5-17-40,7-16-656,-1-5-593,2-22 761</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3.713"/>
    </inkml:context>
    <inkml:brush xml:id="br0">
      <inkml:brushProperty name="width" value="0.035" units="cm"/>
      <inkml:brushProperty name="height" value="0.035" units="cm"/>
    </inkml:brush>
  </inkml:definitions>
  <inkml:trace contextRef="#ctx0" brushRef="#br0">23 39 1168,'-18'0'1088,"13"0"-47,5-3 319,7-2 16,-7 3-416,9 1-175,33-1-377,60 0-104,-44-1-160,5 3-56,-11-5-32,-7 1-88,-10-1-864,-8-1-929,-8 6 1121</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4.103"/>
    </inkml:context>
    <inkml:brush xml:id="br0">
      <inkml:brushProperty name="width" value="0.035" units="cm"/>
      <inkml:brushProperty name="height" value="0.035" units="cm"/>
    </inkml:brush>
  </inkml:definitions>
  <inkml:trace contextRef="#ctx0" brushRef="#br0">4 53 3249,'-4'8'1568,"14"-2"-440,8-1 33,10-4-17,10-2-176,17-7-400,3-2-128,9-3-216,0 1-80,2 2-48,-2 1-344,-9 2-1904,-10 4 1552</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4.564"/>
    </inkml:context>
    <inkml:brush xml:id="br0">
      <inkml:brushProperty name="width" value="0.035" units="cm"/>
      <inkml:brushProperty name="height" value="0.035" units="cm"/>
    </inkml:brush>
  </inkml:definitions>
  <inkml:trace contextRef="#ctx0" brushRef="#br0">85 24 4297,'62'-24'1488,"-66"29"-944,4 8 16,-11 12 57,0 14 23,8 18-248,-18-5-32,-3 6-8,8 2 0,-9-7-144,7-1-88,12-4-72,-2-6-8,8-20-600,5-6-736,8-23 832</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4.957"/>
    </inkml:context>
    <inkml:brush xml:id="br0">
      <inkml:brushProperty name="width" value="0.035" units="cm"/>
      <inkml:brushProperty name="height" value="0.035" units="cm"/>
    </inkml:brush>
  </inkml:definitions>
  <inkml:trace contextRef="#ctx0" brushRef="#br0">102 1 4665,'-10'27'1888,"15"21"-1023,-8-5-33,3 9 8,-3-1-224,3-3-408,9 5-88,-1-18-72,2-7-96,1-10-1096,-6-17 840</inkml:trace>
  <inkml:trace contextRef="#ctx0" brushRef="#br0" timeOffset="1">29 230 5665,'-29'-84'1881,"51"90"-1593,7 2 32,1-5 24,1-1 32,13-4-264,2-2-40,-3-8-416,-5 0-1040,-10 2 943</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5.323"/>
    </inkml:context>
    <inkml:brush xml:id="br0">
      <inkml:brushProperty name="width" value="0.035" units="cm"/>
      <inkml:brushProperty name="height" value="0.035" units="cm"/>
    </inkml:brush>
  </inkml:definitions>
  <inkml:trace contextRef="#ctx0" brushRef="#br0">102 54 5121,'-46'21'2065,"16"-7"-1025,11-1-248,12-11-56,19-2 32,18-8-272,6-3-184,22-9-208,10-2-56,10 5-112,7 4-472,-7 0 384</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6.620"/>
    </inkml:context>
    <inkml:brush xml:id="br0">
      <inkml:brushProperty name="width" value="0.035" units="cm"/>
      <inkml:brushProperty name="height" value="0.035" units="cm"/>
    </inkml:brush>
  </inkml:definitions>
  <inkml:trace contextRef="#ctx0" brushRef="#br0">128 48 1472,'91'-35'1138,"-71"26"925,-20 9-2031,0 0 0,0 0-1,0 0 1,0 0 0,0 0-1,0 0 1,0 0 0,0 0-1,0 0 1,0 0 0,0 0-1,-1 0 1,1 0 0,0-1-1,0 1 1,0 0 0,0 0-1,0 0 1,0 0 0,0 0-1,0 0 1,0 0 0,0 0-1,0 0 1,0 0 0,0 0-1,0 0 1,0 0 0,0 0 0,0 0-1,0-1 1,0 1 0,0 0-1,0 0 1,0 0 0,0 0-1,0 0 1,0 0 0,0 0-1,0 0 1,0 0 0,0 0-1,0 0 1,0 0 0,0 0-1,0-1 1,0 1 0,0 0-1,0 0 1,0 0 0,0 0-1,0 0 1,0 0 0,0 0-1,0 0 1,0 0 0,0 0-1,0 0 1,1 0 0,-18 1 2263,17-1-2261,-8 3 83,0 0-1,0 1 1,0 0 0,1 0-1,0 0 1,-1 1-1,2 0 1,-1 1-1,-9 9 1,11-11-53,-20 21 283,0 0 1,-29 40 0,50-59-261,-1 1 1,1-1 0,0 1-1,-4 12 1,7-18-68,1 0-1,-1 0 1,1 0 0,-1 0-1,1 0 1,0 0 0,0 0-1,-1 0 1,1 0 0,0 0-1,0 0 1,0 0-1,0 0 1,0 0 0,0 0-1,0 0 1,0 0 0,0 0-1,1 0 1,-1 0 0,0 0-1,1 0 1,-1 0 0,1 0-1,-1 0 1,1 0 0,-1 0-1,1 0 1,0-1 0,-1 1-1,1 0 1,0 0 0,0-1-1,0 1 1,0 0-1,-1-1 1,1 1 0,0-1-1,0 1 1,0-1 0,0 0-1,0 1 1,2-1 0,5 2 21,0-2 0,0 1 1,0-1-1,1 0 0,-1-1 1,0 0-1,0 0 0,0-1 1,0 0-1,0 0 0,0-1 1,-1 0-1,1 0 0,-1-1 1,8-4-1,0-2-13,-1 0-1,0-1 0,0 0 1,-1-1-1,-1-1 1,12-15-1,-21 25-19,-1 0-1,-1 0 1,1 0-1,0 0 1,-1 0-1,1 0 1,-1 0-1,0-1 1,0 1-1,0 0 1,-1-1-1,1 1 1,-1-1-1,0 1 1,0-7-1,0 8-5,-1 1 0,1-1-1,-1 1 1,1-1 0,-1 1-1,1-1 1,-1 1 0,0-1-1,0 1 1,0-1 0,0 1-1,0 0 1,0 0 0,0-1-1,0 1 1,0 0-1,-1 0 1,1 0 0,0 0-1,-1 1 1,1-1 0,-1 0-1,1 0 1,-1 1 0,1-1-1,-1 1 1,1-1 0,-1 1-1,0 0 1,1 0 0,-1 0-1,1 0 1,-1 0 0,0 0-1,1 0 1,-3 1 0,-1-1-419,0 0 1,0 1 0,1 0 0,-1 0 0,0 0 0,-7 3 0,4 4-671</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7.471"/>
    </inkml:context>
    <inkml:brush xml:id="br0">
      <inkml:brushProperty name="width" value="0.035" units="cm"/>
      <inkml:brushProperty name="height" value="0.035" units="cm"/>
    </inkml:brush>
  </inkml:definitions>
  <inkml:trace contextRef="#ctx0" brushRef="#br0">0 42 3617,'32'38'1237,"-30"-35"-1135,-1 0-1,1 0 0,-1 0 0,0 0 0,0 0 1,0 0-1,-1 0 0,1 0 0,-1 0 1,1 0-1,-1 0 0,0 1 0,0-1 0,-1 0 1,0 4-1,1 6 314,1 33 726,1-2-122,-2 0-1,-6 56 1,4-83-811,1-13 191,2-15 255,5-25-591,2-1-1,2 2 1,16-42 0,-26 75-61,7-18 3,2-6-2,15-31 0,-21 50-3,1-1 0,1 1 0,-1 0-1,1 1 1,0-1 0,1 1 0,0 0 0,10-8-1,-9 8 0,-2 2-4,0 0-1,1 1 1,-1-1 0,8-2-1,-11 5 3,1 0 0,-1 0-1,1 1 1,-1-1 0,1 1-1,-1 0 1,1 0 0,-1 0 0,1 0-1,0 0 1,-1 0 0,1 1 0,-1-1-1,4 2 1,-2-1 18,0 0 1,0 1-1,0-1 1,0 1-1,0 0 0,0 0 1,-1 0-1,1 1 1,-1-1-1,1 1 1,-1 0-1,0 0 0,4 5 1,-6-6 30,1 1 0,-1 0 0,0 0 0,1 1 0,-1-1 0,0 0 0,-1 0 0,1 0 0,-1 1 0,1-1 0,-1 0 0,0 1 0,0-1 0,-1 0 0,1 0 0,-1 1 0,1-1 0,-3 5 0,1-2-5,0 0 1,-1-1 0,0 0 0,0 0-1,-1 1 1,1-2 0,-1 1 0,0 0-1,0-1 1,0 0 0,-1 0 0,0 0-1,0 0 1,0-1 0,0 0 0,0 0-1,-8 3 1,4-2-101,0 0 0,0-1 0,0 0 0,0 0 0,-1-1 0,1-1 0,-1 0 0,1 0 0,-1 0 0,-11-2 0,-18-7-206</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8.796"/>
    </inkml:context>
    <inkml:brush xml:id="br0">
      <inkml:brushProperty name="width" value="0.035" units="cm"/>
      <inkml:brushProperty name="height" value="0.035" units="cm"/>
    </inkml:brush>
  </inkml:definitions>
  <inkml:trace contextRef="#ctx0" brushRef="#br0">65 4 1488,'-11'-1'937,"7"-1"255,-3 7-136,-1-5 136,7 0-23,-1 0-129,0 14-104,-1 27-240,0 50-128,-3-41-280,-1 7-96,-2-3-88,7-1-8,2-7 8,7-8-16,4-11-872,-2-13-752,7-22 936</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9.135"/>
    </inkml:context>
    <inkml:brush xml:id="br0">
      <inkml:brushProperty name="width" value="0.035" units="cm"/>
      <inkml:brushProperty name="height" value="0.035" units="cm"/>
    </inkml:brush>
  </inkml:definitions>
  <inkml:trace contextRef="#ctx0" brushRef="#br0">22 0 2208,'-5'24'1393,"-2"-2"-305,3 2 56,-1 3 73,5 4-249,1 1-120,6 4-248,1 4-144,-5-3-216,2-1-88,0-12-56,2-3-24,5-8-1120,-4-7 792</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9.501"/>
    </inkml:context>
    <inkml:brush xml:id="br0">
      <inkml:brushProperty name="width" value="0.035" units="cm"/>
      <inkml:brushProperty name="height" value="0.035" units="cm"/>
    </inkml:brush>
  </inkml:definitions>
  <inkml:trace contextRef="#ctx0" brushRef="#br0">14 150 3225,'-13'-2'1576,"29"4"-552,-5-2-80,19-2-159,7-3-225,1-9-240,11-3-64,6-6-80,4-1-24,-1 2-64,-8 0 0,-10 9-848,-7 5-1137,-15 8 1217</inkml:trace>
  <inkml:trace contextRef="#ctx0" brushRef="#br0" timeOffset="1">122 204 2497,'-14'3'2488,"14"-6"-1256,9-5 121,7-2-321,6-6-400,18 4-136,6-9-192,9 7-88,10 3-128,-6-1-56,0 3-1544,-7-5 1136</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0.594"/>
    </inkml:context>
    <inkml:brush xml:id="br0">
      <inkml:brushProperty name="width" value="0.035" units="cm"/>
      <inkml:brushProperty name="height" value="0.035" units="cm"/>
    </inkml:brush>
  </inkml:definitions>
  <inkml:trace contextRef="#ctx0" brushRef="#br0">85 23 2080,'-1'0'111,"1"0"0,0 0-1,0 1 1,0-1 0,0 0 0,0 0-1,0 0 1,0 0 0,0 0-1,0 0 1,-1 0 0,1 0-1,0 0 1,0 1 0,0-1-1,0 0 1,0 0 0,0 0-1,-1 0 1,1 0 0,0 0-1,0 0 1,0 0 0,0 0-1,0 0 1,-1 0 0,1 0-1,0 0 1,0 0 0,0 0-1,0 0 1,0 0 0,-1 0 0,1 0-1,0 0 1,0 0 0,0-1-1,0 1 1,0 0 0,0 0-1,-1 0 1,1 0 0,0 0-1,0 0 1,0 0 0,0 0-1,0-1 1,0 1 0,0 0-1,0 0 1,0 0 0,0 0-1,0 0 1,-1 0 0,1-1-1,0 1 1,0 0 0,0 0-1,0 0 1,-12 17-370,7-10 706,-8 9-300,9-12-105,0 0 0,1 1 0,0-1 0,-1 1 0,1 0 0,1 0 0,-1 0-1,1 0 1,0 1 0,0-1 0,0 1 0,0 6 0,-9 68 487,11-79-522,-1-1-1,1 1 1,0 0 0,0 0-1,0-1 1,0 1-1,0 0 1,0 0-1,1-1 1,-1 1 0,0 0-1,0 0 1,1-1-1,-1 1 1,0 0 0,1-1-1,-1 1 1,0 0-1,1-1 1,-1 1-1,1 0 1,-1-1 0,1 1-1,-1-1 1,1 1-1,0-1 1,-1 1 0,1-1-1,1 1 1,0-1 2,0 1-1,0-1 1,0 1 0,0-1 0,0 0 0,0 0 0,0 0 0,0 0 0,0 0 0,0-1 0,2 0 0,4-1 12,1 0 1,-1-1-1,-1-1 1,14-6-1,-10 3-2,-1-1 0,-1 0 0,1 0-1,-1-1 1,-1 0 0,1-1 0,-2 0 0,1 0-1,6-13 1,-13 17-7,-1 0 1,0 0-1,0 0 0,0 0 0,0 0 0,-1 1 0,-3-12 1,2 5 0,2 10-11,0 0-1,0 0 0,0 0 0,0 0 0,-1 1 1,1-1-1,-1 0 0,0 0 0,1 0 0,-1 0 0,0 0 1,0 1-1,0-1 0,0 0 0,-1 1 0,1-1 0,0 1 1,-1-1-1,-2-1 0,3 2-1,1 1 1,0 0-1,0 0 0,-1 0 0,1 0 1,0-1-1,0 1 0,-1 0 1,1 0-1,0 0 0,-1 0 0,1 0 1,0 0-1,-1 0 0,1 0 1,0 0-1,-1 0 0,1 0 0,0 0 1,0 0-1,-1 0 0,1 0 1,0 0-1,-1 0 0,1 1 0,0-1 1,-1 0-1,1 0 0,0 0 1,0 0-1,-1 1 0,1-1 0,0 0 1,0 0-1,0 0 0,-1 1 1,1-1-1,0 0 0,0 0 0,0 1 1,0-1-1,-1 0 0,1 1 1,0-1-1,0 0 0,0 1 0,0-1 1,0 0-1,0 0 0,0 1 1,0 1-95,-1 0 0,1-1 0,0 1 1,0-1-1,1 1 0,-1 0 1,0-1-1,0 1 0,1-1 0,0 3 1,7 10-362</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1.039"/>
    </inkml:context>
    <inkml:brush xml:id="br0">
      <inkml:brushProperty name="width" value="0.035" units="cm"/>
      <inkml:brushProperty name="height" value="0.035" units="cm"/>
    </inkml:brush>
  </inkml:definitions>
  <inkml:trace contextRef="#ctx0" brushRef="#br0">14 107 1848,'133'-106'1289,"-132"106"127,-1 20-328,-6-1 64,-8 21-119,-4 10-129,-1-4-216,0 5-96,0-3-256,1 1-120,5-1-160,2-4-32,2-9-496,7-5-496,2-7 600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1.417"/>
    </inkml:context>
    <inkml:brush xml:id="br0">
      <inkml:brushProperty name="width" value="0.035" units="cm"/>
      <inkml:brushProperty name="height" value="0.035" units="cm"/>
    </inkml:brush>
  </inkml:definitions>
  <inkml:trace contextRef="#ctx0" brushRef="#br0">77 182 4097,'-66'-129'2200,"55"121"-367,11 6-441,10 2-360,-2 2-160,16 1-295,-5-1-73,19-4-168,8 0-104,8 1-120,10-2-48,-7 0-16,4-4-240,-9 1-776,-6-4-785,-17-6 1001</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1.805"/>
    </inkml:context>
    <inkml:brush xml:id="br0">
      <inkml:brushProperty name="width" value="0.035" units="cm"/>
      <inkml:brushProperty name="height" value="0.035" units="cm"/>
    </inkml:brush>
  </inkml:definitions>
  <inkml:trace contextRef="#ctx0" brushRef="#br0">52 26 3593,'-37'22'1808,"23"-7"-200,14-1-327,3-12-177,13 1-80,10-8-448,10-3-192,22 2-248,-1-7-56,10 0-8,-4 2-304,1-2-1624,5 1 1344</inkml:trace>
  <inkml:trace contextRef="#ctx0" brushRef="#br0" timeOffset="1">213 39 5841,'-18'0'2329,"17"11"-1441,2 0-96,15 2-80,6-4-160,17-7-296,8 0-96,17-4-88,1-11-176,7 7-1304,-7-7 1024</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2.732"/>
    </inkml:context>
    <inkml:brush xml:id="br0">
      <inkml:brushProperty name="width" value="0.035" units="cm"/>
      <inkml:brushProperty name="height" value="0.035" units="cm"/>
    </inkml:brush>
  </inkml:definitions>
  <inkml:trace contextRef="#ctx0" brushRef="#br0">107 52 4505,'-40'-50'2016,"38"49"-775,1 6-145,-10 4-120,1 10-120,-3 7-304,-1 6-176,6 15-143,2 1-25,4 13-32,2-6-16,2-7-32,-2-8-360,6-8-1809,-1-8 1481</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3.964"/>
    </inkml:context>
    <inkml:brush xml:id="br0">
      <inkml:brushProperty name="width" value="0.035" units="cm"/>
      <inkml:brushProperty name="height" value="0.035" units="cm"/>
    </inkml:brush>
  </inkml:definitions>
  <inkml:trace contextRef="#ctx0" brushRef="#br0">2 52 2200,'-1'-51'1313,"7"53"255,0 6-368,2 7-63,-4 5 7,0 2-232,4 2-176,-1 6-216,2 7-104,2-1-224,-4 1-64,2-2-72,-7-2-24,3-6-752,-2-11-1016,0-16 1112</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4.393"/>
    </inkml:context>
    <inkml:brush xml:id="br0">
      <inkml:brushProperty name="width" value="0.035" units="cm"/>
      <inkml:brushProperty name="height" value="0.035" units="cm"/>
    </inkml:brush>
  </inkml:definitions>
  <inkml:trace contextRef="#ctx0" brushRef="#br0">3 103 2593,'-1'-4'236,"1"1"0,-1-1 0,1 0 0,0 1 0,0-1 0,0 0 0,0 1-1,1-1 1,-1 0 0,1 1 0,0-1 0,0 1 0,1-1 0,-1 1 0,1-1 0,-1 1 0,1 0 0,0 0 0,0 0 0,1 0 0,-1 0 0,0 0 0,1 1 0,0-1 0,5-3 0,-4 4-160,-1 0 0,1 1 0,-1-1 0,1 1 0,0 0 0,-1 0-1,1 0 1,0 0 0,0 1 0,0-1 0,0 1 0,0 0 0,-1 0 0,1 1-1,0-1 1,5 2 0,9 2 90,-1 1 1,1 1-1,24 12 0,-34-15-21,-1 1 0,0 1 0,0-1 0,0 1 0,0 1-1,-1-1 1,0 1 0,0 0 0,9 13 0,-13-18-122,-1 1-1,0 0 1,0-1 0,0 1-1,0 0 1,0 0 0,-1 0-1,1 0 1,-1 0 0,1 0-1,-1 0 1,1 0 0,-1 0-1,0 0 1,0 0 0,0 0 0,0 0-1,-1 0 1,1 0 0,0 0-1,-1 0 1,0 0 0,1 0-1,-1 0 1,0 0 0,0 0-1,0 0 1,0-1 0,0 1-1,0 0 1,-1-1 0,1 1-1,-1-1 1,1 1 0,-1-1 0,1 0-1,-1 0 1,0 1 0,1-1-1,-4 1 1,-2 2-5,-1 0 1,1-1-1,-1 0 1,0 0-1,0-1 1,0 0-1,-1 0 1,-14 0-1,-65-5-607,40-2 353</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4.858"/>
    </inkml:context>
    <inkml:brush xml:id="br0">
      <inkml:brushProperty name="width" value="0.035" units="cm"/>
      <inkml:brushProperty name="height" value="0.035" units="cm"/>
    </inkml:brush>
  </inkml:definitions>
  <inkml:trace contextRef="#ctx0" brushRef="#br0">1 78 2937,'98'-78'2048,"-93"86"-1544,-6 8 56,1 18 64,0 7 73,-7 4-73,-2 4-64,-4 2-40,13 3-192,-2-5-80,5-4-144,10-13-16,-8-16-584,1-10-568,-4-20 656</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5.288"/>
    </inkml:context>
    <inkml:brush xml:id="br0">
      <inkml:brushProperty name="width" value="0.035" units="cm"/>
      <inkml:brushProperty name="height" value="0.035" units="cm"/>
    </inkml:brush>
  </inkml:definitions>
  <inkml:trace contextRef="#ctx0" brushRef="#br0">292 1 2184,'0'19'1057,"-3"11"215,-1 5-352,4 13 96,0 0 17,5-5-465,0-2-232,0-1-224,1-5-24,0-2-416,4-2-929,-2-15 849</inkml:trace>
  <inkml:trace contextRef="#ctx0" brushRef="#br0" timeOffset="1">24 279 2953,'-24'4'1464,"26"2"-40,9 2-536,3-6-47,2-4 55,10-8-216,12 1-192,19 3-240,-7-2-40,-2 8-352,-4 0-600,-14-2 496</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5.680"/>
    </inkml:context>
    <inkml:brush xml:id="br0">
      <inkml:brushProperty name="width" value="0.035" units="cm"/>
      <inkml:brushProperty name="height" value="0.035" units="cm"/>
    </inkml:brush>
  </inkml:definitions>
  <inkml:trace contextRef="#ctx0" brushRef="#br0">39 102 4161,'-19'7'1632,"2"-6"-808,15 3-215,12-4 55,18-7 80,12-2-144,24-7-368,-5-8-72,23 3-472,1 2-936,5 2 840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6.060"/>
    </inkml:context>
    <inkml:brush xml:id="br0">
      <inkml:brushProperty name="width" value="0.035" units="cm"/>
      <inkml:brushProperty name="height" value="0.035" units="cm"/>
    </inkml:brush>
  </inkml:definitions>
  <inkml:trace contextRef="#ctx0" brushRef="#br0">263 25 2849,'9'-9'238,"6"-7"1581,-40 25 318,21-7-1878,-6 2 188,1 0 1,-1 0-1,1 1 1,0 0-1,1 1 1,-1 0-1,1 0 1,-10 11-1,-19 23 906,13-15-599,-35 48-1,53-64-711,0 1 1,0 0-1,1 0 0,0 0 1,1 1-1,0 0 0,1-1 1,0 1-1,-1 15 0,3-23-45,1 0 0,-1-1 0,1 1 0,0 0 0,0 0 0,0 0 0,0 0 0,1 0 0,-1 0 0,1 0-1,0 0 1,0-1 0,0 1 0,0 0 0,0 0 0,1-1 0,-1 1 0,1-1 0,-1 1 0,1-1 0,0 0-1,0 0 1,0 0 0,0 0 0,1 0 0,-1 0 0,1 0 0,-1-1 0,1 1 0,-1-1 0,1 0 0,0 0-1,-1 0 1,1 0 0,0 0 0,0-1 0,0 1 0,0-1 0,0 0 0,5 0 0,5-1-272,0 0 0,-1-1 0,1-1 0,-1 0 0,1-1 0,-1 0 0,0-1 0,19-11 0,41-33-633,-68 46 871</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1.687"/>
    </inkml:context>
    <inkml:brush xml:id="br0">
      <inkml:brushProperty name="width" value="0.035" units="cm"/>
      <inkml:brushProperty name="height" value="0.035" units="cm"/>
    </inkml:brush>
  </inkml:definitions>
  <inkml:trace contextRef="#ctx0" brushRef="#br0">107 18 1664,'9'-16'1025,"1"14"39,-5 9 8,-12 20-88,7 4-136,-5 16-239,-3 4-65,-4 9-136,-7-1-72,-2 14-152,-3 2-56,8-3-32,5-5 0,3-24 16,8-18-72,5-20-872,-5-21-849,8-21 1017</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2.066"/>
    </inkml:context>
    <inkml:brush xml:id="br0">
      <inkml:brushProperty name="width" value="0.035" units="cm"/>
      <inkml:brushProperty name="height" value="0.035" units="cm"/>
    </inkml:brush>
  </inkml:definitions>
  <inkml:trace contextRef="#ctx0" brushRef="#br0">51 4 3329,'-8'-3'1488,"8"22"-616,-6 11-160,1 19-112,-3 10 57,-2 5-25,2 6-152,2 0-208,6-5-56,3-15-80,8-12-16,4-25-512,-6-13-648,6-18 656</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12.461"/>
    </inkml:context>
    <inkml:brush xml:id="br0">
      <inkml:brushProperty name="width" value="0.035" units="cm"/>
      <inkml:brushProperty name="height" value="0.035" units="cm"/>
    </inkml:brush>
  </inkml:definitions>
  <inkml:trace contextRef="#ctx0" brushRef="#br0">171 106 5577,'-43'16'1929,"17"17"-1737,6-4-136,23-4 40,10-4 8,26-21 40,12-9-16,18-26-32,7-5 0,12-11 80,-10-3-664,-11 14 392</inkml:trace>
  <inkml:trace contextRef="#ctx0" brushRef="#br0" timeOffset="1">66 343 4385,'-42'11'1768,"30"5"-944,0-3-87,20-5 31,12-3-184,32-15-336,17-9-80,21-14-64,19-6 0,0 1 40,6 5-304,16 11 144</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27.043"/>
    </inkml:context>
    <inkml:brush xml:id="br0">
      <inkml:brushProperty name="width" value="0.035" units="cm"/>
      <inkml:brushProperty name="height" value="0.035" units="cm"/>
    </inkml:brush>
  </inkml:definitions>
  <inkml:trace contextRef="#ctx0" brushRef="#br0">368 11 1408,'0'0'83,"0"0"-1,0-1 0,0 1 1,0-1-1,0 1 1,1-1-1,-1 1 0,0 0 1,0-1-1,0 1 1,-1-1-1,1 1 0,0-1 1,0 1-1,0 0 1,0-1-1,0 1 0,0-1 1,-1 1-1,1 0 1,0-1-1,0 1 0,-1-1 1,1 1-1,-9 4 1273,-16 27 148,12-14-690,-23 24 522,14-15-743,-1-1 1,-2-1-1,0 0 0,-33 22 1,48-39-531,0 0 1,0 1-1,1 0 0,0 1 1,1 0-1,-1 1 0,2-1 1,0 1-1,0 1 0,1-1 1,0 1-1,0 0 1,1 1-1,1-1 0,0 1 1,-4 23-1,6-26-50,1 0 0,0 0-1,1 0 1,-1 0 0,2 0 0,-1 0-1,1 0 1,1 0 0,0 0 0,0 0-1,4 10 1,-4-16-5,-1 0-1,1 1 0,-1-1 0,1 0 1,0 0-1,1 0 0,-1-1 1,0 1-1,1 0 0,0-1 1,-1 0-1,1 1 0,0-1 0,0 0 1,0-1-1,0 1 0,1 0 1,-1-1-1,0 0 0,1 0 0,-1 0 1,1 0-1,-1 0 0,1-1 1,-1 0-1,1 1 0,0-1 1,-1 0-1,1-1 0,-1 1 0,4-2 1,7-1-1,0-1 1,-1-1 0,0 0-1,0-1 1,15-9 0,-3 2-63,51-23 4</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33.483"/>
    </inkml:context>
    <inkml:brush xml:id="br0">
      <inkml:brushProperty name="width" value="0.035" units="cm"/>
      <inkml:brushProperty name="height" value="0.035" units="cm"/>
    </inkml:brush>
  </inkml:definitions>
  <inkml:trace contextRef="#ctx0" brushRef="#br0">51 61 2152,'-11'-37'1226,"10"36"-1081,1 1 0,-1-1 1,1 1-1,-1-1 0,1 1 0,-1-1 0,1 1 0,-1-1 1,1 1-1,-1-1 0,0 1 0,1-1 0,-1 1 1,0 0-1,1-1 0,-1 1 0,0 0 0,1 0 0,-1 0 1,0 0-1,0-1 0,1 1 0,-1 0 0,0 0 0,0 0 1,1 1-1,-1-1 0,0 0 0,0 0 0,1 0 1,-2 1-1,1-1-112,1 0 1,-1 1 0,1-1-1,0 0 1,-1 0 0,1 0-1,-1 0 1,1 0 0,-1 1-1,1-1 1,-1 0 0,1 0-1,-1 0 1,1 0 0,-1 0-1,1-1 1,-1 1 0,1 0-1,-1 0 1,1 0 0,-1 0-1,1 0 1,-1-1 0,1 1-1,0 0 1,-1 0 0,1-1-1,-1 1 1,1 0 0,0-1-1,-1 1 1,1 0 0,0-1-1,-1 1 1,1-1 0,0 1-1,0-1 1,-1 1 0,1 0-1,0-1 1,0 1 0,0-1-1,0 1 1,-1-1 0,1 1-1,0-1 1,0 1 0,0-1-1,0 1 1,0-1 0,0 0 0,5-2-1561,3 2 865</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34.118"/>
    </inkml:context>
    <inkml:brush xml:id="br0">
      <inkml:brushProperty name="width" value="0.035" units="cm"/>
      <inkml:brushProperty name="height" value="0.035" units="cm"/>
    </inkml:brush>
  </inkml:definitions>
  <inkml:trace contextRef="#ctx0" brushRef="#br0">16 9 3249,'-3'4'5135,"-9"10"-2271,22-16-2677,0 0 1,0 0-1,0-1 1,17-6 0,-14 4-118,-12 4-69,-1 1 1,1 0-1,0-1 1,-1 1-1,1 0 1,0 0-1,-1-1 1,1 1-1,0 0 1,-1 0-1,1 0 0,0 0 1,-1 0-1,1 0 1,0 0-1,-1 0 1,1 0-1,0 0 1,-1 0-1,1 0 1,0 0-1,-1 1 1,1-1-1,0 0 0,-1 1 1,1-1-1,-1 0 1,1 1-1,0-1 1,-1 1-1,1-1 1,-1 0-1,1 1 1,-1 0-1,0-1 0,1 1 1,-1-1-1,1 1 1,-1-1-1,0 1 1,0 0-1,1-1 1,-1 1-1,0 0 1,0-1-1,0 1 1,0 0-1,1 0 0,-2 4 4,1 0 1,0 0-1,-1-1 0,0 1 0,-3 7 0,2-2 8,1-6-3,0 1 0,-1-1-1,1 1 1,-1-1 0,0 0 0,-1 0 0,1 1 0,0-2 0,-7 8 0,9-10 6,-1 0-1,0 0 0,0 1 1,0-1-1,0 0 0,0 0 1,0-1-1,0 1 0,0 0 1,0 0-1,0 0 1,-1-1-1,1 1 0,0-1 1,0 1-1,-1-1 0,1 1 1,-1-1-1,1 0 1,0 1-1,-1-1 0,1 0 1,0 0-1,-1 0 0,1 0 1,-1 0-1,1-1 0,0 1 1,-1 0-1,1-1 1,0 1-1,-1-1 0,1 1 1,0-1-1,0 0 0,-3-1 1,-18-12-1593</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35.384"/>
    </inkml:context>
    <inkml:brush xml:id="br0">
      <inkml:brushProperty name="width" value="0.035" units="cm"/>
      <inkml:brushProperty name="height" value="0.035" units="cm"/>
    </inkml:brush>
  </inkml:definitions>
  <inkml:trace contextRef="#ctx0" brushRef="#br0">195 101 1384,'-96'-50'971,"94"49"-868,-1 0 1,1 0-1,-1 0 0,0 0 0,1 0 1,-1 0-1,0 1 0,-2-1 0,-4 6 956,0 0 1291,2-13 791,-5-7-2965,12 13-177,0 1 1,0 0-1,0-1 0,0 1 0,0 0 1,0-1-1,1 1 0,-1 0 0,0-1 1,1 1-1,-1 0 0,1 0 0,0-1 1,-1 1-1,1 0 0,0 0 0,0 0 1,-1 0-1,1 0 0,0 0 0,0 0 1,2-1-1,-2 4 21,0-1 0,-1 1 1,1-1-1,0 1 0,-1 0 0,0-1 1,1 1-1,-1 0 0,0 0 0,0 2 1,0 6 128,-2-1 0,1 1 0,-1-1 0,-5 12 0,4-9-60,3-11-77,0-1 0,0 1 0,0 0-1,0 0 1,-1-1 0,1 1 0,0 0-1,0-1 1,-1 1 0,1-1 0,0 1-1,-1 0 1,1-1 0,0 1 0,-1-1-1,1 1 1,-1-1 0,1 1 0,-1-1-1,1 1 1,-1-1 0,0 1-1,1-1 1,-1 0 0,1 1 0,-1-1-1,0 0 1,1 0 0,-1 0 0,0 1-1,0-1 1,1 0 0,-1 0 0,0 0-1,1 0 1,-1 0 0,0 0 0,1 0-1,-1 0 1,0 0 0,1-1 0,-2 1-1,1-1-2,0 1-1,0 0 1,0-1-1,0 1 1,0-1-1,0 1 0,1-1 1,-1 1-1,0-1 1,0 0-1,1 1 1,-1-1-1,0 0 0,1 0 1,-1 1-1,0-1 1,1 0-1,-1 0 0,1 0 1,0 0-1,-1 0 1,0-2-1,4-3 3,-1 1 0,1-1 0,0 0-1,1 1 1,-1-1 0,1 1 0,0 0 0,0 0-1,8-6 1,-9 9-12,-1 0 0,0 0 0,1 1 0,0-1 0,-1 1 0,1-1 0,0 1 0,0 0 0,3 0 0,-5 0 1,0 1-1,0 0 0,0 0 1,0 0-1,0-1 1,-1 1-1,1 0 1,0 0-1,0 0 0,0 1 1,0-1-1,0 0 1,0 0-1,-1 0 0,1 1 1,0-1-1,0 0 1,0 1-1,0-1 1,-1 1-1,1-1 0,0 1 1,-1-1-1,1 1 1,0-1-1,-1 1 0,1 0 1,0-1-1,-1 1 1,1 0-1,-1 0 0,1 0 1,-1 1 0,0-1 1,0 1-1,-1 0 1,1-1 0,0 1-1,-1-1 1,1 1-1,-1-1 1,1 0-1,-1 1 1,-1 1-1,-3 9 14,5-10-31,-1 1 0,0 0 0,0-1 0,0 1 0,0-1 0,0 1 0,-1-1-1,1 0 1,-1 1 0,1-1 0,-1 0 0,0 0 0,-2 2 0,-2-2-690,0-11 311</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36.020"/>
    </inkml:context>
    <inkml:brush xml:id="br0">
      <inkml:brushProperty name="width" value="0.035" units="cm"/>
      <inkml:brushProperty name="height" value="0.035" units="cm"/>
    </inkml:brush>
  </inkml:definitions>
  <inkml:trace contextRef="#ctx0" brushRef="#br0">122 31 1576,'-111'16'3282,"111"-16"-3222,-1 0 0,1 0 1,0 0-1,-1 0 0,1 0 0,0 0 0,-1 0 0,1 1 0,0-1 0,-1-1 0,1 1 0,0 0 0,-1 0 0,1 0 0,0 0 0,-1 0 0,1 0 0,0 0 0,-1 0 0,1-1 0,0 1 0,-1 0 0,1 0 1,0 0-1,0-1 0,-1 1 0,1 0 0,0 0 0,0-1 0,0 1 0,-1 0 0,1 0 0,0-1 0,0 1 0,0 0 0,0-1 0,-1 1 0,1 0 0,0-1 0,0 1 0,0 0 0,0-1 0,0 1 1,0 0-1,0-1 0,5-21 268,-1 5 548,-7 21-1127,3-3 71</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36.606"/>
    </inkml:context>
    <inkml:brush xml:id="br0">
      <inkml:brushProperty name="width" value="0.035" units="cm"/>
      <inkml:brushProperty name="height" value="0.035" units="cm"/>
    </inkml:brush>
  </inkml:definitions>
  <inkml:trace contextRef="#ctx0" brushRef="#br0">1 10 2256,'48'19'1289,"-48"-19"-1254,1 0 1,-1 0-1,0 1 1,1-1 0,-1 0-1,0 0 1,1 1-1,-1-1 1,0 0-1,1 1 1,-1-1-1,0 0 1,0 1 0,1-1-1,-1 1 1,0-1-1,0 0 1,0 1-1,0-1 1,0 1-1,0-1 1,1 1 0,-1-1-1,0 0 1,0 1-1,0-1 1,0 1-1,0-1 1,-1 1 0,1-1-1,0 0 1,0 1-1,0-1 1,0 1-1,0-1 1,-1 1-1,1-1 1,0 0 0,0 1-1,-1-1 1,1 0-1,0 1 1,-1-1-1,-16 16 1183,11-12-621,6-3-541,0-1 0,-1 1 0,1-1 0,-1 1 1,1-1-1,-1 1 0,1-1 0,-1 1 0,1-1 0,-1 0 0,1 1 0,-1-1 0,1 0 0,-1 1 0,0-1 1,1 0-1,-1 0 0,1 0 0,-1 0 0,0 0 0,1 1 0,-1-1 0,0 0 0,-1-1 0,2 1-9,-1 0-1,1-1 0,0 1 1,-1-1-1,1 1 0,-1-1 1,1 1-1,0-1 0,-1 0 1,1 1-1,0-1 0,0 1 1,0-1-1,-1 0 0,1 1 1,0-1-1,0 0 0,0 1 1,0-1-1,0 0 0,0-3 43,0 1 0,1 0 0,-1-1 0,0 1 0,1 0 0,0-1 0,0 1 0,0 0 0,3-6 0,10-1 98,-2 3-74,-11 4-98</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6.154"/>
    </inkml:context>
    <inkml:brush xml:id="br0">
      <inkml:brushProperty name="width" value="0.035" units="cm"/>
      <inkml:brushProperty name="height" value="0.035" units="cm"/>
    </inkml:brush>
  </inkml:definitions>
  <inkml:trace contextRef="#ctx0" brushRef="#br0">102 0 4905,'21'190'2121,"-39"-142"-1009,-1 12-264,-2 9 8,-1-6-232,1 4-240,9-10-256,2 1-40,10-12 48,8-16-408,8-17-1464,3-16 1240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6.539"/>
    </inkml:context>
    <inkml:brush xml:id="br0">
      <inkml:brushProperty name="width" value="0.035" units="cm"/>
      <inkml:brushProperty name="height" value="0.035" units="cm"/>
    </inkml:brush>
  </inkml:definitions>
  <inkml:trace contextRef="#ctx0" brushRef="#br0">365 67 2889,'4'26'1840,"-6"7"-136,4 12-703,-6 4-153,1 10-408,8 0-152,0-5-128,-2-3-344,-1-19 152</inkml:trace>
  <inkml:trace contextRef="#ctx0" brushRef="#br0" timeOffset="1">1 193 5913,'9'-32'2081,"22"-3"-1569,12-6-96,22 2-56,5 8 24,2 18-216,-9 11-64,-21 18-832,-11 6 568</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6.915"/>
    </inkml:context>
    <inkml:brush xml:id="br0">
      <inkml:brushProperty name="width" value="0.035" units="cm"/>
      <inkml:brushProperty name="height" value="0.035" units="cm"/>
    </inkml:brush>
  </inkml:definitions>
  <inkml:trace contextRef="#ctx0" brushRef="#br0">58 58 3729,'-35'8'1744,"12"-8"-568,23 2-783,8-6-193,16 3-40,8 1 0,24-5-96,12-3-16,21-6 8,9-1-120,-6 3-1625,-5 4 1249</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7.301"/>
    </inkml:context>
    <inkml:brush xml:id="br0">
      <inkml:brushProperty name="width" value="0.035" units="cm"/>
      <inkml:brushProperty name="height" value="0.035" units="cm"/>
    </inkml:brush>
  </inkml:definitions>
  <inkml:trace contextRef="#ctx0" brushRef="#br0">1 132 1544,'40'-132'1169,"-39"145"279,2 1-8,2 23-88,1 17-279,1 2-465,-1 3-128,1 1-192,-4-4-96,-3-10-384,0-6-536,-2-26 480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7.741"/>
    </inkml:context>
    <inkml:brush xml:id="br0">
      <inkml:brushProperty name="width" value="0.035" units="cm"/>
      <inkml:brushProperty name="height" value="0.035" units="cm"/>
    </inkml:brush>
  </inkml:definitions>
  <inkml:trace contextRef="#ctx0" brushRef="#br0">809 34 1368,'37'-16'688,"10"8"-95,11-2 175,-3 12 336,0 1-24,-12 13-32,-18-5 1,-7 11-65,-12 9-96,-16-3-216,-4 7-168,-21-1-272,5-1-72,-29 2-72,-13-3-216,-11-8-1232,-7 0 976</inkml:trace>
  <inkml:trace contextRef="#ctx0" brushRef="#br0" timeOffset="1">13 811 5713,'-13'3'2105,"13"11"-1417,22 1-128,26-4 168,25 0 96,29-5-56,8-6-207,19-5-249,0-12-56,8-1-840,3-4 464</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7.330"/>
    </inkml:context>
    <inkml:brush xml:id="br0">
      <inkml:brushProperty name="width" value="0.035" units="cm"/>
      <inkml:brushProperty name="height" value="0.035" units="cm"/>
    </inkml:brush>
  </inkml:definitions>
  <inkml:trace contextRef="#ctx0" brushRef="#br0">50 15 1752,'8'-13'1745,"-2"11"103,-4 26-159,-1 10-321,-2 14-552,-1 4-184,-3 12-184,-1 4-64,-5 12-152,1 9-64,1 5-88,-1-8 0,4-10 96,2-18-440,1-30-1408,6-10 1208</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7.670"/>
    </inkml:context>
    <inkml:brush xml:id="br0">
      <inkml:brushProperty name="width" value="0.035" units="cm"/>
      <inkml:brushProperty name="height" value="0.035" units="cm"/>
    </inkml:brush>
  </inkml:definitions>
  <inkml:trace contextRef="#ctx0" brushRef="#br0">24 157 3337,'-2'-3'271,"-1"0"1,1 0-1,0 0 0,0 0 1,0 0-1,0 0 1,0-1-1,1 1 0,-1-1 1,-1-6-1,3 8-194,0 0-1,0 0 1,0 0-1,0 0 1,0 1-1,0-1 0,1 0 1,-1 0-1,1 0 1,-1 0-1,1 1 1,0-1-1,0 0 1,-1 1-1,1-1 1,0 0-1,1 1 1,-1-1-1,0 1 0,0 0 1,1-1-1,-1 1 1,0 0-1,4-2 1,8-6 80,0 0 0,1 1 1,0 1-1,0 0 1,1 1-1,0 1 0,0 0 1,0 1-1,1 0 0,-1 1 1,30-1-1,-36 4-141,1 0 1,0 0-1,-1 1 0,1 1 0,-1 0 1,1 0-1,-1 1 0,0 0 0,0 0 1,0 1-1,0 0 0,-1 1 0,1 0 1,-1 0-1,0 1 0,-1 0 1,0 0-1,0 1 0,0 0 0,8 11 1,-10-11 19,-1 1 1,0-1 0,0 1-1,-1 0 1,0 0 0,0 0-1,-1 0 1,0 0 0,-1 1-1,0-1 1,0 1 0,0-1 0,-1 1-1,-1-1 1,1 1 0,-1-1-1,-1 1 1,0-1 0,0 0-1,-3 8 1,1-4 24,-1 0-1,0 0 1,-1 0-1,0-1 1,-1 0-1,0-1 1,0 1-1,-2-1 1,1-1 0,-1 1-1,0-1 1,-16 11-1,5-8-168,0 0 0,-1-2 0,0 0-1,-1-1 1,0-2 0,-41 10 0,28-8-338</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8.026"/>
    </inkml:context>
    <inkml:brush xml:id="br0">
      <inkml:brushProperty name="width" value="0.035" units="cm"/>
      <inkml:brushProperty name="height" value="0.035" units="cm"/>
    </inkml:brush>
  </inkml:definitions>
  <inkml:trace contextRef="#ctx0" brushRef="#br0">30 0 2841,'-3'27'1288,"-8"15"-488,8 7-152,-4 7 72,6 7 81,1 18-9,-5 2-232,16 16-320,-8-11-88,2-18-216,-2-11-712,-6-36 544</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8.406"/>
    </inkml:context>
    <inkml:brush xml:id="br0">
      <inkml:brushProperty name="width" value="0.035" units="cm"/>
      <inkml:brushProperty name="height" value="0.035" units="cm"/>
    </inkml:brush>
  </inkml:definitions>
  <inkml:trace contextRef="#ctx0" brushRef="#br0">80 0 800,'9'3'455,"-1"0"0,1 0 0,-1 1-1,0 1 1,0-1 0,-1 1 0,1 0 0,9 10-1,8 3 734,6 0-82,-24-14-932,0 0 1,0 0-1,-1 0 1,1 1-1,-1 0 1,0 0 0,6 6-1,-11-9-156,0 0 0,0 0 0,0 0 0,0 0 0,-1 0 0,1 0 0,0 0 0,-1 0 0,0 0 0,1 0 0,-1 0 0,0 0 0,0 0 0,0 1 0,0-1 0,-1 0 0,1 0 0,-1 0 0,1 0 0,-1 0-1,0 0 1,1 0 0,-1 0 0,0 0 0,0 0 0,-2 2 0,-3 4 78,0 0 0,0 0 0,-1-1 0,-9 9-1,-9 4 252,0-1 0,-49 28 1,6-4 77,63-41-409,1 1-1,0 0 1,0 1-1,1-1 0,-1 1 1,-5 7-1,8-9-14,0-1 0,0 1 0,0 0-1,1-1 1,-1 1 0,0 0 0,1 0 0,0-1-1,-1 1 1,1 0 0,0 0 0,0 0 0,0-1-1,0 1 1,0 0 0,0 0 0,1 0 0,-1 0-1,1-1 1,-1 1 0,2 3 0,2 1-1,-1 0 1,1 0 0,0 0 0,1-1 0,-1 1-1,1-1 1,0 0 0,0 0 0,1-1-1,-1 0 1,1 0 0,9 5 0,9 4-785,48 17 0,-21-16-1164,-1-8 739</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8.782"/>
    </inkml:context>
    <inkml:brush xml:id="br0">
      <inkml:brushProperty name="width" value="0.035" units="cm"/>
      <inkml:brushProperty name="height" value="0.035" units="cm"/>
    </inkml:brush>
  </inkml:definitions>
  <inkml:trace contextRef="#ctx0" brushRef="#br0">273 574 2064,'-5'2'285,"1"0"0,-1-1 0,1 1 0,-1-1 0,0 0 0,1 0-1,-1 0 1,0-1 0,0 0 0,0 1 0,0-2 0,1 1-1,-1-1 1,-6-1 0,2 0 113,-1-1-1,1 0 1,0-1 0,0 0 0,-14-8-1,13 5-260,1 0-1,-1-1 0,2 0 1,-1 0-1,1-1 1,0 0-1,1 0 1,0-1-1,0 0 0,1 0 1,1-1-1,-1 1 1,2-1-1,-1-1 1,2 1-1,0 0 0,0-1 1,-2-19-1,3 11-132,1 0-1,0 0 0,1 0 1,2 0-1,0 1 0,1-1 0,1 0 1,0 1-1,2 0 0,9-23 1,-12 35-8,1 0 0,-1 0 0,1 0 0,1 0 1,-1 1-1,1-1 0,0 1 0,1 1 0,-1-1 0,10-7 1,-10 10-3,-1 1 1,1-1 0,0 1-1,0 0 1,-1 0 0,2 0 0,-1 1-1,0 0 1,0 0 0,0 0-1,0 0 1,1 1 0,-1 0 0,0 0-1,1 1 1,7 1 0,-6-1 2,-1 1 1,1 0 0,-1 0-1,1 0 1,-1 1 0,0 0-1,0 1 1,0-1 0,0 1-1,-1 0 1,0 0-1,0 1 1,0 0 0,0 0-1,0 0 1,-1 0 0,0 1-1,-1 0 1,1-1 0,-1 1-1,0 1 1,0-1 0,2 8-1,3 12 11,-2 0 0,0 1 1,-2 0-1,2 40 0,-6-37-15,-1 0 0,-1 0 0,-1 0 0,-2 0 0,-12 39 0,15-62-113,0 1-1,-1-1 1,0 0-1,-6 9 1,-12 12-198</inkml:trace>
  <inkml:trace contextRef="#ctx0" brushRef="#br0" timeOffset="1">512 0 3145,'9'67'1656,"1"14"-320,2 18-287,-10-5-369,1 2-176,4-12-296,-3-28-144,7-36-48</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9.157"/>
    </inkml:context>
    <inkml:brush xml:id="br0">
      <inkml:brushProperty name="width" value="0.035" units="cm"/>
      <inkml:brushProperty name="height" value="0.035" units="cm"/>
    </inkml:brush>
  </inkml:definitions>
  <inkml:trace contextRef="#ctx0" brushRef="#br0">138 0 1568,'97'29'2176,"-51"-18"-959,-2 3-1,75 33 1,-109-42-972,0 1 0,0 0 1,-1 0-1,11 11 1,-17-14-164,0 0 0,0 0 0,0 0 0,0 1 0,-1-1 0,1 1 0,-1 0 0,0 0 0,0 0 0,0 0 0,-1 0 0,1 0 0,0 8 0,-1-2 2,-1 0 0,0 0 0,0 0 0,-1 0 1,-1 0-1,0 0 0,0 0 0,-1 0 0,0 0 0,-1-1 0,0 1 1,0-1-1,-1 0 0,-10 14 0,-5 4 38,-1-1-1,-1-1 1,-30 26-1,8-12-9,-1-2 0,-63 37 0,91-63-109,0-1-1,-22 8 1,32-15-251,-1 0 0,1-1 1,-1 0-1,0 0 0,0 0 1,0-1-1,-15 0 0,-6-8-565</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9.567"/>
    </inkml:context>
    <inkml:brush xml:id="br0">
      <inkml:brushProperty name="width" value="0.035" units="cm"/>
      <inkml:brushProperty name="height" value="0.035" units="cm"/>
    </inkml:brush>
  </inkml:definitions>
  <inkml:trace contextRef="#ctx0" brushRef="#br0">123 59 3265,'-28'54'2324,"-27"79"1,46-106-1744,1 1-1,1 0 1,1 0-1,-3 56 1,9-70-381,0 1 0,1 0 0,0-1 0,4 17 0,-5-30-191,1 1-1,-1-1 1,0 0 0,0 0-1,1 0 1,-1 0-1,0 0 1,1 0 0,-1 0-1,1 0 1,0 0-1,-1 0 1,1 0 0,0 0-1,-1 0 1,1 0-1,0 0 1,0 0-1,0-1 1,0 1 0,0 0-1,0-1 1,0 1-1,0-1 1,0 1 0,0-1-1,0 1 1,0-1-1,0 0 1,1 0 0,-1 1-1,0-1 1,0 0-1,0 0 1,0 0 0,1 0-1,-1 0 1,0-1-1,0 1 1,0 0 0,0 0-1,0-1 1,0 1-1,1-1 1,-1 1-1,0-1 1,0 1 0,0-1-1,1-1 1,4-2 8,1-1 0,-1 0 0,0 0 0,0 0 0,-1-1 1,6-7-1,61-91 70,0 0-58,-50 76-33,-1-2 1,-1-1 0,-2 0-1,-1-2 1,-1 0 0,-2 0-1,13-46 1,-33 196-38,1-48 70,-1 0 41,4 105 0,2-164-89,0-7-19,0 1 0,0 0 0,0-1 0,1 1 0,-1-1 0,1 1 0,0 0 0,0-1 0,0 1 0,0-1 0,1 0 0,-1 1 0,1-1 0,0 0 0,0 0 0,4 5 0,-5-8-23,0 1 1,0 0-1,-1 0 1,1-1 0,0 1-1,0-1 1,1 1 0,-1-1-1,0 1 1,0-1 0,0 1-1,0-1 1,0 0-1,0 0 1,1 0 0,-1 0-1,0 0 1,2 0 0,0-1-22,0 0 0,0 0 0,-1 0 0,1-1 0,0 1-1,0-1 1,3-3 0,-6 5 81</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9.921"/>
    </inkml:context>
    <inkml:brush xml:id="br0">
      <inkml:brushProperty name="width" value="0.035" units="cm"/>
      <inkml:brushProperty name="height" value="0.035" units="cm"/>
    </inkml:brush>
  </inkml:definitions>
  <inkml:trace contextRef="#ctx0" brushRef="#br0">187 119 4225,'-28'28'2144,"7"9"-567,-11 3-473,3 6 48,13 6-64,-11-2-119,11 1-241,9-2-128,-3-12-264,13 4-104,16-4-128,-3-12-56,18-10-416,2-12-488,4-27 544</inkml:trace>
  <inkml:trace contextRef="#ctx0" brushRef="#br0" timeOffset="1">507 1 6329,'-12'44'2345,"-3"22"-1649,4 4-176,-3 3-64,-1 15-24,6 1-208,2 13-104,4-13-280,3-16-984,3-30 808</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0.315"/>
    </inkml:context>
    <inkml:brush xml:id="br0">
      <inkml:brushProperty name="width" value="0.035" units="cm"/>
      <inkml:brushProperty name="height" value="0.035" units="cm"/>
    </inkml:brush>
  </inkml:definitions>
  <inkml:trace contextRef="#ctx0" brushRef="#br0">42 173 6073,'-35'-64'2793,"29"16"-1241,19 13-432,38 18-527,19 9-209,38 9-72,10 2-512,17 4 192</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3.665"/>
    </inkml:context>
    <inkml:brush xml:id="br0">
      <inkml:brushProperty name="width" value="0.035" units="cm"/>
      <inkml:brushProperty name="height" value="0.035" units="cm"/>
    </inkml:brush>
  </inkml:definitions>
  <inkml:trace contextRef="#ctx0" brushRef="#br0">257 174 1920,'42'-112'1309,"-30"72"445,-12 40-1667,0-1 0,0 0 1,0 0-1,0 0 0,0 0 1,0 1-1,0-1 0,0 0 0,0 0 1,-1 0-1,1 1 0,0-1 1,-1 0-1,1 0 0,0 1 0,-1-2 1,-1-1 280,1 3-290,1-1 0,-1 1 0,1-1 1,-1 1-1,1 0 0,-1-1 0,1 1 0,-1 0 1,0 0-1,1-1 0,-1 1 0,1 0 0,-1 0 0,0 0 1,1 0-1,-1 0 0,0 0 0,1 0 0,-1 0 1,0 0-1,1 0 0,-1 0 0,0 0 0,1 0 1,-1 0-1,1 1 0,-1-1 0,0 1 0,-19 7 733,19-7-746,-14 8 141,0 0 0,1 1 0,0 1 0,1 0 0,0 1 0,1 0 0,0 1 0,1 0 0,1 1 0,0 0 0,-11 22 0,4-4-45,3 1 1,0 1-1,2 0 1,-10 49-1,-4 16 284,25-97-436,1 0 0,0 0 1,-1-1-1,1 1 0,0 0 1,0 0-1,0 0 0,0 0 1,0 0-1,1 0 0,-1 0 1,1-1-1,-1 1 0,1 0 1,0 0-1,-1-1 0,1 1 1,0 0-1,0-1 0,0 1 1,0-1-1,0 1 0,3 1 1,-3-2-4,1 0 1,0 0-1,-1 0 1,1-1-1,0 1 1,-1-1-1,1 1 1,0-1-1,0 0 1,0 0-1,-1 0 1,1 0-1,0 0 1,0 0-1,0 0 1,-1 0-1,1-1 1,0 1-1,0-1 1,-1 1-1,1-1 1,0 0-1,1-1 1,14-8 27,0-2-1,-2 0 1,1 0 0,22-26 0,-7 6 8,51-68 0,-68 81-28,-2-1 0,0-1 0,-1 0 0,-1 0 0,9-32 0,-17 48-8,0-1 1,-1 0-1,0 0 0,0 0 0,-1 0 1,0 0-1,0 1 0,0-1 0,-1 0 1,1 0-1,-3-6 0,2 9-9,0 1-1,0 0 0,0-1 1,0 1-1,0 0 0,-1 0 1,1-1-1,-1 1 0,1 1 1,-1-1-1,0 0 0,0 0 1,0 1-1,0-1 1,0 1-1,0-1 0,-1 1 1,1 0-1,0 0 0,-1 0 1,1 0-1,0 0 0,-1 1 1,1-1-1,-1 1 0,1-1 1,-1 1-1,-3 0 0,3 0-163,1 0 0,-1 0 0,1 0 0,-1 0 0,1 0 0,-1 1 0,1 0 0,-1-1 0,1 1-1,-1 0 1,1 0 0,0 0 0,-1 0 0,1 0 0,0 1 0,-3 2 0,3 5-691</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4.063"/>
    </inkml:context>
    <inkml:brush xml:id="br0">
      <inkml:brushProperty name="width" value="0.035" units="cm"/>
      <inkml:brushProperty name="height" value="0.035" units="cm"/>
    </inkml:brush>
  </inkml:definitions>
  <inkml:trace contextRef="#ctx0" brushRef="#br0">0 1 3345,'10'17'1960,"1"9"-360,-3 7-311,2 8 7,5 14-384,-5-3-200,6 12-248,-3-1-87,-15-10-145,-9-8-64,5-10-208,1-8-360,2-19-1201,-7-21-2512</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4.408"/>
    </inkml:context>
    <inkml:brush xml:id="br0">
      <inkml:brushProperty name="width" value="0.035" units="cm"/>
      <inkml:brushProperty name="height" value="0.035" units="cm"/>
    </inkml:brush>
  </inkml:definitions>
  <inkml:trace contextRef="#ctx0" brushRef="#br0">0 106 3249,'10'-9'583,"0"1"0,1 1 0,0 0 1,0 0-1,0 1 0,1 1 0,14-5 1,91-22 1972,-92 26-2182,-11 3-258,0 1 1,0 0-1,0 1 0,20 0 0,-29 1-102,-1 1-1,1-1 1,-1 1-1,0 0 1,0 1-1,1-1 1,-1 0-1,5 4 1,-7-4-10,-1 0 1,1 0-1,0 0 0,-1 1 1,0-1-1,1 0 1,-1 1-1,0-1 0,1 1 1,-1-1-1,0 1 1,0 0-1,0 0 0,-1-1 1,1 1-1,0 0 1,-1 0-1,1 0 0,0 2 1,-1-1 1,0 0 0,0-1 0,0 1 1,-1-1-1,1 1 0,-1 0 0,1-1 0,-1 1 1,0-1-1,0 0 0,0 1 0,0-1 0,0 0 0,0 1 1,-1-1-1,1 0 0,-1 0 0,0 0 0,1 0 1,-1 0-1,0-1 0,0 1 0,0 0 0,-4 1 0,-6 5 17,-1-2 0,1 1-1,-20 6 1,6-3 7,-108 47 695,131-56-663,0 0 0,0 0 0,0 0 0,1 1 0,-1-1 0,0 1 1,0 0-1,1 0 0,0 0 0,-1 0 0,1 0 0,0 1 0,0-1 0,0 1 0,0-1 0,0 1 0,1 0 0,-3 4 0,3-4-26,1 0-1,0-1 1,-1 1-1,1-1 1,0 1-1,0 0 1,1-1-1,-1 1 1,0 0-1,1-1 1,0 1-1,0-1 1,0 1-1,0-1 1,0 0-1,0 1 1,0-1-1,1 0 1,-1 0-1,1 1 1,0-1-1,-1 0 1,4 2-1,11 11 44,0 0 1,1-1-1,0 0 1,2-2-1,26 15 0,-35-21-421,0-1 0,1-1-1,-1 0 1,1 0 0,0-1-1,-1-1 1,1 0 0,1 0-1,-1-1 1,0 0 0,0-1-1,19-2 1,15-11-997</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4.789"/>
    </inkml:context>
    <inkml:brush xml:id="br0">
      <inkml:brushProperty name="width" value="0.035" units="cm"/>
      <inkml:brushProperty name="height" value="0.035" units="cm"/>
    </inkml:brush>
  </inkml:definitions>
  <inkml:trace contextRef="#ctx0" brushRef="#br0">47 12 3841,'92'-11'2376,"-97"47"-431,1 17-257,7 10-176,-6 7-455,-1 5-273,8 2-360,-3-12-152,9-17-192,-1-13-80,-1-27-696,-5-8-432,-4-13-1257,-4-6-872,-16-21 2089</inkml:trace>
  <inkml:trace contextRef="#ctx0" brushRef="#br0" timeOffset="1">1 150 4001,'-1'-5'338,"1"-1"0,1 1-1,-1 0 1,1-1 0,0 1 0,0-1 0,1 1 0,-1 0 0,1 0-1,4-7 1,-4 9-211,-1 1 0,1-1 0,0 1 1,1 0-1,-1 0 0,0 0 0,1 0 0,-1 0 0,1 1 0,-1-1 0,1 1 0,0-1 0,0 1 0,0 0 0,0 0 0,0 1 1,0-1-1,0 0 0,0 1 0,0 0 0,3 0 0,68 2 941,-55-1-860,1 0-1,0-1 1,26-4 0,-35 3-148,1-1 0,-1 1 0,0 1 0,0 0 0,1 0 0,-1 1-1,12 3 1,-21-4-48,1 1 0,0 0-1,0 0 1,0 0-1,-1 0 1,1 0 0,-1 0-1,1 1 1,-1-1 0,1 1-1,-1 0 1,0 0-1,0 0 1,1 0 0,-2 0-1,1 0 1,0 1 0,0-1-1,-1 0 1,1 1-1,-1 0 1,0-1 0,0 1-1,0 0 1,0-1-1,0 1 1,0 0 0,-1 0-1,1 0 1,-1 0 0,0 0-1,0 3 1,0 4 33,-1-1 0,1 0 0,-2 0 0,1 0 0,-1 0 0,-1 0 0,1 0 0,-1-1 1,-1 1-1,0-1 0,0 0 0,-1 0 0,1 0 0,-9 9 0,9-13-12,-2 3 33,0 0-1,0 0 0,-1-1 0,0 0 0,0 0 0,-9 5 0,-110 61 401,119-68-498,-39 25 29,44-27-107,0-1 0,0 1-1,0-1 1,0 1 0,0 0 0,1 0 0,-1 0-1,0 0 1,1 0 0,0 0 0,-1 1 0,1-1-1,0 0 1,0 1 0,0-1 0,0 4-1,4 2-547</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5.215"/>
    </inkml:context>
    <inkml:brush xml:id="br0">
      <inkml:brushProperty name="width" value="0.035" units="cm"/>
      <inkml:brushProperty name="height" value="0.035" units="cm"/>
    </inkml:brush>
  </inkml:definitions>
  <inkml:trace contextRef="#ctx0" brushRef="#br0">0 7 5321,'93'-7'2969,"-101"36"-185,6 7-1295,-1 9-513,1 0-112,1 12-240,-2-1-160,1 6-224,-1-5-72,-2-11-104,4-4-24,1-22-152,-2 1-152,4-21-584,1-6-544,1-13 856</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5.587"/>
    </inkml:context>
    <inkml:brush xml:id="br0">
      <inkml:brushProperty name="width" value="0.035" units="cm"/>
      <inkml:brushProperty name="height" value="0.035" units="cm"/>
    </inkml:brush>
  </inkml:definitions>
  <inkml:trace contextRef="#ctx0" brushRef="#br0">64 123 5897,'-43'-86'2921,"31"84"-857,4 4-535,9-1-521,6-4-192,-7 2-344,4-1-120,35-3-168,45-4-56,-33 2-72,6 3-32,1-1-320,-3 3-384,-18 2-1680,-7 5 1527</inkml:trace>
  <inkml:trace contextRef="#ctx0" brushRef="#br0" timeOffset="1">45 222 6889,'-8'3'2993,"10"3"-1361,14-4-847,6-13-81,15-7-200,2 5-176,14-7-224,-2 13-32,-3 7-648,-8 0-824,-23 5 903</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5.974"/>
    </inkml:context>
    <inkml:brush xml:id="br0">
      <inkml:brushProperty name="width" value="0.035" units="cm"/>
      <inkml:brushProperty name="height" value="0.035" units="cm"/>
    </inkml:brush>
  </inkml:definitions>
  <inkml:trace contextRef="#ctx0" brushRef="#br0">26 391 7050,'-21'6'2928,"16"4"-1496,7-4-583,17-1-353,5-2-32,11-3-232,8-3-128,14-11-496,-1-9-832,9 1 815</inkml:trace>
  <inkml:trace contextRef="#ctx0" brushRef="#br0" timeOffset="1">555 73 7186,'49'-72'3144,"-52"91"-1687,16 21-377,-2 4 32,3 20-400,0 3-200,-4 8-296,-5-2-88,1-13-128,4-9-344,-2-33-1848,1-16 1536</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6.345"/>
    </inkml:context>
    <inkml:brush xml:id="br0">
      <inkml:brushProperty name="width" value="0.035" units="cm"/>
      <inkml:brushProperty name="height" value="0.035" units="cm"/>
    </inkml:brush>
  </inkml:definitions>
  <inkml:trace contextRef="#ctx0" brushRef="#br0">0 26 5809,'5'-3'319,"-1"0"-1,0 0 1,1 1-1,0-1 0,0 1 1,-1 0-1,1 0 1,0 1-1,1 0 1,-1 0-1,0 0 1,0 0-1,0 1 0,1-1 1,8 2-1,6 1-83,0 2 0,35 9 0,-24-5 251,2 0-221,-16-5-81,0 1-1,-1 1 1,1 0 0,22 11 0,-39-16-181,0 0 0,1 0 0,-1 0 0,1 0 0,-1 0 0,0 0 1,1 0-1,-1 1 0,1-1 0,-1 0 0,0 0 0,1 0 0,-1 1 0,0-1 0,1 0 1,-1 1-1,0-1 0,1 0 0,-1 0 0,0 1 0,0-1 0,1 1 0,-1-1 0,0 0 1,0 1-1,0-1 0,0 0 0,0 1 0,1-1 0,-1 1 0,0-1 0,0 1 0,0-1 1,0 0-1,0 1 0,0-1 0,0 1 0,0-1 0,0 0 0,-1 1 0,1-1 0,0 1 1,0-1-1,0 0 0,0 1 0,0-1 0,-1 1 0,1-1 0,0 0 0,0 1 0,-1-1 1,1 0-1,0 0 0,-1 1 0,1-1 0,0 0 0,-1 0 0,1 1 0,0-1 0,-1 0 1,1 0-1,0 0 0,-1 1 0,-30 10 35,29-11-32,-33 9 182,-1-2 1,0-1 0,0-2 0,0-1 0,-37-2 0,64-2 7,-12 0 408,17 3-189,10 3 108,76 33 675,-15-8-729,44 26-212,165 114 1,-87-40-2643,-113-84 1486</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4.622"/>
    </inkml:context>
    <inkml:brush xml:id="br0">
      <inkml:brushProperty name="width" value="0.035" units="cm"/>
      <inkml:brushProperty name="height" value="0.035" units="cm"/>
    </inkml:brush>
  </inkml:definitions>
  <inkml:trace contextRef="#ctx0" brushRef="#br0">104 142 2689,'-45'-135'1752,"37"128"272,2 17-479,3-1-401,-2 18-96,0 23-360,2-2-184,-7 25-216,4-6-47,-2-13-57,3-2-16,7-23-584,2-10-633,4-19 649</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5.003"/>
    </inkml:context>
    <inkml:brush xml:id="br0">
      <inkml:brushProperty name="width" value="0.035" units="cm"/>
      <inkml:brushProperty name="height" value="0.035" units="cm"/>
    </inkml:brush>
  </inkml:definitions>
  <inkml:trace contextRef="#ctx0" brushRef="#br0">435 0 4601,'-3'23'2000,"-7"15"-839,6 13-17,0 8-128,-10-7-248,14 9-480,-11-12-128,11-7-40,2-6-104,9-23-1464,19 0 1088</inkml:trace>
  <inkml:trace contextRef="#ctx0" brushRef="#br0" timeOffset="1">2 233 4993,'-1'-10'2081,"13"4"-1065,17-4-320,14 4 16,19-4-184,10-4-200,6 0-176,6 4 32,-20 1-944,-13 1 608</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5.370"/>
    </inkml:context>
    <inkml:brush xml:id="br0">
      <inkml:brushProperty name="width" value="0.035" units="cm"/>
      <inkml:brushProperty name="height" value="0.035" units="cm"/>
    </inkml:brush>
  </inkml:definitions>
  <inkml:trace contextRef="#ctx0" brushRef="#br0">64 32 4209,'-31'18'1720,"7"-2"-664,16-11-423,8-1-49,14 0 48,11-4-216,20-7-256,9-9-56,29-3-8,16 3 40,7 5-1928,3 2 1376</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5.721"/>
    </inkml:context>
    <inkml:brush xml:id="br0">
      <inkml:brushProperty name="width" value="0.035" units="cm"/>
      <inkml:brushProperty name="height" value="0.035" units="cm"/>
    </inkml:brush>
  </inkml:definitions>
  <inkml:trace contextRef="#ctx0" brushRef="#br0">218 4 3561,'-12'-1'720,"6"0"-487,0 0 0,0 1 0,0 0 0,0 0 0,-1 0 0,1 1 0,0 0 0,0 0 0,0 0 0,0 1 0,-9 4 1,8-1-55,1 0 0,0 0 0,0 1 0,0 0 0,1 0 0,0 0 0,0 1 0,1 0 0,-1 0 0,-3 8 0,-3 11 422,-13 41 1,17-46-313,1 1 1,-4 32-1,9-45-209,0 0 0,1 0 0,0-1 0,0 1 0,1 0 0,0 0 0,1 0 0,5 16 1,-7-23-68,1 0 1,0 1-1,0-1 1,1 1 0,-1-1-1,0 0 1,1 0-1,-1 0 1,1 0 0,0 0-1,-1 0 1,1 0-1,0 0 1,0-1 0,1 1-1,-1-1 1,0 0 0,0 1-1,1-1 1,2 1-1,-2-2 1,0 1 0,1-1-1,-1 0 1,0 1 0,1-2-1,-1 1 1,1 0 0,-1-1-1,0 1 1,0-1-1,1 0 1,-1 0 0,5-3-1,1 0 13,0-2-1,0 1 1,0-1-1,-1 0 0,0-1 1,0 0-1,0 0 1,12-17-1,-9 8 14,0 0-1,14-32 1,-22 41-30,0 0 0,0 0 1,-1 0-1,-1 0 0,1 0 0,-1 0 1,0 0-1,0-1 0,-1 1 0,-1-12 0,0 15-82,-1 0-1,0-1 1,0 1 0,0 0-1,0 0 1,0 0-1,-1 0 1,0 1-1,1-1 1,-1 1-1,-1 0 1,1-1-1,0 2 1,-1-1 0,0 0-1,0 1 1,1-1-1,-2 1 1,1 0-1,0 0 1,0 1-1,0-1 1,-10-1-1,-1 3-674</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8.247"/>
    </inkml:context>
    <inkml:brush xml:id="br0">
      <inkml:brushProperty name="width" value="0.035" units="cm"/>
      <inkml:brushProperty name="height" value="0.035" units="cm"/>
    </inkml:brush>
  </inkml:definitions>
  <inkml:trace contextRef="#ctx0" brushRef="#br0">36 173 5497,'-19'-2'2737,"5"-11"-769,12 13-1032,24 2-215,15-2 79,38-3 104,20-4-216,26-10-392,8-5-96,5-13-64,0 1 8,-5 9-664,-10 12-528,-28 10 640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0.959"/>
    </inkml:context>
    <inkml:brush xml:id="br0">
      <inkml:brushProperty name="width" value="0.035" units="cm"/>
      <inkml:brushProperty name="height" value="0.035" units="cm"/>
    </inkml:brush>
  </inkml:definitions>
  <inkml:trace contextRef="#ctx0" brushRef="#br0">400 79 632,'26'-51'678,"-25"50"-552,-1 1-1,0-1 1,0 1 0,0-1 0,0 0 0,0 1 0,0-1 0,0 0 0,0 1 0,0-1 0,0 1 0,0-1 0,0 0 0,0 1 0,-1-1 0,1 0-1,0 1 1,0-1 0,-1 1 0,1-1 0,0 1 0,-1-1 0,1 1 0,0-1 0,-1 1 0,1-1 0,-1 1 0,1-1 0,-1 1 0,1 0-1,-1-1 1,1 1 0,-1 0 0,0 0 0,0-1 0,-19-6 2495,12 6-2453,0 1 0,-1 0-1,1 0 1,0 1-1,0 0 1,0 0-1,-13 4 1,21-5-159,-6 2 79,1 0-1,0 1 0,0 0 1,0 0-1,0 0 1,1 0-1,-1 1 1,1-1-1,0 1 0,0 0 1,0 1-1,-6 7 1,0 0 78,-5 6 6,0 0 0,1 1 0,1 0 0,-16 31 0,-85 197 771,107-235-888,1 2 0,0-1 1,1 1-1,1-1 0,0 1 0,1 0 0,-3 26 1,5-16 12,1-17-41,-1 1-1,1-1 0,1 0 0,-1 0 0,1 0 1,3 11-1,-3-15-23,0-1 1,0 0 0,0 0-1,1 1 1,-1-1 0,1 0-1,-1 0 1,1 0 0,0-1-1,0 1 1,0 0 0,0-1-1,0 1 1,0-1-1,0 1 1,1-1 0,-1 0-1,0 0 1,1 0 0,-1-1-1,1 1 1,4 0 0,-3 0 1,0-1 1,0 1-1,0-1 1,0-1-1,0 1 1,0 0 0,0-1-1,0 0 1,0 0-1,7-3 1,38-20 115,-30 14-54,3 0-407,0 0 1,0 2-1,34-8 0,-27 7-1040,-4-4 558</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1.583"/>
    </inkml:context>
    <inkml:brush xml:id="br0">
      <inkml:brushProperty name="width" value="0.035" units="cm"/>
      <inkml:brushProperty name="height" value="0.035" units="cm"/>
    </inkml:brush>
  </inkml:definitions>
  <inkml:trace contextRef="#ctx0" brushRef="#br0">79 125 1848,'-20'-17'1320,"19"16"-1247,1 1 1,-1-1 0,0 1 0,0 0 0,1-1-1,-1 1 1,0 0 0,0 0 0,1-1 0,-1 1-1,0 0 1,0 0 0,0 0 0,0 0 0,1 0-1,-1 0 1,0 0 0,0 0 0,0 0 0,1 1-1,-1-1 1,0 0 0,0 0 0,1 1 0,-1-1-1,0 0 1,0 1 0,1-1 0,-1 1 0,0-1-1,0 2 1,-3 2 148,1 1 0,0 0 0,0 0 0,0 0 0,1 0 0,0 0 0,0 0 0,0 1-1,0-1 1,1 1 0,-1 8 0,0 10 209,0 34 0,2-30-124,0 19 150,1-1 1,14 89-1,-15-133-444,0 1 0,1-1 0,-1 0 0,1 0 0,-1 1 1,1-1-1,0 0 0,0 0 0,0 0 0,0 0 0,1 0 0,-1 0 0,0 0 0,1 0 0,0-1 1,-1 1-1,1-1 0,0 1 0,0-1 0,-1 1 0,1-1 0,0 0 0,4 2 0,-4-3-1,1 0 0,-1 0 0,1 0 0,-1 0 0,1 0 0,-1 0 1,0-1-1,1 1 0,-1-1 0,1 0 0,-1 1 0,0-1 0,0 0 0,0-1 0,1 1 0,-1 0 0,0 0 0,0-1 0,-1 0 0,1 1 0,2-4 0,5-4 13,-1-1 0,0-1 0,-1 0 1,0 0-1,-1 0 0,-1-1 0,1 1 0,-2-2 1,4-12-1,10-22 21,-7 16-30,-1-1 0,-1-1 0,-2 1 0,-1-2 0,-2 1 1,0-37-1,-4 63-17,0-1 1,1 0 0,0 0 0,0 1 0,1-1 0,0 0 0,0 1 0,1 0 0,0-1-1,0 1 1,6-10 0,-9 17 0,0-1-1,1 1 0,-1 0 1,0-1-1,0 1 1,0-1-1,1 1 1,-1 0-1,0-1 1,0 1-1,1 0 0,-1-1 1,0 1-1,1 0 1,-1-1-1,0 1 1,1 0-1,-1 0 1,0 0-1,1-1 0,-1 1 1,1 0-1,-1 0 1,0 0-1,1 0 1,-1 0-1,1-1 0,-1 1 1,1 0-1,-1 0 1,0 0-1,1 0 1,-1 0-1,1 1 1,-1-1-1,1 0 0,0 1 0,0 0 0,-1 0 0,1 0 0,0 0 0,-1 0 0,1 0-1,-1 0 1,0 0 0,1 0 0,-1 1 0,0-1 0,1 2 0,1 39 24,-2 50 357,2-66-252,-2 1 0,-1-1 0,-7 39 0,-8-2-9,7-33-49,-5 37-1,13-59-39,0 0 0,0-1 0,1 1 0,0 0 0,1 0 0,-1 0 0,1 0 0,1 0 0,4 13 0,-6-21-51,0 1 0,0 0-1,1 0 1,-1-1 0,1 1 0,-1-1 0,0 1 0,1 0 0,-1-1 0,1 1 0,-1-1-1,1 1 1,0-1 0,-1 1 0,1-1 0,-1 1 0,1-1 0,0 0 0,-1 1 0,1-1-1,0 0 1,0 0 0,-1 1 0,1-1 0,0 0 0,-1 0 0,1 0 0,0 0 0,0 0-1,-1 0 1,1 0 0,0 0 0,1-1 0,0 1-196,0-1 0,0 0 1,1 1-1,-1-1 0,0 0 0,0-1 0,0 1 0,0 0 1,2-3-1,17-14-878</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2.033"/>
    </inkml:context>
    <inkml:brush xml:id="br0">
      <inkml:brushProperty name="width" value="0.035" units="cm"/>
      <inkml:brushProperty name="height" value="0.035" units="cm"/>
    </inkml:brush>
  </inkml:definitions>
  <inkml:trace contextRef="#ctx0" brushRef="#br0">169 1 2393,'-9'9'852,"0"0"1,1 1 0,1 0-1,-1 1 1,2 0 0,-8 15-1,5-10-143,0-1 0,-14 19 0,14-23-404,0 1 0,1 0 1,1 0-1,-8 16 0,13-22-256,-1 0-1,1 0 1,0 0 0,0 0-1,1 1 1,0-1-1,0 1 1,1-1 0,0 1-1,0-1 1,1 11-1,-1-15-45,1-1-1,-1 1 1,0-1-1,1 1 0,-1-1 1,1 1-1,0-1 1,-1 0-1,1 1 1,0-1-1,0 0 0,0 0 1,0 1-1,0-1 1,0 0-1,0 0 1,0 0-1,1 0 0,-1 0 1,0-1-1,1 1 1,-1 0-1,0-1 1,1 1-1,-1-1 0,1 1 1,-1-1-1,1 1 1,-1-1-1,1 0 1,-1 0-1,1 0 0,-1 0 1,1 0-1,-1 0 1,1 0-1,-1-1 1,1 1-1,1-1 0,9-2 19,-1 0 0,1-1-1,-1 0 1,11-6 0,-10 4 0,1 0 4,0 0 0,1 0 0,25-7 0,-37 12-22,1 0-1,0 1 0,0-1 1,0 1-1,-1-1 1,1 1-1,0 0 0,0 0 1,0 0-1,0 1 1,0-1-1,-1 1 0,1 0 1,0-1-1,0 1 0,-1 0 1,1 0-1,-1 1 1,1-1-1,4 4 0,-6-3-1,1 0 1,-1 0-1,1 1 0,-1-1 0,0 0 0,0 1 0,0-1 0,0 1 0,0-1 0,-1 1 0,1 0 0,-1-1 0,0 1 0,1 0 0,-1-1 0,-1 1 0,1 0 0,0-1 1,-1 5-1,-1 3 2,-1-1 1,1 0 0,-1 0 0,-5 11-1,-1-2 4,-1-1 0,-1 0 0,0-1-1,-2 0 1,1-1 0,-17 16 0,5-9 81,-1-1 1,-52 34 0,73-52-69,0-1-1,-1 1 1,0-1 0,1 0 0,-10 3 0,14-5-38,-1 0 0,1 0 0,-1 0 0,1 0 0,0-1 0,-1 1 0,1 0 0,-1 0 0,1 0 0,-1 0 0,1 0 0,0 0 0,-1-1 0,1 1 0,0 0 0,-1 0 0,1-1 0,0 1 0,-1 0 0,1-1 0,0 1 0,-1 0 0,1-1 0,0 1 0,0 0 0,-1-1 0,1 1 0,0-1 1,0 1-1,0 0 0,0-1 0,-1 1 0,1-1 0,0 1 0,0 0 0,0-1 0,0 1 0,0-1 0,0 1 0,0-1 0,0 1 0,0-1 0,0 1 0,1 0 0,-1-1 0,0 1 0,0-1 0,0 1 0,0-1 14,4-21-350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2.391"/>
    </inkml:context>
    <inkml:brush xml:id="br0">
      <inkml:brushProperty name="width" value="0.035" units="cm"/>
      <inkml:brushProperty name="height" value="0.035" units="cm"/>
    </inkml:brush>
  </inkml:definitions>
  <inkml:trace contextRef="#ctx0" brushRef="#br0">0 0 1872,'0'14'1457,"18"14"55,-17 8 96,4 10 33,-2 15-321,-3 7-248,0 10-512,3 4-168,-7 0-192,-4-10-31,19-13-137,-13-22-273,4-23-1551,-5-14 1240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42.782"/>
    </inkml:context>
    <inkml:brush xml:id="br0">
      <inkml:brushProperty name="width" value="0.035" units="cm"/>
      <inkml:brushProperty name="height" value="0.035" units="cm"/>
    </inkml:brush>
  </inkml:definitions>
  <inkml:trace contextRef="#ctx0" brushRef="#br0">0 80 5161,'2'-32'2057,"-2"23"-1177,8 5-248,20 0-8,6 4 72,10 0-104,1-15-144,19 7-208,3 0-8,4 8-1456,12 21 960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3.093"/>
    </inkml:context>
    <inkml:brush xml:id="br0">
      <inkml:brushProperty name="width" value="0.035" units="cm"/>
      <inkml:brushProperty name="height" value="0.035" units="cm"/>
    </inkml:brush>
  </inkml:definitions>
  <inkml:trace contextRef="#ctx0" brushRef="#br0">53 73 2489,'-8'-73'1184,"-2"75"-296,5 14-128,-1 6-80,3 8 64,0 8-103,1 2-97,2 10-184,0-6-80,-6 2-96,-1-3-48,4-5-24,3-4 8,13-12-640,-4-6-736,6-16 791</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3.440"/>
    </inkml:context>
    <inkml:brush xml:id="br0">
      <inkml:brushProperty name="width" value="0.035" units="cm"/>
      <inkml:brushProperty name="height" value="0.035" units="cm"/>
    </inkml:brush>
  </inkml:definitions>
  <inkml:trace contextRef="#ctx0" brushRef="#br0">43 0 3321,'-8'37'1448,"4"8"-584,-4 12 8,0-3 57,-2-9-225,7 1-392,1-13-104,4-12-80,8-7 56,-7-15-1096,0-6 728</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3.811"/>
    </inkml:context>
    <inkml:brush xml:id="br0">
      <inkml:brushProperty name="width" value="0.035" units="cm"/>
      <inkml:brushProperty name="height" value="0.035" units="cm"/>
    </inkml:brush>
  </inkml:definitions>
  <inkml:trace contextRef="#ctx0" brushRef="#br0">72 85 4617,'-8'-6'1616,"11"7"-1304,5-1-152,13 0 48,3-1 25,12-4-41,2-8-32,4-4-8,-2-1 0,-1 1-1177,-5 9 801</inkml:trace>
  <inkml:trace contextRef="#ctx0" brushRef="#br0" timeOffset="1">67 219 3649,'-29'3'1640,"5"0"-552,10 5-143,16-1-65,-1 2-136,25-7-320,1-2-88,11-10-96,13-6-56,6-1-48,7-2-8,0 6-680,3 3-760,-9 4 824</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4.187"/>
    </inkml:context>
    <inkml:brush xml:id="br0">
      <inkml:brushProperty name="width" value="0.035" units="cm"/>
      <inkml:brushProperty name="height" value="0.035" units="cm"/>
    </inkml:brush>
  </inkml:definitions>
  <inkml:trace contextRef="#ctx0" brushRef="#br0">232 57 2200,'68'-51'1426,"-65"47"-600,-5 3-118,-11 3 434,-19 9 574,13-3-942,-12 5 687,-52 29 0,74-36-1311,0 0-1,0 0 0,0 1 1,1 1-1,0-1 1,1 1-1,0 1 0,0-1 1,-8 15-1,9-13 4,1 0 0,1 0 0,-1 0-1,2 1 1,-6 20 0,8-24-107,1-1-1,-1 1 1,1 0 0,0-1-1,0 1 1,1 0 0,0-1-1,0 1 1,1-1-1,4 12 1,-4-14-39,-1 0 1,2-1-1,-1 0 0,0 1 1,1-1-1,-1 0 0,1 0 0,0 0 1,0-1-1,0 1 0,0-1 1,0 1-1,1-1 0,-1 0 0,1 0 1,0-1-1,-1 1 0,1-1 1,0 0-1,0 0 0,8 1 0,4 0-136,0 0 0,-1-2-1,1 0 1,20-3-1,45-9-893,14-7 413</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2:58.760"/>
    </inkml:context>
    <inkml:brush xml:id="br0">
      <inkml:brushProperty name="width" value="0.035" units="cm"/>
      <inkml:brushProperty name="height" value="0.035" units="cm"/>
    </inkml:brush>
  </inkml:definitions>
  <inkml:trace contextRef="#ctx0" brushRef="#br0">56 0 7666,'-55'85'2832,"85"-104"-2024,34 15-600,15 4 153,25-1 159,13-2 24,24-2-136,3-5-128,5-1-344,0 3-48,-7-6 48</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0.716"/>
    </inkml:context>
    <inkml:brush xml:id="br0">
      <inkml:brushProperty name="width" value="0.035" units="cm"/>
      <inkml:brushProperty name="height" value="0.035" units="cm"/>
    </inkml:brush>
  </inkml:definitions>
  <inkml:trace contextRef="#ctx0" brushRef="#br0">59 136 8234,'-51'40'2394,"43"-28"-1911,8-12-478,0 1 0,0-1 0,0 0 0,0 0-1,0 1 1,0-1 0,0 0 0,1 0 0,-1 1 0,0-1 0,0 0 0,0 0 0,0 0-1,0 1 1,0-1 0,1 0 0,-1 0 0,0 0 0,0 1 0,0-1 0,1 0-1,-1 0 1,0 0 0,0 0 0,0 0 0,1 1 0,-1-1 0,0 0 0,0 0 0,1 0-1,10 2 76,0 0 0,0-1 0,0 0 0,1-1 0,19-2 1,1-1 186,1-1 0,-1-2 0,37-12 0,95-39 828,-96 31-504,107-25-1,-112 39-366,120-4 0,66 15 71,1 1-40,-191-3-202,230 3 187,-282 0-225,0 1 0,0 0-1,1 0 1,-1 1 0,0 0-1,0 0 1,9 5 0,-16-7-17,0 0 1,0 0-1,0 0 1,1 0 0,-1 0-1,0 0 1,0 0-1,0 0 1,1 0 0,-1 0-1,0 0 1,0 0-1,0 0 1,1 0 0,-1 1-1,0-1 1,0 0-1,0 0 1,0 0 0,0 0-1,1 0 1,-1 1-1,0-1 1,0 0 0,0 0-1,0 0 1,0 0-1,0 1 1,0-1 0,0 0-1,1 0 1,-1 0 0,0 1-1,0-1 1,0 0-1,0 0 1,0 0 0,0 1-1,0-1 1,0 0-1,0 0 1,0 0 0,0 1-1,0-1 1,-1 0-1,1 0 1,0 0 0,0 1-1,0-1 1,0 0-1,0 0 1,0 0 0,-9 4-356,9-4 347,-13 1-210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2.638"/>
    </inkml:context>
    <inkml:brush xml:id="br0">
      <inkml:brushProperty name="width" value="0.035" units="cm"/>
      <inkml:brushProperty name="height" value="0.035" units="cm"/>
    </inkml:brush>
  </inkml:definitions>
  <inkml:trace contextRef="#ctx0" brushRef="#br0">29 47 5841,'10'-32'2497,"-4"18"-1305,1 41-48,-4 22-63,-5 37-49,-9 14-168,-5 29-432,3 16-120,2 2-160,10 4-48,4-20-584,8-15-696,5-24 744</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3.187"/>
    </inkml:context>
    <inkml:brush xml:id="br0">
      <inkml:brushProperty name="width" value="0.035" units="cm"/>
      <inkml:brushProperty name="height" value="0.035" units="cm"/>
    </inkml:brush>
  </inkml:definitions>
  <inkml:trace contextRef="#ctx0" brushRef="#br0">1 104 3241,'1'-7'2041,"1"9"566,5 15 522,-6-11-3699,12 28 1116,16 33 1,8 19 228,-32-74-637,2 7 128,1 0 1,12 22-1,-16-35-215,-1-1 0,1 0-1,0 0 1,0-1 0,0 1-1,0-1 1,1 0 0,0 0 0,0 0-1,0 0 1,10 4 0,-8-5-8,0 0 1,1 0-1,-1 0 0,1-1 1,0 0-1,-1-1 1,1 0-1,0 0 1,0-1-1,0 0 1,12-1-1,-11-1-11,0 0 0,0-1 1,0 0-1,-1 0 0,1-1 0,-1 0 0,1 0 0,-1-1 0,13-11 0,15-14 66,-2-3 0,57-69 0,-74 79-279,-1 0 0,-1 0-1,-1-2 1,-1 0 0,-1 0 0,12-38 0,-11 6-298</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3.903"/>
    </inkml:context>
    <inkml:brush xml:id="br0">
      <inkml:brushProperty name="width" value="0.035" units="cm"/>
      <inkml:brushProperty name="height" value="0.035" units="cm"/>
    </inkml:brush>
  </inkml:definitions>
  <inkml:trace contextRef="#ctx0" brushRef="#br0">4 408 2865,'-1'-3'181,"1"0"-1,-1 1 1,1-1 0,-1 0 0,1 1 0,0-1 0,0 0 0,0 1 0,0-1 0,1 0-1,-1 0 1,1 1 0,0-1 0,-1 1 0,1-1 0,0 1 0,2-4 0,5-15 502,4-17 123,3 0-1,1 1 0,41-67 1,-13 24-254,-42 77-508,-1 0 0,1 0 0,0 0 0,0 1 0,0-1 0,0 0 0,0 1 0,1 0 0,-1-1 0,1 1 0,3-2 0,-4 3-14,1 0 0,-1 0 1,0 0-1,1 1 0,-1-1 1,1 1-1,-1-1 0,1 1 0,-1 0 1,1 0-1,-1 0 0,1 0 1,-1 1-1,1-1 0,4 2 0,45 10 452,-29-7-288,0 0 0,0 2 0,23 9 0,-40-13-171,0 0 1,1 0-1,-1 1 1,-1 0 0,1 0-1,0 1 1,-1-1-1,0 1 1,0 0 0,-1 0-1,1 1 1,-1 0-1,0-1 1,5 12-1,-3-1-204,-1 0-1,0 0 1,3 22-1,-6-28 44,6 36-228</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4.276"/>
    </inkml:context>
    <inkml:brush xml:id="br0">
      <inkml:brushProperty name="width" value="0.035" units="cm"/>
      <inkml:brushProperty name="height" value="0.035" units="cm"/>
    </inkml:brush>
  </inkml:definitions>
  <inkml:trace contextRef="#ctx0" brushRef="#br0">62 307 6209,'-62'-43'2105,"81"39"-1665,24-9 152,13-6 104,27-11 184,6-4-216,19-7-327,5 3-89,3-1-40,-4 8-208,-20 16-1273,-6 15 953</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4.662"/>
    </inkml:context>
    <inkml:brush xml:id="br0">
      <inkml:brushProperty name="width" value="0.035" units="cm"/>
      <inkml:brushProperty name="height" value="0.035" units="cm"/>
    </inkml:brush>
  </inkml:definitions>
  <inkml:trace contextRef="#ctx0" brushRef="#br0">54 153 6297,'-54'-55'2257,"89"39"-1537,15 0 80,9 9 144,6-1-39,10-4-425,3-1-200,11-1-144,6 7 0,19 6-280,0 2-720,9-6 599</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7.279"/>
    </inkml:context>
    <inkml:brush xml:id="br0">
      <inkml:brushProperty name="width" value="0.035" units="cm"/>
      <inkml:brushProperty name="height" value="0.035" units="cm"/>
    </inkml:brush>
  </inkml:definitions>
  <inkml:trace contextRef="#ctx0" brushRef="#br0">53 1 3977,'-3'3'1792,"2"8"-688,4 20-463,-6 4-33,-2 12-80,-3 6-88,-6-4-160,6 7-48,1 4-56,1-13-48,7-4-392,6-27-512,12-34 496</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7.649"/>
    </inkml:context>
    <inkml:brush xml:id="br0">
      <inkml:brushProperty name="width" value="0.035" units="cm"/>
      <inkml:brushProperty name="height" value="0.035" units="cm"/>
    </inkml:brush>
  </inkml:definitions>
  <inkml:trace contextRef="#ctx0" brushRef="#br0">91 0 3721,'-19'34'1848,"5"10"-416,-2 9-367,-2 25-353,10 16-184,-3 6-352,7 0-72,18-20-1104,3-23 768</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8.062"/>
    </inkml:context>
    <inkml:brush xml:id="br0">
      <inkml:brushProperty name="width" value="0.035" units="cm"/>
      <inkml:brushProperty name="height" value="0.035" units="cm"/>
    </inkml:brush>
  </inkml:definitions>
  <inkml:trace contextRef="#ctx0" brushRef="#br0">101 3 5057,'-22'-2'2137,"6"15"-1169,5 7-160,1 15-304,-6 0-8,3 12-112,5 7-128,4-3-160,8 3-16,6 9-16,0-2-264,6-2-1352,-2-13 1120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8.456"/>
    </inkml:context>
    <inkml:brush xml:id="br0">
      <inkml:brushProperty name="width" value="0.035" units="cm"/>
      <inkml:brushProperty name="height" value="0.035" units="cm"/>
    </inkml:brush>
  </inkml:definitions>
  <inkml:trace contextRef="#ctx0" brushRef="#br0">372 1 4873,'-4'1'444,"1"1"-1,-1-1 1,0 1 0,1 0-1,-1 0 1,1 0 0,-1 1-1,1-1 1,-5 7 0,-10 5 264,16-13-664,-20 13 496,1 1 1,-19 18 0,-13 13 160,36-33-447,0 2 0,1 0-1,1 0 1,0 2 0,-19 27 0,29-36-168,-33 60 548,35-61-568,0 0 1,0 0-1,1 0 0,0 0 0,0 0 1,1 1-1,0-1 0,0 11 1,1-17-57,0 1 1,0-1 0,0 1 0,0-1 0,1 1 0,-1-1 0,0 0-1,1 1 1,0-1 0,-1 1 0,1-1 0,0 0 0,-1 0 0,1 1-1,0-1 1,0 0 0,0 0 0,0 0 0,0 0 0,0 0 0,1 0-1,-1 0 1,0 0 0,0-1 0,1 1 0,1 0 0,4 2 15,0-2 1,0 1-1,0-1 1,13 1-1,15 3 13,-9 3-252,-1 1-1,0 2 1,0 0 0,40 26 0,-6 0-231</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09.295"/>
    </inkml:context>
    <inkml:brush xml:id="br0">
      <inkml:brushProperty name="width" value="0.035" units="cm"/>
      <inkml:brushProperty name="height" value="0.035" units="cm"/>
    </inkml:brush>
  </inkml:definitions>
  <inkml:trace contextRef="#ctx0" brushRef="#br0">54 136 1952,'-4'-111'1050,"4"110"-980,0-1 0,0 1 0,0-1 1,0 0-1,-1 1 0,1-1 0,-1 1 0,1-1 1,-1 1-1,1-1 0,-1 1 0,0 0 0,-1-2 0,2 2-36,0 1 0,-1 0-1,1 0 1,0 0-1,-1-1 1,1 1 0,0 0-1,-1 0 1,1 0 0,-1 0-1,1 0 1,0 0 0,-1 0-1,1 0 1,-1 0-1,1 0 1,0 0 0,-1 0-1,1 0 1,0 0 0,-1 0-1,1 0 1,-1 0-1,1 0 1,0 0 0,-1 1-1,1-1 1,0 0 0,-1 1-1,-15 16 1433,13-8-1185,0-1 0,0 1 0,1-1 0,1 1 0,-1 0 0,1 0 0,1-1 0,0 1 0,0 9 1,14 81 896,-10-78-924,31 352 182,-34-342-913,2 27-62</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13.018"/>
    </inkml:context>
    <inkml:brush xml:id="br0">
      <inkml:brushProperty name="width" value="0.035" units="cm"/>
      <inkml:brushProperty name="height" value="0.035" units="cm"/>
    </inkml:brush>
  </inkml:definitions>
  <inkml:trace contextRef="#ctx0" brushRef="#br0">85 145 2184,'-64'-88'1189,"62"85"-1093,-1 0 1,1 0-1,0-1 0,0 1 1,1-1-1,-1 1 1,1-1-1,-1 1 0,1-1 1,0 0-1,1 0 1,-1-6-1,0 6 43,11 40 568,6 83 196,0 126 0,-12 172 208,-1-46-855,4-159-193,-5 448 590,-2-197 725,5-317-803,-3-83-323,3-1 0,3 1 0,23 93-1,-27-142-202,0-1 0,1 0 0,1 0-1,13 23 1,-15-31-21,0 1 0,0-1 0,0 0 0,1 0 0,0 0 0,0-1 0,0 0 0,0 0 0,1 0 0,0 0 0,12 4 0,1-1 62,1-2 0,0 0 0,0-1 0,29 1 1,-39-4-60,88 6 294,102-5-1,102-19 61,-274 15-367,116-9 36,-1-6 1,-1-6-1,-2-7 1,196-68-1,-44-13 1,37-14-19,7 22-7,263-2 29,-532 97-23,0-3 0,99-30 0,-146 34-19,-1 0 0,0 0-1,-1-2 1,0-1 0,0 0-1,-1-1 1,0 0 0,-1-2-1,-1 0 1,0-1 0,0 0-1,23-31 1,-24 22 6,-1 0-1,0-1 1,-2 0 0,-1 0 0,10-35-1,21-129 82,-31 134-80,-5 27-12,53-293 61,-24-2-58,-32 258-13,-4-1 0,-10-67-1,-33-124 16,33 207-10,-1 1 0,-2 1 0,-3 1 1,-1 0-1,-26-43 0,24 52-2,-95-186-16,113 218 11,-3-9-9,-1-1 0,0 1-1,-2 1 1,-16-22 0,22 31 7,0 1 0,-1-1 1,0 1-1,0 0 0,0 0 1,0 1-1,0-1 0,-1 1 0,1 0 1,-1 0-1,1 0 0,-1 1 0,0-1 1,0 1-1,0 0 0,0 1 0,1-1 1,-1 1-1,-7 1 0,-4 0 3,0 1 1,0 1-1,1 0 0,-30 12 0,-64 31 12,22-7-3,-3-8 21,-137 27 0,170-45-8,-521 98 330,-8-61-24,-71-83-181,32-65-314,485 64-512,86 19-14,-4 0 201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14.152"/>
    </inkml:context>
    <inkml:brush xml:id="br0">
      <inkml:brushProperty name="width" value="0.035" units="cm"/>
      <inkml:brushProperty name="height" value="0.035" units="cm"/>
    </inkml:brush>
  </inkml:definitions>
  <inkml:trace contextRef="#ctx0" brushRef="#br0">81 522 4209,'12'-83'2404,"-11"69"-2139,-1 14-262,0 0-1,0 0 1,0 0-1,0 0 1,0 0 0,0 0-1,0 0 1,0 0-1,-1 0 1,1 0-1,0 0 1,0 0-1,0 0 1,0 0-1,0 0 1,0 0-1,0 0 1,0 0-1,0 0 1,0 0-1,0 0 1,0 0-1,0 0 1,0 0-1,0 0 1,0 0-1,0 0 1,0 0-1,-1 0 1,1 0 0,0 0-1,0 0 1,0 0-1,0 0 1,0 0-1,0 0 1,0 0-1,0 0 1,0 0-1,0-1 1,0 1-1,0 0 1,0 0-1,0 0 1,0 0-1,0 0 1,0 0-1,0 0 1,0 0-1,0 0 1,0 0-1,0 0 1,0 0-1,0 0 1,0 0-1,-10 27 105,6-7-58,0 1 1,2-1-1,0 1 1,1 0-1,3 22 1,-2-39-39,11 158 783,44 213 1,-5-47-32,-29-72-450,-15 332 0,-8-441-88,-13 187 1602,11-287-1382,4-46-429,0 0-1,0 0 1,0 0-1,0 0 0,0 0 1,0 0-1,1 1 1,-1-1-1,0 0 0,0 0 1,1 0-1,-1-1 1,1 1-1,-1 0 0,1 0 1,-1 0-1,1 0 1,0 0-1,-1 0 0,1-1 1,0 1-1,1 1 1,-1-2-2,1 1 0,-1-1 0,1 0 0,-1 0 0,1 0 0,-1 0 0,0 0 0,1 0 0,-1 0 0,1-1 0,-1 1 0,1 0 0,-1-1 0,0 1 0,1-1 0,1-1 0,15-7 99,32-21 1,-1-2-28,8 2-62,1 2 1,2 3-1,0 3 0,1 2 0,86-16 1,333-33 45,-314 51-17,279-53 72,-82 10-27,-1 27-34,115 45 19,-377-4-4,1-4-1,120-12 1,-189 5-26,1-1 0,-1-1 0,0-2 0,0-1 0,-1-2 0,-1 0 0,0-3 0,0 0 0,-1-2 0,47-34 0,-38 16 1,-1-2 1,-1-1 0,-3-1-1,55-82 1,-63 79-40,-1-1 0,-2 0 1,-3-2-1,18-55 0,41-187 13,-75 277-27,13-56 4,53-240 22,-50 204-15,5-110 0,-21 155-11,-3 0 1,-2 0 0,-14-83-1,9 100-5,-3 0-1,-1 0 1,-2 2-1,-1-1 1,-35-62-1,44 89 5,-2 1-1,0-1 1,0 2 0,-1-1-1,0 1 1,0 0 0,-11-8-1,12 12 1,0 0 0,0 1 0,0 0 0,-1 0 0,0 1 0,0 0 0,0 0 0,0 0 0,0 1 0,0 1 0,-12-2 0,-17 3 0,0 1 1,0 1-1,-66 14 0,54-8 1,-322 42 20,-462 76-10,285-32 25,-8-41-2,-263-49-526,277-32-2991,307 11 2129</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3:15.276"/>
    </inkml:context>
    <inkml:brush xml:id="br0">
      <inkml:brushProperty name="width" value="0.035" units="cm"/>
      <inkml:brushProperty name="height" value="0.035" units="cm"/>
    </inkml:brush>
  </inkml:definitions>
  <inkml:trace contextRef="#ctx0" brushRef="#br0">615 68 5881,'-1'-1'74,"0"1"0,-1-1 0,1 1-1,0-1 1,-1 1 0,1 0 0,-1-1 0,1 1-1,-1 0 1,1 0 0,0 0 0,-1 0-1,1 0 1,-1 0 0,1 1 0,-1-1 0,1 0-1,0 1 1,-1-1 0,1 1 0,0 0 0,0-1-1,-1 1 1,1 0 0,0 0 0,0-1 0,0 1-1,0 0 1,0 0 0,0 0 0,0 1-1,0-1 1,0 0 0,0 0 0,1 0 0,-1 1-1,0-1 1,0 2 0,-2 5-72,0 1 0,1-1 1,0 1-1,0-1 0,0 12 1,0 13 24,2 1 1,1-1 0,6 39 0,2 20 78,-9 325 508,-3-281-316,-29 478 689,5-374-857,-15 205 133,41-412-167,1-1-1,2 1 0,1-1 0,11 48 0,-11-68-40,1 1 1,0-1-1,1 0 0,1-1 0,0 1 1,8 11-1,-9-16-23,1 0-1,-1 0 1,1-1 0,1 0 0,-1-1 0,1 1-1,0-1 1,0 0 0,0-1 0,10 5 0,-3-3-3,0-1-1,-1-1 1,2 0 0,28 4 0,60-2 33,-84-6-50,70-1 43,156-21-1,91-39 18,-65 11-27,186-26 24,-376 67-55,81 3 1,-90 4 8,-67 2-22,6 0 14,0 0-1,-1-1 1,1 0-1,16-5 1,-24 5-7,0 0 0,0 0-1,0-1 1,0 1 0,-1-1 0,1 1 0,-1-1 0,1 0 0,-1 0-1,1 0 1,-1 0 0,0-1 0,0 1 0,0-1 0,-1 1 0,1-1-1,0 0 1,-1 1 0,0-1 0,2-4 0,0-3 13,0 0 1,-1 0-1,-1 0 1,1-1 0,-1 1-1,-2-20 1,-11-63 58,11 90-76,-8-42 50,-2 1 0,-20-48 0,-42-86 113,-9-23-58,50 98-92,4-2 0,-20-146-1,30 98-7,1-164-1,18 224-28,14-106 1,-7 141-20,3 0 0,36-107 0,-42 152 34,-3 7 5,1-1 0,-1 1-1,0-1 1,-1 1 0,1-1 0,-1 0 0,-1 1-1,1-8 1,-1 12 2,-1 1 0,1 0-1,0-1 1,-1 1-1,0 0 1,1-1 0,-1 1-1,0 0 1,1 0-1,-1 0 1,0 0 0,0 0-1,0 0 1,0 0-1,0 0 1,0 0 0,0 0-1,-2-1 1,-23-11 14,24 12-13,-9-3 8,-1 0 1,0 0 0,0 2 0,0-1-1,-24 0 1,24 2-4,-26-1 20,0 2-1,0 2 0,-60 10 1,-412 101 68,433-93-88,-507 152-44,10 48-638,271-76 401</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42.692"/>
    </inkml:context>
    <inkml:brush xml:id="br0">
      <inkml:brushProperty name="width" value="0.035" units="cm"/>
      <inkml:brushProperty name="height" value="0.035" units="cm"/>
    </inkml:brush>
  </inkml:definitions>
  <inkml:trace contextRef="#ctx0" brushRef="#br0">48 96 1336,'0'0'34,"-2"-15"1132,0 0 1,2 0-1,-1 0 0,4-20 1,-5 67 2640,1-4-3249,-6 34-1,-2-7-323,3 1 0,2-1 0,5 63 0,-2-104-193,0 0 0,-4 21 0,-2 19-79,5-26-619,2-20-3108,-2-27 2340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43.047"/>
    </inkml:context>
    <inkml:brush xml:id="br0">
      <inkml:brushProperty name="width" value="0.035" units="cm"/>
      <inkml:brushProperty name="height" value="0.035" units="cm"/>
    </inkml:brush>
  </inkml:definitions>
  <inkml:trace contextRef="#ctx0" brushRef="#br0">20 186 4489,'-8'-5'2335,"-3"-5"-640,11 9-1665,0 0-1,0 0 1,0 0 0,0 1-1,1-1 1,-1 0 0,0 0-1,0 0 1,1 1-1,-1-1 1,0 0 0,1 0-1,-1 1 1,1-1-1,-1 0 1,1 1 0,-1-1-1,1 0 1,0 1 0,-1-1-1,1 1 1,0-1-1,0 0 1,21-17 90,1 1-1,0 2 1,49-26 0,-44 27-39,1 1 0,40-12 1,-62 23-75,1 0 1,-1 0 0,0 1-1,1 0 1,-1 0-1,0 0 1,1 1 0,-1 0-1,1 1 1,-1 0-1,0 0 1,1 0 0,9 4-1,-13-3-3,-1 0 1,1 0-1,0 0 0,-1 0 1,1 1-1,-1-1 0,1 1 0,-1 0 1,0 0-1,0 0 0,-1 1 1,1-1-1,-1 0 0,1 1 0,-1 0 1,0 0-1,-1 0 0,1-1 0,-1 2 1,1-1-1,-1 0 0,0 0 1,-1 0-1,1 5 0,0 8 25,-2-1-1,0 0 1,-1 0 0,0 0-1,-1 0 1,-1 0-1,-1-1 1,-6 16 0,8-22 7,0 0 0,0 0 0,-1 0 0,-1-1 0,1 1 0,-1-1 0,-1 0 0,1-1 0,-1 1 0,-1-1 0,1 0 0,-1-1 0,-1 0 0,1 0 0,-1 0 0,0-1 0,0 0 0,-17 7 0,-16 3-430,-65 16 0,67-19 52</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43.431"/>
    </inkml:context>
    <inkml:brush xml:id="br0">
      <inkml:brushProperty name="width" value="0.035" units="cm"/>
      <inkml:brushProperty name="height" value="0.035" units="cm"/>
    </inkml:brush>
  </inkml:definitions>
  <inkml:trace contextRef="#ctx0" brushRef="#br0">65 1 4921,'-20'14'1824,"9"21"-1071,2 5-1,1 11 136,-2 0-48,7 8-392,0 6-128,3-8-160,1 1-40,4-20-328,6-8-512,4-15 480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43.817"/>
    </inkml:context>
    <inkml:brush xml:id="br0">
      <inkml:brushProperty name="width" value="0.035" units="cm"/>
      <inkml:brushProperty name="height" value="0.035" units="cm"/>
    </inkml:brush>
  </inkml:definitions>
  <inkml:trace contextRef="#ctx0" brushRef="#br0">1 505 4073,'6'-183'1392,"-4"143"-1288,3-6-56,11 5-8,11-2 0,9-5 8,7 4-16,-3 9-264,-11 11-848,-13 28 744</inkml:trace>
  <inkml:trace contextRef="#ctx0" brushRef="#br0" timeOffset="1.1">22 431 2913,'1'-12'1248,"2"9"-376,7 2-152,9 2-56,3 12 25,4 6-257,6 10-152,-1-2-152,-3-10-8,3-2-480,-5-12-897,6-14 841</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44.188"/>
    </inkml:context>
    <inkml:brush xml:id="br0">
      <inkml:brushProperty name="width" value="0.035" units="cm"/>
      <inkml:brushProperty name="height" value="0.035" units="cm"/>
    </inkml:brush>
  </inkml:definitions>
  <inkml:trace contextRef="#ctx0" brushRef="#br0">1 229 2545,'11'-15'334,"1"1"-1,0 0 1,1 1 0,1 0 0,0 1 0,19-13 0,17-12 160,-32 23-296,0 1 0,22-12 1,-30 20-154,0 0 1,1 0-1,0 1 1,0 0-1,0 1 1,0 1-1,16-3 0,-24 5 5,0 0 0,0 0 0,0 0 0,-1 0 0,1 0 0,0 0 0,0 1 0,-1 0 0,1-1 0,0 1-1,-1 0 1,1 0 0,0 0 0,-1 1 0,0-1 0,1 1 0,-1-1 0,0 1 0,0 0 0,1 0-1,-2 0 1,1 0 0,0 0 0,0 0 0,-1 1 0,1-1 0,-1 0 0,1 1 0,-1-1 0,0 1 0,0 0-1,0-1 1,-1 1 0,1 0 0,0 4 0,0 0 103,-1 0-1,0 0 0,0 0 1,-1-1-1,0 1 1,0 0-1,-1 0 1,1-1-1,-1 1 1,-1-1-1,-5 12 1,-3 4 309,-27 38 0,28-45-456,0-2-1,-2 1 1,1-2-1,-1 1 1,-1-2-1,0 1 1,-1-2 0,0 0-1,0 0 1,-19 8-1,-4 1-964,12 1 406</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44.548"/>
    </inkml:context>
    <inkml:brush xml:id="br0">
      <inkml:brushProperty name="width" value="0.035" units="cm"/>
      <inkml:brushProperty name="height" value="0.035" units="cm"/>
    </inkml:brush>
  </inkml:definitions>
  <inkml:trace contextRef="#ctx0" brushRef="#br0">105 1 9682,'-38'25'3329,"6"-9"-3105,11 0-96,10-8-656,8-8 408</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56.222"/>
    </inkml:context>
    <inkml:brush xml:id="br0">
      <inkml:brushProperty name="width" value="0.035" units="cm"/>
      <inkml:brushProperty name="height" value="0.035" units="cm"/>
    </inkml:brush>
  </inkml:definitions>
  <inkml:trace contextRef="#ctx0" brushRef="#br0">462 6 4233,'-16'75'1470,"6"-56"-893,8-16-489,-5 8-41,2 1 0,-1 0 0,1 0 0,1 1 0,-3 13 1,-6 16-43,-20 62 265,5 2 0,-20 154 0,25-146 273,0 13-62,12-45-230,3-6 277,-24 91 1,27-131-165,5-31-269,-1 1 0,1-1 0,-1 0 0,0 0 0,0 0-1,-1 0 1,-2 7 0,0-5 61,1-3-25,1 1 1,0 0-1,-1-1 0,2 1 0,-1 0 1,1 0-1,-2 10 0,3-14-111,0 0 0,0 1 0,0-1 0,0 0 0,1 0 0,-1 0 0,0 0 0,1 0 0,-1 0 0,0 1 0,1-1 1,0 0-1,-1 0 0,1 0 0,0-1 0,1 3 0,0-2-12,-1 1 0,1-1 0,1 1 0,-1-1 0,0 0 0,0 0 0,0 0 0,1 0 0,-1-1 0,5 2 0,8 0 10,1-1-1,-1-1 0,0 0 1,1-2-1,23-3 1,-3 0 1,569-55 78,-381 40-78,233-10-6,-320 36-11,261 44-1,-102-4 15,-231-39-3,-1-3 0,105-8 0,-160 4-7,0-1 0,0-1 1,0 0-1,-1 0 0,1 0 0,0-1 1,-1 0-1,15-9 0,-17 8 4,-1 0-1,1-1 0,-1 1 0,0-1 1,-1 0-1,1-1 0,-1 1 1,0-1-1,0 0 0,-1 0 0,5-12 1,-1 0 26,8-37-1,-6 20-4,18-71 39,-6-2-1,11-135 1,-28 192-63,25-371-5,-28 395-6,-1 1 0,-2-1 0,-7-44 1,7 63 1,0 0 1,0 0-1,-1 0 1,0 1-1,0-1 1,-1 1-1,0 0 1,0 0 0,0 0-1,-1 0 1,0 1-1,-1 0 1,0 0-1,1 0 1,-2 1-1,-7-6 1,9 8-4,0 1 1,-1-1-1,1 1 1,0 1-1,-1-1 0,0 1 1,1 0-1,-1 0 1,0 1-1,-9-1 1,-8 2-24,-28 5 0,43-5 22,-48 10-27,-77 24 1,91-22 36,-1-1 0,-1-2 1,-73 6-1,-157-21 20,138 0-24,-557-30 11,443 18-5,-181-2 70,1 34-1035,276 3 593</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57.732"/>
    </inkml:context>
    <inkml:brush xml:id="br0">
      <inkml:brushProperty name="width" value="0.035" units="cm"/>
      <inkml:brushProperty name="height" value="0.035" units="cm"/>
    </inkml:brush>
  </inkml:definitions>
  <inkml:trace contextRef="#ctx0" brushRef="#br0">48 2 1592,'0'-1'1001,"0"42"-1001,-3 75 0,-8-54-8,1 2 8,0-8 8,-1-10 8,8-1 40,3-12 16,10-6 32,2-8 8,4-17-40,0-1-344,8-7 200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58.353"/>
    </inkml:context>
    <inkml:brush xml:id="br0">
      <inkml:brushProperty name="width" value="0.035" units="cm"/>
      <inkml:brushProperty name="height" value="0.035" units="cm"/>
    </inkml:brush>
  </inkml:definitions>
  <inkml:trace contextRef="#ctx0" brushRef="#br0">89 64 2681,'-70'-45'1154,"51"30"-275,19 15-874,0 0 0,0 0-1,0 0 1,0 0 0,1 0 0,-1 0-1,0 0 1,0 0 0,0 0 0,0 0-1,0 0 1,0 0 0,0 0 0,0 0-1,1 0 1,-1 0 0,0 0-1,0 0 1,0 0 0,0 0 0,0 0-1,0 0 1,0 0 0,0 0 0,1 0-1,-1 0 1,0 0 0,0 0 0,0 0-1,0 0 1,0 0 0,0 0-1,0-1 1,0 1 0,0 0 0,0 0-1,0 0 1,0 0 0,0 0 0,1 0-1,-1 0 1,0 0 0,0 0 0,0-1-1,0 1 1,0 0 0,0 0-1,0 0 1,0 0 0,0 0 0,0 0-1,0 0 1,0 0 0,0-1 0,0 1-1,0 0 1,0 0 0,0 0 0,0 0-1,-1 0 1,1 0 0,0 0-1,0 0 1,0 0 0,0-1 0,0 1-1,0 0 1,31 9-23,-24-7 74,68 16 1,0-3 0,102 7 0,61 11 35,-231-32-95,-1 1 0,1 0 0,-1 0-1,11 5 1,-16-6 3,0-1-1,0 0 0,0 1 1,0-1-1,-1 1 1,1-1-1,0 1 1,0-1-1,-1 1 1,1 0-1,0-1 0,-1 1 1,1 0-1,0-1 1,-1 1-1,1 0 1,-1 0-1,0 0 1,1 0-1,-1-1 0,1 1 1,-1 0-1,0 0 1,0 0-1,0 0 1,1 0-1,-1 0 1,0 0-1,0 0 0,0 0 1,0 0-1,-1-1 1,1 1-1,0 0 1,0 0-1,-1 0 0,1 0 1,0 0-1,-1 0 1,1 0-1,-1-1 1,0 2-1,-5 5-1,0 0-1,-1 0 1,0 0-1,0-1 1,0 0 0,-13 7-1,-53 27 12,18-18 17,-84 24 0,103-35-23,-2 1-2,38-12-1,4-1 0,-5 2 0,5-2 0,0-1 1,-1 1-1,1 0 0,0 1 0,0-1 1,0 1-1,0 0 0,0 0 0,0 0 0,3 1 1,48 8 8,-28-4-4,-7-2 1,111 18 14,143 42 0,-261-58-27,1 0 0,-1 0 0,0 1 0,0 1 0,23 16 1,-32-20 0,-1-1 0,1 1 0,-1-1 1,0 1-1,0 0 0,0 0 1,-1 1-1,1-1 0,-1 0 1,0 1-1,0 0 0,0 0 1,0-1-1,0 1 0,-1 0 0,0 0 1,0 0-1,0 0 0,0 1 1,-1-1-1,1 0 0,-1 0 1,0 0-1,-1 1 0,0 5 0,0-6 17,-1-1-1,1 1 1,-1 0-1,0-1 1,0 0 0,0 1-1,-1-1 1,1 0-1,-1 0 1,0 0-1,1 0 1,-1-1-1,-1 1 1,1-1-1,-4 3 1,-6 2 148,1 0 0,-26 9 0,8-5 89,-2-2 0,1-2 1,-1-1-1,0-1 0,-40 1 1,5-5 61,-102-11 1,-59-26 225,226 35-529,-114-20 165</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59.041"/>
    </inkml:context>
    <inkml:brush xml:id="br0">
      <inkml:brushProperty name="width" value="0.035" units="cm"/>
      <inkml:brushProperty name="height" value="0.035" units="cm"/>
    </inkml:brush>
  </inkml:definitions>
  <inkml:trace contextRef="#ctx0" brushRef="#br0">59 66 4145,'68'-61'1794,"-68"61"-1790,0-1 0,1 1 1,-1 0-1,0-1 0,1 1 1,-1 0-1,0-1 0,1 1 1,-1 0-1,0 0 0,1-1 1,-1 1-1,1 0 0,-1 0 1,0 0-1,1 0 0,-1-1 1,1 1-1,-1 0 1,1 0-1,-1 0 0,1 0 1,-1 0-1,0 0 0,1 0 1,-1 0-1,1 0 0,-1 0 1,1 1-1,-1-1 0,1 0 1,-1 0-1,0 0 0,1 0 1,-1 1-1,1-1 0,-1 0 1,0 0-1,1 1 0,-1 0-5,1 0 0,-1 1 0,0-1 0,0 0 0,0 0 0,0 1 0,0-1 0,0 0 0,0 0 0,0 1 0,0-1 0,-1 0 0,1 0 0,-1 2 0,-11 40-69,2 1 0,1 0 1,-3 67-1,9 136 277,-1 8 165,-27-28-140,7-65-98,15-80-61,-19 256 474,28-323-512,1 0 1,0 1-1,1-1 1,0 0-1,2 1 0,-1-2 1,8 17-1,-9-25-10,1 0 0,0 1-1,1-1 1,0 0 0,0-1 0,0 1-1,1-1 1,-1 0 0,1 0-1,1 0 1,-1 0 0,1-1 0,-1 0-1,1 0 1,0-1 0,1 0-1,11 5 1,-3-3-1,-1-1-1,1-1 0,0 0 1,0-1-1,0-1 1,1 0-1,-1-1 1,17-2-1,-10-1-308,0-1-1,0-1 0,0-1 0,-1-1 1,25-11-1,66-39-489</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5:59.616"/>
    </inkml:context>
    <inkml:brush xml:id="br0">
      <inkml:brushProperty name="width" value="0.035" units="cm"/>
      <inkml:brushProperty name="height" value="0.035" units="cm"/>
    </inkml:brush>
  </inkml:definitions>
  <inkml:trace contextRef="#ctx0" brushRef="#br0">1 119 7866,'4'-4'143,"0"1"1,0-1-1,0 1 0,0 0 1,1 1-1,-1-1 1,1 1-1,0 0 1,-1 0-1,1 0 0,0 1 1,0-1-1,1 1 1,-1 1-1,0-1 1,0 1-1,0 0 0,0 0 1,8 1-1,20 5-93,52 17 0,9 3-16,-9-10 5,1-3 1,143 2-1,181-29 55,329-59-15,3-2-68,154 53 45,-850 23-44,-19-2-3,-1 2 0,1 1 0,0 1 0,27 7-1,-53-10-7,0 0-1,0 0 0,1 1 0,-1-1 0,0 0 1,0 1-1,1-1 0,-1 1 0,0-1 1,0 1-1,0-1 0,0 1 0,1 0 0,-1-1 1,0 1-1,0 0 0,-1 0 0,1 0 0,0 0 1,0 0-1,0 0 0,-1 0 0,1 0 0,0 0 1,-1 1-1,1-1 0,-1 0 0,1 0 1,-1 2-1,0 1-2,-1 0 0,0 0 1,0 0-1,-1 0 0,1 0 0,-1 0 1,1 0-1,-5 5 0,-23 47-24,-10 23-16,-67 97-1,-89 62-4,69-92 40,94-104 6,0 1 0,-29 56 1,47-71 1,1-1 1,1 1 0,1 1-1,2 0 1,-8 37 0,13-44 11,1 0 0,1 0 1,0 0-1,2 1 0,1-1 0,5 33 1,-4-44-3,1 0-1,0 0 1,1 0 0,0 0 0,1-1 0,0 1 0,0-1 0,1 0 0,1-1 0,0 0-1,0 0 1,1 0 0,16 14 0,-15-15-178,1 0 1,0 0-1,0-1 0,0-1 1,1 1-1,0-2 0,1 0 0,-1 0 1,1-1-1,0 0 0,18 2 1,-28-5 13,1-1 0,-1 0 0,1 0 0,-1 0 0,1 0-1,-1 0 1,1-1 0,-1 1 0,1-1 0,-1 1 0,5-3 0,-5 1 48,0 1 0,1-1 0,-1 0 0,0 0 0,-1-1 0,1 1 0,0 0 0,-1-1-1,2-2 1</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00.037"/>
    </inkml:context>
    <inkml:brush xml:id="br0">
      <inkml:brushProperty name="width" value="0.035" units="cm"/>
      <inkml:brushProperty name="height" value="0.035" units="cm"/>
    </inkml:brush>
  </inkml:definitions>
  <inkml:trace contextRef="#ctx0" brushRef="#br0">57 133 7754,'-56'-26'2672,"65"-14"-2536,31 15-16,51 14-56,47 6-40,57-3-16,29 2 0,60 1 8,21-1 0,41 6-344,15 3-712,13 3 696</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00.426"/>
    </inkml:context>
    <inkml:brush xml:id="br0">
      <inkml:brushProperty name="width" value="0.035" units="cm"/>
      <inkml:brushProperty name="height" value="0.035" units="cm"/>
    </inkml:brush>
  </inkml:definitions>
  <inkml:trace contextRef="#ctx0" brushRef="#br0">1 797 7074,'0'-27'397,"2"-1"0,1 1 1,2 0-1,0 0 1,2 0-1,1 1 0,14-34 1,-6 26-406,1 2 0,2-1 1,0 2-1,46-54 0,-30 46 16,0 2 1,3 2-1,1 1 0,1 2 0,2 2 0,1 2 0,70-35 1,-108 61-10,9-5-8,1 0 1,25-7-1,-36 13 4,1 0 0,-1 0 0,0 1 0,1-1 0,-1 1 0,1 0 0,-1 0 0,1 0-1,-1 1 1,1 0 0,-1 0 0,0 0 0,0 0 0,7 3 0,-2 1-6,-1 1 0,1 0 0,-1 0 1,-1 1-1,1 0 0,-1 0 0,0 1 0,-1 0 0,0 0 1,8 14-1,5 13-7,20 50 0,44 168-226,-68-198-165,14 52-1056,-10-15 643</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00.808"/>
    </inkml:context>
    <inkml:brush xml:id="br0">
      <inkml:brushProperty name="width" value="0.035" units="cm"/>
      <inkml:brushProperty name="height" value="0.035" units="cm"/>
    </inkml:brush>
  </inkml:definitions>
  <inkml:trace contextRef="#ctx0" brushRef="#br0">0 94 9658,'56'-41'3553,"11"1"-3017,30 27-56,66 36-384,23 10-16,89-4-328,45-1-576,83-17 544</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03.981"/>
    </inkml:context>
    <inkml:brush xml:id="br0">
      <inkml:brushProperty name="width" value="0.035" units="cm"/>
      <inkml:brushProperty name="height" value="0.035" units="cm"/>
    </inkml:brush>
  </inkml:definitions>
  <inkml:trace contextRef="#ctx0" brushRef="#br0">0 96 5033,'13'-2'776,"0"-1"-1,0-1 1,24-9-1,-27 10-694,0 1 0,0 0-1,0 1 1,0 0 0,0 1 0,0 0-1,0 1 1,11 1 0,21 1-30,69-5 24,62 1-21,-113 2-49,0-3 0,-1-2-1,1-3 1,72-19 0,-76 14-6,59-5-1,-91 17-2,0 0 0,0 2-1,0 1 1,0 0 0,42 13-1,-31-7 0,48 5-1,275 3 22,-259-26-8,-76 5-3,0 2 0,1 0 0,0 1 0,44 5 0,1 8 28,-24-3 22,1-1 0,0-3 0,0-1 0,71-5 0,78-21-12,-161 19-41,0 2 0,49 4 1,-19 0 14,-8-3-9,1 4 0,99 18 0,-146-20-3,0-1 0,1 0 0,12-1 0,-15 0-3,-1 0 1,0 0-1,1 1 0,-1 0 1,0 0-1,0 0 1,1 1-1,6 3 0,-10-3-161,0-1-1,0 1 1,1-1 0,-1 0-1,0-1 1,7 2-1,-1 0-413</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04.691"/>
    </inkml:context>
    <inkml:brush xml:id="br0">
      <inkml:brushProperty name="width" value="0.035" units="cm"/>
      <inkml:brushProperty name="height" value="0.035" units="cm"/>
    </inkml:brush>
  </inkml:definitions>
  <inkml:trace contextRef="#ctx0" brushRef="#br0">456 119 1656,'2'-119'794,"-7"140"-809,-1-1 0,-1 0 0,-1-1 0,0 0 0,-17 26 0,1-8 0,-45 54 0,50-71 102,0-1 1,-2-1-1,0-1 0,-1 0 1,0-2-1,-2-1 0,-48 22 1,61-31 199,0-1 0,-1-1-1,0 0 1,1-1 0,-16 2 0,27-4-264,0 0-1,-1 0 1,1 0-1,0 0 1,0 0-1,0 0 1,0 0-1,0 0 1,0 0-1,0 0 0,0 0 1,0 0-1,0 1 1,-1-1-1,1 0 1,0 0-1,0 0 1,0 0-1,0 0 1,0 0-1,0 0 1,0 0-1,0 1 0,0-1 1,0 0-1,0 0 1,0 0-1,0 0 1,0 0-1,0 0 1,0 0-1,0 0 1,0 1-1,0-1 1,0 0-1,0 0 1,0 0-1,0 0 0,0 0 1,0 0-1,1 0 1,-1 0-1,0 1 1,0-1-1,0 0 1,0 0-1,0 0 1,0 0-1,0 0 1,0 0-1,0 0 0,0 0 1,1 0-1,-1 0 1,0 0-1,0 0 1,0 0-1,10 7 294,-1-2-315,1 1 0,-1 0 0,0 1 0,-1 0-1,1 0 1,-1 1 0,-1 0 0,9 11 0,-7-9 2,43 43 89,-46-48-62,0-1-1,0 0 0,0 0 1,0-1-1,0 0 0,14 5 0,133 46-853,-96-31 404</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07.901"/>
    </inkml:context>
    <inkml:brush xml:id="br0">
      <inkml:brushProperty name="width" value="0.035" units="cm"/>
      <inkml:brushProperty name="height" value="0.035" units="cm"/>
    </inkml:brush>
  </inkml:definitions>
  <inkml:trace contextRef="#ctx0" brushRef="#br0">101 1 936,'12'46'1818,"-8"-19"-1611,0 2 1,-2-1-1,0 0 1,-2 0-1,-2 1 1,-7 41-1,-55 191 2035,56-235-2070,-24 79 179,29-90-242,0-1-1,1 0 0,1 1 0,0-1 0,2 20 0,0-30 65,0 0-1,0 0 1,0-1-1,0 1 1,1-1-1,3 6 1,6 18 37,-7-12-137,0 0 1,-2 0-1,0 0 0,1 21 1,1-15 722,-6-24-579,0-9-1889,3-12 944</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10.522"/>
    </inkml:context>
    <inkml:brush xml:id="br0">
      <inkml:brushProperty name="width" value="0.035" units="cm"/>
      <inkml:brushProperty name="height" value="0.035" units="cm"/>
    </inkml:brush>
  </inkml:definitions>
  <inkml:trace contextRef="#ctx0" brushRef="#br0">0 0 408,'3'17'764,"11"45"-533,-6-34-131,-2 1 1,3 36-1,-9 18 281,0 5 277,1-77-513,0 0 0,0 0 0,2-1 0,-1 1 0,1-1 0,5 10 0,9 16 302,-10-22-311,0-1-1,-1 2 1,0-1 0,-1 0 0,-1 1 0,0 0 0,2 22 0,-4 1-94,-2 0 0,-7 53 0,4-71-7,0 0 1,-2 0 0,0-1 0,-1 0-1,-1 0 1,-12 23 0,15-35 49,0-1 0,0 1 0,-1-1 0,1 0-1,-7 5 1,11-11-84,0 0-1,0 0 0,0 0 0,0 0 1,0 0-1,1-1 0,-1 1 1,0 0-1,0 0 0,0 0 0,0 0 1,0 0-1,0 0 0,1 0 0,-1-1 1,0 1-1,0 0 0,0 0 1,0 0-1,1 0 0,-1 0 0,0 0 1,0 0-1,0 0 0,0 0 1,1 0-1,-1 0 0,0 0 0,0 0 1,0 0-1,0 0 0,1 0 0,-1 0 1,0 0-1,0 0 0,0 0 1,0 0-1,0 1 0,1-1 0,-1 0 1,0 0-1,0 0 0,0 0 1,0 0-1,0 0 0,0 0 0,1 0 1,-1 1-1,0-1 0,0 0 0,0 0 1,0 0-1,0-1-239</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11.254"/>
    </inkml:context>
    <inkml:brush xml:id="br0">
      <inkml:brushProperty name="width" value="0.035" units="cm"/>
      <inkml:brushProperty name="height" value="0.035" units="cm"/>
    </inkml:brush>
  </inkml:definitions>
  <inkml:trace contextRef="#ctx0" brushRef="#br0">88 0 960,'-69'20'320,"68"-20"-313,-1 1 0,1 0 0,0 0-1,0-1 1,0 1 0,0 0 0,0 0 0,0 0-1,0 0 1,0 1 0,0-1 0,0 0 0,1 0-1,-1 0 1,0 1 0,1-1 0,-1 0-1,1 1 1,0-1 0,-1 0 0,1 1 0,0-1-1,0 1 1,0-1 0,0 1 0,0-1 0,0 0-1,0 1 1,0-1 0,0 1 0,1-1 0,-1 0-1,1 1 1,0 1 0,-1-3-5,3 9 74,0-1 0,0 0-1,0-1 1,1 1 0,0 0-1,10 12 1,37 40 830,-36-44-595,0-1-37,1 0 0,1-1 0,0-1 0,0 0 0,21 10-1,102 47 339,-87-45-549,5 0 73,89 27 0,-135-46-21,-26-2 64,11-4-181,-18 6 13,0 1-1,0 0 0,1 2 0,-29 15 1,-78 54 3,105-64-8,-6 5-9,2 2-1,0 1 0,1 0 1,1 2-1,2 1 1,-29 39-1,7-4-71</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41.669"/>
    </inkml:context>
    <inkml:brush xml:id="br0">
      <inkml:brushProperty name="width" value="0.035" units="cm"/>
      <inkml:brushProperty name="height" value="0.035" units="cm"/>
    </inkml:brush>
  </inkml:definitions>
  <inkml:trace contextRef="#ctx0" brushRef="#br0">1 96 4017,'0'0'1421,"1"1"-744,2 0-655,0 1 0,-1 1 1,1-1-1,-1 0 1,1 1-1,-1-1 0,0 1 1,0-1-1,0 1 0,2 4 1,-2-5-17,30 53 180,31 76 0,-37-76 325,-13-27-187,2-1 0,1 0 0,1 0 0,1-2 1,2 0-1,0-1 0,2-2 0,0 0 0,45 34 1,47 14 87,-83-53-361,0 1 0,-1 2 0,-1 1-1,28 26 1,-53-43-25,-1 0 0,1-1-1,0 0 1,0 0-1,0 0 1,0 0-1,0 0 1,1-1 0,-1 0-1,1 0 1,5 1-1,-6-2 2,-1-1-1,1 0 0,-1 0 0,1 0 0,-1 0 1,0 0-1,1-1 0,-1 0 0,1 0 0,-1 0 1,0 0-1,0 0 0,1-1 0,-1 1 1,0-1-1,0 0 0,3-2 0,6-5 47,-1-1 0,0 0-1,-1 0 1,0-1 0,0 0 0,11-18-1,45-84 245,-45 75-227,108-173 251,-108 183-318,0 0 1,1 2-1,2 0 1,1 2-1,34-26 1,-7 14-150,2 3 0,1 2 0,68-27 0,-41 23-718,-65 25 597,26-18 0,-43 28 244</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42.357"/>
    </inkml:context>
    <inkml:brush xml:id="br0">
      <inkml:brushProperty name="width" value="0.035" units="cm"/>
      <inkml:brushProperty name="height" value="0.035" units="cm"/>
    </inkml:brush>
  </inkml:definitions>
  <inkml:trace contextRef="#ctx0" brushRef="#br0">839 131 848,'-35'-110'378,"34"109"-369,1-1 0,0 1 1,-1 0-1,1 0 1,-1 0-1,1 0 1,-1 0-1,0 0 0,1 0 1,-1 0-1,0 0 1,0 1-1,0-1 1,1 0-1,-1 0 1,0 1-1,0-1 0,0 0 1,0 1-1,0-1 1,0 1-1,-1 0 1,1-1-1,0 1 0,0 0 1,0-1-1,-3 1 1,2 1-2,0-1 1,0 1 0,-1-1 0,1 1 0,0 0-1,0 0 1,0 0 0,0 1 0,-3 1-1,-2 1 9,-61 30 66,-29 17 564,-114 72 2516,86-51-1607,97-56-1344,1 2 1,1 1-1,0 2 1,2 0 0,0 1-1,2 2 1,-36 47-1,57-69-207,-1-1 0,1 1-1,0-1 1,1 1 0,-1-1-1,0 1 1,0-1 0,1 1-1,-1 0 1,1-1 0,-1 1 0,1 0-1,0-1 1,0 1 0,-1 0-1,1 0 1,1 0 0,-1-1-1,0 1 1,0 0 0,1-1 0,-1 1-1,1 0 1,-1 0 0,1-1-1,-1 1 1,1-1 0,0 1-1,0-1 1,0 1 0,2 2 0,-1-2 6,1-1 0,-1 1 0,0-1 1,1 1-1,-1-1 0,1 1 0,-1-1 1,1 0-1,0 0 0,-1-1 1,1 1-1,0 0 0,0-1 0,-1 0 1,1 0-1,0 0 0,5 0 1,5-2 62,-1-1 1,1-1-1,-1 0 1,14-7 0,24-7 120,53-8-21,54-18 13,-72 13-127,95-37-2711,-128 43 1721</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42.760"/>
    </inkml:context>
    <inkml:brush xml:id="br0">
      <inkml:brushProperty name="width" value="0.035" units="cm"/>
      <inkml:brushProperty name="height" value="0.035" units="cm"/>
    </inkml:brush>
  </inkml:definitions>
  <inkml:trace contextRef="#ctx0" brushRef="#br0">263 1 1736,'98'17'809,"-78"-15"-240,-24-5-348,2 2-157,2 1-57,-1 0 0,1 1 0,-1-1-1,1 1 1,0-1 0,-1 0 0,1 1-1,-1-1 1,1 1 0,0 0 0,0-1 0,-1 1-1,1-1 1,0 1 0,0-1 0,0 1-1,-1 0 1,1-1 0,0 1 0,0-1-1,0 2 1,0 0-7,-1 0 1,1 0-1,-1 1 0,1-1 0,-1 0 0,0 0 1,0 0-1,0 0 0,0 0 0,-1 0 0,1 0 1,0-1-1,-1 1 0,1 0 0,-3 1 0,-2 3 5,-5 4 11,0-1-1,-1 0 1,0 0-1,0-2 0,-25 13 1,-20 5 1225,-81 25 0,133-49-1164,-27 10 71,31-10-120,0-1 0,0 0 0,0 1 0,0-1 0,0 1 0,0-1 0,0 1 0,0-1 0,0 1 0,0 0 0,1-1 0,-1 1 0,0 0 0,0 0 0,1 0 0,-1-1 0,1 1 0,-1 0 0,1 0 0,-1 0 0,0 2 0,3-5 46,-1 0 0,1 1-1,-1-1 1,1 0 0,0 1-1,-1 0 1,1-1 0,0 1-1,0 0 1,0 0 0,3-1-1,7-5 75,0-1-72,1 0 15,1 0 0,-1 1 0,20-7 0,-26 10-63,0 1 0,-1-1 0,0 0 0,0-1 0,0 1 0,-1-1 0,1 0 0,-1-1 0,0 1 0,-1-1 0,6-8 0,18-21-325,-3-2-2499,-14 19 1758</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43.683"/>
    </inkml:context>
    <inkml:brush xml:id="br0">
      <inkml:brushProperty name="width" value="0.035" units="cm"/>
      <inkml:brushProperty name="height" value="0.035" units="cm"/>
    </inkml:brush>
  </inkml:definitions>
  <inkml:trace contextRef="#ctx0" brushRef="#br0">0 88 984,'10'11'359,"0"0"0,-1 0-1,0 1 1,-1 0 0,-1 1 0,8 17-1,5 21 841,14 65 0,-33-112-1105,0 0 0,1 0-1,-1 0 1,1-1-1,0 1 1,0 0 0,3 3-1,-5-7-68,0 1 0,1-1 0,-1 1 0,0-1-1,1 0 1,-1 1 0,1-1 0,-1 0 0,0 1 0,1-1-1,-1 0 1,1 0 0,-1 1 0,1-1 0,-1 0 0,1 0-1,-1 0 1,1 0 0,0 0 0,-1 0 0,1 0 0,0 0-1,0 0 1,0 0 0,-1-1 0,1 1 0,0-1 0,0 1 0,0-1 0,-1 1 0,1-1 0,0 0 0,-1 1 0,1-1 0,-1 0 0,1 0 0,-1 1 0,1-1 0,-1 0 0,1 0 0,-1-1 0,8-15 123,-2-1 0,0 0 0,4-24 0,-5 18-92,1 1-21,-3 5-25,2 0 0,0 1 0,1 0 0,1 0 0,11-22 0,-18 39-12,0 1 1,0-1-1,0 0 0,0 0 0,0 0 1,0 0-1,0 0 0,0 0 0,0 0 1,0 1-1,0-1 0,0 0 0,0 0 1,0 0-1,0 0 0,0 0 0,1 0 1,-1 0-1,0 0 0,0 0 0,0 1 1,0-1-1,0 0 0,0 0 0,0 0 1,0 0-1,0 0 0,1 0 0,-1 0 1,0 0-1,0 0 0,0 0 0,0 0 1,0 0-1,0 0 0,0 0 0,1 0 0,-1 0 1,0 0-1,0 0 0,0 0 0,0 0 1,0 0-1,0 0 0,0 0 0,0 0 1,1 0-1,-1 0 0,0 0 0,0 0 1,0 0-1,0 0 0,0 0 0,0 0 1,0-1-1,0 1 0,1 0 0,-1 0 1,0 0-1,0 0 0,0 0 0,0 0 1,0 0-1,0 0 0,0-1 0,2 19-68,-2 23-4,-9 10 41,6-37 223,0 1 1,2-1-1,-1 26 0,2-39-167,0 0 1,0-1-1,0 1 0,0-1 0,1 1 0,-1 0 0,0-1 0,0 1 0,1-1 1,-1 1-1,1-1 0,-1 1 0,0-1 0,1 1 0,-1-1 0,1 1 1,-1-1-1,1 0 0,-1 1 0,1-1 0,-1 0 0,1 1 0,0-1 1,-1 0-1,1 0 0,0 1 0,-1-1 0,1 0 0,-1 0 0,1 0 1,0 0-1,-1 0 0,1 0 0,0 0 0,-1 0 0,1 0 0,0 0 0,-1 0 1,1-1-1,-1 1 0,1 0 0,0 0 0,-1-1 0,2 0 0,33-13 311,-28 10-274,98-37 232,31-15-212,-117 51-86,-18 5 8,0 0 0,-1 0 0,1 0 0,0 0 0,0-1 0,0 1 0,-1 0 0,1 0 0,0-1 0,0 1-1,-1 0 1,1-1 0,0 1 0,-1-1 0,1 1 0,0-1 0,-1 1 0,1-1 0,-1 1 0,1-1-1,-1 1 1,1-1 0,-1 0 0,1 1 0,-1-1 0,0 0 0,1 0 0,-1 1 0,0-1 0,0 0-1,1 0 1,-1 1 0,0-1 0,0 0 0,0-1 0,2-4 6,1 0 1,0 0-1,0 0 1,0 0-1,1 1 1,0 0-1,0-1 1,0 1-1,1 1 0,0-1 1,5-4-1,-8 8-11,-1 0 0,0 0-1,0 0 1,1 0-1,-1 0 1,0 1 0,1-1-1,-1 0 1,1 1-1,-1-1 1,1 1 0,-1 0-1,1-1 1,-1 1-1,1 0 1,-1 0 0,1 0-1,0 0 1,-1 0-1,1 0 1,-1 0 0,1 1-1,-1-1 1,1 1-1,-1-1 1,1 1 0,-1-1-1,1 1 1,-1 0-1,0 0 1,1 0 0,-1-1-1,0 1 1,0 1-1,0-1 1,2 2 0,3 3-8,-1-1 0,-1 1 1,1 1-1,-1-1 1,0 0-1,5 12 0,1 2 28,2 0 0,21 30-1,-16-26-2,14 26-1,-27-42-15,1 1 0,-2 0 0,1 0 0,-1 0 0,-1 1-1,0-1 1,1 12 0,-1-4 3,-2 0-1,0 0 0,-1 0 1,0 0-1,-2 0 0,0 0 1,-9 28-1,12-44 4,-1 1 0,1-1-1,-1 0 1,1 0 0,-1 0 0,1 0 0,-1 0 0,0 0-1,1 0 1,-1 0 0,0 0 0,0 0 0,1-1-1,-1 1 1,0 0 0,0 0 0,0-1 0,0 1 0,0-1-1,0 1 1,-3 0 0,3-1 0,0 0-1,0 0 1,0 0 0,0 0-1,0-1 1,0 1 0,0 0-1,-1-1 1,1 1 0,0-1-1,0 1 1,0-1 0,1 1 0,-1-1-1,0 0 1,0 0 0,0 1-1,-1-3 1,-3-2 9,1-1 0,0 0 0,0 0 0,0 0 0,1 0 0,-4-10 0,-1-7 0,1-1-1,1 1 1,2-1-1,0-1 1,1 1 0,1-31-1,2 34-12,1 0 0,1 0 0,1 0 0,1 0-1,0 0 1,2 1 0,14-35 0,-15 43-5,1 1 1,1-1-1,0 1 1,1 1-1,11-14 0,-13 19 0,-1-1 0,1 1-1,0 0 1,0 1 0,0-1-1,1 1 1,0 0-1,0 1 1,0 0 0,12-4-1,-11 5-5,1 0 0,-1 0 0,1 1 0,-1 0-1,1 1 1,0 0 0,-1 0 0,1 1 0,0 0 0,8 3-1,-12-3 3,1 1 0,-1 0 0,0 0 0,0 1 0,-1-1 0,1 1 0,0 0 0,-1 0 0,0 0 0,0 1 0,0 0 0,0 0 0,0 0 0,-1 0 0,0 0 0,0 1 0,3 5 0,-3-5 6,0 1 1,-1-1-1,0 0 1,0 1-1,0 0 1,-1-1-1,0 1 1,0 0-1,0 0 1,-1-1-1,0 1 1,0 0-1,-1 0 1,1 0-1,-1-1 1,-2 8-1,1-9 7,1 0-1,-1 1 0,0-1 1,-1-1-1,1 1 0,-1 0 1,0 0-1,1-1 0,-2 0 1,1 1-1,0-1 0,-1-1 1,1 1-1,-1 0 0,0-1 1,0 0-1,0 1 0,0-2 1,0 1-1,0 0 0,-7 1 1,-2 0 27,0-1 1,-1 0 0,1-1 0,-1 0 0,-21-3-1,34 2-38,0 0 0,0 0 0,0 0 0,0 0 0,0 0 0,0 0 0,0-1 0,0 1 0,0 0 0,0-1 1,0 1-1,0-1 0,0 1 0,0-1 0,0 1 0,0-1 0,0 0 0,1 1 0,-1-1 0,0 0 0,0 0 0,1 0 0,-1 0 0,0-1 0,0 1-70,1 0 0,0-1 0,0 1 0,0 0 0,0-1 1,0 1-1,0 0 0,0-1 0,1 1 0,-1 0 0,0-1 0,1 1 0,-1 0 1,1 0-1,-1-1 0,1 1 0,0 0 0,0-1 0,18-22-632</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44.050"/>
    </inkml:context>
    <inkml:brush xml:id="br0">
      <inkml:brushProperty name="width" value="0.035" units="cm"/>
      <inkml:brushProperty name="height" value="0.035" units="cm"/>
    </inkml:brush>
  </inkml:definitions>
  <inkml:trace contextRef="#ctx0" brushRef="#br0">5 790 4897,'-4'17'3593,"6"10"-2922,-2-27-664,0 0 1,0 0 0,0 0 0,0 0-1,0 0 1,0 0 0,0 1 0,0-1-1,0 0 1,1 0 0,-1 0-1,0 0 1,0 0 0,0 0 0,0 0-1,0 1 1,0-1 0,0 0 0,0 0-1,0 0 1,1 0 0,-1 0 0,0 0-1,0 0 1,0 0 0,0 0-1,0 0 1,0 0 0,1 0 0,-1 0-1,0 0 1,0 0 0,0 0 0,0 0-1,0 0 1,1 0 0,-1 0 0,0 0-1,0 0 1,0 0 0,0 0-1,0 0 1,0 0 0,1 0 0,-1 0-1,0 0 1,0 0 0,0-1 0,0 1-1,0 0 1,9-8 223,7-15 104,11-27 291,-3-1-1,19-54 1,28-114 72,-47 142-635,-16 49-43,25-88 42,-30 102-55,0 0 0,-1-1 0,-1 1 0,0-1 0,-2 1 0,-1-15-1,-4 2 2,6 26-10,0 0 0,0 1 0,-1-1 0,1 0 0,0 1 0,0-1-1,-1 0 1,1 1 0,0-1 0,-1 0 0,1 1 0,0-1 0,-1 1 0,1-1 0,-1 1 0,1-1 0,-1 1 0,1-1 0,-1 1 0,1-1 0,-1 1 0,0 0-1,1-1 1,-1 1 0,0 0 0,1-1 0,-1 1 0,0 0 0,1 0 0,-1 0 0,0 0 0,1 0 0,-2 0 0,1 1-13,0 1 1,0-1-1,0 1 1,0 0 0,1-1-1,-1 1 1,1 0-1,-1 0 1,1-1-1,0 1 1,-1 0 0,1 0-1,0 0 1,1 2-1,-1-3 14,0 67-180,16 117 0,-9-123 162,14 100 151,4 54-2312,-25-187 139,0-28 1961,-1 0 0,1 0 0,-1 0 0,1 0 0,-1 0-1,1 0 1,-1 0 0,0-1 0,0 1 0,1 0 0,-1-1 0,0 1 0,0 0 0,0-1 0,-2 2-1</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44.383"/>
    </inkml:context>
    <inkml:brush xml:id="br0">
      <inkml:brushProperty name="width" value="0.035" units="cm"/>
      <inkml:brushProperty name="height" value="0.035" units="cm"/>
    </inkml:brush>
  </inkml:definitions>
  <inkml:trace contextRef="#ctx0" brushRef="#br0">29 47 1360,'-22'-14'544,"15"12"-368,7 7-120,2 1 1041,4-3-49,34 15 144,53 14-232,-41-24-183,31-5-313,-2-6-120,26-10-136,7-5-48,1-15-1160,14-5 776</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44.739"/>
    </inkml:context>
    <inkml:brush xml:id="br0">
      <inkml:brushProperty name="width" value="0.035" units="cm"/>
      <inkml:brushProperty name="height" value="0.035" units="cm"/>
    </inkml:brush>
  </inkml:definitions>
  <inkml:trace contextRef="#ctx0" brushRef="#br0">631 1 1320,'7'36'880,"-3"23"-71,0 15-241,2 24-336,-3-5-96,5 1-48,-5-12 16,-1-15 56,7 3 0,-17-25-1024,-14-5 688</inkml:trace>
  <inkml:trace contextRef="#ctx0" brushRef="#br0" timeOffset="1">1 534 5729,'59'-48'2657,"-28"10"-1329,35 29-480,4 7-688,3 0-88,43 9-64,13-1-192,19-12-800,5-5-728,-6-10 1008</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6:45.122"/>
    </inkml:context>
    <inkml:brush xml:id="br0">
      <inkml:brushProperty name="width" value="0.035" units="cm"/>
      <inkml:brushProperty name="height" value="0.035" units="cm"/>
    </inkml:brush>
  </inkml:definitions>
  <inkml:trace contextRef="#ctx0" brushRef="#br0">854 0 2769,'14'26'1368,"-9"46"-512,-3 18-360,2 27-376,4 2-32,-1-17 40,-15-18 16,3-18-768,-8-8 504</inkml:trace>
  <inkml:trace contextRef="#ctx0" brushRef="#br0" timeOffset="1">0 327 2529,'12'-80'1992,"-1"12"16,36 47-703,8 15-353,61 18-576,35 9-144,64 8-56,25 4-352,58-6 160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7:16.316"/>
    </inkml:context>
    <inkml:brush xml:id="br0">
      <inkml:brushProperty name="width" value="0.035" units="cm"/>
      <inkml:brushProperty name="height" value="0.035" units="cm"/>
    </inkml:brush>
  </inkml:definitions>
  <inkml:trace contextRef="#ctx0" brushRef="#br0">80 44 7482,'-4'-43'2800,"2"70"-2000,-6 16-400,-5 35-71,-4 16-1,-1 17-24,2-2-80,15-7-80,2-17-128,11-19-1521,2-9 1113</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7:16.896"/>
    </inkml:context>
    <inkml:brush xml:id="br0">
      <inkml:brushProperty name="width" value="0.035" units="cm"/>
      <inkml:brushProperty name="height" value="0.035" units="cm"/>
    </inkml:brush>
  </inkml:definitions>
  <inkml:trace contextRef="#ctx0" brushRef="#br0">14 648 6169,'3'8'696,"2"10"825,-5-17-1439,0-1-1,0 1 0,0 0 1,0-1-1,0 1 0,0-1 1,-1 1-1,1 0 0,0-1 1,0 1-1,-1-1 0,1 1 1,0-1-1,-1 1 0,1-1 1,-1 1-1,1-1 0,0 1 1,-1-1-1,1 0 0,-1 1 1,1-1-1,-1 0 0,1 1 1,-1-1-1,-1 1 0,-9 5 1259,32-24-954,198-234 305,-79 87-574,-90 103 8,14-14 146,-63 74-262,1 1 1,-1-1-1,0 1 0,1-1 0,-1 1 1,1 0-1,-1 0 0,1 0 0,0 0 0,-1 0 1,1 0-1,0 0 0,0 0 0,0 1 1,0-1-1,2 0 0,-3 1-6,-1 1 1,1-1-1,0 0 0,-1 0 1,1 0-1,-1 1 0,1-1 1,0 0-1,-1 1 0,1-1 1,-1 0-1,1 1 0,-1-1 1,1 1-1,-1-1 0,1 1 1,-1-1-1,0 1 0,1 0 1,7 22 39,-3 0-13,-2 1 0,-1-1 0,-1 1 0,-3 24 0,-14 97 45,0 16 28,15-152-92,1-6-1,-1 1 0,1 0 0,0-1 0,0 1 0,0 0 0,0-1 0,1 1 0,0 0 0,0-1 0,-1 1 0,2-1 0,-1 1 0,0-1 0,1 0 0,3 6 0,-5-8-7,1-1 1,-1 0 0,1 1 0,-1-1-1,0 0 1,1 1 0,-1-1 0,1 0-1,-1 1 1,1-1 0,-1 0-1,1 0 1,-1 1 0,1-1 0,-1 0-1,1 0 1,-1 0 0,1 0 0,-1 0-1,1 0 1,-1 0 0,1 0-1,0 0 1,-1 0 0,1 0 0,-1 0-1,1 0 1,-1-1 0,1 1 0,-1 0-1,1 0 1,-1 0 0,1-1-1,11-8 43,0 0-1,-1 0 1,-1-1-1,11-12 0,-8 8-16,111-119 74,111-156 0,-214 260-109,2 1 0,1 1 0,27-24 0,-47 48 4,0-1 0,0 2 0,0-1-1,0 0 1,0 1 0,7-3 0,-9 4 2,0 1 0,-1-1-1,1 1 1,0-1-1,0 1 1,0 0 0,-1 0-1,1 0 1,0 0 0,0 0-1,0 0 1,-1 1 0,1-1-1,2 1 1,0 2 1,-1-1 0,1 0 1,-1 1-1,0 0 0,0 0 1,0 0-1,0 0 0,0 0 1,-1 1-1,1-1 0,-1 1 1,0 0-1,0-1 1,-1 1-1,1 0 0,1 5 1,15 49 36,-3 0 0,15 106 0,-28-153-34,25 212 120,5 26-461,-29-232 201,-2-6-45,1 0 1,7 20-1,-8-28 46,0 1 0,1-1 0,-1 0 0,1 0 0,0 0 0,0 0 0,0 0 0,0-1 0,1 1 0,-1 0 0,1-1 1,0 0-1,4 3 0,33 12-910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7:17.251"/>
    </inkml:context>
    <inkml:brush xml:id="br0">
      <inkml:brushProperty name="width" value="0.035" units="cm"/>
      <inkml:brushProperty name="height" value="0.035" units="cm"/>
    </inkml:brush>
  </inkml:definitions>
  <inkml:trace contextRef="#ctx0" brushRef="#br0">1 1 6905,'1'0'116,"1"1"-1,-1 0 0,0 0 1,1 0-1,-1 0 0,0 0 0,1 0 1,-1 0-1,0 0 0,0 1 0,0-1 1,0 0-1,0 1 0,0-1 1,-1 1-1,1-1 0,0 1 0,-1-1 1,1 1-1,-1 0 0,0-1 0,1 1 1,-1-1-1,0 1 0,0 2 1,3 9 135,31 148 260,24 280 0,-55-367-444,6 66 63,-7-117 21,2 1 1,0-2-1,13 37 1,-16-54-66,1 0 1,0 0 0,0 0-1,1-1 1,0 1-1,0 0 1,0-1 0,0 0-1,0 0 1,1 0 0,0 0-1,0 0 1,0-1 0,0 0-1,0 0 1,1 0 0,0 0-1,-1-1 1,1 0 0,0 0-1,0 0 1,0 0 0,1-1-1,-1 0 1,0 0 0,0 0-1,1-1 1,-1 1-1,0-1 1,11-2 0,5-1 167,0-2 0,1 0 1,-2-1-1,1-2 0,-1 0 1,27-15-1,3-4 61,-2-2 0,72-57-1,82-88 126,-120 97-706,95-118 0,-56 50-1140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4.853"/>
    </inkml:context>
    <inkml:brush xml:id="br0">
      <inkml:brushProperty name="width" value="0.035" units="cm"/>
      <inkml:brushProperty name="height" value="0.035" units="cm"/>
    </inkml:brush>
  </inkml:definitions>
  <inkml:trace contextRef="#ctx0" brushRef="#br0">28 53 2240,'36'-36'1461,"-36"35"-1403,0 1-1,0 0 1,0 0 0,0-1 0,1 1-1,-1 0 1,0 0 0,0-1 0,0 1-1,0 0 1,0 0 0,1 0 0,-1 0 0,0-1-1,0 1 1,0 0 0,1 0 0,-1 0-1,0 0 1,0 0 0,0-1 0,1 1-1,-1 0 1,0 0 0,0 0 0,1 0 0,-1 0-1,0 0 1,0 0 0,1 0 0,-1 0-1,0 0 1,0 0 0,1 0 0,-1 0-1,0 0 1,0 0 0,1 0 0,-1 0 0,0 0-1,0 1 1,0-1 0,1 0 0,-1 0-1,0 0 1,0 0 0,0 0 0,1 1-1,-1-1 1,0 0 0,0 0 34,0 1 1,0-1-1,0 0 1,0 0-1,0 1 1,0-1-1,0 0 1,0 0-1,0 0 1,0 1-1,0-1 1,0 0-1,0 0 1,0 0-1,0 1 0,0-1 1,0 0-1,0 0 1,0 0-1,-1 1 1,1-1-1,0 0 1,0 0-1,0 0 1,0 1-1,-1-1 1,1 0-1,0 0 1,0 0-1,0 0 1,0 0-1,-1 0 0,1 0 1,0 1-1,0-1 1,-1 0-1,1 0 1,0 0-1,0 0 1,-1 0-1,1 0 53,-1 0-1,0 0 0,1 0 1,-1 1-1,0-1 1,1 0-1,-1 0 0,0 1 1,1-1-1,-1 0 1,1 1-1,-1-1 0,1 1 1,-1-1-1,1 0 1,-1 1-1,1 0 0,-1-1 1,1 1-1,-1-1 1,1 1-1,0-1 0,-1 1 1,1 0-1,0 0 1,-8 25 4,3-8 105,2-7-201,2-6-20,0 1 0,-1-1-1,1 0 1,-1 0 0,0 0 0,-1 0-1,0 0 1,1-1 0,-6 6 0,-6 23 304,20 55-184,-6-86-151,0-1-1,0 0 1,0 1-1,0-1 1,0 0-1,0 0 1,0 1-1,0-1 1,0 0-1,1 1 1,-1-1-1,0 0 1,1 0-1,0 1 1,-1-1-1,1 0 1,-1 0-1,1 0 1,0 0-1,0 0 1,0 0-1,0 0 1,0 0-1,0 0 1,0 0-1,0-1 1,0 1-1,0 0 1,0-1-1,0 1 1,0-1-1,3 2 1,1-2 6,0 0 0,0 0 0,-1 0 0,1 0 0,0-1 0,0 0 0,5-2 0,-4 2-10,83-16 9,-85 16-5,1 0 0,-1 0-1,0 0 1,1 0 0,-1-1 0,0 0 0,0 0-1,0 0 1,0 0 0,0-1 0,6-4 0,-8 5-1,0 0 1,0-1-1,-1 1 1,1-1-1,0 1 1,-1-1-1,0 1 1,1-1-1,-1 0 1,0 0 0,0 0-1,-1 0 1,1 1-1,-1-1 1,1 0-1,-1 0 1,0-4-1,-1-3 3,1 9-4,-1 0 1,1 0-1,0 0 0,0-1 0,0 1 1,0 0-1,0 0 0,0 0 1,0-1-1,0 1 0,1 0 0,-1 0 1,0 0-1,1-1 0,-1 1 1,1 0-1,-1 0 0,1 0 0,1-2 1,9-9 4,-7 8-5,0 0 1,0 0-1,-1-1 1,0 1-1,5-8 1,-7 7 1,0-1 0,0 0 0,-1 0 0,0 1 0,0-1 0,0 0 0,-1 0 0,-1-10 0,0 9 1,1-1 0,1 1-1,-1-1 1,2-9 0,-1 17-3,0-1 0,0 1 0,0-1 0,0 1 0,1-1 0,-1 1 0,0 0 0,0-1 0,1 1 1,-1-1-1,0 1 0,1-1 0,-1 1 0,0 0 0,1-1 0,-1 1 0,1 0 0,-1-1 0,0 1 0,1 0 1,-1 0-1,1 0 0,-1-1 0,1 1 0,-1 0 0,1 0 0,-1 0 0,1 0 0,-1 0 0,1 0 0,-1 0 1,1 0-1,-1 0 0,1 0 0,-1 0 0,1 0 0,-1 0 0,1 0 0,-1 0 0,1 0 0,0 1 0,6 3-8,-12-4-5,4 0 13,0-1 0,0 1-1,1 0 1,-1 0-1,0 0 1,0 0 0,0 0-1,0 0 1,0 0-1,0 0 1,0 0-1,0 0 1,0 0 0,0 1-1,0-1 1,0 0-1,0 1 1,0-1 0,-1 1-1,2 0 2,-1 0-1,1 0 0,-1 0 0,1-1 1,0 1-1,-1 0 0,1 0 1,0 0-1,0 0 0,0 0 1,0 0-1,0 0 0,0 0 0,0 0 1,0 0-1,0 0 0,0 0 1,0 0-1,1-1 0,-1 1 1,0 0-1,1 0 0,-1 0 0,0 0 1,1 0-1,0 1 0,0 0 1,0-1-1,0 0 1,-1 0-1,1 0 1,-1 0 0,1 0-1,-1 0 1,1 0-1,-1 0 1,0 1 0,1-1-1,-1 0 1,0 0-1,0 0 1,0 1-1,0-1 1,0 0 0,0 0-1,0 0 1,-1 1-1,1-1 1,0 0-1,-1 0 1,1 0 0,-1 0-1,1 1 1,-2 1-1,2-2 0,-1 0 1,1 0-1,0 0 0,0 1 0,-1-1 0,1 0 0,0 1 0,0-1 0,0 0 0,1 0 0,-1 1 1,0-1-1,0 0 0,1 0 0,-1 0 0,1 2 0,11 25 6,-5-12-4,-4-8 6,0 0 0,0 0 0,-1 0 0,0 0 0,0 1 0,-1-1 0,0 1 0,-1 0 0,0-1 0,0 1 0,-1-1 0,-2 11 0,-9 19 61,11-37-65,1 1 0,-1-1 1,0 1-1,1-1 0,-1 1 0,1 0 0,0-1 1,0 1-1,-1-1 0,1 1 0,1 3 0,-1-5-1,-1 0-1,1 1 0,0-1 1,0 0-1,0 0 0,0 1 1,0-1-1,1 0 0,-1 0 1,0 1-1,0-1 0,0 0 0,0 0 1,0 1-1,0-1 0,0 0 1,0 0-1,1 0 0,-1 1 1,0-1-1,0 0 0,0 0 1,0 0-1,1 1 0,-1-1 0,0 0 1,0 0-1,0 0 0,1 0 1,-1 0-1,0 0 0,0 1 1,1-1-1,-1 0 0,0 0 1,0 0-1,1 0 0,-1 0 0,0 0 1,0 0-1,1 0 0,-1 0 1,0 0-1,0 0 0,1 0 1,-1 0-1,0 0 0,0 0 1,1-1-1,-1 1 0,0 0 0,0 0 1,0 0-1,1 0 0,-11-27 226,14 3-2841,-1 16 1742</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5.569"/>
    </inkml:context>
    <inkml:brush xml:id="br0">
      <inkml:brushProperty name="width" value="0.035" units="cm"/>
      <inkml:brushProperty name="height" value="0.035" units="cm"/>
    </inkml:brush>
  </inkml:definitions>
  <inkml:trace contextRef="#ctx0" brushRef="#br0">1 258 2833,'26'62'1679,"-25"-61"-1562,-1 0 1,1 0-1,-1 0 1,1-1-1,-1 1 1,0 0-1,1 0 1,-1 0-1,0 0 1,0 0-1,0 0 1,0 0-1,0 0 1,0 0-1,0 0 1,0 0-1,0 0 1,0 0-1,0 0 1,0 0-1,-1 0 1,1 0 0,-1 1-1,1-3-39,-1 1 1,1 0-1,0-1 0,-1 1 1,1 0-1,0-1 0,-1 1 1,1 0-1,0-1 0,0 1 1,-1 0-1,1-1 0,0 1 1,0-1-1,0 1 0,0-1 1,-1 1-1,1-1 0,0 1 1,0 0-1,0-1 0,0 1 1,0-1-1,0 1 0,0-1 1,0 1-1,0-1 0,1 1 1,-1-1-1,0 1 0,0 0 1,0-1-1,1 0 0,15-49 1721,-11 39-1632,-1 0 1,0-1-1,-1 0 0,2-19 1,-4 24-131,0-12 91,1 0-1,1 0 0,6-19 0,1 1 49,6-21 85,-16 58-260,0-1 0,0 1 1,0 0-1,0 0 0,0 0 1,0 0-1,0 0 0,0-1 1,0 1-1,1 0 0,-1 0 1,0 0-1,0 0 0,0 0 1,0 0-1,0-1 0,0 1 1,0 0-1,0 0 0,0 0 1,0 0-1,0 0 0,1 0 1,-1 0-1,0-1 0,0 1 1,0 0-1,0 0 0,0 0 1,0 0-1,1 0 0,-1 0 1,0 0-1,0 0 0,0 0 1,0 0-1,0 0 0,1 0 1,-1 0-1,0 0 0,0 0 1,0 0-1,0 0 0,0 0 1,1 0-1,-1 0 0,0 0 1,0 0-1,0 0 0,0 0 1,0 0-1,0 1 0,1-1 1,-1 0-1,0 0 0,0 0 1,5 13 438,48 218 419,-51-216-831,1 0 0,1 0 0,9 22 0,-1-64 282,3-1-268,-8 17-31,-1 0 1,0-1-1,-1 0 1,-1 0-1,0-1 1,0 1-1,3-24 1,-5-9 18,-2 35-15,0-1 0,1 1 0,2-17 0,10-1-485,0 16-3570,-11 11 2717</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5.949"/>
    </inkml:context>
    <inkml:brush xml:id="br0">
      <inkml:brushProperty name="width" value="0.035" units="cm"/>
      <inkml:brushProperty name="height" value="0.035" units="cm"/>
    </inkml:brush>
  </inkml:definitions>
  <inkml:trace contextRef="#ctx0" brushRef="#br0">1 1 1928,'1'0'165,"-1"0"-1,1 1 1,-1-1-1,1 0 0,-1 1 1,1-1-1,-1 1 1,1-1-1,-1 1 0,1-1 1,-1 1-1,0 0 1,1-1-1,-1 1 0,0-1 1,0 1-1,1 0 1,-1-1-1,0 1 0,0 0 1,0-1-1,0 1 1,1 0-1,-1-1 0,0 1 1,0 0-1,-1-1 1,1 1-1,0 0 0,0-1 1,0 1-1,0-1 1,0 1-1,-1 0 0,1-1 1,0 1-1,-1 0 1,0 0-1,1 1-39,-1 1 1,0-1-1,1 0 1,-1 1-1,1-1 1,0 1-1,-1-1 1,1 1-1,1-1 1,-1 1-1,0-1 1,1 1-1,-1-1 1,1 0-1,-1 1 0,2 2 1,9 15 349,-7-13-273,0 0 0,0 1 0,-1-1 0,0 1 0,3 14 0,-6-19-160,1 1 8,0 0 1,0 0-1,-1 0 1,1 0-1,-1 0 1,0 1-1,-2 6 0,2-9-34,0 1 0,0-1 0,0 1 0,0-1 0,0 1-1,1-1 1,-1 1 0,1 2 0,0-2-5,0-1-1,-1 0 1,0 0 0,1 0-1,-1 1 1,0-1 0,0 0-1,0 1 1,-1 2 0,0-2-103,0-1 1,0 1-1,0 0 0,1 0 1,-1 0-1,1 0 1,0 0-1,0 0 1,0 0-1,0 0 0,0 0 1,1 0-1,-1-1 1,1 1-1,0 0 1,0 0-1,0 0 0,0-1 1,0 1-1,0 0 1,1-1-1,0 1 1,2 3-1,11 3-691</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6.317"/>
    </inkml:context>
    <inkml:brush xml:id="br0">
      <inkml:brushProperty name="width" value="0.035" units="cm"/>
      <inkml:brushProperty name="height" value="0.035" units="cm"/>
    </inkml:brush>
  </inkml:definitions>
  <inkml:trace contextRef="#ctx0" brushRef="#br0">78 161 4049,'-46'-84'1984,"40"81"-311,-9-11-489,4-7 104,22 11-192,18 4-439,-4 0-177,15 9-264,-19-11-88,-10-2-72,21 9 0,-7 2 8,1 6 8,6 1-288,-10-8-432,-11-7 416</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6.679"/>
    </inkml:context>
    <inkml:brush xml:id="br0">
      <inkml:brushProperty name="width" value="0.035" units="cm"/>
      <inkml:brushProperty name="height" value="0.035" units="cm"/>
    </inkml:brush>
  </inkml:definitions>
  <inkml:trace contextRef="#ctx0" brushRef="#br0">7 69 3865,'-6'-6'1776,"16"2"-367,7 4-465,-6-4 280,10 4-192,-5 1-320,-7-1-48,14 2-111,-15-2-41,3-5-128,9-1-104,3-10-144,7 5-40,-6 1-32,-7 1 24,4 12-688,-8-5-873,1 5 945</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7.781"/>
    </inkml:context>
    <inkml:brush xml:id="br0">
      <inkml:brushProperty name="width" value="0.035" units="cm"/>
      <inkml:brushProperty name="height" value="0.035" units="cm"/>
    </inkml:brush>
  </inkml:definitions>
  <inkml:trace contextRef="#ctx0" brushRef="#br0">11 286 1232,'0'0'215,"-1"0"-1,1 0 0,-1 0 1,1 0-1,0 0 0,-1 0 0,1 0 1,0 0-1,-1 0 0,1-1 1,0 1-1,-1 0 0,1 0 1,0 0-1,-1-1 0,1 1 1,0 0-1,-1 0 0,1-1 0,0 1 1,0 0-1,-1-1 0,1 1 1,0 0-1,0-1 0,0 1 1,-1-1-1,-1-15 1152,8-23-1230,-5 33-77,1-5 27,0 0 0,1 0 0,1 0 0,-1 1-1,1-1 1,1 1 0,11-19 0,0 6 69,-12 17-117,0 0 1,0-1-1,1 2 0,0-1 0,0 0 0,8-6 0,-8 9 49,-1 1 0,0-2-1,0 1 1,-1 0-1,1-1 1,0 1-1,-1-1 1,0 0-1,5-9 1,6 71 1697,-9-42-1743,-3-9-20,0 0 0,0 0-1,0 0 1,-1 0 0,0 0 0,-1 1 0,1-1-1,-1 0 1,-1 0 0,-1 11 0,-1 68 165,2-78-171,-1-2-2,1 1 0,0-1 0,0 1 0,1-1 0,0 1 1,0-1-1,0 1 0,1-1 0,2 10 0,2 7 23,-1 0 1,-1 1-1,-1 0 1,-1 26 0,-1-50-86,0 0 1,0 0-1,0 1 1,0-1-1,0 0 1,0 0-1,0 1 1,0-1-1,0 0 1,0 1-1,0-1 1,0 0-1,0 0 1,0 0-1,0 1 1,-1-1-1,1 0 1,0 0-1,0 1 1,0-1-1,0 0 1,-1 0-1,1 0 1,0 0-1,0 1 1,0-1-1,-1 0 1,1 0 0,0 0-1,0 0 1,-1 0-1,1 0 1,0 0-1,0 1 1,-1-1-1,1 0 1,0 0-1,0 0 1,-1 0-1,1 0 1,0 0-1,0 0 1,-1 0-1,1-1 1,0 1-1,-1 0 1,1 0-1,0 0 1,-1 0-1,-12-6-2320,5-2 971</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8.163"/>
    </inkml:context>
    <inkml:brush xml:id="br0">
      <inkml:brushProperty name="width" value="0.035" units="cm"/>
      <inkml:brushProperty name="height" value="0.035" units="cm"/>
    </inkml:brush>
  </inkml:definitions>
  <inkml:trace contextRef="#ctx0" brushRef="#br0">79 0 2873,'-58'37'1336,"41"-24"-424,14 2 200,7 1 281,-2-19-233,19 3-280,7 0-152,1-17-208,12 12-104,-14-9-208,5 1-72,3 13-55,-11-5-1,13 7 8,-18-4 8,-6-1-96,-4-5-441,-7-3 313</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8.642"/>
    </inkml:context>
    <inkml:brush xml:id="br0">
      <inkml:brushProperty name="width" value="0.035" units="cm"/>
      <inkml:brushProperty name="height" value="0.035" units="cm"/>
    </inkml:brush>
  </inkml:definitions>
  <inkml:trace contextRef="#ctx0" brushRef="#br0">0 359 2897,'9'28'759,"-6"-20"371,-4-25 16,0 8-901,1 4-49,0 0 0,0 0-1,1 0 1,0-1-1,0 1 1,3-8 0,1-5 171,28-93 932,-20 76-672,14-69 1,-26 98-511,-1 2-4,1-1 0,0 1 0,0 0 0,0-1 0,0 1 0,1 0 0,2-6 0,0 4 137,-4 6-245,0-1 1,0 1 0,0 0 0,0 0 0,0 0 0,1 0 0,-1-1 0,0 1 0,0 0 0,0 0 0,0 0 0,0 0 0,0-1 0,0 1 0,0 0 0,0 0 0,1 0 0,-1 0 0,0 0 0,0-1 0,0 1 0,0 0 0,0 0 0,1 0 0,-1 0-1,0 0 1,0 0 0,0 0 0,0 0 0,1 0 0,-1 0 0,0 0 0,0 0 0,0 0 0,0 0 0,1 0 0,-1 0 0,0 0 0,8 19 183,-4 3-120,5 45 1,-1 2 4,-1-30-19,-4-18 11,1 1 0,1 0 0,1-1-1,12 31 1,-11-41 24,-2-11 118,1-19 285,-2 3-330,1 1-67,40-127 254,-40 120-321,0 0 0,-1-1-1,-2 1 1,0-35-1,-3 45-42,0 12-1174,-1 17-1532,4 2 1352</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9.021"/>
    </inkml:context>
    <inkml:brush xml:id="br0">
      <inkml:brushProperty name="width" value="0.035" units="cm"/>
      <inkml:brushProperty name="height" value="0.035" units="cm"/>
    </inkml:brush>
  </inkml:definitions>
  <inkml:trace contextRef="#ctx0" brushRef="#br0">3 6 2256,'10'0'1209,"-20"-6"-209,7 11 224,6 16 177,-1-1-209,11 20-200,-5 3-152,-8-2-256,-10-9-112,20 7-240,-4-6-80,12-1-56,-4 1-7,-28-20-362,12 1-591,-4-14 568</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9.357"/>
    </inkml:context>
    <inkml:brush xml:id="br0">
      <inkml:brushProperty name="width" value="0.035" units="cm"/>
      <inkml:brushProperty name="height" value="0.035" units="cm"/>
    </inkml:brush>
  </inkml:definitions>
  <inkml:trace contextRef="#ctx0" brushRef="#br0">12 48 5097,'-8'2'2121,"16"7"-1401,-14-9 40,1-4-112,8-1-248,-3 3-176,16 4-72,25-4-80,40 1-16,-44-14 16,-7-12-248,12 22 144</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8:24:49.712"/>
    </inkml:context>
    <inkml:brush xml:id="br0">
      <inkml:brushProperty name="width" value="0.035" units="cm"/>
      <inkml:brushProperty name="height" value="0.035" units="cm"/>
    </inkml:brush>
  </inkml:definitions>
  <inkml:trace contextRef="#ctx0" brushRef="#br0">17 90 4337,'-16'3'2232,"21"-8"-743,7-3 199,0-12-376,5 2-279,15 4-369,11 4-184,1 5-224,-4 1-64,-11-3-72,0 6-16,-10 1-560,0 6-920,0 2 903</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16.064"/>
    </inkml:context>
    <inkml:brush xml:id="br0">
      <inkml:brushProperty name="width" value="0.035" units="cm"/>
      <inkml:brushProperty name="height" value="0.035" units="cm"/>
    </inkml:brush>
  </inkml:definitions>
  <inkml:trace contextRef="#ctx0" brushRef="#br0">210 639 1048,'-110'47'883,"68"-33"35,39-13-719,-1 0 0,1 0 0,0 0 1,-1 0-1,1 1 0,0 0 0,0-1 1,0 1-1,-3 3 0,5-4-182,-13 7 971,13-8-949,1 0-1,0 0 0,-1 0 0,1 0 0,0 0 1,-1 0-1,1 0 0,0 0 0,-1 0 0,1-1 0,0 1 1,0 0-1,-1 0 0,1 0 0,0 0 0,0-1 0,-1 1 1,1 0-1,0 0 0,0-1 0,-1 1 0,1 0 0,0-1 1,0 1-1,0 0 0,0 0 0,0-1 0,-1 1 1,1 0-1,0-1 0,0 1 0,0 0 0,0-1 0,0 1 1,0 0-1,0-1 0,0 1 0,0 0 0,0-1 0,0 1 1,0 0-1,0-1 0,1 1 0,-1-1 0,4-2 212,7-3-215,0 1 1,1 0 0,0 1-1,0 0 1,0 1 0,0 1-1,0 0 1,1 0 0,-1 1-1,0 1 1,24 1 0,-10-5 72,-24 4-91,0-1 0,0 1-1,0-1 1,0 1 0,0-1 0,0 1 0,0 0 0,0 0 0,0 0 0,0 0 0,0 1 0,0-1-1,0 0 1,4 2 0,-1 0 13,-1 0 1,0 0-1,1 0 0,-1 1 0,0-1 1,0 1-1,0 0 0,-1 0 0,1 0 1,-1 1-1,0-1 0,4 5 0,-6-5-13,1 0 0,0 0 1,-1 0-1,0 0 0,0 1 0,0-1 0,0 0 0,0 0 0,0 1 0,-1-1 0,0 0 0,0 1 0,0-1 0,0 1 1,0-1-1,-1 0 0,1 1 0,-1-1 0,-1 5 0,-4 16 67,5-16-54,0-1 0,-1 0 0,0 1-1,-6 10 1,-5 5 24,9-17-40,0 1 0,0-1 0,1 1 1,0 0-1,-4 14 0,-4 23 19,-2 0 0,-2-1 0,-23 48 0,12-36-2,2 1-1,2 1 0,3 0 1,-16 85-1,34-137-7,0 0 0,0-1 1,1 1-1,0 0 0,0-1 0,0 1 0,2 9 1,-2-16-11,0 0 1,0 0 0,0 0 0,1 0 0,-1 0-1,0 0 1,1 0 0,0 0 0,0 0 0,-1 1-1,3-4 1,13-23 68,-15 27-80,3-5 13,1 0-1,0 0 1,10-9-1,13-16 28,26-60 23,-26 49-44,-12 18-5,0-1 1,36-37 0,11 3 7,2 3-1,88-58 1,-152 113-24,2-2 0,1 1 1,0 0-1,-1-1 1,1 1-1,6-2 0,-9 4 0,0 0 0,-1 0 0,1 0 0,-1 0 0,1 0 0,-1 0 1,1 0-1,-1 0 0,1 1 0,-1-1 0,1 0 0,-1 0 0,1 0 0,-1 1 0,1-1 0,-1 0 0,1 0 0,-1 1 0,0-1 0,1 1 0,-1-1 0,0 0 0,1 1 0,-1-1 0,0 1 0,1-1 0,-1 0 0,0 1 0,0-1 0,1 1 0,-1-1 0,0 1 0,0-1 0,0 1 0,0 0 0,0-1 0,0 1 0,0-1 0,0 1 0,0-1 0,0 1 1,0-1-1,0 1 0,0-1 0,0 2 0,-1 4 2,1 1 0,-1-1 1,0 1-1,-1-1 0,0 1 1,0-1-1,0 0 0,-5 8 1,-26 47 14,32-59-17,-57 112 18,40-74-13,13-30-5,1 0 1,1 0-1,-3 11 0,5-19 0,1 0 0,-1 0 1,1 0-1,-1 0 0,1 0 0,0 0 0,0 0 0,0 0 0,0 0 0,0 0 1,1 0-1,-1 0 0,0 0 0,1 0 0,0 0 0,-1 0 0,1 0 0,0 0 1,0 0-1,0 0 0,2 2 0,-2-4 1,0 1 1,0-1-1,0 0 0,0 1 1,0-1-1,0 0 0,0 0 1,0 0-1,0 0 1,0 0-1,0 0 0,0 0 1,0 0-1,-1 0 0,1 0 1,0 0-1,0-1 0,0 1 1,0 0-1,0-1 1,0 1-1,0-1 0,0 1 1,-1-1-1,1 1 0,0-1 1,0 0-1,-1 1 0,1-1 1,0 0-1,-1 1 1,1-1-1,0-1 0,3-2 8,11-11 20,0 0 1,-1-2 0,13-18 0,11-15 23,18-12 0,118-102 0,129-145 36,-98 90 34,-149 168-37,2 1-1,99-62 0,141-62-638,-285 167 463,7-4-541,1 0-1,0 1 1,0 1 0,44-11 0,-57 19 320,0 0-1,0 1 1,13 0-1</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17.909"/>
    </inkml:context>
    <inkml:brush xml:id="br0">
      <inkml:brushProperty name="width" value="0.035" units="cm"/>
      <inkml:brushProperty name="height" value="0.035" units="cm"/>
    </inkml:brush>
  </inkml:definitions>
  <inkml:trace contextRef="#ctx0" brushRef="#br0">81 1845 904,'-12'5'217,"5"-2"-6,1-1 0,0 0 1,-1 0-1,1 0 0,-1-1 0,-7 1 0,14-2-175,-1 0-1,1 0 0,0 0 1,-1 0-1,1 1 1,-1-1-1,1 0 0,-1 0 1,1 0-1,-1 0 1,1 0-1,-1 0 1,1-1-1,-1 1 0,1 0 1,-1 0-1,1 0 1,-1 0-1,1-1 0,-1 1 1,1 0-1,-1 0 1,1-1-1,0 1 0,-1 0 1,1-1-1,-1 1 1,1 0-1,0-1 1,0 1-1,-1 0 0,1-1 1,0 1-1,0-1 1,-1 1-1,1-1 0,0 1 1,0-1-1,0 1 1,0-1-1,-1 1 0,1-1 1,0 1-1,0-1 1,0 1-1,0-1 0,0 1 1,0-1-1,1 1 1,-1-1-1,0 1 1,0-1-1,0 1 0,0 0 1,1-2-1,15-26 966,22-19-252,3 2 0,85-75 0,109-64-579,-138 111-63,-54 40-88,266-221 105,-255 204-104,131-133 62,-26-5 10,-12 15 8,-117 138-65,45-67 0,-62 82-21,-2 0 0,0-1 0,-2 0 0,0-1 0,7-28 0,11-25 42,-24 61-45,-3 13-10,0 0 0,0 0 1,0 0-1,0 0 0,0 0 0,1 0 0,-1 0 0,0 0 0,1 0 1,-1 0-1,1 0 0,-1 0 0,1 0 0,-1 0 0,1 0 0,0 0 1,-1 1-1,1-1 0,0 0 0,0 0 0,0 1 0,-1-1 0,3 0 1,-11 5 0,0 0 0,1 1 0,0 1 0,0-1 0,0 1 0,-11 12 1,-20 18-8,8-8 5,1 1-1,-28 37 1,13-14 0,-96 124 7,75-93 1,-250 307-3,-59 77-1,294-347 13,10-13-1,69-106-16,0 0 1,1-1-1,-1 1 0,0 0 0,0 0 0,0-1 1,0 1-1,0-1 0,0 1 0,0-1 0,0 1 1,0-1-1,0 0 0,0 0 0,0 1 0,-1-1 1,1 0-1,-1 0 0,1 0-1,1 0 1,-1 0-1,1 0 0,-1-1 0,1 1 1,0 0-1,-1 0 0,1 0 1,-1-1-1,1 1 0,0 0 0,-1 0 1,1-1-1,-1 1 0,1 0 1,0-1-1,0 1 0,-1 0 0,1-1 1,0 1-1,-1-1 0,1 1 1,0 0-1,0-1 0,0 1 0,0-1 1,-1 1-1,1-1 0,0 1 1,0-1-1,0 1 0,0-1 0,0 1 1,0 0-1,0-1 0,0 1 1,0-1-1,0 1 0,1-1 0,-1 1 1,0-1-1,0 1 0,0-1 1,0 1-1,1 0 0,-1-1 0,0 1 1,0 0-1,1-1 0,2-5 1,0 0 0,0 0 0,1 0-1,0 1 1,4-6 0,31-33-2,1 2-1,77-63 1,-53 56 2,111-65-1,-135 92 1,22-12-1,-56 32-1,0 0 1,1 0-1,-1 0 0,1 1 0,-1-1 0,1 2 0,0-1 0,7 1 1,-12 0 0,-1 0 0,1 0 1,-1 0-1,1 1 1,-1-1-1,1 1 1,-1-1-1,1 1 1,-1-1-1,1 1 1,-1 0-1,0 0 1,1 0-1,-1 0 0,0 0 1,0 0-1,0 0 1,0 0-1,0 0 1,0 0-1,0 1 1,0-1-1,0 0 1,-1 1-1,1-1 1,0 0-1,-1 1 0,1-1 1,-1 1-1,0-1 1,1 1-1,-1 0 1,0 1-1,0 2 0,1 0 0,-1-1 0,-1 1 0,1-1 0,-1 1-1,0 0 1,0-1 0,0 1 0,-1-1 0,-2 6 0,-1 0 1,-2 0 0,1 0 0,-2 0 0,1 0 0,-1-1 0,-16 14 0,-62 41 0,13-10 0,49-34 2,1 1 0,1 1 0,1 2 0,1 0 0,1 0 0,1 2 0,-28 54 0,43-72 0,0-1 0,1 0 0,0 1 0,-2 9 0,4-16-1,0 0-1,0 0 1,-1 0-1,1 0 1,0-1-1,0 1 1,1 0-1,-1 0 1,0 0-1,0 0 1,0 0-1,1 0 1,-1 0-1,0 0 1,1-1-1,-1 1 1,1 0-1,-1 0 1,1 0-1,0 0 1,0-1-1,0 0 1,0 1-1,0-1 1,0 0-1,-1 1 1,1-1-1,0 0 1,0 0-1,0 0 0,0 0 1,0 0-1,0 0 1,0 0-1,0 0 1,0-1-1,0 1 1,0 0-1,0-1 1,0 1-1,-1 0 1,1-1-1,1 0 1,17-9 4,0-2 0,0 0 0,-2-1 0,33-30-1,0 0 4,-9 13-2,3 2 0,70-34-1,18-11 2,5-14-14,93-56-9,-207 130 18,1 1 0,1 1-1,28-8 1,-42 16 0,-7 2 0,0 0 0,0 0 0,0 0 0,0-1-1,-1 1 1,1-1 0,0 0 0,-1 0 0,0 0 0,5-4 0,-8 6-2,0 0 0,0 0 0,0 0 0,0-1 0,0 1 1,0 0-1,0 0 0,0 0 0,0 0 0,0-1 0,0 1 1,0 0-1,0 0 0,0 0 0,-1 0 0,1 0 1,0-1-1,0 1 0,0 0 0,0 0 0,0 0 0,0 0 1,0 0-1,-1 0 0,1 0 0,0-1 0,0 1 0,0 0 1,0 0-1,-1 0 0,1 0 0,0 0 0,0 0 1,0 0-1,0 0 0,0 0 0,-1 0 0,1 0 0,0 0 1,0 0-1,0 0 0,0 0 0,-1 0 0,1 0 0,0 0 1,0 0-1,0 0 0,0 1 0,-1-1 0,1 0 1,0 0-1,0 0 0,-5 0 0,-1 0 1,1 1-1,0 0 0,-1 0 1,1 0-1,0 0 1,0 1-1,0 0 0,0 0 1,0 0-1,-4 3 1,-10 7 0,-25 20 0,-1 1 0,-89 45-1,-44 28-1,156-91-2,-143 110-25,155-116 26,0 1 0,1-1 0,0 2 0,0-1 0,-7 13-1,14-20 3,0 1-1,1-1 1,-1 0-1,1 1 1,-1-1-1,1 0 1,0 1-1,0 0 0,1-1 1,-1 1-1,1-1 1,0 1-1,0 0 1,0-1-1,0 1 0,0 0 1,1-1-1,0 1 1,0-1-1,0 1 1,0-1-1,2 5 1,-2-7-1,-1 0 1,1 0 0,-1 0 0,1 0 0,-1 0-1,1-1 1,0 1 0,-1 0 0,1 0 0,0-1 0,0 1-1,-1-1 1,1 1 0,0 0 0,0-1 0,0 0-1,0 1 1,0-1 0,0 1 0,0-1 0,0 0 0,0 0-1,0 0 1,0 1 0,0-1 0,0 0 0,0 0-1,0-1 1,0 1 0,0 0 0,0 0 0,0 0-1,0-1 1,0 1 0,0 0 0,1-1 0,3-2 0,1 0 0,-1-1 0,0 1 1,0-1-1,5-5 0,10-8 7,28-17 0,5-3 1,9-8-7,39-31-2,237-161 10,-307 214 8,-31 23-17,1 0 0,-1 0 1,0-1-1,1 1 0,-1 0 0,1-1 1,-1 1-1,1 0 0,-1-1 0,0 1 1,1 0-1,-1-1 0,0 1 0,0-1 1,1 1-1,-1-1 0,0 1 0,0-1 1,1 1-1,-1-1 0,0 1 0,0-1 1,0 1-1,0-1 0,0 1 1,0-1-1,0 1 0,0-1 0,0 0 1,0 1-1,0-1 0,0 1 0,-1-1 1,1 1-1,0-1 0,0 1 0,0-1 1,-1 1-1,1-1 0,0 1 0,-1 0 1,1-1-1,0 1 0,-1-1 0,1 1 1,0 0-1,-1-1 0,1 1 1,-1 0-1,1-1 0,-1 1 0,0 0 1,-10 1-1,5 1-3,0 0 1,-1 0 0,1 1 0,0-1 0,0 2 0,1-1-1,-10 7 1,-38 36-20,32-27 14,-166 163-70,175-168 74,-17 27 0,26-37 4,0 0-1,1 0 1,0 1 0,0-1 0,1 1 0,-1 0 0,1 0 0,0 0 0,0-1 0,0 1 0,1 7 0,0-11 0,0 0 0,0 0 0,0 0 0,0 0 1,0 0-1,0 0 0,0 0 0,1 0 0,-1 0 0,0 0 1,1 0-1,-1 0 0,1 0 0,-1 0 0,1-1 0,0 1 1,-1 0-1,1 0 0,0 0 0,-1-1 0,1 1 0,0 0 0,0-1 1,0 1-1,0-1 0,1 2 0,1-2 2,-1 1-1,1-1 1,-1 1-1,1-1 1,-1 0-1,1 0 1,-1 0-1,1-1 1,-1 1-1,1 0 1,2-2-1,9-2 11,0-1-1,-1-1 1,14-7-1,-24 12-8,303-180 118,-284 167-113,38-27 7,-1-3-1,-3-2 1,-1-2 0,-3-3-1,63-78 1,104-125-9,23 23-4,-232 223-2,194-169-12,-156 132 5,-2-3 0,42-57 0,35-85-31,-124 190 38,1 0 1,0 0-1,0 0 0,0 0 0,0 0 0,0 0 0,0 0 0,0 0 1,0 0-1,0 0 0,0 0 0,0 0 0,0 0 0,0 0 1,0 0-1,0 0 0,-1 0 0,1-1 0,0 1 0,0 0 1,0 0-1,0 0 0,0 0 0,0 0 0,0 0 0,0 0 0,0 0 1,0 0-1,0 0 0,0 0 0,0 0 0,0 0 0,0 0 1,0 0-1,0 0 0,0 0 0,0 0 0,0-1 0,-11 11 4,-19 21 1,-363 396-14,-11 14-3,127-86 38,241-310 7,2 1-1,-53 95 1,84-136-27,0 1 0,0 0 1,1 0-1,0 0 1,0 0-1,0 0 0,1 0 1,0 1-1,0-1 0,0 12 1,2-17-5,-1 1 1,0-1-1,1 0 0,-1 1 1,1-1-1,-1 0 0,1 0 1,0 1-1,-1-1 0,1 0 1,0 0-1,0 0 1,0 0-1,0 0 0,0 0 1,0 0-1,2 1 0,0 0 2,-1-1 0,1 0-1,0 0 1,0 0-1,0 0 1,0 0-1,0-1 1,0 0 0,0 1-1,4-1 1,7-1 9,0-1 1,0 0-1,0 0 0,-1-2 1,1 0-1,25-11 1,-22 9-3,119-53 105,139-83 0,-203 99-50,74-60 0,-137 97-61,111-90 77,-8-13 11,15-14-34,-107 106-116,240-226-2580,-220 195 1615</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18.289"/>
    </inkml:context>
    <inkml:brush xml:id="br0">
      <inkml:brushProperty name="width" value="0.035" units="cm"/>
      <inkml:brushProperty name="height" value="0.035" units="cm"/>
    </inkml:brush>
  </inkml:definitions>
  <inkml:trace contextRef="#ctx0" brushRef="#br0">508 236 3481,'-177'72'1928,"37"-8"-400,26-5-319,61-28-553,30-14-128,57-17-192,36-10-64,58-5-72,16-15-40,40-20-24,19-14 24,33-16 24,22 8 8,31 9-480,-1 8-856,-6 15 760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19.351"/>
    </inkml:context>
    <inkml:brush xml:id="br0">
      <inkml:brushProperty name="width" value="0.035" units="cm"/>
      <inkml:brushProperty name="height" value="0.035" units="cm"/>
    </inkml:brush>
  </inkml:definitions>
  <inkml:trace contextRef="#ctx0" brushRef="#br0">64 1205 2232,'-62'20'1415,"62"-20"-1407,0 0-1,0 0 1,0 0-1,0-1 1,0 1-1,0 0 1,0 0-1,0 0 0,1 0 1,-1 0-1,0 0 1,0 0-1,0 0 1,0 0-1,0 0 1,0-1-1,0 1 0,0 0 1,0 0-1,0 0 1,0 0-1,0 0 1,0 0-1,0 0 1,0 0-1,0-1 0,0 1 1,0 0-1,0 0 1,0 0-1,0 0 1,0 0-1,0 0 1,0 0-1,0 0 1,0-1-1,0 1 0,0 0 1,-1 0-1,1 0 1,0 0-1,0 0 1,0 0-1,0 0 1,0 0-1,0 0 0,0 0 1,0 0-1,0 0 1,0 0-1,-1-1 1,1 1-1,0 0 1,0 0-1,0 0 0,0 0 1,0 0-1,0 0 1,0 0-1,7-12 163,1 0 0,1 1 0,1 0 0,-1 0 0,1 1 0,1 0 1,14-10-1,94-57 383,-119 77-553,196-108 407,30-17-153,22-44-40,-144 94-130,-69 52-41,0 1 0,77-33 0,-99 50-35,-13 5-8,0 0 0,0 0 0,0 0 0,0 0 0,0 0 1,0 0-1,0 0 0,0 0 0,0 0 0,0 0 0,0 1 0,0-1 1,0 0-1,0 0 0,0 0 0,0 0 0,0 0 0,0 0 1,0 0-1,0 0 0,0 0 0,0 0 0,0 0 0,0 0 0,0 0 1,0 0-1,0 0 0,0 0 0,0 0 0,0 0 0,0 0 0,0 0 1,0 0-1,0 0 0,0 0 0,0 0 0,0 0 0,-20 13 6,12-8-6,-8 7 4,-24 22 1,0 0-1,-208 150 6,122-93-18,-13 9-6,104-73 13,-45 38-1,69-54 7,0-1 0,1 2 0,0-1 0,-11 19 0,21-29-5,0-1 0,-1 0 1,1 0-1,0 0 0,0 0 1,0 0-1,-1 0 0,1 0 1,0 1-1,0-1 0,0 0 1,0 0-1,0 0 0,-1 0 1,1 1-1,0-1 1,0 0-1,0 0 0,0 0 1,0 1-1,0-1 0,0 0 1,0 0-1,0 0 0,0 1 1,0-1-1,0 0 0,0 0 1,0 0-1,0 1 1,0-1-1,0 0 0,0 0 1,0 0-1,0 1 0,0-1 1,0 0-1,0 0 0,0 0 1,0 1-1,0-1 0,0 0 1,1 0-1,-1 0 0,0 1 1,0-1-1,0 0 1,0 0-1,1 0 0,-1 0 1,0 0-1,0 0 0,0 1 1,0-1-1,1 0 0,-1 0 1,0 0-1,0 0 0,0 0 1,1 0-1,-1 0 1,13-4 10,17-13 11,21-10 3,60-22 31,130-79 0,-122 56-12,154-101 53,28-57-41,-34 11-47,-208 177-14,1 2 0,114-56 1,-131 81 3,-34 14 2,-24 8 0,-29 10 3,0 3 1,2 2 0,0 1-1,-61 46 1,65-36-5,1 2 0,-46 56 0,-52 86 0,48-60 1,57-78 3,-47 62 4,65-82-1,0 1 1,0 0-1,-10 28 0,20-42-2,-2 6 12,-1-1 0,0 1 0,-10 14 1,12-22-14,0 0 1,-1 0 0,1 0 0,-1 0 0,0-1 0,0 0 0,0 0-1,0 0 1,-1 0 0,-9 4 0,-128 44 13,29-12-13,96-32-6,-50 18-3,62-23 3,0-1 1,0 0 0,0 0 0,-1 0 0,1 0 0,-1-1-1,1 0 1,0 0 0,-10-2 0,14 2 0,0 0 1,0-1-1,0 1 1,0 0-1,0-1 1,0 1-1,0-1 1,0 1-1,0-1 1,0 1-1,0-1 1,1 0-1,-1 1 1,0-1-1,1 0 1,-1 0-1,0 1 1,1-1-1,-1 0 1,1 0-1,-1 0 1,1 0-1,-1 0 1,1 0-1,0 0 1,-1 0-1,1 0 1,0 0-1,0 0 1,0 0-1,0 0 1,0 0-1,0 0 1,0 0-1,0 0 1,0 0-1,0 0 1,1 0-1,-1 0 0,0 0 1,1 0-1,0-1 1,1-3 0,0 1 0,1-1 1,-1 0-1,1 1 0,0 0 0,7-8 0,4-3 26,1 2-1,0 0 0,1 1 1,0 0-1,1 1 0,0 1 0,1 1 1,0 0-1,0 1 0,36-9 1,143-14 226,33-7-34,-83-4-72,-2-6 0,-3-6 1,-2-7-1,215-127 0,-213 101-519,-8 7 136</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19.740"/>
    </inkml:context>
    <inkml:brush xml:id="br0">
      <inkml:brushProperty name="width" value="0.035" units="cm"/>
      <inkml:brushProperty name="height" value="0.035" units="cm"/>
    </inkml:brush>
  </inkml:definitions>
  <inkml:trace contextRef="#ctx0" brushRef="#br0">125 141 3913,'-77'-2'1408,"42"-6"-1192,22-13-112,61 4-24,12-23-8,49-13-48</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20.592"/>
    </inkml:context>
    <inkml:brush xml:id="br0">
      <inkml:brushProperty name="width" value="0.035" units="cm"/>
      <inkml:brushProperty name="height" value="0.035" units="cm"/>
    </inkml:brush>
  </inkml:definitions>
  <inkml:trace contextRef="#ctx0" brushRef="#br0">79 904 1424,'-1'0'41,"-1"0"-1,1 0 1,-1-1-1,1 1 0,0 0 1,-1 0-1,1-1 1,0 1-1,-1-1 1,1 1-1,0-1 0,-1 1 1,1-1-1,0 0 1,0 0-1,-2-1 1,6-7 298,14-6-159,24-12 86,1 3-1,88-38 0,-1 1 69,366-245 650,-220 126-803,-173 117-121,137-62-1,-179 104-41,-53 20-9,-6 2 8,-28 14 46,-227 111 681,248-123-728,-226 113 447,200-98-434,-224 137 75,186-108-95,-137 84 3,157-105 0,-276 157 282,305-170-238,1 0 0,0 2 1,1 0-1,-23 25 0,41-39-49,0 0 0,-1 0 0,1 0 0,0 1 0,0-1-1,0 0 1,0 0 0,0 1 0,1-1 0,-1 1 0,0-1 0,0 3-1,2-4-1,0 0-1,1 0 1,-1 0-1,0 0 1,0 0-1,0 0 1,1 0-1,-1-1 1,0 1-1,0 0 1,0-1-1,1 1 1,-1-1-1,0 1 1,0-1-1,2-1 1,266-121 208,-232 107-197,385-187 137,42-76-50,-295 183-90,-109 64-9,-50 26-4,1 0 0,0 1-1,22-7 1,-32 11 0,-1 1-1,1 0 1,0 0 0,0-1 0,-1 1 0,1 0-1,0 0 1,0 0 0,-1 0 0,1 0 0,0 0-1,0 0 1,-1 1 0,1-1 0,0 0-1,0 0 1,-1 0 0,1 1 0,0-1 0,-1 0-1,1 1 1,0-1 0,-1 1 0,1-1-1,0 1 1,0 1 0,-1-1-1,0 1 1,0-1 0,1 1-1,-1-1 1,0 1-1,0-1 1,0 0 0,-1 1-1,1-1 1,0 1-1,0-1 1,-1 1 0,1-1-1,-1 0 1,1 1-1,-1-1 1,-1 2 0,-5 11 27,-1-1 0,0-1 0,-1 1 1,-19 20-1,1-1 102,4-3 84,-1 0-1,-2-2 1,-39 34 0,-54 42 594,99-85-695,-1-1 5,16-14-93,1 0 1,0 1-1,0-1 1,0 1-1,0 0 1,0-1-1,1 2 1,-1-1-1,1 0 1,0 1-1,1-1 0,-1 1 1,1 0-1,-2 5 1,4-8-19,-1-1 0,1 0-1,-1 0 1,1 1 0,0-1 0,0 0 0,0 1 0,0-1-1,0 1 1,0-1 0,0 0 0,0 1 0,1-1-1,-1 0 1,0 0 0,1 1 0,-1-1 0,1 0 0,-1 0-1,1 1 1,0-1 0,0 0 0,-1 0 0,3 2 0,0-1 2,0 0 0,0-1 0,0 1-1,1 0 1,-1-1 0,0 0 0,1 0 0,-1 0 0,7 0 0,13 2 20,0-2-1,0-1 1,0 0-1,0-2 1,-1 0-1,1-2 1,28-8-1,2-2 61,86-35 0,48-37 54,57-38-192,43-28-543,35-5 282</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24.600"/>
    </inkml:context>
    <inkml:brush xml:id="br0">
      <inkml:brushProperty name="width" value="0.035" units="cm"/>
      <inkml:brushProperty name="height" value="0.035" units="cm"/>
    </inkml:brush>
  </inkml:definitions>
  <inkml:trace contextRef="#ctx0" brushRef="#br0">24 1702 432,'-13'5'272,"3"-1"511,17-13 92,24-19-537,1 3-1,2 0 1,0 2 0,64-31 0,8-6-220,-1-12-28,122-108 0,-179 140-67,-28 25-17,28-17 1,-20 14-20,-28 19 514,7-1-381,24-8-65,75-37 110,75-29 22,197-47 94,-374 120-276,3-2 6,0 1 1,0 0-1,1 1 0,-1-1 1,1 1-1,-1 1 1,10 0-1,-17 0-10,0 0 0,1 0-1,-1 0 1,0 0 0,0 0-1,0 0 1,1 0 0,-1 0-1,0 0 1,0 0 0,0 0-1,1 0 1,-1 0 0,0 0-1,0 0 1,0 0 0,1 1-1,-1-1 1,0 0-1,0 0 1,0 0 0,0 0-1,1 0 1,-1 1 0,0-1-1,0 0 1,0 0 0,0 0-1,0 1 1,0-1 0,0 0-1,0 0 1,0 0 0,1 1-1,-1-1 1,0 0 0,0 0-1,0 0 1,0 1 0,0-1-1,0 0 1,0 0 0,0 1-1,-1-1 1,1 0 0,0 0-1,0 0 1,0 1 0,0-1-1,0 0 1,0 0 0,0 0-1,0 1 1,0-1 0,-1 0-1,1 0 1,0 0 0,0 0-1,0 0 1,-1 1 0,-12 13 8,10-11-4,-35 36 13,-25 23-3,-137 104 1,62-53-18,-44 40-20,138-113 13,30-29 5,1 1 0,0 1 0,1 0 0,0 0 0,1 2 0,1-1 0,-11 19 0,21-31 3,-1-1 0,0 1 0,0 0 0,1 0 1,-1-1-1,1 1 0,-1 0 0,1 0 0,0 0 0,0 4 0,0-6 1,0 1 0,0 0 0,0-1-1,0 1 1,1 0 0,-1-1 0,0 1 0,1-1-1,-1 1 1,0 0 0,1-1 0,-1 1 0,0-1-1,1 1 1,-1-1 0,1 1 0,-1-1 0,1 0-1,0 1 1,-1-1 0,1 1 0,0-1 0,3 1 0,0 0 0,-1 0 0,1-1 1,0 0-1,0 1 0,0-1 1,0-1-1,0 1 0,-1-1 1,1 1-1,5-3 0,162-44 46,185-77 28,-329 114-70,49-23 16,118-70 1,-84 41-15,91-54-5,-38 21 2,-146 86 1,-1 0 1,1-1-1,-2-1 0,1 0 1,-2-1-1,23-24 1,-33 32-1,-1 0 0,0 0 0,0 0 0,-1-1 0,1 1 1,-1-1-1,0 0 0,3-9 0,-5 12-1,1 1-1,-1-1 1,0 1-1,0-1 1,0 1-1,1-1 1,-2 1-1,1-1 1,0 1 0,0-1-1,0 1 1,-1 0-1,1-1 1,-1 1-1,1-1 1,-1 1-1,0 0 1,1-1-1,-1 1 1,0 0-1,0 0 1,0-1-1,0 1 1,0 0 0,0 0-1,0 0 1,0 0-1,-1 0 1,1 1-1,0-1 1,-2-1-1,1 2 1,1-1-1,-1 0 1,0 1-1,0-1 1,0 1-1,0-1 0,0 1 1,0 0-1,0 0 1,0 0-1,0 0 1,0 0-1,0 0 1,0 0-1,1 1 0,-1-1 1,0 1-1,-3 1 1,-9 2 5,-50 10 5,-117 41-1,157-45-14,0 0 0,0 2-1,1 1 1,1 1 0,0 1-1,0 1 1,-31 31 0,10-4-6,-125 134-14,57-61 6,107-112 15,1 0-1,-1 1 1,0-1-1,1 1 1,0 0-1,0 0 1,-3 9-1,5-13 2,1 0 0,-1 1-1,1-1 1,-1 0 0,1 1-1,0-1 1,0 1 0,-1-1-1,1 1 1,0-1 0,0 1-1,1-1 1,-1 0 0,0 1 0,0-1-1,1 1 1,-1-1 0,1 1-1,-1-1 1,1 0 0,-1 0-1,1 1 1,0-1 0,0 0-1,0 0 1,0 0 0,0 1 0,0-1-1,0 0 1,0-1 0,0 1-1,0 0 1,2 1 0,2 0 2,1 0 0,0 0 0,-1 0 0,1-1 0,0 1 0,0-2 0,0 1 1,-1 0-1,1-1 0,0 0 0,0-1 0,0 0 0,0 1 0,9-4 0,12-3 13,47-20 0,-67 24-14,45-17 11,124-57 15,-81 30-26,39-23-2,5-21-16,12-6-19,-73 47 18,31-17-1,-89 56 16,1 1-1,0 0 1,32-8-1,-50 17 3,27-5-16,-30 6 16,0 0 0,1 0 1,-1 0-1,0 0 0,1-1 1,-1 1-1,1 0 0,-1 0 1,0 0-1,1 0 1,-1 0-1,1 0 0,-1 0 1,0 1-1,1-1 0,-1 0 1,0 0-1,1 0 0,-1 0 1,1 0-1,-1 1 0,0-1 1,1 0-1,-1 0 0,0 0 1,0 1-1,1-1 0,-1 0 1,0 1-1,0-1 1,1 0-1,-1 0 0,0 1 1,0-1-1,0 1 0,1-1 1,-1 0-1,0 1 0,0-1 1,0 0-1,0 1 0,0-1 1,0 1-1,0-1 0,0 0 1,0 1-1,0-1 0,0 1 1,0-1-1,0 0 1,0 1-1,0-1 0,0 0 1,0 1-1,-1 0 0,-2 6-1,-1 0-1,0 1 0,0-1 1,-1-1-1,-9 11 1,-2 4 1,-90 127 1,29-47 0,-73 88 3,95-134 9,-74 57 1,-70 38-1,-54 44-14,124-78-11,44-38 6,-131 92 1,193-155 25,-40 17 0,49-26-5,6-3 13,8-5-10,13-10 8,-12 11-23,16-14 15,8-7 2,27-31 1,-47 48-19,160-181 46,-121 141-30,97-75 1,313-178 11,80-35-34,-422 258 3,132-77-6,-237 148 7,1 0-1,-1 0 1,1 0-1,0 1 1,0 0 0,0 1-1,0 0 1,1 0-1,11-1 1,-19 3 1,-1 0 0,0 0 0,1 0 0,-1 0 0,0 0 0,1 0 0,-1 0-1,0 0 1,0 0 0,1 0 0,-1 0 0,0 0 0,1 1 0,-1-1 0,0 0 0,1 0 0,-1 0 0,0 0 0,0 0 0,1 1 0,-1-1 0,0 0 0,0 0 0,1 0 0,-1 1 0,0-1 0,0 0 0,0 0 0,0 1 0,1-1 0,-1 0 0,0 0 0,0 1 0,0-1 0,0 0 0,0 1 0,0-1 0,0 0 0,0 1 0,1-1 0,-1 0 0,0 1 0,0-1 0,-1 0-1,1 0 1,0 1 0,0-1 0,0 0 0,0 1 0,0-1 0,0 0 0,0 1 0,-1-1 0,-10 15 0,-36 35 8,-1-3 0,-82 61 0,73-70 5,-43 30 13,46-27-14,17-14-11,1 2 1,1 1-1,-42 46 0,75-73 0,-1 0 0,0 0-1,1 0 1,0 0-1,-1 0 1,1 1-1,1-1 1,-1 1 0,0-1-1,1 1 1,0 0-1,0 0 1,0-1 0,0 1-1,0 5 1,1-8-1,0-1 1,0 1-1,0-1 1,0 0-1,0 1 1,0-1-1,0 1 1,0-1-1,0 0 1,1 1-1,-1-1 1,0 1-1,0-1 1,0 0-1,1 1 1,-1-1-1,0 0 1,0 1-1,1-1 1,-1 0-1,0 1 1,1-1-1,-1 0 1,0 0-1,1 1 1,-1-1-1,0 0 1,1 0-1,-1 0 1,0 1-1,1-1 1,-1 0-1,1 0 1,0 0-1,6 0 8,1 1 0,0-2 0,0 1-1,0-1 1,-1-1 0,1 1 0,0-1 0,9-4 0,65-20 42,78-24 58,171-78 0,-182 55-98,213-142 0,-331 193-6,-1-1 0,-1-2-1,-2 0 1,0-2 0,-2-1-1,22-32 1,-24 22 23,-15 17-1,-8 20-25,0 1 0,0 0 0,1-1 0,-1 1 0,0 0 0,0-1 0,0 1 0,0-1 0,0 1 0,0 0 0,0-1 0,0 1 0,0 0 0,0-1 0,0 1 0,-1-1 0,1 1 0,0 0 0,0-1 0,0 1 0,0 0 0,-1-1 0,1 1 0,0 0 0,0-1 0,-1 1 0,1 0 0,0 0 0,0-1 0,-1 1 0,1 0 0,-1-1 0,-17 2 13,-32 12-15,1 1 1,-93 41-1,110-39-4,0 2 1,1 1-1,1 1 0,1 1 0,-31 30 0,25-17-13,-59 72 0,80-87 12,1 1 0,0 0 0,2 0 0,0 1 0,2 1 1,-8 24-1,16-45 5,0 0 1,1 0-1,-1 0 1,1 1-1,0-1 1,-1 0-1,1 0 0,0 1 1,0-1-1,0 0 1,0 1-1,0-1 1,0 0-1,0 0 1,0 1-1,1-1 1,-1 0-1,0 0 1,1 1-1,-1-1 0,1 0 1,-1 0-1,1 0 1,1 2-1,0-2 1,0 1 0,1-1 0,-1 0 0,1-1-1,0 1 1,-1 0 0,1-1 0,-1 1 0,1-1 0,0 0-1,-1 0 1,1 0 0,3 0 0,31 0 12,0-2 0,0-2 1,59-12-1,9-13 32,183-76 1,82-80-2,-354 176-43,445-226 11,-441 227-9,-14 6 0,1-1 0,-1 1 0,0-1 0,0-1 0,11-7 0,-17 11-1,0 0-1,0 0 0,0 0 0,0 0 0,0 0 0,0 0 1,1 0-1,-1 0 0,0 0 0,0 0 0,0 0 0,0 0 0,0 0 1,0 0-1,0 0 0,0 0 0,0 0 0,0-1 0,0 1 1,0 0-1,0 0 0,0 0 0,0 0 0,0 0 0,0 0 0,0 0 1,1 0-1,-1 0 0,0 0 0,0 0 0,0-1 0,0 1 0,0 0 1,0 0-1,0 0 0,0 0 0,0 0 0,-1 0 0,1 0 1,0 0-1,0 0 0,0 0 0,0 0 0,0-1 0,0 1 0,0 0 1,0 0-1,0 0 0,0 0 0,0 0 0,0 0 0,0 0 0,0 0 1,0 0-1,0 0 0,0 0 0,0 0 0,-1 0 0,1 0 1,0 0-1,0 0 0,0 0 0,0 0 0,0 0 0,0 0 0,0 0 1,0 0-1,0 0 0,-12-1 4,-18 6-2,-243 81 5,236-70-11,0 0 0,2 3 0,0 0 0,-42 33 0,-117 107-35,16-10 10,152-130 22,0 0-9,-33 31 1,44-31 8,15-19 7,-1 1 0,1-1 0,0 0 0,0 1 0,0-1 0,0 0 0,0 1 0,0-1 0,0 0 0,0 1 0,0-1-1,0 1 1,0-1 0,0 0 0,0 1 0,0-1 0,0 0 0,0 1 0,0-1 0,0 1 0,0-1 0,0 0 0,1 1 0,-1-1-1,0 0 1,0 0 0,1 1 0,-1-1 0,0 0 0,0 1 0,1-1 0,2 1 1,1 0 0,-1 0 0,1 0-1,0-1 1,-1 1 0,1-1 0,-1 0 0,1 0 0,0-1-1,-1 1 1,7-2 0,28-6 15,-2-2 0,1-1 1,54-26-1,-53 21-4,24-10 16,69-40 1,135-92 20,17-10-10,-276 164-38,4-1 0,-1-1 0,0 0 0,0-1 0,0 0 0,12-13 1,-22 20-2,0 0 0,0-1 0,1 1 0,-1 0 0,0 0 0,0 0 0,0 0 0,0 0 0,0 0 0,0 0 0,1 0 0,-1-1 0,0 1 0,0 0 0,0 0 0,0 0 0,0 0 0,0 0 0,0 0 0,0-1 0,0 1 0,0 0 0,0 0 0,0 0 0,0 0 0,0-1 0,0 1 0,0 0 0,0 0 0,0 0 0,0 0 0,0-1 0,0 1 0,0 0 0,0 0 0,0 0 0,0 0 0,0 0 0,0-1 0,0 1 0,0 0 0,0 0 0,0 0 0,-1 0 0,1 0 0,0 0 0,0-1 0,-11 1 0,-17 6-3,-16 10-6,1 2 0,1 2 1,1 1-1,-44 32 0,60-36 3,2 1 0,0 1 0,0 1 0,2 1 0,1 1 0,0 1 0,-24 38 0,39-55 5,1 2 0,0-1 0,0 0 0,1 1 1,0-1-1,0 1 0,0 0 0,1 0 0,0 1 0,0 11 0,2-18 2,0 0 0,0 0 0,0 0 0,0 0-1,0 0 1,1 0 0,-1 0 0,1 0-1,0 0 1,-1 0 0,1 0 0,0 0-1,0-1 1,0 1 0,0 0 0,0-1-1,1 1 1,-1 0 0,0-1 0,1 0-1,-1 1 1,1-1 0,0 0 0,-1 0-1,1 0 1,0 0 0,0 0 0,0 0-1,-1-1 1,1 1 0,0 0 0,0-1-1,4 1 1,2 0 5,1 0 0,0-1-1,-1 0 1,1 0 0,0-1-1,15-3 1,17-6 19,-1-2 0,-1-2 1,71-35-1,-45 14 27,80-58 0,-10-13 4,10-6-32,13 10-23,-75 51-17,122-99 1,-135 82 1,96-117 0,-14 13 0,-119 139 6,2 1 0,68-49 0,-76 64-13,-25 17 2,-15 6-2,-12 8 5,1 0 0,1 1 0,-36 32 0,-58 66 15,106-102 1,-171 199 3,119-131-1,-108 103 1,80-102-2,30-28 3,-63 71 0,112-111 0,1 1-1,1 0 1,0 1 0,1 0 0,1 1 0,0 0 0,1 0-1,0 1 1,1 0 0,1 0 0,1 0 0,0 0-1,-2 26 1,6-41-3,0-1-1,0 1 1,0-1-1,-1 0 0,1 1 1,0-1-1,0 1 1,0-1-1,0 1 1,0-1-1,0 1 1,0-1-1,0 1 0,0-1 1,1 1-1,-1-1 1,0 0-1,0 1 1,0-1-1,0 1 0,1-1 1,-1 1-1,0-1 1,0 0-1,1 1 1,-1-1-1,0 0 1,1 1-1,-1-1 0,0 0 1,1 1-1,-1-1 1,1 0-1,-1 0 1,0 1-1,1-1 1,-1 0-1,1 0 0,-1 0 1,1 0-1,-1 0 1,1 1-1,-1-1 1,1 0-1,-1 0 1,0 0-1,1 0 0,0-1 1,22-10 15,-18 8-14,328-201 48,-39 42-31,-260 145-16,-20 11-1,-1-1 1,0 0-1,-1 0 0,0-2 0,0 1 0,-1-2 0,19-18 1,-25 22-10,-5 6 6,0 0 0,0 0 0,0 0 0,0 0 0,-1 0 0,1 0 0,0 0 0,0 0 0,0 0 0,0 0 1,0 0-1,0 0 0,0 0 0,0 0 0,0 0 0,-1 0 0,1 0 0,0 0 0,0-1 0,0 1 0,0 0 0,0 0 1,0 0-1,0 0 0,0 0 0,0 0 0,0 0 0,0 0 0,0 0 0,0-1 0,0 1 0,0 0 0,0 0 1,0 0-1,0 0 0,0 0 0,0 0 0,0 0 0,0 0 0,0-1 0,0 1 0,0 0 0,0 0 0,0 0 0,0 0 1,0 0-1,0 0 0,-3 0-3,2 0 3,0 0 0,0 1 0,0-1 0,0 1 0,0-1 1,1 1-1,-1-1 0,0 1 0,0 0 0,1-1 0,-1 1 0,0 0 0,1 0 1,-1-1-1,0 2 0,-4 4-1,-150 150 1,29-5 8,64-73-5,51-65-1,5-6 1,0 0 0,0 0 1,1 1-1,0 0 0,0 0 0,-5 13 0,10-20-1,-1 0 0,1 0-1,-1-1 1,1 1 0,0 0 0,0 0 0,-1 0 0,1 0 0,0-1 0,0 1-1,0 0 1,0 0 0,0 0 0,0 0 0,0 0 0,0 0 0,0-1-1,1 1 1,-1 0 0,0 0 0,1 0 0,-1 0 0,0-1 0,1 1-1,0 1 1,0-1 1,0-1-1,0 1 0,0-1 0,0 0 1,0 1-1,0-1 0,0 0 1,0 0-1,0 1 0,0-1 0,0 0 1,1 0-1,-1 0 0,0-1 0,0 1 1,0 0-1,1-1 0,7-1 7,-1-1 0,1 0 0,-1 0 0,9-6 0,194-125 90,-43 24-62,-129 87-35,1 2-1,62-23 1,-83 37-3,-5 1-3,1 1 0,-1 1 1,1 0-1,0 0 0,30-2 1,-45 6 3,0 1 1,0-1 0,0 0 0,0 0-1,0 0 1,0 0 0,0 0-1,0 0 1,-1 0 0,1 0 0,0 0-1,0 1 1,0-1 0,0 0 0,0 0-1,0 0 1,0 0 0,0 0 0,0 0-1,0 0 1,0 0 0,0 1 0,0-1-1,0 0 1,0 0 0,0 0-1,0 0 1,0 0 0,0 0 0,0 1-1,0-1 1,0 0 0,0 0 0,0 0-1,0 0 1,0 0 0,0 0 0,1 0-1,-1 0 1,0 0 0,0 1-1,0-1 1,0 0 0,0 0 0,0 0-1,0 0 1,0 0 0,0 0 0,1 0-1,-1 0 1,0 0 0,0 0 0,0 0-1,0 0 1,0 0 0,0 0-1,0 0 1,1 0 0,-1 0 0,0 0-1,0 0 1,0 0 0,0 0 0,0 0-1,0 0 1,0 0 0,1 0 0,-1 0-1,-13 11-6,-24 11 1,3-5 1,-18 10-5,-55 37 0,94-55 8,-1 1 1,2 0-1,-1 1 0,1 1 0,1 0 1,0 0-1,1 1 0,-16 26 1,25-38 1,1 0 1,-1 0-1,0 0 0,1 0 1,-1 0-1,1 0 1,-1 1-1,1-1 1,0 0-1,-1 0 1,1 0-1,0 1 1,0-1-1,0 0 1,0 0-1,0 1 0,0-1 1,0 0-1,0 0 1,1 2-1,0-2 1,-1-1 0,1 1-1,-1-1 1,1 1 0,0-1 0,-1 0-1,1 1 1,0-1 0,0 1 0,-1-1-1,1 0 1,0 0 0,0 0 0,-1 1-1,1-1 1,0 0 0,0 0 0,0 0-1,-1 0 1,1 0 0,0 0 0,1-1-1,8-1 9,1-1 0,-1 0 1,15-6-1,-20 7-6,47-20 29,96-34 28,-89 37-43,14-5-29,89-18 1,-153 42-33,-9 5 19,-14 12 2,2-3 4,10-12 18,1 0-1,0 0 1,0 0 0,0 0-1,1 0 1,-1 1 0,1-1-1,-1 0 1,0 5 0,1-6 1,0-1 1,0 1-1,1 0 1,-1-1-1,0 1 1,0-1-1,0 1 1,0 0-1,1-1 1,-1 1-1,0 0 1,0-1-1,1 1 0,-1-1 1,1 1-1,-1-1 1,0 1-1,1-1 1,-1 1-1,1-1 1,-1 1-1,1-1 1,0 0-1,-1 1 1,1-1-1,-1 0 1,1 1-1,0-1 1,-1 0-1,1 0 1,-1 0-1,1 0 1,0 1-1,-1-1 1,1 0-1,0 0 1,-1 0-1,1 0 1,0 0-1,-1-1 0,1 1 1,0 0-1,1 0 1,13-4 10,1 0 0,-1-1 1,0-1-1,0 0 0,16-9 1,-2 1 5,457-183 55,-474 193-75,-6 1 0,-1 1 0,1 0 0,0 1 0,0-1 0,-1 1 0,1 1 0,0-1 0,10 1 0,-14 1-5,-8 3 0,-26 14-17,-61 25 1,-7 2 3,-21 26 19,109-63 7,2 0-1,-1 1 1,1 0 0,0 0 0,1 1-1,0 1 1,0-1 0,-7 14-1,15-22-1,0-1-1,0 1 1,0-1-1,0 1 1,0 0-1,1-1 1,-1 1 0,1 0-1,-1 0 1,1 0-1,0-1 1,0 1-1,0 0 1,0 0-1,0 0 1,0-1-1,0 4 1,1-4-1,0 0 1,-1 0-1,1 0 1,-1 0-1,1-1 1,0 1-1,0 0 1,-1 0-1,1 0 1,0-1-1,0 1 1,0 0-1,0-1 1,0 1-1,0-1 1,0 1-1,0-1 1,0 0-1,0 1 1,0-1-1,1 0 1,5 1 7,0-1 1,-1 1 0,1-1-1,-1-1 1,1 0-1,0 1 1,-1-2 0,8-1-1,101-40 92,-87 30-87,1 2 0,0 1 0,1 1-1,51-8 1,-77 17-14,1-1-2,0 1 0,-1 0 0,1 0 0,0 0 0,0 0 0,7 2 0,-11-2 0,0 1 0,0-1-1,0 1 1,1-1 0,-1 1-1,0 0 1,0-1 0,0 1-1,0 0 1,0 0 0,0-1-1,-1 1 1,1 0 0,0 0 0,0 0-1,-1 0 1,1 1 0,0-1-1,-1 0 1,1 0 0,-1 0-1,1 0 1,-1 1 0,0-1-1,0 0 1,1 0 0,-1 0 0,0 1-1,0-1 1,0 0 0,-1 3-1,-1 13-10,-1 1 1,-1 0-1,-1-1 0,0 0 0,-2 0 0,0 0 0,-12 21 0,10-19 6,-10 18 2,-2-1 0,-1-2-1,-2 0 1,-1-1 0,-2-2 0,-37 35 0,-200 155 411,259-217-392,-166 126 545,-100 79 318,199-150-655,-3-4 0,-2-3 0,-89 44 0,103-71-10,60-24-192,0 1 0,-1-1 0,1-1 0,-1 1 0,1-1 0,-1 1 0,1-1 0,-1 0 0,1 0 0,-1 0 0,1-1 0,-1 1 0,-4-2 0,7 1-11,0 0-1,0 0 1,0 0 0,0 0-1,0 0 1,0 0 0,0 0-1,0 0 1,0 0 0,1-1-1,-1 1 1,0 0 0,1-1-1,-1 1 1,1 0 0,-1-1-1,1 1 1,0 0 0,0-1-1,0 1 1,0-1 0,0 1-1,0-3 1,0-2 15,0-1-1,1 0 1,0 1-1,4-12 1,4-11-5,2 1 0,1 0 0,1 1 0,1 0 0,27-38 0,-14 30-10,1 1-1,2 1 1,41-36-1,6 7-3,2 3-1,156-86 0,388-173-235,-596 304 190,768-325-2243,-527 255 1742,-267 84 539</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25.131"/>
    </inkml:context>
    <inkml:brush xml:id="br0">
      <inkml:brushProperty name="width" value="0.035" units="cm"/>
      <inkml:brushProperty name="height" value="0.035" units="cm"/>
    </inkml:brush>
  </inkml:definitions>
  <inkml:trace contextRef="#ctx0" brushRef="#br0">6 84 3377,'-6'-3'1152,"18"16"-1096,16 4 64,33 6 104,11-2 96,29-17 184,13-12 8,51-19-96,36 6-63,27-22-137,23 10 16,3 7-152</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25.511"/>
    </inkml:context>
    <inkml:brush xml:id="br0">
      <inkml:brushProperty name="width" value="0.035" units="cm"/>
      <inkml:brushProperty name="height" value="0.035" units="cm"/>
    </inkml:brush>
  </inkml:definitions>
  <inkml:trace contextRef="#ctx0" brushRef="#br0">613 35 6089,'-373'-34'1985,"252"37"-2225,56 18 360,23 12-48,31-9-312,38 3 192</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28.630"/>
    </inkml:context>
    <inkml:brush xml:id="br0">
      <inkml:brushProperty name="width" value="0.035" units="cm"/>
      <inkml:brushProperty name="height" value="0.035" units="cm"/>
    </inkml:brush>
  </inkml:definitions>
  <inkml:trace contextRef="#ctx0" brushRef="#br0">666 542 1304,'-9'16'144,"-1"0"0,0 0-1,-17 18 1,27-33-132,-1 0-1,0-1 1,1 1-1,-1 0 1,0-1-1,1 1 1,-1 0-1,0-1 1,0 1-1,0-1 1,1 1-1,-1-1 0,0 0 1,0 1-1,0-1 1,0 0-1,0 0 1,0 1-1,0-1 1,0 0-1,0 0 1,0 0-1,0 0 1,1 0-1,-1 0 1,0-1-1,0 1 1,0 0-1,0 0 1,0-1-1,0 1 1,0 0-1,0-1 1,1 1-1,-1-1 1,0 1-1,0-1 1,0 1-1,1-1 1,-1 0-1,0 1 1,1-1-1,-1 0 1,0-1-1,0 0 17,0 0 0,0 0 0,0 0 0,0 0 0,1 0 0,-1 0-1,1 0 1,0 0 0,-1 0 0,1-1 0,0 1 0,0 0 0,0 0 0,1 0-1,-1 0 1,0 0 0,1 0 0,1-4 0,4-5 34,0 1 1,1 1 0,0-1-1,1 1 1,-1 0-1,2 1 1,0-1-1,16-11 1,88-52 219,-96 62-244,74-39 179,187-71-1,-66 52-118,47-19 147,-242 78-186,-17 9-58,0 0 0,0 0 1,0 0-1,0 0 0,0 0 0,0 0 0,0 0 0,0 0 0,0 0 0,0 0 1,1 0-1,-1 0 0,0 0 0,0 0 0,0-1 0,0 1 0,0 0 1,0 0-1,0 0 0,0 0 0,0 0 0,0 0 0,0 0 0,0 0 0,0 0 1,0-1-1,0 1 0,0 0 0,0 0 0,0 0 0,0 0 0,0 0 1,0 0-1,0 0 0,0 0 0,0 0 0,0-1 0,0 1 0,0 0 0,0 0 1,0 0-1,0 0 0,0 0 0,0 0 0,0 0 0,0 0 0,0 0 1,0 0-1,-1 0 0,1-1 0,0 1 0,0 0 0,0 0 0,0 0 0,0 0 1,0 0-1,0 0 0,0 0 0,0 0 0,0 0 0,-1 0 0,1 0 1,0 0-1,0 0 0,0 0 0,-5 0 16,1 0 0,-1 0 1,1 0-1,-1 1 0,-8 2 0,-289 94 568,249-78-405,-40 16 313,-92 48 1,141-60-358,1 2-1,2 2 1,0 2 0,-39 37-1,31-16 20,47-49-144,1 1-1,0-1 1,-1 1 0,1-1-1,0 1 1,0 0 0,0-1-1,0 1 1,0 0 0,1 0-1,-2 2 1,2-4-8,0 1 1,1-1-1,-1 0 1,0 0-1,0 1 1,0-1-1,0 0 1,0 0-1,0 1 0,1-1 1,-1 0-1,0 0 1,0 1-1,0-1 1,1 0-1,-1 0 1,0 0-1,0 0 1,1 1-1,-1-1 0,0 0 1,0 0-1,1 0 1,-1 0-1,0 0 1,1 0-1,-1 0 1,0 0-1,0 0 1,1 0-1,-1 0 0,0 0 1,1 0-1,-1 0 1,0 0-1,0 0 1,1 0-1,-1 0 1,0 0-1,1 0 1,6-2 25,0 0 1,1 0-1,-1-1 1,6-3-1,522-231 434,-498 220-442,1 1 0,0 3 0,1 1 0,61-11 0,-94 22-18,1 0-3,0 0 0,0 0 0,0 0 1,13 2-1,-19-1-1,1 0 0,-1 0 1,0 1-1,1-1 0,-1 0 0,0 1 0,1-1 0,-1 1 1,0-1-1,0 1 0,0 0 0,1-1 0,-1 1 0,0 0 1,0 0-1,0 0 0,0 0 0,0 0 0,0 0 0,0 0 0,-1 0 1,1 1-1,0-1 0,-1 0 0,1 0 0,-1 1 0,1-1 1,-1 0-1,1 1 0,-1-1 0,0 0 0,0 2 0,0 6-2,-1 1-1,0-1 0,-1 0 1,0 0-1,0 0 0,-1 0 0,0-1 1,-1 1-1,-8 13 0,-22 47-8,-4-2 1,-3-1-1,-2-3 0,-3-1 0,-59 60 0,33-54 8,-100 73 0,122-101 8,-149 113 55,-87 71 316,233-182-38,-112 68 1,143-97-209,0-1 1,-32 11 0,46-20-89,0 0 0,-1-1-1,1 0 1,-1-1 0,0 0 0,1 0 0,-1-1 0,0 0-1,-16-3 1,23 3-30,-1 0 0,1-1-1,0 1 1,0-1 0,0 0 0,0 0-1,0 0 1,0 0 0,0 0 0,0 0-1,0 0 1,0-1 0,0 1 0,1-1-1,-1 1 1,0-1 0,1 0-1,0 0 1,-1 0 0,1 1 0,0-1-1,0 0 1,0-1 0,0 1 0,0 0-1,1 0 1,-1-3 0,0 0 2,0-1 0,1 0 1,0 0-1,0 0 0,0 1 1,1-1-1,0 0 0,0 0 0,4-9 1,0 1-7,1-1 1,1 1-1,0 1 1,1-1 0,0 1-1,1 1 1,17-20 0,88-75-7,-97 92 1,77-61 9,110-68-1,116-52-1,-16 29-9,-83 47 2,137-81 4,-334 188-14,1 1 0,0 1 0,0 1 0,40-10 0,-59 18 1,1-1 0,0 0 0,-1 0 0,0 0 0,1-1 0,6-5 0,20-11-17,-7 7 7,2 2 0,48-14 0,60-7-1,-111 27 17,0-2 9,1 2-1,0 0 1,0 2 0,0 1-1,44 2 1,-68 0-6,0 1 0,0-1 0,0 0 0,0 0-1,0 1 1,-1 0 0,1-1 0,0 1 0,0 0 0,-1 0 0,4 1 0,-5-1-1,0-1 0,0 0 0,1 1 0,-1-1 0,0 0 0,0 0 0,0 1 0,0-1 0,0 0 0,0 1 0,0-1 0,1 0 0,-1 1 0,0-1 0,0 1 0,0-1-1,0 0 1,-1 1 0,1-1 0,0 0 0,0 1 0,0-1 0,0 0 0,0 1 0,0-1 0,0 0 0,-1 0 0,1 1 0,0-1 0,0 0 0,0 1 0,-1-1 0,1 0 0,0 0 0,-1 1 0,-4 3 7,0 0-1,0-1 1,0 0 0,-1 0-1,-6 3 1,-70 33 0,2 4 1,3 3-1,-110 85 0,172-119-10,1 0-1,0 1 1,1 0-1,1 1 1,0 1-1,0 0 1,2 1-1,-10 17 1,19-31 2,0 0-1,0 0 1,0 0 0,0 0 0,0 0 0,1 0 0,-1 1 0,1-1 0,-1 0 0,1 0 0,0 1 0,0-1 0,0 0-1,0 5 1,1-6 1,0 0-1,0 0 0,0 0 1,-1 0-1,1 0 0,0 0 1,0 0-1,0 0 0,0 0 1,1 0-1,-1 0 0,0-1 1,0 1-1,0-1 0,1 1 1,-1-1-1,0 1 0,1-1 1,-1 0-1,0 1 0,1-1 1,-1 0-1,1 0 0,-1 0 1,0 0-1,1 0 0,1-1 1,10 0 4,0 0 0,0-1 0,-1 0 0,25-9 0,51-22 16,-84 31-21,239-112 34,-57 39-27,-75 32 0,124-66 0,-109 46-1,38-24 15,-118 56-5,-43 28-13,-1 0 1,1 0-1,0 0 0,-1 0 1,1 0-1,-1-1 1,0 1-1,0-1 0,0 1 1,2-7-1,-4 9-2,0 0-1,0 0 1,1 0-1,-1 0 1,0 1-1,0-1 1,0 0 0,0 0-1,0 0 1,0 0-1,0 0 1,0 0-1,0 0 1,0 1 0,-1-1-1,1 0 1,0 0-1,-1 0 1,1 0-1,0 1 1,-1-1 0,1 0-1,-1 0 1,1 1-1,-1-1 1,0 0-1,1 1 1,-1-1 0,0 1-1,1-1 1,-1 1-1,0-1 1,0 1 0,1-1-1,-1 1 1,0 0-1,0-1 1,0 1-1,0 0 1,1 0 0,-1-1-1,0 1 1,0 0-1,0 0 1,-1 0-1,-6 0-3,0 0 0,1 0-1,-1 0 1,-8 2-1,-9 3-1,0 1 0,0 0-1,-24 11 1,-73 36 2,26-11 3,-99 48-9,169-75 4,0 1 0,1 1 0,1 1 1,-44 43-1,61-54 1,1 1 0,0-1-1,-10 17 1,15-22 3,-1 0 0,1 0 0,0 0 0,0 0 0,1 0 0,-1 1 1,0-1-1,1 0 0,-1 0 0,1 1 0,0-1 0,0 0 0,0 1 0,0-1 0,0 0 0,0 1 0,1-1 0,-1 0 0,1 0 0,0 1 0,-1-1 0,3 4 0,1-2 1,-1 0 0,1 0-1,-1-1 1,1 1 0,0-1 0,1 0-1,-1 0 1,0-1 0,1 1 0,0-1-1,-1 0 1,1 0 0,0 0-1,0-1 1,0 0 0,8 2 0,3-1 4,0 0 0,0-1 0,0-1 0,20-2 0,-8-2 3,-1-1-1,0-2 1,0-1-1,-1 0 1,0-2-1,35-19 1,141-93 35,-186 111-42,5-2 0,121-74-8,-83 55 12,-33 17 0,0 1 0,1 1-1,1 1 1,32-9 0,-67 15 28,0 0-35,-1 1 1,0 0-1,0 0 0,0 1 1,-1 0-1,1 1 0,-1 0 1,0 0-1,0 0 0,-16-1 1,21 4 1,0 0-1,0 0 1,0 0 0,0 1 0,0 0 0,1 0 0,-1 0-1,0 0 1,0 0 0,1 1 0,-6 2 0,-2 1-3,-8 4-1,1 1 0,1 1 0,-1 0 0,2 2 0,-27 24 0,41-35 4,0 0 1,0 0 0,0 0 0,0 1 0,1-1 0,-1 1-1,1-1 1,-2 4 0,-12 19 2,-48 38 8,-15 15 2,77-77-11,0 1 0,0-1-1,0 0 1,0 0 0,1 0-1,-1 1 1,0-1 0,0 0-1,1 1 1,-1-1 0,1 0 0,-1 1-1,1-1 1,0 1 0,0-1-1,-1 1 1,1-1 0,0 1-1,0-1 1,1 3 0,-1-3-1,0-1 1,1 1-1,-1 0 1,1-1-1,0 1 0,-1-1 1,1 1-1,-1 0 1,1-1-1,0 1 1,-1-1-1,1 0 1,0 1-1,0-1 1,-1 0-1,1 1 1,0-1-1,0 0 1,0 0-1,-1 0 0,1 1 1,0-1-1,0 0 1,0 0-1,0 0 1,-1 0-1,1-1 1,0 1-1,0 0 1,0 0-1,-1 0 1,1-1-1,0 1 1,1-1-1,169-35 1,-111 26-1,-28 2 3,52-20 0,-14 5 1,164-55 11,-58 18-22,-169 58 6,-5 2 1,0-1 0,0 1 0,-1-1 0,1 1 0,0-1 0,0 0 0,-1 0 0,1 1 0,0-1 0,-1-1 0,1 1 0,-1 0 0,1 0 0,-1 0 0,0-1-1,1 1 1,-1-1 0,0 1 0,0-1 0,0 0 0,0 1 0,1-3 0,0-1-3,1 0 0,0 1-1,0-1 1,6-6 0,8-12-13,-17 23 16,0 0-1,0 0 1,0 0-1,0 0 1,0 0-1,1-1 1,-1 1 0,0 0-1,0 0 1,0 0-1,0 0 1,0-1-1,0 1 1,0 0-1,0 0 1,0 0-1,1-1 1,-1 1-1,0 0 1,0 0-1,0 0 1,0-1-1,0 1 1,0 0-1,0 0 1,0 0-1,-1 0 1,1-1 0,0 1-1,0 0 1,0 0-1,0 0 1,0-1-1,0 1 1,0 0-1,0 0 1,0 0-1,0 0 1,-1-1-1,1 1 1,0 0-1,0 0 1,0 0-1,-15 0-30,12 0 27,0 0 4,0 0-1,0 1 1,0 0-1,0-1 1,0 1-1,0 0 1,1 1-1,-1-1 1,0 0-1,1 1 1,-1-1-1,-2 3 1,-44 38-2,22-17 2,-32 21 0,-1-3 0,-72 66 0,113-90 0,0 0 1,1 1-1,2 0 0,0 2 0,1 0 0,1 0 0,-14 31 1,26-46 0,-1 0 0,1 0 1,0 0-1,1 0 0,-1 0 1,1 13-1,0-18 0,1 0 0,0-1 0,0 1 0,0-1-1,0 1 1,1 0 0,-1-1 0,0 1 0,1-1 0,-1 1-1,1 0 1,-1-1 0,1 0 0,0 1 0,0-1 0,0 1-1,0-1 1,0 0 0,0 1 0,0-1 0,0 0 0,0 0-1,0 0 1,1 0 0,-1 0 0,0 0 0,1 0-1,-1-1 1,1 1 0,-1 0 0,1-1 0,-1 1 0,1-1-1,2 1 1,5-2 3,0 1 0,0-2 0,0 1 0,1-1 0,-2-1 0,1 1 0,12-7 0,11-5 5,-1-2 1,47-32-1,-42 25-5,110-83 6,-92 65-7,66-40 0,-29 31-3,187-75 0,-248 115-6,-1 1-10,-25 7 7,-13 2 2,-10 4 2,1 1 1,0 1-1,0 1 1,0 0-1,1 1 1,0 1-1,1 0 1,0 1-1,0 1 1,-20 19-1,-1 4-2,1 2 0,-55 71 0,89-104 7,-40 51-5,-58 97-1,97-146 7,0 0-1,1 0 1,0 0-1,0 0 1,0 1-1,1-1 1,-2 10-1,3-14 1,0-1-1,0 1 0,0 0 1,0-1-1,0 1 1,0 0-1,0 0 1,1-1-1,-1 1 1,0 0-1,0-1 1,1 1-1,-1 0 1,0-1-1,1 1 1,-1 0-1,1-1 1,-1 1-1,1-1 1,-1 1-1,2 0 1,0 0 0,-1-1 0,1 1 1,-1 0-1,1-1 0,0 0 1,-1 1-1,1-1 1,0 0-1,-1 0 0,1 0 1,0 0-1,-1 0 0,3-1 1,11-2 8,0 0 1,0-1 0,0-1 0,23-11-1,-18 7-2,96-41 29,-2-6 1,147-95-1,-253 145-37,8-4-2,0-1-1,0 2 0,22-9 0,-37 17 1,0 1 0,0-1 0,0 1 0,0-1 0,0 1 0,0-1-1,1 1 1,-1 0 0,0-1 0,0 1 0,1 0 0,-1 0 0,0 0-1,0 0 1,0 0 0,1 0 0,-1 0 0,0 1 0,0-1 0,1 0-1,-1 1 1,2 0 0,-3 1-1,1-1 0,-1 1 0,0-1 0,1 1 0,-1-1 1,0 1-1,0 0 0,0-1 0,0 1 0,0-1 0,0 1 0,-1 0 0,1-1 0,0 1 0,-1-1 0,1 1 0,-1-1 0,0 1 0,0 1 0,-13 31-5,-1-1 1,-2-1-1,-1-1 0,-1 0 0,-2-1 0,0-1 0,-3-1 0,-51 48 0,-15 0 2,-140 93-1,60-48-5,-106 109 8,47-38 55,223-187-46,-47 33 39,50-36-39,1 0 1,-1-1 0,0 1-1,0-1 1,0 0 0,0 0-1,0 0 1,0 0 0,0 0-1,0-1 1,-1 0 0,1 1-1,-6-1 1,8-1-4,1 1-1,-1 0 1,1 0 0,-1 0-1,1-1 1,-1 1-1,1 0 1,-1-1 0,1 1-1,0 0 1,-1-1 0,1 1-1,0-1 1,-1 1 0,1 0-1,0-1 1,-1 1-1,1-1 1,0 1 0,0-1-1,-1 1 1,1-1 0,0 1-1,0-1 1,0 1-1,0-1 1,0 0 0,0 1-1,0-1 1,0 1 0,0-1-1,0 1 1,0-1 0,0 1-1,0-1 1,0 1-1,1-1 1,-1 1 0,0-1-1,4-11 10,0 0-1,1 1 0,0 0 0,0 0 0,1 0 0,1 1 0,0 0 1,11-13-1,-13 16-7,37-45 9,3 2-1,1 2 0,104-82 1,183-105 6,-236 170-17,-42 28-2,496-310-38,-475 307 14,2 3 0,2 3-1,0 4 1,2 4 0,127-25-1,-198 49 20,62-8-37,-67 9 37,0 1 1,-1 0-1,1 0 0,0 1 1,-1-1-1,1 1 1,0 0-1,7 3 0,-12-4 6,-1 1-1,1-1 1,0 0-1,-1 0 1,1 1-1,-1-1 0,1 0 1,-1 1-1,1-1 1,-1 1-1,1-1 1,-1 0-1,1 1 1,-1-1-1,0 1 0,1-1 1,-1 1-1,1 0 1,-1-1-1,0 1 1,0-1-1,1 1 0,-1 0 1,0-1-1,0 1 1,0-1-1,0 1 1,0 0-1,0-1 1,0 1-1,0 0 0,0-1 1,0 1-1,0 0 1,0-1-1,0 1 1,-1-1-1,1 1 1,0 0-1,0-1 0,-1 1 1,1-1-1,0 1 1,-1-1-1,0 2 1,-2 2-2,-1 0 1,1 0-1,-1 0 1,-9 7-1,-35 23 9,-2-2 1,-76 37-1,46-26 0,-583 289 248,660-330-252,-9 2 14,0 2 1,1-1-1,0 1 0,0 1 1,0 0-1,-17 16 0,26-22-15,1 0-1,0 0 1,0 0-1,1 0 1,-1 0 0,0 1-1,0-1 1,0 0-1,1 1 1,-1-1 0,1 1-1,-1-1 1,0 3-1,1-3 0,0 0 0,1 0 0,-1-1-1,0 1 1,0 0 0,0-1 0,0 1 0,1-1-1,-1 1 1,0 0 0,0-1 0,1 1-1,-1 0 1,1-1 0,-1 1 0,0-1 0,1 1-1,-1-1 1,1 1 0,-1-1 0,2 1-1,0 0 4,1 1-1,0-1 0,0 0 1,0 0-1,0 0 0,0 0 0,0 0 1,0-1-1,5 1 0,9-1 18,-1 0-1,0-1 1,0-1 0,30-6-1,-9 0 12,452-107-134,-44-32-1144,-8-30-1168,-351 142 1794,83-32-719,-11 13 641</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29.016"/>
    </inkml:context>
    <inkml:brush xml:id="br0">
      <inkml:brushProperty name="width" value="0.035" units="cm"/>
      <inkml:brushProperty name="height" value="0.035" units="cm"/>
    </inkml:brush>
  </inkml:definitions>
  <inkml:trace contextRef="#ctx0" brushRef="#br0">492 53 4657,'-316'-42'1498,"204"32"-993,101 10-442,0 0-1,0 1 0,-11 2 0,14-1-14,11 1-29,16 2-7,0-1-1,1 0 1,19 0-1,-26-3-6,414 57 80,-348-42-73,-2 3 0,0 4 0,101 43 0,-157-58-9,-1 1 1,0 1-1,-1 1 0,0 1 0,-1 1 0,0 0 0,23 23 1,-37-33-1,-1 1 0,0 0 1,0 0-1,0 0 0,0 0 1,0 0-1,-1 1 1,0-1-1,0 1 0,0-1 1,-1 1-1,1 0 1,-1 0-1,0 0 0,0 6 1,-1-7 1,-1-1 1,0 1 0,0-1-1,0 1 1,0-1-1,0 0 1,-1 1-1,0-1 1,1 0 0,-1 0-1,0 0 1,-1 0-1,1 0 1,0 0 0,-1-1-1,0 1 1,1-1-1,-1 0 1,0 0-1,0 0 1,0 0 0,-7 3-1,-10 4 37,-1-1-1,-40 11 0,-319 62 195,218-51-366,-43 11 54</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29.408"/>
    </inkml:context>
    <inkml:brush xml:id="br0">
      <inkml:brushProperty name="width" value="0.035" units="cm"/>
      <inkml:brushProperty name="height" value="0.035" units="cm"/>
    </inkml:brush>
  </inkml:definitions>
  <inkml:trace contextRef="#ctx0" brushRef="#br0">692 16 6801,'-34'-15'3193,"-35"17"-1472,-16 9-409,-46 6-768,-2 17-216,13-15-408,25 8-648,71-18 496</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3.606"/>
    </inkml:context>
    <inkml:brush xml:id="br0">
      <inkml:brushProperty name="width" value="0.035" units="cm"/>
      <inkml:brushProperty name="height" value="0.035" units="cm"/>
    </inkml:brush>
  </inkml:definitions>
  <inkml:trace contextRef="#ctx0" brushRef="#br0">148 0 1616,'8'4'841,"-8"36"-193,4 22 168,1 33 32,-3 23 0,-2 55-80,-17 5-87,-9 3-201,-1-14-104,-17-38-144,16-4-48,16-26-336,-1-15-664,21-69 560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3.988"/>
    </inkml:context>
    <inkml:brush xml:id="br0">
      <inkml:brushProperty name="width" value="0.035" units="cm"/>
      <inkml:brushProperty name="height" value="0.035" units="cm"/>
    </inkml:brush>
  </inkml:definitions>
  <inkml:trace contextRef="#ctx0" brushRef="#br0">57 70 5553,'-39'-58'1577,"23"46"-1239,15 12-329,10 2-24,106 9-151,44-3 167,267 20 292,0 30-112,-401-55-170,-1 2 0,1 1 0,-1 1 0,-1 1 0,0 1 0,36 20 0,-54-26-3,-1 0 1,1 0-1,-1 0 0,0 1 0,0 0 0,0 0 0,-1 0 0,0 0 1,1 0-1,-1 1 0,-1-1 0,1 1 0,-1 0 0,1 0 0,1 8 1,-2-5 8,-1-1 1,0 1 0,-1-1 0,1 1 0,-2 0 0,1-1 0,-1 1 0,0 0 0,-4 14 0,-4 4 34,-1-1 0,-1 0 0,-2 0 1,0-1-1,-20 27 0,-3-1 18,-2-2 1,-2-2-1,-2-1 0,-2-3 1,-87 66-1,62-60-133,-1-3 0,-2-3 0,-134 56 0,51-44-79,153-53 141</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4.322"/>
    </inkml:context>
    <inkml:brush xml:id="br0">
      <inkml:brushProperty name="width" value="0.035" units="cm"/>
      <inkml:brushProperty name="height" value="0.035" units="cm"/>
    </inkml:brush>
  </inkml:definitions>
  <inkml:trace contextRef="#ctx0" brushRef="#br0">352 0 6497,'-34'105'2225,"-10"-7"-2065,2 39-16,1 17 176,-7 24 256,-7 27 56,15-13-96,6-23-160,21-49-216,13-29-352,20-55-1712,11-21 1368</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4.689"/>
    </inkml:context>
    <inkml:brush xml:id="br0">
      <inkml:brushProperty name="width" value="0.035" units="cm"/>
      <inkml:brushProperty name="height" value="0.035" units="cm"/>
    </inkml:brush>
  </inkml:definitions>
  <inkml:trace contextRef="#ctx0" brushRef="#br0">373 331 6345,'34'-47'2193,"27"3"-2025,26 2-80,20-3-72,5 3 0,7 2-16,5 8-48,-14 13-688,-13 0 536</inkml:trace>
  <inkml:trace contextRef="#ctx0" brushRef="#br0" timeOffset="1">293 819 5641,'-127'86'1937,"40"-22"-1833,22-13-40,52-26-8,30-21 40,65-34 24,30-27 16,40-31-32,20-7-48,32-5-680,3 8 472</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5.102"/>
    </inkml:context>
    <inkml:brush xml:id="br0">
      <inkml:brushProperty name="width" value="0.035" units="cm"/>
      <inkml:brushProperty name="height" value="0.035" units="cm"/>
    </inkml:brush>
  </inkml:definitions>
  <inkml:trace contextRef="#ctx0" brushRef="#br0">279 1034 6913,'-129'79'2329,"48"-18"-2289,20-6 24,53-28 104,41-10 8,41-36 40,28-15-48,35-27-88,21-25-88,47-41-1648,9-23 1232</inkml:trace>
  <inkml:trace contextRef="#ctx0" brushRef="#br0" timeOffset="1">1504 0 8690,'21'97'3017,"-87"21"-2793,15 7-80,9 41-112,2-3-8,-4 6-16,8-9 16,21-56-112,0-19-369,15-52 321</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5.482"/>
    </inkml:context>
    <inkml:brush xml:id="br0">
      <inkml:brushProperty name="width" value="0.035" units="cm"/>
      <inkml:brushProperty name="height" value="0.035" units="cm"/>
    </inkml:brush>
  </inkml:definitions>
  <inkml:trace contextRef="#ctx0" brushRef="#br0">1 471 6585,'3'-4'100,"0"1"0,1-1 0,-1 1-1,1 0 1,0 0 0,0 0-1,0 0 1,0 1 0,0-1-1,1 1 1,-1 0 0,1 1 0,0-1-1,-1 1 1,1 0 0,0 0-1,0 0 1,0 1 0,-1-1-1,7 2 1,28 3-2,-1 2-1,0 1 1,-1 2-1,0 2 1,-1 1-1,51 25 1,-62-25 74,0 1 1,-1 0-1,-1 2 0,0 1 1,-1 1-1,22 22 1,-36-31-136,0 1 0,0-1 0,-1 1 0,0 0 0,0 1 0,-1 0 0,-1 0 0,1 0-1,-2 1 1,1 0 0,-2 0 0,1 0 0,-2 0 0,1 0 0,-1 1 0,-1-1 0,0 14 0,-2-17-19,0 1 0,-1 0-1,0-1 1,0 1 0,-1-1-1,0 1 1,0-1 0,-1 0-1,0 0 1,-1-1 0,1 1-1,-2-1 1,1 0-1,-1-1 1,-12 13 0,1-5 10,0-1 1,-1 0-1,0-1 1,-1-1-1,-31 14 1,12-11-272,0-1-1,-1-2 1,-1-2 0,-42 5 0,-37 2-291</inkml:trace>
  <inkml:trace contextRef="#ctx0" brushRef="#br0" timeOffset="1">1533 0 6745,'-26'122'2481,"-25"56"-1969,-5 14 80,-14-4-112,-8-2-48,-11 0-184,5 4-88,9-32-168,12-25-464,15-76 336</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5.835"/>
    </inkml:context>
    <inkml:brush xml:id="br0">
      <inkml:brushProperty name="width" value="0.035" units="cm"/>
      <inkml:brushProperty name="height" value="0.035" units="cm"/>
    </inkml:brush>
  </inkml:definitions>
  <inkml:trace contextRef="#ctx0" brushRef="#br0">0 709 7538,'63'-108'3088,"28"6"-1959,84 5-353,17-4-184,37 12-248,26 3-120,3 24-152,6 16-144,-13 29-744,-6 19-1121,-15 24 1217</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2.040"/>
    </inkml:context>
    <inkml:brush xml:id="br0">
      <inkml:brushProperty name="width" value="0.035" units="cm"/>
      <inkml:brushProperty name="height" value="0.035" units="cm"/>
    </inkml:brush>
  </inkml:definitions>
  <inkml:trace contextRef="#ctx0" brushRef="#br0">211 155 2577,'39'-127'1559,"-39"126"-1472,1-1 0,-1 1 0,0 0 0,1-1 0,-1 1 0,0-1 0,0 1 0,0 0 0,0-1 0,0 1 0,0 0 0,-1-1 0,1 1 0,0 0 0,-1-2 0,0 2-33,1 1 0,0 0 0,-1-1 1,1 1-1,0 0 0,-1-1 0,1 1 0,0 0 1,-1 0-1,1 0 0,-1-1 0,1 1 1,-1 0-1,1 0 0,0 0 0,-1 0 0,1 0 1,-1 0-1,1 0 0,-1-1 0,1 1 1,-1 1-1,1-1 0,-1 0 0,1 0 1,-1 0-1,-2 1 354,1-1-1,0 1 1,-1 0 0,1 0 0,0 1 0,0-1-1,-4 3 1,4 0-175,0 1 1,0-1-1,1 0 0,0 1 0,0-1 1,0 1-1,0 0 0,1-1 0,0 9 0,-2 6 116,-96 419 1411,20-115-1538,68-279-178,5-22 26,1 0 0,-3 38 0,8-65-303,1 0 1,0-1-1,0 1 0,0 1 0,4-7 1,9-18-1134,7-34-1517,7-15 1183</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2.414"/>
    </inkml:context>
    <inkml:brush xml:id="br0">
      <inkml:brushProperty name="width" value="0.035" units="cm"/>
      <inkml:brushProperty name="height" value="0.035" units="cm"/>
    </inkml:brush>
  </inkml:definitions>
  <inkml:trace contextRef="#ctx0" brushRef="#br0">57 215 4841,'-26'-11'2345,"13"1"-721,3 7-80,2-7-224,8 8-287,12-11-457,7 2-152,9-7-176,5 7-64,14 2-88,4-3 0,18 3 32,-1-10 40,6-2-632,4 0-528,-23 2-2161,-4 4 1921</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2.769"/>
    </inkml:context>
    <inkml:brush xml:id="br0">
      <inkml:brushProperty name="width" value="0.035" units="cm"/>
      <inkml:brushProperty name="height" value="0.035" units="cm"/>
    </inkml:brush>
  </inkml:definitions>
  <inkml:trace contextRef="#ctx0" brushRef="#br0">109 107 3233,'-51'28'1464,"20"-1"-216,5 0-39,26-7-25,5-8-80,31-12-528,18-10-176,20-18-160,11-3-72,23-1-56,10-2 8,-10 5 64,-5 7 0,-33 3-824,-19 4-1264,-15 18 1224</inkml:trace>
  <inkml:trace contextRef="#ctx0" brushRef="#br0" timeOffset="1">225 407 3761,'-55'49'1744,"3"-1"-416,22-18-263,7-1-57,17-29-40,10-12-256,34-22-504,13-13-120,33 3 0,11-13 48,15 9-848,2 5-1400,4 1 1384</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3.130"/>
    </inkml:context>
    <inkml:brush xml:id="br0">
      <inkml:brushProperty name="width" value="0.035" units="cm"/>
      <inkml:brushProperty name="height" value="0.035" units="cm"/>
    </inkml:brush>
  </inkml:definitions>
  <inkml:trace contextRef="#ctx0" brushRef="#br0">70 720 5217,'-5'1'400,"2"-1"-92,1 1-1,-1-1 1,0 1-1,0-1 1,0 0 0,0 0-1,0-1 1,-5 0-1,6 0-221,1 0-1,0 0 1,-1 1-1,1-2 1,0 1-1,0 0 1,0 0-1,0 0 1,0 0-1,0-1 1,0 1-1,0 0 1,0-1 0,1 1-1,-1-1 1,0 1-1,1-1 1,-1-2-1,-3-11 175,0-1-1,2 1 1,0 0-1,0-1 1,2 1 0,0-1-1,1 1 1,0 0-1,5-23 1,5-12 81,27-70 0,-24 78-240,1 2 0,38-70 0,-52 110-100,1-5 2,1 0-1,0 1 1,0-1 0,1 1-1,4-4 1,-8 7-3,1 0 0,0 1 0,-1-1 0,1 1 0,0-1 0,-1 1 1,1-1-1,0 1 0,0 0 0,0-1 0,-1 1 0,1 0 0,0-1 0,0 1 0,0 0 0,0 0 0,-1 0 0,1 0 0,0 0 0,0 0 0,0 0 0,0 0 1,0 0-1,-1 0 0,1 1 0,0-1 0,0 0 0,0 1 0,0-1 0,-1 0 0,1 1 0,0-1 0,0 1 0,-1-1 0,1 1 0,-1 0 0,1-1 1,0 1-1,-1-1 0,1 1 0,-1 0 0,1 0 0,0 0 0,2 6 1,1 0 1,-1-1-1,-1 1 0,1 0 0,-1 0 1,0 0-1,-1 1 0,0-1 1,0 0-1,0 1 0,-1 12 0,-2 13 43,-7 41-1,8-69-36,-8 54 169,0-8 298,-4 90-1,16-112-294,-3-29-176,0 0 0,0 1 0,0-1 1,0 0-1,0 1 0,0-1 0,0 0 1,0 1-1,1-1 0,-1 0 0,0 1 0,0-1 1,0 0-1,1 0 0,-1 1 0,0-1 0,0 0 1,1 0-1,-1 1 0,0-1 0,0 0 0,1 0 1,-1 0-1,0 1 0,1-1 0,-1 0 0,0 0 1,1 0-1,-1 0 0,0 0 0,1 0 0,-1 0 1,0 0-1,1 0 0,-1 0 0,1 0 0,-1 0 1,0 0-1,1 0 0,-1 0 0,0 0 0,1 0 1,-1 0-1,0-1 0,1 1 0,-1 0 1,0 0-1,1 0 0,-1 0 0,0-1 0,1 1 1,15-15 58,1-6-14,-1-1 0,-1 0 0,12-25 0,17-26 22,8-4-17,3 2 0,99-103 1,-122 145-52,-20 19-3,1 2 0,16-14-1,-28 25 1,0 0 1,1 0-1,-1 0 0,0 0 0,0 0 0,1 1 0,-1-1 0,1 1 0,-1-1 0,1 1 0,-1-1 0,0 1 0,1 0 1,-1 0-1,3 0 0,-3 0 0,-1 0 0,1 0 0,0 1 0,0-1 1,0 0-1,-1 1 0,1-1 0,0 1 0,-1-1 1,1 0-1,0 1 0,-1 0 0,1-1 0,0 1 1,-1-1-1,1 1 0,-1 0 0,1-1 0,0 3 1,1 1-3,-1 1 1,1 0-1,-1 0 1,0 0-1,0 0 1,0 0-1,-1 7 1,0 11 20,-1 0 0,-2-1 0,0 1 0,-2-1 0,-8 27 0,0 0 67,-43 244 626,56-292-705,0-1-1,0 1 1,0 0 0,-1 0 0,1 0 0,0 0 0,0-1-1,0 1 1,0 0 0,0 0 0,1 0 0,-1-1-1,0 1 1,0 0 0,0 0 0,1 0 0,-1-1-1,0 1 1,1 0 0,0 1 0,0-3-5,0 1 0,-1 0 0,1 0 0,0 0 0,0-1 0,0 1 0,-1 0 0,1-1 1,0 1-1,0-1 0,-1 1 0,1-1 0,0 1 0,-1-1 0,1 1 0,-1-1 0,1 0 0,-1 1 0,1-1 0,-1 0 0,1 1 0,-1-2 1,46-64-1828,42-81 0,-32 52-736,4 2 1114</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3.475"/>
    </inkml:context>
    <inkml:brush xml:id="br0">
      <inkml:brushProperty name="width" value="0.035" units="cm"/>
      <inkml:brushProperty name="height" value="0.035" units="cm"/>
    </inkml:brush>
  </inkml:definitions>
  <inkml:trace contextRef="#ctx0" brushRef="#br0">155 1 3057,'24'19'1928,"-5"23"137,-11 7-233,-6 18-224,-4 9-151,-19 11-377,2 14-192,-8 9-408,-5-6-120,5-15-184,3-11-48,1-42-528,4-20-664,11-32-2473,3-22 2249</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3.832"/>
    </inkml:context>
    <inkml:brush xml:id="br0">
      <inkml:brushProperty name="width" value="0.035" units="cm"/>
      <inkml:brushProperty name="height" value="0.035" units="cm"/>
    </inkml:brush>
  </inkml:definitions>
  <inkml:trace contextRef="#ctx0" brushRef="#br0">1 454 2481,'7'-73'1677,"-3"28"-77,2 2 0,1-1 0,17-52 0,-22 87-1441,2 0 0,-1 1 0,1-1 0,1 1 0,-1 0 0,1 0 0,1 1 0,-1-1 0,1 1 0,1 1 0,-1-1 0,1 1 0,0 0 0,1 0 0,-1 1 0,1 0 0,0 1 0,1-1 0,-1 2 0,1-1 0,-1 1 0,1 0 0,0 1 0,0 0 0,12-1 0,6 1-89,1 2-1,-1 1 1,0 1-1,0 1 1,34 8-1,-18 1-21,0 1-1,60 27 0,-94-36-38,0 0 0,-1 1 0,1 0 1,-1 1-1,0 0 0,-1 0 0,1 0 0,-1 1 0,-1 0 0,1 1 0,-1-1 0,9 16 0,-12-17 13,0 0 1,-1 0-1,1 0 1,-1 1-1,-1-1 0,1 1 1,-1-1-1,0 1 1,-1-1-1,0 1 0,0-1 1,0 1-1,-1 0 1,0-1-1,0 1 0,0-1 1,-1 0-1,0 1 1,0-1-1,-5 8 0,1-2 23,-2-1 0,1 1 0,-1-1 0,-1-1 0,0 0 0,-1 0 0,1-1 0,-21 15-1,-9 3 59,-47 24 0,54-34-239,-1-1 0,-1-2 0,-1-2 0,1-1 0,-2-1 0,0-2 0,-63 6 0,1-10-318</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5.189"/>
    </inkml:context>
    <inkml:brush xml:id="br0">
      <inkml:brushProperty name="width" value="0.035" units="cm"/>
      <inkml:brushProperty name="height" value="0.035" units="cm"/>
    </inkml:brush>
  </inkml:definitions>
  <inkml:trace contextRef="#ctx0" brushRef="#br0">2128 230 864,'26'-120'744,"-20"65"681,-6 52-1226,-1 0 1,1 0-1,1 0 1,-1 1-1,0-1 1,1 0-1,-1 0 1,1 1-1,0-1 1,0 0-1,0 1 1,0-1-1,0 1 1,0-1 0,1 1-1,-1-1 1,5-3-1,-6 6-160,0 0 1,0-1-1,0 1 0,0 0 0,1 0 0,-1 0 1,0 0-1,0 0 0,0-1 0,0 1 1,1 0-1,-1 0 0,0 0 0,0 0 0,0 0 1,1 0-1,-1 0 0,0 0 0,0 0 1,0 0-1,1 0 0,-1 0 0,0 0 1,0 0-1,1 0 0,-1 0 0,0 0 0,0 0 1,0 0-1,1 0 0,-1 0 0,0 0 1,0 0-1,0 0 0,1 0 0,-1 0 0,0 1 1,0-1-1,1 0 0,4 10 750,-1 13-130,-1 32 286,-7 89 1,1-86-288,5 77 0,14-21 336,-11-104-594,-17-11 321,-1 3-677,1 0 0,-1 2 0,1-1 0,-18 9 0,15-5 16,-1-1 1,-31 6 0,10-6 41,0-3 0,-41 0 1,-6 0-40,-259 49 27,191-17-77,-35 6 0,5-14-29,-354 7 0,528-34 5,1 0 0,-1 0 0,0 1 0,1 1 0,-1-1 0,1 1 0,0 1 0,0-1 0,-9 5 0,15-6 5,-1 0 1,1 0-1,-1 0 1,1 0-1,0 0 1,-1 0-1,1 0 1,0 1-1,0-1 1,0 0-1,0 1 0,0-1 1,0 1-1,1-1 1,-1 1-1,0 0 1,1-1-1,-1 1 1,1 0-1,0-1 1,-1 1-1,1 0 1,0 0-1,0 2 1,-2 10-11,-6 38 2,-25 122 4,-26 37 26,51-184-9,-1 0-1,-1 0 0,-16 29 0,-47 71 58,22-40-10,31-46-344,16-27-615,7-13-86,3-8-493,22-23 146</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5.683"/>
    </inkml:context>
    <inkml:brush xml:id="br0">
      <inkml:brushProperty name="width" value="0.035" units="cm"/>
      <inkml:brushProperty name="height" value="0.035" units="cm"/>
    </inkml:brush>
  </inkml:definitions>
  <inkml:trace contextRef="#ctx0" brushRef="#br0">25 10 2449,'10'-10'1360,"-8"18"128,1 5-168,-1 14 121,2 5-89,2 18-352,-4 7-136,3 9-271,-8 6-137,-9 8-208,3 4-64,-5-7-64,5-8-8,7-22-440,-2-14-568,-1-32 559</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6.333"/>
    </inkml:context>
    <inkml:brush xml:id="br0">
      <inkml:brushProperty name="width" value="0.035" units="cm"/>
      <inkml:brushProperty name="height" value="0.035" units="cm"/>
    </inkml:brush>
  </inkml:definitions>
  <inkml:trace contextRef="#ctx0" brushRef="#br0">16 198 3169,'5'-94'1671,"-5"93"-1622,0 0 1,0 1 0,0-1-1,0 0 1,0 1 0,0-1-1,0 1 1,0-1 0,-1 0-1,1 1 1,0-1 0,0 1-1,-1-1 1,1 0 0,0 1-1,0-1 1,-1 1 0,1-1-1,-1 1 1,1-1 0,0 1-1,-1-1 1,0 0 0,0 1-14,1 0 0,-1 0 0,1 0 1,0 0-1,-1 0 0,1 1 1,-1-1-1,1 0 0,-1 0 0,1 0 1,0 0-1,-1 0 0,1 1 0,0-1 1,-1 0-1,1 0 0,0 0 1,-1 1-1,1-1 0,0 0 0,-1 1 1,1-1-1,0 0 0,-1 1 1,1 0 53,-1-1 1,1 1 0,-1 0 0,1-1 0,-1 1 0,1 0 0,0-1 0,-1 1 0,1 0 0,0-1-1,0 1 1,-1 0 0,1 0 0,0-1 0,0 1 0,0 0 0,0 0 0,0-1 0,0 1 0,0 0 0,0 0-1,0-1 1,1 1 0,-1 0 0,0 0 0,0-1 0,1 1 0,-1 0 0,0-1 0,1 1 0,-1 0-1,1-1 1,-1 1 0,1-1 0,-1 1 0,1-1 0,0 2 0,6 0 124,0 0-1,0 0 1,0 0 0,0-1-1,1 0 1,12 0 0,-11 0-107,449 17 1472,1-45-1372,-31-29 4,-365 46-162,305-33 408,-125 33-206,-235 9-237,24-2 73,-32 3-85,0 0 1,1 0-1,-1 0 0,0 0 1,1 0-1,-1 0 0,0 0 1,1 0-1,-1 0 0,0 0 1,1 0-1,-1 0 0,0 0 0,1 0 1,-1 0-1,0 1 0,0-1 1,1 0-1,-1 0 0,0 0 1,1 1-1,-1-1 0,0 0 0,0 0 1,0 1-1,1-1 0,-1 0 1,0 0-1,0 1 0,0-1 1,0 0-1,1 1 0,-1-1 0,0 0 1,0 1-1,0-1 0,0 0 1,0 1-1,0-1 0,0 0 1,0 1-1,0-1 0,0 0 1,0 1-1,0-1 0,-1 25 140,0-14-108,-1 17 10,-1 45 96,5 82 1,5-89-1,2 0 0,32 113 0,58 124 99,-83-256-217,-15-45-22,61 160 128,-51-137-167,1-1 1,1-1 0,1 0-1,21 28 1,-21-37 3,1 1 0,24 19-1</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8.422"/>
    </inkml:context>
    <inkml:brush xml:id="br0">
      <inkml:brushProperty name="width" value="0.035" units="cm"/>
      <inkml:brushProperty name="height" value="0.035" units="cm"/>
    </inkml:brush>
  </inkml:definitions>
  <inkml:trace contextRef="#ctx0" brushRef="#br0">158 119 2801,'-15'-116'1344,"1"114"-256,5 4-288,-2 15-40,-6-2 9,3 25-169,5 13-96,-1 21-200,5 21-88,-11-2-112,5 0-32,0-11 16,-1-18 24,10-14 48,0-12-64,6-23-720,2-9-648,-2-29 744</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8.786"/>
    </inkml:context>
    <inkml:brush xml:id="br0">
      <inkml:brushProperty name="width" value="0.035" units="cm"/>
      <inkml:brushProperty name="height" value="0.035" units="cm"/>
    </inkml:brush>
  </inkml:definitions>
  <inkml:trace contextRef="#ctx0" brushRef="#br0">137 90 1312,'-6'-1'174,"1"0"1,-1 0-1,1 0 0,-1 1 0,1-1 0,-1 1 0,1 1 0,-1-1 0,-7 2 1,9-1-46,1 1 1,-1-1 0,1 0-1,-1 1 1,1 0 0,0 0-1,-1 0 1,1 0-1,0 1 1,1-1 0,-1 1-1,0-1 1,1 1 0,-4 4-1,-16 29 1641,22-36-1747,0 0 0,0 1 1,0-1-1,-1 0 0,1 1 0,0-1 0,0 0 0,0 1 1,0-1-1,0 0 0,0 0 0,0 1 0,-1-1 0,1 0 0,0 1 1,0-1-1,0 0 0,0 1 0,1-1 0,-1 0 0,0 1 1,0-1-1,0 0 0,0 1 0,0-1 0,0 0 0,0 1 1,1-1-1,-1 0 0,0 1 0,0-1 0,0 0 0,1 0 1,-1 1-1,0-1 0,0 0 0,1 0 0,-1 0 0,0 1 0,0-1 1,1 0-1,-1 0 0,0 0 0,1 0 0,-1 0 0,0 0 1,1 0-1,-1 1 0,0-1 0,1 0 0,0 0 0,1-1 47,1 1-1,0 0 0,-1-1 0,1 1 0,-1-1 0,1 0 1,4-1-1,10-4 69,0 0 1,18-2 0,21-6 16,-13 4-64,-31 8-47,0 0-1,19-7 1,69-35 348,4-3-2085,-54 30 981</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9.159"/>
    </inkml:context>
    <inkml:brush xml:id="br0">
      <inkml:brushProperty name="width" value="0.035" units="cm"/>
      <inkml:brushProperty name="height" value="0.035" units="cm"/>
    </inkml:brush>
  </inkml:definitions>
  <inkml:trace contextRef="#ctx0" brushRef="#br0">0 194 744,'23'18'320,"39"39"0,-60-55-263,0 1-1,-1 0 0,1-1 0,-1 1 0,0 0 1,0 0-1,1 0 0,-2 0 0,1 0 1,0 0-1,-1 0 0,1 0 0,-1 0 1,0 0-1,0 0 0,0 0 0,-1 1 0,1-1 1,-1 0-1,1 0 0,-3 5 0,-1 11 352,3 4 116,2-1 0,0 0 1,1 0-1,7 24 0,-4-12-53,2-5-28,-4-20 104,-2-16 689,0-28-732,5-40 0,1-4-452,-5 58-34,1 0 0,0 0 0,1 0 0,2 1 0,0 0 0,1 0 0,13-26 0,-11 27-11,-1 2 7,0 0 0,1 1 0,0 0-1,2 0 1,-1 1 0,2 0 0,19-18 0,-29 31-84,0 1 1,0-1-1,0 1 1,0 0-1,0-1 1,0 1-1,0 0 1,1 0 0,-1 1-1,0-1 1,1 0-1,-1 1 1,1 0-1,-1-1 1,0 1-1,1 0 1,-1 0-1,1 0 1,-1 1-1,1-1 1,-1 1 0,4 0-1,16 8-535</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19.653"/>
    </inkml:context>
    <inkml:brush xml:id="br0">
      <inkml:brushProperty name="width" value="0.035" units="cm"/>
      <inkml:brushProperty name="height" value="0.035" units="cm"/>
    </inkml:brush>
  </inkml:definitions>
  <inkml:trace contextRef="#ctx0" brushRef="#br0">151 1 1080,'-1'4'3397,"-4"8"-2822,-1 7-407,-36 82 720,-19 55 54,51-124-880,-11 41 29,19-66-84,1 0-1,0-1 0,0 1 0,1 0 0,0 0 0,1 0 1,-1 0-1,3 9 0,-3-15-5,0 0 1,0 0-1,0 0 1,1 0-1,-1 0 1,0 0-1,1 0 1,-1 0-1,0 0 1,1 0 0,-1 0-1,1-1 1,-1 1-1,1 0 1,0 0-1,-1-1 1,1 1-1,0 0 1,0-1-1,-1 1 1,1-1-1,0 1 1,0-1-1,0 1 1,0-1-1,0 1 1,1-1-1,0 0 3,-1 0 0,1 0 0,0-1 0,-1 1 0,1-1 0,-1 1 0,1-1 0,-1 1 0,1-1 0,-1 0-1,1 0 1,-1 0 0,0 0 0,3-2 0,4-5 21,0-1-1,-1 0 0,12-16 1,6-15 55,-2 0-1,25-60 1,-39 79-48,-2-1 0,0-1 0,-1 1 0,-1-1 0,-2 0 0,3-41-1,-6 64-31,-1 0-1,1 0 1,0 0-1,0 0 1,0 0-1,0 0 1,0 0-1,0 0 1,0 0-1,0 0 1,0 0-1,0 0 1,-1 0-1,1 0 1,0 0-1,0 0 1,0 0-1,0 0 1,0 0-1,0 0 1,0 0-1,0 0 1,0 0-1,0-1 1,0 1-1,-1 0 1,1 0-1,0 0 1,0 0-1,0 0 1,0 0 0,0 0-1,0 0 1,0 0-1,0 0 1,0 0-1,0 0 1,0-1-1,-6 19-30,-6 26-11,-18 58 345,20-72 58,-11 51 0,20-79-354,1 0 1,0-1 0,0 1 0,0 0-1,0-1 1,0 1 0,1 0 0,-1-1-1,0 1 1,1 0 0,-1-1-1,1 1 1,0-1 0,-1 1 0,1-1-1,0 1 1,0-1 0,0 1 0,0-1-1,1 2 1,-1-3-2,0 1 1,0 0-1,0-1 0,0 1 1,0-1-1,-1 1 0,1-1 1,0 0-1,0 1 0,0-1 1,0 0-1,0 0 0,0 1 1,1-1-1,-1 0 0,0 0 1,0 0-1,0 0 0,0-1 1,0 1-1,0 0 0,0 0 0,0-1 1,0 1-1,0 0 0,0-1 1,0 1-1,-1-1 0,1 1 1,0-1-1,0 0 0,0 1 1,1-2-1,4-5 25,0 0-1,-1-1 1,1 1 0,-1-1-1,-1 0 1,1 0-1,2-11 1,8-10-248,48-102-3695,-49 101 2935</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20.036"/>
    </inkml:context>
    <inkml:brush xml:id="br0">
      <inkml:brushProperty name="width" value="0.035" units="cm"/>
      <inkml:brushProperty name="height" value="0.035" units="cm"/>
    </inkml:brush>
  </inkml:definitions>
  <inkml:trace contextRef="#ctx0" brushRef="#br0">6 566 984,'0'0'1040,"0"19"449,0 15 15,-2 56-336,-1-47-247,3 8-417,3-7-208,9-8-152,1-11-8,4-23 48,2-12 16,-7-28-616,-3-7-600,1-18 607</inkml:trace>
  <inkml:trace contextRef="#ctx0" brushRef="#br0" timeOffset="1">50 171 2673,'-8'-34'1416,"5"0"-280,3 9-768,3 6-200,7 0-80,-1 2 16,1 6-1016,-1-1 712</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20.417"/>
    </inkml:context>
    <inkml:brush xml:id="br0">
      <inkml:brushProperty name="width" value="0.035" units="cm"/>
      <inkml:brushProperty name="height" value="0.035" units="cm"/>
    </inkml:brush>
  </inkml:definitions>
  <inkml:trace contextRef="#ctx0" brushRef="#br0">1 345 1328,'-1'11'418,"2"25"531,-1-35-868,0 1-1,0-1 1,0 0-1,1 1 1,-1-1-1,0 0 1,1 1-1,-1-1 1,1 0-1,0 1 1,-1-1-1,1 0 1,0 0-1,0 0 1,0 1-1,-1-1 0,1 0 1,0 0-1,3 1 1,-3-2-42,-1 1-1,1-1 1,0 0 0,0 0-1,0 0 1,0 0 0,0 0-1,0 0 1,0 0 0,-1 0-1,1 0 1,0-1 0,0 1-1,0 0 1,0-1-1,0 1 1,-1 0 0,1-1-1,0 1 1,0-1 0,-1 1-1,1-1 1,0 1 0,-1-1-1,1 0 1,0 1 0,-1-1-1,1 0 1,-1 0 0,1-1-1,19-32 355,-14 22-225,6-10-37,23-43 38,4 1 0,73-96 1,-111 160-170,29-32 8,-28 30-9,1 0 0,-1 0 1,0 1-1,1-1 1,0 1-1,-1-1 0,1 1 1,0 0-1,-1 0 1,1 0-1,0 0 0,4 0 1,-6 1-1,0 0 0,1 0-1,-1 0 1,0 0 0,1 0 0,-1 1 0,0-1 0,1 0 0,-1 1 0,0-1 0,0 0 0,1 1 0,-1 0-1,0-1 1,0 1 0,0 0 0,0-1 0,0 1 0,0 0 0,0 0 0,0 0 0,0 0 0,0 0 0,0 0-1,-1 0 1,1 0 0,0 1 0,-1-1 0,1 0 0,-1 0 0,1 1 0,-1-1 0,1 1 0,0 7-2,0-1 0,0 0 0,0 0 0,-1 12 0,-1-16 3,-4 87 7,2-59 29,1 1 0,1 0 0,2 0 1,5 36-1,-4-61-24,1 1 1,0-1 0,5 11-1</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22.208"/>
    </inkml:context>
    <inkml:brush xml:id="br0">
      <inkml:brushProperty name="width" value="0.035" units="cm"/>
      <inkml:brushProperty name="height" value="0.035" units="cm"/>
    </inkml:brush>
  </inkml:definitions>
  <inkml:trace contextRef="#ctx0" brushRef="#br0">208 42 2561,'0'-3'122,"-1"0"1,1 0-1,0-1 0,-1 1 1,0 0-1,0 0 1,0 0-1,0 0 1,-1 0-1,-1-4 1,2 7-91,1-1 0,0 1-1,-1 0 1,1-1 0,-1 1 0,1 0 0,-1 0 0,1 0-1,0-1 1,-1 1 0,1 0 0,-1 0 0,1 0 0,-1 0-1,1 0 1,-1 0 0,1 0 0,-1 0 0,1 0-1,-1 0 1,1 0 0,-1 0 0,1 0 0,-1 0 0,1 0-1,0 0 1,-1 1 0,-2 0 72,1 0 1,0 1-1,0-1 0,-1 1 0,1 0 1,0-1-1,1 1 0,-3 3 0,-12 12 208,1 1 0,1 1 0,1 0 0,1 1 1,1 0-1,0 1 0,1 0 0,2 1 0,-11 39 0,7-6 76,3 0-1,3 0 1,0 78 0,6-122-314,1 0 0,0 0-1,0 0 1,2 0 0,-1 0 0,1-1 0,8 18 0,-9-24-61,-1-1 1,1 1-1,0-1 0,0 0 1,0 0-1,0 0 0,1 0 1,-1-1-1,1 1 1,0-1-1,0 1 0,0-1 1,0 0-1,0 0 1,0 0-1,1-1 0,-1 1 1,0-1-1,1 0 0,0 1 1,-1-2-1,1 1 1,-1 0-1,1-1 0,6 1 1,-2-2-10,0 0 0,0-1 1,-1 1-1,1-1 1,-1-1-1,1 1 0,-1-1 1,0-1-1,0 1 0,-1-1 1,1 0-1,-1-1 0,9-7 1,-4 2-173,-1 0-1,0-1 1,0 0 0,-2 0 0,1-1 0,9-19 0,15-37-302</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22.552"/>
    </inkml:context>
    <inkml:brush xml:id="br0">
      <inkml:brushProperty name="width" value="0.035" units="cm"/>
      <inkml:brushProperty name="height" value="0.035" units="cm"/>
    </inkml:brush>
  </inkml:definitions>
  <inkml:trace contextRef="#ctx0" brushRef="#br0">213 175 2048,'-207'21'1089,"204"-13"-1,1-8-64,17-12-64,13-5-143,5-13-433,14-4-152,2 0-160,-5 5-16,4 8-120,-10 6-256,-10 9-1121,-5 1 969</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22.891"/>
    </inkml:context>
    <inkml:brush xml:id="br0">
      <inkml:brushProperty name="width" value="0.035" units="cm"/>
      <inkml:brushProperty name="height" value="0.035" units="cm"/>
    </inkml:brush>
  </inkml:definitions>
  <inkml:trace contextRef="#ctx0" brushRef="#br0">97 139 2072,'-40'38'1337,"10"8"-1,18-18-288,-3-14-48,23-5-247,13-11-209,9-13-320,14-2-72,9-21-88,6 0-8,5-6-168,-1 3-496,0 12 416</inkml:trace>
  <inkml:trace contextRef="#ctx0" brushRef="#br0" timeOffset="1">460 1 2505,'25'55'1280,"-41"-2"-416,-1 14-120,4 16-216,3 4-224,5 3-232,3-22-24,6-28-272,7-17-600,6-38 552</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25.105"/>
    </inkml:context>
    <inkml:brush xml:id="br0">
      <inkml:brushProperty name="width" value="0.035" units="cm"/>
      <inkml:brushProperty name="height" value="0.035" units="cm"/>
    </inkml:brush>
  </inkml:definitions>
  <inkml:trace contextRef="#ctx0" brushRef="#br0">373 180 2120,'-152'-21'1670,"145"20"-1285,0 0 1,0-1-1,0 1 0,0-1 1,-7-4-1,14 6-307,0 0 0,-1 0 1,1-1-1,-1 1 0,1 0 0,0 0 1,-1-1-1,1 1 0,0 0 0,-1-1 1,1 1-1,0 0 0,0-1 0,-1 1 1,1-1-1,0 1 0,0 0 0,0-1 1,-1 1-1,1-1 0,0 1 0,0-1 1,0 1-1,0 0 0,0-1 0,0 1 1,0-1-1,0 1 0,0-1 0,0 1 1,0-1-1,0 1 0,0-1 0,0 1 1,1 0-1,-1-1 0,0 1 0,0-1 0,0 1 1,1-1-1,6-2 245,103-34 218,174-47 205,-276 82-727,0 1 0,1-1 1,-1 2-1,13 0 0,-19 0-15,1 0 0,-1 0 0,0 1-1,1-1 1,-1 1 0,0 0 0,1-1-1,-1 1 1,0 0 0,0 0-1,0 1 1,0-1 0,0 0 0,0 1-1,0-1 1,-1 1 0,1-1-1,0 1 1,-1 0 0,1 0 0,0 2-1,0-1 2,0 1-1,-1-1 1,0 1 0,0-1-1,0 1 1,0 0-1,0-1 1,-1 1-1,0 0 1,1 0-1,-2-1 1,1 1-1,-1 5 1,-2 5 11,0-1 0,-7 19 0,5-18-6,-8 22 7,-2 0-1,-2 0 1,-1-2 0,-2 0 0,-1-2 0,-2 0-1,-40 44 1,8-19 24,-4-1-1,-105 76 1,136-111-7,-1-3 0,-38 20 0,63-36-34,0 0 0,-1 0 0,1-1 0,-1 1-1,0-1 1,1 0 0,-1 0 0,-8 0 0,13-1-13,-1 0 0,0 0 0,1 0 0,-1 0 0,0 0 0,1 0 0,-1-1 0,0 1 0,1 0 0,-1 0 0,1-1 0,-1 1 0,0 0 0,1-1 0,-1 1 0,1-1 0,-1 1 0,1 0 0,0-1 0,-1 1 0,1-1 0,-1 0 0,0 0 0,1-1-41,0 1 0,-1-1 0,1 1 1,0-1-1,0 1 0,0-1 0,0 0 1,0 1-1,1-1 0,-1 1 0,0-1 1,1 1-1,-1-1 0,2-1 0,21-43-1403,19-20 554</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27.894"/>
    </inkml:context>
    <inkml:brush xml:id="br0">
      <inkml:brushProperty name="width" value="0.035" units="cm"/>
      <inkml:brushProperty name="height" value="0.035" units="cm"/>
    </inkml:brush>
  </inkml:definitions>
  <inkml:trace contextRef="#ctx0" brushRef="#br0">127 133 1096,'-7'5'332,"1"0"-1,1 0 1,-1 1-1,1 0 0,0 0 1,0 0-1,1 0 1,-1 1-1,1 0 1,1 0-1,-1 0 0,2 0 1,-1 1-1,-3 14 1,0 10 121,1 0 0,-2 44 1,5-47-256,-15 117 465,8-93-448,3 1 1,2 103-1,4-157-213,0 1 0,-1-1 0,1 0 0,0 0 0,0 1 0,0-1 0,0 0 0,0 0 0,0 0 0,0 1 0,0-1 0,0 0 0,0 0 0,0 1-1,0-1 1,0 0 0,0 0 0,0 1 0,0-1 0,1 0 0,-1 0 0,0 0 0,0 1 0,0-1 0,0 0 0,0 0 0,1 0 0,-1 1 0,0-1 0,0 0 0,0 0 0,0 0 0,1 0 0,-1 0-1,0 1 1,0-1 0,0 0 0,1 0 0,-1 0 0,0 0 0,0 0 0,1 0 0,-1 0 0,0 0 0,0 0 0,1 0 0,-1 0 0,0 0 0,0 0 0,0 0 0,1 0 0,11-13 44,13-30 10,1-12 26,29-89 0,8-66 20,-54 179-89,49-210 61,-42 171-71,-10 48-20,-4 22 24,-1 5 14,-3 40 218,-19 206 1008,-3 190-587,25-412-1236,6 34 0,10 6-2</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8.322"/>
    </inkml:context>
    <inkml:brush xml:id="br0">
      <inkml:brushProperty name="width" value="0.035" units="cm"/>
      <inkml:brushProperty name="height" value="0.035" units="cm"/>
    </inkml:brush>
  </inkml:definitions>
  <inkml:trace contextRef="#ctx0" brushRef="#br0">175 270 2048,'-159'-62'1729,"147"60"175,8 2-391,4-4-129,0 2-400,0 0-192,4 0-248,38-17-112,74-32-176,-42 7-55,11 4-105,1 10-16,-14 19-8,0 11 16,-19 17-456,-11 0-497,-10-8 545</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8.652"/>
    </inkml:context>
    <inkml:brush xml:id="br0">
      <inkml:brushProperty name="width" value="0.035" units="cm"/>
      <inkml:brushProperty name="height" value="0.035" units="cm"/>
    </inkml:brush>
  </inkml:definitions>
  <inkml:trace contextRef="#ctx0" brushRef="#br0">562 0 2288,'-55'15'1193,"-24"18"15,14 16-168,2 23-120,-3 6-103,7 2-449,2-8-112,15-21-80,-3-11-24,24-25-736,11-11-1113,29-19 1097</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9.046"/>
    </inkml:context>
    <inkml:brush xml:id="br0">
      <inkml:brushProperty name="width" value="0.035" units="cm"/>
      <inkml:brushProperty name="height" value="0.035" units="cm"/>
    </inkml:brush>
  </inkml:definitions>
  <inkml:trace contextRef="#ctx0" brushRef="#br0">1 0 3425,'45'10'1928,"-20"17"-127,11 1-153,-5 8-544,12 15-192,-12 8-536,3 15-136,-6 14-64,-5-1-224,2-3 56</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9.424"/>
    </inkml:context>
    <inkml:brush xml:id="br0">
      <inkml:brushProperty name="width" value="0.035" units="cm"/>
      <inkml:brushProperty name="height" value="0.035" units="cm"/>
    </inkml:brush>
  </inkml:definitions>
  <inkml:trace contextRef="#ctx0" brushRef="#br0">76 177 4769,'-36'0'2200,"11"-6"-1007,16-3-129,3-3-168,21 7-152,6-3-160,30 0-159,10-9-25,27-2-160,18 8-64,0-4-80,8 5-16,-15-1-160,-12 1-248,-9-1-889,-15-2-1071,-12 1 1424</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9.767"/>
    </inkml:context>
    <inkml:brush xml:id="br0">
      <inkml:brushProperty name="width" value="0.035" units="cm"/>
      <inkml:brushProperty name="height" value="0.035" units="cm"/>
    </inkml:brush>
  </inkml:definitions>
  <inkml:trace contextRef="#ctx0" brushRef="#br0">886 1 2104,'-148'125'1225,"91"-85"23,-15 2-72,-10 21 8,4 13-143,-4 3-409,5 9-184,8-20-288,6-7-88,5-25-592,1-10-696,15-12 776</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50.122"/>
    </inkml:context>
    <inkml:brush xml:id="br0">
      <inkml:brushProperty name="width" value="0.035" units="cm"/>
      <inkml:brushProperty name="height" value="0.035" units="cm"/>
    </inkml:brush>
  </inkml:definitions>
  <inkml:trace contextRef="#ctx0" brushRef="#br0">0 0 8050,'17'8'616,"2"7"480,-2 8-184,16 21-464,-14 12-200,-4 28-160,-4 3-32,6 1-40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31.176"/>
    </inkml:context>
    <inkml:brush xml:id="br0">
      <inkml:brushProperty name="width" value="0.035" units="cm"/>
      <inkml:brushProperty name="height" value="0.035" units="cm"/>
    </inkml:brush>
  </inkml:definitions>
  <inkml:trace contextRef="#ctx0" brushRef="#br0">61 44 3289,'51'-44'1352,"-62"56"-416,2 1-104,-1 14 17,1-4-17,3 9-392,2 6-168,2 13-152,2 10-40,-7 15-32,-3 2 0,-1-8 24,1-2 32,1-15-152,3-13-288,2-15-1008,0-17 864</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31.585"/>
    </inkml:context>
    <inkml:brush xml:id="br0">
      <inkml:brushProperty name="width" value="0.035" units="cm"/>
      <inkml:brushProperty name="height" value="0.035" units="cm"/>
    </inkml:brush>
  </inkml:definitions>
  <inkml:trace contextRef="#ctx0" brushRef="#br0">0 78 1216,'1'-3'124,"-1"-1"0,1 1-1,-1-1 1,1 1 0,0 0-1,0-1 1,0 1 0,1 0-1,-1 0 1,1-1 0,0 1-1,0 0 1,0 1 0,0-1 0,0 0-1,0 1 1,1-1 0,0 1-1,-1 0 1,1-1 0,0 1-1,0 1 1,0-1 0,0 0-1,0 1 1,1 0 0,-1-1-1,0 1 1,1 0 0,-1 1-1,1-1 1,-1 1 0,1-1 0,4 1-1,10 1 91,1 1 0,-1 0 0,0 2 0,0 0 0,0 0 0,0 2 0,-1 0-1,0 1 1,24 14 0,-34-17-156,-1 0 0,0 1 0,0-1 0,0 1 0,0 1 0,-1-1 0,0 1 0,0 0 0,0 0-1,-1 0 1,0 1 0,0 0 0,-1-1 0,1 1 0,-2 1 0,1-1 0,-1 0 0,0 1 0,0-1 0,-1 1 0,0-1-1,-1 1 1,1 0 0,-2 9 0,-1 9 74,-2 1-1,0-1 0,-2 1 1,-1-1-1,-17 40 1,-50 103 77,57-136-126,-2-1 1,-43 55 0,58-82-52,-1 0 1,1-1-1,-1 1 1,-1-1-1,1-1 0,-9 6 1,13-9-52,-1 1 1,1 0 0,0-1-1,-1 1 1,1-1-1,-1 1 1,1-1 0,-1 0-1,1 0 1,-1 1 0,1-1-1,-1 0 1,0-1-1,-1 1 1,2 0-40,0-1 0,0 1 0,0-1 1,1 1-1,-1-1 0,0 0 0,0 1 0,0-1 0,1 0 1,-1 1-1,0-1 0,1 0 0,-1 0 0,1 1 0,-1-1 0,1 0 1,-1 0-1,1 0 0,0 0 0,-1 0 0,1 0 0,0 0 1,0 0-1,0-1 0,-1-32-2048,8-2 807</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31.961"/>
    </inkml:context>
    <inkml:brush xml:id="br0">
      <inkml:brushProperty name="width" value="0.035" units="cm"/>
      <inkml:brushProperty name="height" value="0.035" units="cm"/>
    </inkml:brush>
  </inkml:definitions>
  <inkml:trace contextRef="#ctx0" brushRef="#br0">37 103 1456,'23'-28'744,"-14"28"433,2 9-145,-9 33 152,2 17 88,-8 27-463,-1 8-241,-12 13-280,-8 1-72,12-7-96,-6-3-24,19-31 24,-2-20-216,6-35-584,5-22-368,-9-30 535</inkml:trace>
  <inkml:trace contextRef="#ctx0" brushRef="#br0" timeOffset="1">88 132 2224,'0'-17'1745,"-2"3"-33,-4 7-424,16 1-215,9-9-425,8 7-160,16-7-176,1 4-88,5 3-120,1-1 8,-7 3 24,-3 2-168,-2-3-600,-6 5-512,-7 0 624</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32.358"/>
    </inkml:context>
    <inkml:brush xml:id="br0">
      <inkml:brushProperty name="width" value="0.035" units="cm"/>
      <inkml:brushProperty name="height" value="0.035" units="cm"/>
    </inkml:brush>
  </inkml:definitions>
  <inkml:trace contextRef="#ctx0" brushRef="#br0">107 59 672,'-53'32'736,"21"-11"361,11-7 7,21-9-224,9-5-128,22-9-336,14-3-88,4-3-144,16 0-80,-2-2-32,-16-8 16,10 10 8,-13 0-440,-8 7 272</inkml:trace>
  <inkml:trace contextRef="#ctx0" brushRef="#br0" timeOffset="1">116 226 1568,'-41'31'825,"3"-7"135,17 5 0,15-8 96,6 3 128,19-5-223,13-7-289,14-12-344,7-6-136,14-7-96,-7-2 8,3-4 32,-4-8-32,-13-13-864,3-4-1033,-11-3 1105</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32.761"/>
    </inkml:context>
    <inkml:brush xml:id="br0">
      <inkml:brushProperty name="width" value="0.035" units="cm"/>
      <inkml:brushProperty name="height" value="0.035" units="cm"/>
    </inkml:brush>
  </inkml:definitions>
  <inkml:trace contextRef="#ctx0" brushRef="#br0">141 59 1840,'-2'-27'921,"-3"37"255,3 7-216,-4 34 8,-2 19 40,-1 16-431,-1 9-153,-1-2-184,1-4-64,5-3-88,1-9-24,6-18 32,4-11 48,3-27-1216,1-14 840</inkml:trace>
  <inkml:trace contextRef="#ctx0" brushRef="#br0" timeOffset="1">96 216 1448,'-1'-7'212,"1"0"-1,0-1 1,1 1-1,0-1 1,0 1-1,0 0 0,1 0 1,0 0-1,1 0 1,-1 0-1,1 0 1,1 0-1,-1 1 1,1-1-1,0 1 0,8-8 1,-5 6-86,1 0-1,0 1 1,1 0-1,-1 1 1,1 0 0,0 0-1,1 1 1,-1 0 0,1 1-1,0 0 1,12-3 0,-6 3-81,0 0 0,0 1 0,0 0 0,0 2 0,1 0 1,28 2-1,-39-1-37,-1 1-1,0 0 1,1 1 0,-1-1 0,0 1 0,0 0-1,0 0 1,0 1 0,0-1 0,7 6-1,-9-5 6,0 0 0,-1 0 0,1 0-1,0 0 1,-1 0 0,0 1 0,1-1-1,-2 1 1,1-1 0,0 1 0,-1 0-1,1 0 1,-1 0 0,0 0-1,1 8 1,-2-1 67,1 1-1,-2 0 1,0 0 0,0 0-1,-1 0 1,0 0-1,-1-1 1,-1 1 0,0-1-1,0 0 1,-1 0-1,0 0 1,-12 17 0,0-3 17,-2 0 0,0-2 1,-1 0-1,-28 24 1,14-17 44,-63 42-1,78-59-322,-1-2-1,0 0 1,0-2-1,-1 0 1,-27 7-1,3-7-296</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35.334"/>
    </inkml:context>
    <inkml:brush xml:id="br0">
      <inkml:brushProperty name="width" value="0.035" units="cm"/>
      <inkml:brushProperty name="height" value="0.035" units="cm"/>
    </inkml:brush>
  </inkml:definitions>
  <inkml:trace contextRef="#ctx0" brushRef="#br0">58 22 704,'4'-22'3314,"-8"45"-204,1 83-1786,-3 30-371,-13 12-284,-7 69-270,23-174-327,2 1 0,8 80 0,-7-121-80,1 0-1,-1-1 1,0 1 0,1 0-1,-1-1 1,1 1 0,0-1-1,-1 1 1,1-1 0,1 1-1,-1-1 1,0 1 0,1-1-1,-1 0 1,1 0 0,-1 0-1,4 3 1,-5-5-15,1 0 0,-1 0 1,1 0-1,0 1 0,-1-1 0,1 0 0,-1 0 0,1 0 1,0 0-1,-1 0 0,1 0 0,-1 0 0,1-1 0,0 1 0,-1 0 1,1 0-1,-1 0 0,1-1 0,-1 1 0,1 0 0,0 0 1,-1-1-1,1 0 0,16-19-815,7-24 183</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35.800"/>
    </inkml:context>
    <inkml:brush xml:id="br0">
      <inkml:brushProperty name="width" value="0.035" units="cm"/>
      <inkml:brushProperty name="height" value="0.035" units="cm"/>
    </inkml:brush>
  </inkml:definitions>
  <inkml:trace contextRef="#ctx0" brushRef="#br0">58 180 4073,'-23'-5'1520,"4"5"-936,24 0 104,11 0 41,20-6 71,4-3-168,9-16-384,4 2-80,2-7-24,2-1 0,-7 7-368,-5 1-416,-13 19 392</inkml:trace>
  <inkml:trace contextRef="#ctx0" brushRef="#br0" timeOffset="1">78 564 2809,'-38'30'1264,"10"-1"-352,17-12-56,18-7-24,12-12 25,10-12-185,28-8-392,-2-13-120,13-8-80,4-9 0,-1-1 32,-3 6-272,-7 5-1849,-6 13 1465</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36.267"/>
    </inkml:context>
    <inkml:brush xml:id="br0">
      <inkml:brushProperty name="width" value="0.035" units="cm"/>
      <inkml:brushProperty name="height" value="0.035" units="cm"/>
    </inkml:brush>
  </inkml:definitions>
  <inkml:trace contextRef="#ctx0" brushRef="#br0">16 974 2721,'0'1'-4,"-14"31"1870,13-30-982,1-3-23,6-18 409,77-224 1458,49-150-2317,-124 361-395,-7 24-13,0 1-1,1-1 1,0 1 0,1 0-1,-1 0 1,1 0 0,7-11-1,-10 18-2,0 0-1,0 0 1,0 0-1,0-1 0,0 1 1,1 0-1,-1 0 1,0 0-1,0 0 0,0-1 1,1 1-1,-1 0 1,0 0-1,0 0 1,1 0-1,-1 0 0,0 0 1,0 0-1,1-1 1,-1 1-1,0 0 0,0 0 1,1 0-1,-1 0 1,0 0-1,0 0 1,1 0-1,-1 0 0,0 0 1,0 1-1,1-1 1,-1 0-1,0 0 0,0 0 1,1 0-1,-1 0 1,0 0-1,0 0 1,0 1-1,1-1 0,-1 0 1,0 0-1,8 14-26,0 11 40,-1 1-1,-1 0 1,-1 0 0,2 45-1,-3-38 35,4 63 95,-2-26 36,27 130 0,-31-190-159,-1-6-7,0 1 0,0-1 1,0 0-1,0 0 0,1 0 1,0 0-1,-1 0 0,2 0 1,-1 0-1,0 0 0,1-1 1,3 5-1,-6-8-7,1 0-1,-1 1 1,1-1-1,-1 0 0,1 1 1,-1-1-1,1 0 1,-1 1-1,1-1 1,0 0-1,-1 0 1,1 0-1,-1 0 1,1 0-1,0 1 1,-1-1-1,1 0 1,-1 0-1,1 0 0,0-1 1,-1 1-1,1 0 1,-1 0-1,1 0 1,0 0-1,-1 0 1,1-1-1,-1 1 1,1 0-1,-1-1 1,1 1-1,-1 0 1,1-1-1,-1 1 0,1 0 1,-1-1-1,0 1 1,1-1-1,-1 1 1,0-1-1,1 0 1,13-27 91,-13 26-90,114-364-86,-71 210-2244,-20 72 1395</inkml:trace>
  <inkml:trace contextRef="#ctx0" brushRef="#br0" timeOffset="1">715 12 2377,'43'-12'1472,"-41"60"-120,-2 11 0,2 7 121,2 18-353,0-1-288,-2 16-480,0-10-144,-2 0-96,0-5-16,1-25-160,5 0-352,2-31-1832,-4-11 1528</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36.670"/>
    </inkml:context>
    <inkml:brush xml:id="br0">
      <inkml:brushProperty name="width" value="0.035" units="cm"/>
      <inkml:brushProperty name="height" value="0.035" units="cm"/>
    </inkml:brush>
  </inkml:definitions>
  <inkml:trace contextRef="#ctx0" brushRef="#br0">6 28 3489,'-6'-18'1264,"23"11"-648,8 5 0,13 11 216,2 5 97,5 9-257,3 5-160,-4 12-152,-5 11-48,-12 14 0,-6 9 16,-19 8 32,-12-1-8,-18-1-48,-12 0-40,-15-16-88,-4-5-167,-6-8 15</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50.636"/>
    </inkml:context>
    <inkml:brush xml:id="br0">
      <inkml:brushProperty name="width" value="0.035" units="cm"/>
      <inkml:brushProperty name="height" value="0.035" units="cm"/>
    </inkml:brush>
  </inkml:definitions>
  <inkml:trace contextRef="#ctx0" brushRef="#br0">559 1 2048,'11'19'1521,"-43"-8"-9,-14 21-256,-5 6-87,-12 19-481,-3 10-232,1 1-304,0-3-56,1-8-56,16-8-8,10-15-520,10-15-1129,24-26 1089</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51.135"/>
    </inkml:context>
    <inkml:brush xml:id="br0">
      <inkml:brushProperty name="width" value="0.035" units="cm"/>
      <inkml:brushProperty name="height" value="0.035" units="cm"/>
    </inkml:brush>
  </inkml:definitions>
  <inkml:trace contextRef="#ctx0" brushRef="#br0">1 0 2224,'60'127'921,"-58"-123"47,15 4 32,29 5 88,24 10 105,23 0-545,10 7-168,16-1-240,-3-12-96,4-2-232,-4-9-544,-16-31 440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51.507"/>
    </inkml:context>
    <inkml:brush xml:id="br0">
      <inkml:brushProperty name="width" value="0.035" units="cm"/>
      <inkml:brushProperty name="height" value="0.035" units="cm"/>
    </inkml:brush>
  </inkml:definitions>
  <inkml:trace contextRef="#ctx0" brushRef="#br0">1 229 5577,'5'-19'2033,"35"2"-1369,32-2 88,40 3-40,25-3-32,34 8-368,11-2-112,8-6-72,0-15-352,10-27 184</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54.058"/>
    </inkml:context>
    <inkml:brush xml:id="br0">
      <inkml:brushProperty name="width" value="0.035" units="cm"/>
      <inkml:brushProperty name="height" value="0.035" units="cm"/>
    </inkml:brush>
  </inkml:definitions>
  <inkml:trace contextRef="#ctx0" brushRef="#br0">18 169 2248,'-8'4'1313,"6"-4"-297,1 0-216,-3 6-112,2 1-240,2-5 137,36 13-417,61-11-72,-46-28-16,14-14 0,1-6 16,-9 17 32,-28 14-200,-1 0-1297,77-35 1001</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54.447"/>
    </inkml:context>
    <inkml:brush xml:id="br0">
      <inkml:brushProperty name="width" value="0.035" units="cm"/>
      <inkml:brushProperty name="height" value="0.035" units="cm"/>
    </inkml:brush>
  </inkml:definitions>
  <inkml:trace contextRef="#ctx0" brushRef="#br0">44 146 2697,'-21'6'1672,"2"2"-296,15-3-312,10 1-63,0-6 263,-4-2-880,34-3-96,76-20-160,-44 10-16,4-12 0,10 2 32,15 3-264,15-3-696,4 0 560</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0.432"/>
    </inkml:context>
    <inkml:brush xml:id="br0">
      <inkml:brushProperty name="width" value="0.035" units="cm"/>
      <inkml:brushProperty name="height" value="0.035" units="cm"/>
    </inkml:brush>
  </inkml:definitions>
  <inkml:trace contextRef="#ctx0" brushRef="#br0">298 201 5529,'-166'-48'2081,"158"46"-1919,0 0 0,1 1 0,-1 0 1,0 0-1,-12 2 0,15-1-19,1 1-1,-1 0 0,1 0 1,0 1-1,-8 3 1,-17 5 800,19-9-383,17-5-178,24-9-53,50-18-225,2 4 1,0 3-1,1 4 1,148-15 0,-217 34-113,191-11-23,-154 11-953,97 11 0,-100 2-1382,-16 1 1005</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0.758"/>
    </inkml:context>
    <inkml:brush xml:id="br0">
      <inkml:brushProperty name="width" value="0.035" units="cm"/>
      <inkml:brushProperty name="height" value="0.035" units="cm"/>
    </inkml:brush>
  </inkml:definitions>
  <inkml:trace contextRef="#ctx0" brushRef="#br0">197 1 1784,'-20'7'486,"2"-2"522,-30 15 0,47-20-952,0 1-1,0-1 0,0 1 0,0-1 1,0 1-1,0 0 0,0-1 0,0 1 1,1 0-1,-1-1 0,0 1 0,0 0 1,1 0-1,-1 0 0,0 0 0,1 0 1,-1 0-1,1 0 0,-1 0 0,1 1 1,0-1-24,0 0 0,0-1 1,0 1-1,0 0 0,1 0 1,-1-1-1,0 1 0,0 0 1,1-1-1,-1 1 0,1 0 1,-1-1-1,1 1 0,-1-1 1,1 1-1,-1-1 0,1 1 0,-1-1 1,1 1-1,0-1 0,-1 1 1,2-1-1,4 4 81,1-1-1,-1-1 1,1 1-1,0-1 1,10 2-1,32 3 86,1-2-1,50-2 0,45 4-85,-123-4-96,1 1 0,-1 0 0,0 2 1,27 10-1,-41-13-11,0 1 0,0-1 0,0 2 0,-1-1 0,1 1 0,-1 0 0,0 1 0,-1 0 0,0 0 0,8 9 0,-10-10 0,-1 0-1,1 1 1,-1 0 0,0 0-1,-1 0 1,1 0 0,-1 0 0,0 0-1,-1 1 1,0-1 0,0 1 0,0-1-1,-1 13 1,0-6 31,-1-1 0,-1 1-1,0-1 1,-1 0 0,0 0 0,-1 0 0,-1 0 0,1-1-1,-2 1 1,-7 11 0,3-8 71,-1 0 0,0 0 1,-2-1-1,1-1 0,-2 0 0,-17 13 0,-3-2 120,-1-1 0,-2-2 0,0-2 0,-1-1 0,-53 17 0,74-29-180,-101 33 232,96-33-228,-1-1 1,0-1-1,-26 2 1,44-6-46,0 0-1,-1 0 1,1 0 0,-1-1 0,1 1-1,-1-1 1,1-1 0,0 1 0,-1-1-1,-5-2 1,10 3-46,-1 0-1,1 0 1,0 0-1,-1 0 1,1 0-1,0-1 1,0 1-1,0 0 1,0-1-1,0 1 1,0 0-1,0-1 1,0 1-1,1-1 1,-1 1-1,0-1 1,1 0 0,-1 1-1,1-1 1,0 1-1,0-1 1,-1 0-1,1 0 1,0 1-1,0-1 1,1 0-1,-1 1 1,0-1-1,0 0 1,1 1-1,-1-1 1,1 1-1,0-1 1,0-1-1,3-5-289,-1 0-1,1 1 1,0 0-1,1 0 1,8-11-1,57-53-848,-70 71 1175</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1.153"/>
    </inkml:context>
    <inkml:brush xml:id="br0">
      <inkml:brushProperty name="width" value="0.035" units="cm"/>
      <inkml:brushProperty name="height" value="0.035" units="cm"/>
    </inkml:brush>
  </inkml:definitions>
  <inkml:trace contextRef="#ctx0" brushRef="#br0">387 246 4249,'-27'23'1013,"-47"30"0,60-44-828,-1-1 0,0 0 0,-1-2 0,0 0-1,-22 6 1,31-10-112,0-1 0,1 0-1,-1 0 1,0-1 0,0 0-1,0 0 1,0-1 0,0 1-1,1-2 1,-1 1 0,0-1-1,1 0 1,-11-4 0,13 4-40,-1-1 1,1 1 0,0-1 0,0 0 0,0 0 0,0-1-1,1 1 1,-1-1 0,1 0 0,0 0 0,0 0-1,0 0 1,0 0 0,1 0 0,0-1 0,0 0 0,0 1-1,0-1 1,-1-7 0,2 1-26,0 0-1,1 0 1,0 0-1,0 0 1,1 0-1,1 0 1,0 0 0,0 0-1,1 1 1,0-1-1,1 1 1,0-1-1,1 1 1,0 1 0,1-1-1,-1 1 1,9-9-1,-8 10-11,0 1 0,1 0 0,0 0 0,0 0 0,0 1 0,1 0 0,0 1 0,16-9 0,-17 11 2,-1 1 0,0-1-1,1 1 1,0 1 0,-1-1 0,1 1 0,0 0-1,0 1 1,-1 0 0,1 0 0,0 0 0,0 1-1,8 2 1,-9-2 4,0 1-1,0 0 0,0 1 0,0-1 1,-1 1-1,1 0 0,-1 1 1,0-1-1,0 1 0,0 0 1,0 0-1,-1 1 0,6 6 0,3 6-63,-1 1-1,15 30 0,1 1-912,-10-23 503</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1.555"/>
    </inkml:context>
    <inkml:brush xml:id="br0">
      <inkml:brushProperty name="width" value="0.035" units="cm"/>
      <inkml:brushProperty name="height" value="0.035" units="cm"/>
    </inkml:brush>
  </inkml:definitions>
  <inkml:trace contextRef="#ctx0" brushRef="#br0">38 309 4081,'46'45'1592,"-6"20"-784,-4 13 105,-17 7 55,-13 10 48,-14 13-328,-1 2-208,-8-17-256,5-11-72,-1-40-40,-2-19-336,-1-25-1568,1-27 1288</inkml:trace>
  <inkml:trace contextRef="#ctx0" brushRef="#br0" timeOffset="1">234 115 3185,'22'-15'470,"0"0"0,1 2 1,0 1-1,1 0 1,0 2-1,1 1 0,31-8 1,-38 13-214,1 1 1,-1 1 0,1 0 0,0 1 0,0 1-1,0 1 1,-1 0 0,1 2 0,0 0 0,33 11-1,-30-6-14,0 1 0,-1 1 1,0 1-1,29 21 0,-40-25-160,-1 0 1,1 1-1,-1 0 1,0 1-1,-1 0 1,0 1-1,-1-1 1,0 1-1,0 1 1,6 13-1,-10-17-50,-1 0 0,-1 0 0,1 0 0,-1 1 0,0-1-1,-1 0 1,0 0 0,0 1 0,-1-1 0,1 0 0,-2 0 0,1 0-1,-1 0 1,0 0 0,0 0 0,-1 0 0,-4 7 0,-1 3 50,-1-1 1,-1-1 0,-1 1-1,0-2 1,-22 24 0,4-12 5,0 0 0,-2-2 0,-1-2 0,0 0 0,-49 22 0,20-15-23,-2-3 1,-84 23-1,118-41-95,-1-1 0,-46 4-1,61-10-95,0 0-1,0-1 0,0-1 0,0-1 1,0 0-1,-28-8 0,31 6 33,0-1-1,0-1 1,-12-8 0</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6:41.945"/>
    </inkml:context>
    <inkml:brush xml:id="br0">
      <inkml:brushProperty name="width" value="0.035" units="cm"/>
      <inkml:brushProperty name="height" value="0.035" units="cm"/>
    </inkml:brush>
  </inkml:definitions>
  <inkml:trace contextRef="#ctx0" brushRef="#br0">1 109 4617,'3'-6'153,"0"1"1,1-1-1,0 1 1,0 0-1,0 1 0,0-1 1,1 1-1,0-1 1,0 1-1,0 1 1,1-1-1,-1 1 0,1 0 1,9-4-1,6-1 1,0 1-1,42-9 1,-38 13 55,0 0 0,0 1-1,0 2 1,0 0 0,46 8 0,-21 1 195,87 28-1,-15 11-135,-107-41-231,0 1 0,-1 1-1,0 0 1,0 1 0,15 15-1,-26-22 5,1 0 0,-1 0-1,0 0 1,0 1-1,-1-1 1,1 1-1,-1 0 1,0 0-1,0 0 1,0 0-1,0 0 1,-1 0-1,1 1 1,-1-1-1,0 0 1,-1 1 0,1-1-1,-1 1 1,0-1-1,0 6 1,-1-5 13,-1 0 1,1 0 0,-1 0 0,0 0-1,-1 0 1,1-1 0,-1 1 0,0-1-1,0 0 1,0 1 0,-1-1-1,1-1 1,-1 1 0,0-1 0,0 1-1,0-1 1,-5 3 0,-37 20-11,0-1 0,-2-2 0,-67 22 0,23-10-395,-74 36 68</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00.115"/>
    </inkml:context>
    <inkml:brush xml:id="br0">
      <inkml:brushProperty name="width" value="0.035" units="cm"/>
      <inkml:brushProperty name="height" value="0.035" units="cm"/>
    </inkml:brush>
  </inkml:definitions>
  <inkml:trace contextRef="#ctx0" brushRef="#br0">38 667 5585,'-12'-41'883,"6"23"-399,1 0 0,0 0-1,2 0 1,0-1 0,1 0-1,0-24 1,2 39-434,1 0 0,0-1 0,-1 1 0,2 0 0,-1 0 0,0 0 0,1 0 0,-1 0 0,1 1 0,0-1 0,1 0 1,-1 1-1,1 0 0,-1-1 0,1 1 0,0 0 0,0 0 0,0 1 0,1-1 0,-1 0 0,7-2 0,5-3-19,1 1 0,0 1 0,1 0 0,18-4 0,82-15 355,188-16 1,-176 27-117,36-6 32,1043-101 569,330 71-645,-621 83 555,259 1-48,-265-63-549,-1-28-49,-586 35-93,8-10-2476,-253 20 1516</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01.701"/>
    </inkml:context>
    <inkml:brush xml:id="br0">
      <inkml:brushProperty name="width" value="0.035" units="cm"/>
      <inkml:brushProperty name="height" value="0.035" units="cm"/>
    </inkml:brush>
  </inkml:definitions>
  <inkml:trace contextRef="#ctx0" brushRef="#br0">389 0 4281,'-45'28'447,"18"-11"-168,-1-1 0,0-1 0,-1-2 0,-38 13 0,60-24-190,1 0 0,-1 1 0,1 0 0,0 1 0,0-1 0,0 1 0,0 0 0,1 0 0,-10 10 0,14-13-65,0 0 0,0-1 0,1 1 0,-1 0 0,1-1 0,-1 1 0,1 0 0,-1 0 0,1-1 0,-1 1 0,1 0 0,-1 0 0,1 0 0,0 0 0,0 0 0,0-1 0,-1 1 0,1 0 0,0 0 0,0 0 0,0 0 0,0 0 0,0 0 0,0 0 0,1 0 0,-1 0 0,0-1 0,0 1 0,1 0 0,-1 1 0,2-1 21,-1 1-1,1-1 1,-1 0-1,1 1 1,0-1-1,0 0 1,-1 0-1,1 0 1,0 0-1,0-1 1,0 1-1,0 0 1,0-1-1,0 1 1,0-1-1,2 0 1,15 2 37,-1-1 0,1-1 0,-1 0 1,1-1-1,-1-2 0,20-4 0,110-34 106,-32-4-84,-66 24-47,65-17 0,-80 29-33,1 1-1,67-4 0,-88 11-19,-1 1-1,0 1 1,0 0-1,1 1 1,-1 0-1,0 1 1,-1 1-1,1 0 0,-1 1 1,19 9-1,-27-11-1,0 0 0,0 0-1,0 1 1,0 0 0,0 0-1,-1 0 1,0 0 0,0 1-1,0-1 1,0 1 0,-1 0-1,4 6 1,-6-7 4,1 0 0,-1 0-1,1 1 1,-1-1 0,-1 0 0,1 0 0,0 1-1,-1-1 1,0 0 0,0 1 0,0-1 0,-1 0 0,0 1-1,1-1 1,-1 0 0,-1 0 0,1 1 0,-4 6-1,-2 1 69,0 1-1,-1-1 0,0 0 0,-15 17 1,-51 45 350,-161 140 691,-53 37-553,185-164-468,83-69-83,-114 93 134,103-88-113,-1-1 1,-42 22 0,71-42-72,-1 0 0,0-1 0,0 1 0,0-1 0,0 0 0,0 0 0,-1 0 1,-4 0-1,8-1 21,1 0 0,-1 0 1,0 0-1,1 0 0,-1 0 1,0 0-1,1-1 1,-1 1-1,0 0 0,1 0 1,-1 0-1,0-1 1,1 1-1,-1 0 0,1 0 1,-1-1-1,1 1 0,-1-1 1,0 1-1,1 0 1,-1-1-1,1 1 0,0-1 1,-1 1-1,1-1 0,-1 0 1,1 1-1,0-1 1,-1 1-1,1-1 0,0 0 1,0 1-1,-1-1 0,1 0 1,0 1-1,0-1 1,0 0-1,0 1 0,0-1 1,0 0-1,0 1 0,0-1 1,0 0-1,0 1 1,1-1-1,-1 0 0,0 1 1,1-2-1,3-7-76,0 1 0,0 0 0,1 0-1,8-10 1</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02.039"/>
    </inkml:context>
    <inkml:brush xml:id="br0">
      <inkml:brushProperty name="width" value="0.035" units="cm"/>
      <inkml:brushProperty name="height" value="0.035" units="cm"/>
    </inkml:brush>
  </inkml:definitions>
  <inkml:trace contextRef="#ctx0" brushRef="#br0">213 0 6761,'-12'40'2409,"12"34"-1937,-1 16-112,-18 39-64,-18 32 16,0 59-56,-13 12 40,6 2-1664,31-10 1088</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03.330"/>
    </inkml:context>
    <inkml:brush xml:id="br0">
      <inkml:brushProperty name="width" value="0.035" units="cm"/>
      <inkml:brushProperty name="height" value="0.035" units="cm"/>
    </inkml:brush>
  </inkml:definitions>
  <inkml:trace contextRef="#ctx0" brushRef="#br0">183 1 3585,'-32'49'1296,"-36"107"-1104,51-48-16,-4-6 8,-2-3 16,8-4 0,9 0-8,19-28-88,18-24-24,26-62-56</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03.711"/>
    </inkml:context>
    <inkml:brush xml:id="br0">
      <inkml:brushProperty name="width" value="0.035" units="cm"/>
      <inkml:brushProperty name="height" value="0.035" units="cm"/>
    </inkml:brush>
  </inkml:definitions>
  <inkml:trace contextRef="#ctx0" brushRef="#br0">200 1 6641,'-46'167'2225,"10"26"-2193,6 3 32,3 55-848,-5 7-1089,4 8 1209</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04.833"/>
    </inkml:context>
    <inkml:brush xml:id="br0">
      <inkml:brushProperty name="width" value="0.035" units="cm"/>
      <inkml:brushProperty name="height" value="0.035" units="cm"/>
    </inkml:brush>
  </inkml:definitions>
  <inkml:trace contextRef="#ctx0" brushRef="#br0">1 1 3681,'3'12'293,"-2"-9"-249,-1-1 0,1 1 0,0 0 0,0 0 0,0-1 0,0 1 0,0-1 0,0 1 0,1-1 0,-1 0 0,1 1 0,0-1 0,0 0 0,0 0 0,0 0 0,0 0 0,0-1 0,0 1 0,0 0 0,1-1 0,-1 0 0,4 2 0,77 25 41,-51-18 81,0 1 0,42 21 0,-22-1 401,75 58 0,-3-1 203,-98-71-584,1-2 1,57 23-1,133 29 332,59 23-117,-174-41-193,113 74 0,-45-23 99,298 138 423,-414-215-610,1-1 1,113 26-1,115 3 215,-4-1-98,73 41-92,-83-20-73,520 87 114,-697-143-165,398 53 77,68 9-65,-125 5-4,-401-76-23,1 1-1,-2 1 1,1 2-1,-1 1 1,54 28 0,-37-6 0,-2 1 0,-2 3 0,40 42 1,1 0 8,21 8 41,5-4 0,178 102 0,-170-126 45,-16-9 72,-87-40-111,0 0-1,0 1 0,-1 1 1,16 16-1,62 71 351,-64-64-307,2-1 1,2-2-1,1-1 1,43 30-1,-60-51-64,-13-8-27,0 0 1,-1 0-1,1 0 1,0 1-1,-1-1 1,1 1-1,-1 0 1,0 0-1,0 0 1,0 0-1,-1 1 1,5 5-1,-7-8-22,0 0 0,0 0 0,0 0 1,0 0-1,0 0 0,0 0 0,0 0 0,0 0 0,0 0 0,-1 0 0,1 0 0,0 0 0,-1 0 0,1 0 0,-1 0 0,1 0 0,-1-1 0,0 2 0,0 0-22,0-1 0,1 0 1,-1 0-1,0 1 0,1-1 0,-1 0 0,1 1 0,0-1 0,-1 1 0,1-1 0,0 0 0,0 1 0,0-1 0,0 2 0,1 2-141,0-1 0,1 0 0,-1 1 1,1-1-1,0 0 0,1 0 0,-1-1 0,1 1 0,-1 0 0,1-1 0,0 1 0,0-1 1,6 5-1,9-1-339</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06.135"/>
    </inkml:context>
    <inkml:brush xml:id="br0">
      <inkml:brushProperty name="width" value="0.035" units="cm"/>
      <inkml:brushProperty name="height" value="0.035" units="cm"/>
    </inkml:brush>
  </inkml:definitions>
  <inkml:trace contextRef="#ctx0" brushRef="#br0">846 1 3457,'-59'63'1728,"-19"37"-496,-2 14-87,-1 8-329,-1 7-144,8 11-312,0 5-120,-10-1-160,5-1-40,6-41-200,11-22-536,43-44 472</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06.464"/>
    </inkml:context>
    <inkml:brush xml:id="br0">
      <inkml:brushProperty name="width" value="0.035" units="cm"/>
      <inkml:brushProperty name="height" value="0.035" units="cm"/>
    </inkml:brush>
  </inkml:definitions>
  <inkml:trace contextRef="#ctx0" brushRef="#br0">1058 1 9674,'-172'197'3297,"-1"77"-3121,-8 16-112,24 41-48,11 1-112,24-34-880,16-30 704</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09.153"/>
    </inkml:context>
    <inkml:brush xml:id="br0">
      <inkml:brushProperty name="width" value="0.035" units="cm"/>
      <inkml:brushProperty name="height" value="0.035" units="cm"/>
    </inkml:brush>
  </inkml:definitions>
  <inkml:trace contextRef="#ctx0" brushRef="#br0">369 345 2593,'-192'18'1304,"184"-17"-1175,1 0 1,-1 1-1,1-1 1,0 1-1,-1 1 1,1 0-1,0 0 1,1 0-1,-1 0 1,0 1-1,-6 6 0,-4 2 297,6-6-107,5-3-103,0 1 1,1-1-1,-1 1 0,1 0 1,0 0-1,0 1 1,0-1-1,1 1 1,-4 5-1,7-9-196,1 0-1,0-1 0,0 1 1,0 0-1,-1 0 1,1-1-1,0 1 0,0 0 1,0-1-1,0 1 1,0 0-1,0 0 0,1-1 1,-1 1-1,0 0 1,0-1-1,0 1 0,1 0 1,-1-1-1,0 1 1,1 0-1,-1-1 0,0 1 1,1-1-1,-1 1 1,1 0-1,-1-1 0,1 1 1,-1-1-1,1 0 1,0 1-1,-1-1 1,1 1-1,0-1 0,-1 0 1,1 0-1,0 1 1,-1-1-1,1 0 0,0 0 1,0 0-1,30 8 77,13-4-30,-1-3 0,1-1 0,77-11-1,4 0-4,154 2 92,-258 8-128,-1-1 0,1-1 0,19-6-1,-31 7-6,-1-1-1,-1 0 0,1 0 0,0 0 0,-1-1 0,0 0 1,0-1-1,0 0 0,0 0 0,7-7 0,-12 9-6,0 1 0,0-1 0,0 0 0,-1 1 0,1-1 0,-1 0 0,0 0-1,1 0 1,-2 0 0,1 0 0,0-1 0,0 1 0,-1 0 0,0 0-1,0-6 1,-1-3 18,0-1-1,-5-20 0,5 28-20,-18-73 51,8 38 2,2-1 0,-4-46 0,13 82-51,0-15-112,0 19 29,1 1 0,-1-1 0,0 0 0,0 1 0,1-1 0,-1 0 0,1 1 0,-1-1 0,0 0 0,1 1 0,-1-1 0,1 1 0,0-1 0,-1 1 1,1-1-1,-1 1 0,1 0 0,0-1 0,-1 1 0,1 0 0,0-1 0,-1 1 0,1 0 0,0 0 0,1-1 0,17-2-672</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09.530"/>
    </inkml:context>
    <inkml:brush xml:id="br0">
      <inkml:brushProperty name="width" value="0.035" units="cm"/>
      <inkml:brushProperty name="height" value="0.035" units="cm"/>
    </inkml:brush>
  </inkml:definitions>
  <inkml:trace contextRef="#ctx0" brushRef="#br0">660 1 5273,'-29'40'1961,"-50"24"-1537,8 24-152,-6 45 8,-5 32-8,-17 44 16,-3 24 56,-18 28-280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42.777"/>
    </inkml:context>
    <inkml:brush xml:id="br0">
      <inkml:brushProperty name="width" value="0.035" units="cm"/>
      <inkml:brushProperty name="height" value="0.035" units="cm"/>
    </inkml:brush>
  </inkml:definitions>
  <inkml:trace contextRef="#ctx0" brushRef="#br0">2119 184 2841,'64'-30'1212,"-51"21"771,-18 8-428,-15 4-512,-80 22 17,82-21-852,1-1 0,-1-1-1,1-1 1,-1 0 0,-20-3 0,-76-15 424,83 11-473,-317-68 507,131 27-528,154 34 13,0 3 0,-1 2 0,-127 3 0,185 5-131,-1 0 1,0 1-1,1 0 0,-1 0 1,1 1-1,-1-1 0,1 2 1,0-1-1,0 0 0,0 1 1,0 1-1,0-1 0,1 1 1,-1-1-1,1 2 0,0-1 1,0 0-1,0 1 0,1 0 1,0 0-1,0 1 0,0-1 1,1 1-1,-1 0 0,1 0 1,1 0-1,-1 0 0,-1 6 1,-23 62-2,-24 75-12,-48 132 15,-1 1-5,65-180 3,-77 157 0,112-258-20,-38 79 28,-71 108 0,95-169 74,-1 0 0,-1-1 0,-1-1 0,-35 29-1,51-45-81,-1 1-1,0-1 0,1 1 1,-1 0-1,1 0 0,-1-1 1,1 1-1,0 0 0,0 0 1,0 0-1,0 0 0,0 0 0,0 1 1,0-1-1,1 0 0,-1 0 1,1 1-1,0-1 0,0 0 1,0 0-1,0 1 0,0-1 1,0 0-1,0 1 0,1-1 1,0 3-1,-1-4 38,41-11 46,56-4-70,-10 2-4,92-26 0,-36-5-10,126-35 2,8 22-7,39-1 16,-47 7-5,-256 48-25,2-1 3,1 0 0,0 2 0,-1 0-1,1 0 1,0 2 0,20 2 0,-26-1 4,-9-3-5,0 1-1,0 0 1,0 0 0,0 0 0,0 0 0,0 0-1,0 0 1,0 1 0,0-1 0,0 0-1,0 0 1,0 1 0,0-1 0,0 0-1,0 1 1,-1-1 0,1 1 0,0 0-1,0-1 1,0 1 0,-1-1 0,1 1 0,0 0-1,-1 0 1,1-1 0,0 2 0,-22 15 459,1-8-413,16-8-44,-1 1 1,0 0 0,1 0-1,-1 0 1,1 0-1,-5 4 1,6-3-3,-7 3 3,0 1-1,1 0 1,0 1 0,1-1 0,0 2 0,0-1-1,-10 16 1,15-20-66,0 1 0,0 0 0,1 0 0,-1 0 0,1 0 0,1 1 0,-1-1 0,1 0 0,0 1 0,0-1 0,0 1 0,1 0 0,0-1 0,0 9 0,3 10-271</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45.658"/>
    </inkml:context>
    <inkml:brush xml:id="br0">
      <inkml:brushProperty name="width" value="0.035" units="cm"/>
      <inkml:brushProperty name="height" value="0.035" units="cm"/>
    </inkml:brush>
  </inkml:definitions>
  <inkml:trace contextRef="#ctx0" brushRef="#br0">682 146 1648,'-65'-115'895,"64"113"-855,0 0 0,0 0 0,-1 0 0,1 0 0,-1 0 1,1 0-1,-1 1 0,1-1 0,-1 1 0,0-1 0,0 1 0,0 0 0,0-1 0,0 1 0,0 0 0,0 0 0,0 1 0,0-1 0,0 0 0,-1 1 0,1-1 0,0 1 0,0 0 1,-1 0-1,1 0 0,0 0 0,-1 0 0,1 0 0,0 0 0,-3 2 0,-5-1 135,-12 2 248,0 2 1,-1 0 0,2 1 0,-27 12 0,-9 1 14,-8 3-145,33-10 31,-1-2-1,-1 0 0,0-3 1,-51 6-1,82-13-292,1 0 0,0 0 0,-1 0 0,1 0 0,-1 1 1,1-1-1,0 1 0,-1 0 0,1 0 0,0 0 0,0 0 0,0 0 0,0 0 0,-3 2 0,3 0-12,-1 0 0,1 1-1,-1-1 1,1 1 0,0-1 0,0 1 0,-1 5-1,0-2 16,1-1 1,0 0-1,0 0 0,1 1 0,0-1 0,0 1 0,1-1 0,-1 1 0,2-1 1,-1 1-1,0-1 0,1 1 0,1-1 0,-1 0 0,1 1 0,0-1 0,0 0 1,1 0-1,-1 0 0,1 0 0,1-1 0,4 7 0,8 9 33,1 0-1,2-1 1,0-1-1,23 17 1,-26-21-83,47 43 70,-3 3-1,81 108 1,-128-152-5,0 1-1,1-2 1,1 0 0,1-1-1,0 0 1,24 16-1,-23-19-437,-4-4 198</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46.227"/>
    </inkml:context>
    <inkml:brush xml:id="br0">
      <inkml:brushProperty name="width" value="0.035" units="cm"/>
      <inkml:brushProperty name="height" value="0.035" units="cm"/>
    </inkml:brush>
  </inkml:definitions>
  <inkml:trace contextRef="#ctx0" brushRef="#br0">365 994 2569,'-177'106'1144,"170"-101"-1044,0-1 0,-1-1 1,1 1-1,0-1 0,-1 0 1,0-1-1,0 0 0,0 0 1,-16 1-1,9-2 2,11 0-51,0-1-1,-1 1 1,1-1-1,0 0 0,0-1 1,0 1-1,0-1 1,0 0-1,-1 0 0,1 0 1,-5-3-1,7 3-11,0 0 0,1 0-1,-1-1 1,0 1 0,1-1 0,-1 1-1,1-1 1,-1 0 0,1 0 0,0 1-1,-1-1 1,1 0 0,0 0 0,1 0-1,-1 0 1,0 0 0,0 0 0,1-1-1,-1 1 1,1 0 0,0 0 0,0 0 0,0 0-1,0-4 1,1-13 84,0-1 0,2 0-1,0 0 1,8-23 0,29-75-45,-30 93-51,22-52 6,77-129 1,-109 206-34,44-69 12,76-91 0,-92 126-12,16-21-23,2 2 1,55-49 0,-93 95 12,0 1 1,1 0-1,0 0 1,0 1-1,0 0 1,1 1-1,18-7 1,-26 10 8,1 0 0,0 1 1,-1-1-1,1 1 1,0-1-1,-1 1 1,1 0-1,0 0 0,-1 0 1,1 0-1,0 1 1,0-1-1,-1 1 0,1-1 1,-1 1-1,1 0 1,0 0-1,-1 0 1,0 1-1,1-1 0,-1 0 1,0 1-1,1 0 1,-1-1-1,0 1 0,0 0 1,-1 0-1,1 0 1,0 0-1,-1 1 1,1-1-1,-1 0 0,3 5 1,-1 4 9,1 0 0,-2 0 0,1 0 0,-2 1 0,1-1 0,-1 0 0,-1 1 0,0-1 0,-1 1 0,-3 16 0,-1-1 11,-1 0 0,-1-1 0,-15 34 0,1-13 21,-33 52 0,2-3 53,15-16-14,6-4-32</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46.818"/>
    </inkml:context>
    <inkml:brush xml:id="br0">
      <inkml:brushProperty name="width" value="0.035" units="cm"/>
      <inkml:brushProperty name="height" value="0.035" units="cm"/>
    </inkml:brush>
  </inkml:definitions>
  <inkml:trace contextRef="#ctx0" brushRef="#br0">156 6 2937,'-42'-6'1528,"4"12"-680,14 17-48,3 37-608,-8 9-40,27 33 40,4 9 8,4 3-15,11 7-25,-13-9-40,-2 4 8,9-13-1289,-5-12 905</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5T19:07:47.201"/>
    </inkml:context>
    <inkml:brush xml:id="br0">
      <inkml:brushProperty name="width" value="0.035" units="cm"/>
      <inkml:brushProperty name="height" value="0.035" units="cm"/>
    </inkml:brush>
  </inkml:definitions>
  <inkml:trace contextRef="#ctx0" brushRef="#br0">158 0 8010,'-25'27'2960,"23"51"-2432,12 36-95,-16 45-305,-7 22-256,-37 50-1697,-22 26 1313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panose="020F0502020204030204"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Calibri" panose="020F0502020204030204" pitchFamily="34" charset="0"/>
              </a:defRPr>
            </a:lvl1pPr>
          </a:lstStyle>
          <a:p>
            <a:fld id="{C304394B-79FE-4E4B-87D1-AE7F23DF3B64}" type="datetimeFigureOut">
              <a:rPr lang="en-US" smtClean="0"/>
              <a:pPr/>
              <a:t>9/28/2023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panose="020F050202020403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Calibri" panose="020F0502020204030204" pitchFamily="34" charset="0"/>
              </a:defRPr>
            </a:lvl1pPr>
          </a:lstStyle>
          <a:p>
            <a:fld id="{A490A9AE-8D1A-47D7-A05C-6144EBDEDF2F}" type="slidenum">
              <a:rPr lang="en-US" smtClean="0"/>
              <a:pPr/>
              <a:t>‹#›</a:t>
            </a:fld>
            <a:endParaRPr lang="en-US" dirty="0"/>
          </a:p>
        </p:txBody>
      </p:sp>
    </p:spTree>
    <p:extLst>
      <p:ext uri="{BB962C8B-B14F-4D97-AF65-F5344CB8AC3E}">
        <p14:creationId xmlns:p14="http://schemas.microsoft.com/office/powerpoint/2010/main" val="111810428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4539">
              <a:defRPr>
                <a:solidFill>
                  <a:schemeClr val="tx1"/>
                </a:solidFill>
                <a:latin typeface="Arial" charset="0"/>
              </a:defRPr>
            </a:lvl1pPr>
            <a:lvl2pPr marL="710483" indent="-273263" defTabSz="924539">
              <a:defRPr>
                <a:solidFill>
                  <a:schemeClr val="tx1"/>
                </a:solidFill>
                <a:latin typeface="Arial" charset="0"/>
              </a:defRPr>
            </a:lvl2pPr>
            <a:lvl3pPr marL="1093051" indent="-218610" defTabSz="924539">
              <a:defRPr>
                <a:solidFill>
                  <a:schemeClr val="tx1"/>
                </a:solidFill>
                <a:latin typeface="Arial" charset="0"/>
              </a:defRPr>
            </a:lvl3pPr>
            <a:lvl4pPr marL="1530271" indent="-218610" defTabSz="924539">
              <a:defRPr>
                <a:solidFill>
                  <a:schemeClr val="tx1"/>
                </a:solidFill>
                <a:latin typeface="Arial" charset="0"/>
              </a:defRPr>
            </a:lvl4pPr>
            <a:lvl5pPr marL="1967492" indent="-218610" defTabSz="924539">
              <a:defRPr>
                <a:solidFill>
                  <a:schemeClr val="tx1"/>
                </a:solidFill>
                <a:latin typeface="Arial" charset="0"/>
              </a:defRPr>
            </a:lvl5pPr>
            <a:lvl6pPr marL="2404712" indent="-218610" algn="ctr" defTabSz="924539" eaLnBrk="0" fontAlgn="base" hangingPunct="0">
              <a:spcBef>
                <a:spcPct val="50000"/>
              </a:spcBef>
              <a:spcAft>
                <a:spcPct val="0"/>
              </a:spcAft>
              <a:defRPr>
                <a:solidFill>
                  <a:schemeClr val="tx1"/>
                </a:solidFill>
                <a:latin typeface="Arial" charset="0"/>
              </a:defRPr>
            </a:lvl6pPr>
            <a:lvl7pPr marL="2841932" indent="-218610" algn="ctr" defTabSz="924539" eaLnBrk="0" fontAlgn="base" hangingPunct="0">
              <a:spcBef>
                <a:spcPct val="50000"/>
              </a:spcBef>
              <a:spcAft>
                <a:spcPct val="0"/>
              </a:spcAft>
              <a:defRPr>
                <a:solidFill>
                  <a:schemeClr val="tx1"/>
                </a:solidFill>
                <a:latin typeface="Arial" charset="0"/>
              </a:defRPr>
            </a:lvl7pPr>
            <a:lvl8pPr marL="3279153" indent="-218610" algn="ctr" defTabSz="924539" eaLnBrk="0" fontAlgn="base" hangingPunct="0">
              <a:spcBef>
                <a:spcPct val="50000"/>
              </a:spcBef>
              <a:spcAft>
                <a:spcPct val="0"/>
              </a:spcAft>
              <a:defRPr>
                <a:solidFill>
                  <a:schemeClr val="tx1"/>
                </a:solidFill>
                <a:latin typeface="Arial" charset="0"/>
              </a:defRPr>
            </a:lvl8pPr>
            <a:lvl9pPr marL="3716373" indent="-218610" algn="ctr" defTabSz="924539" eaLnBrk="0" fontAlgn="base" hangingPunct="0">
              <a:spcBef>
                <a:spcPct val="50000"/>
              </a:spcBef>
              <a:spcAft>
                <a:spcPct val="0"/>
              </a:spcAft>
              <a:defRPr>
                <a:solidFill>
                  <a:schemeClr val="tx1"/>
                </a:solidFill>
                <a:latin typeface="Arial" charset="0"/>
              </a:defRPr>
            </a:lvl9pPr>
          </a:lstStyle>
          <a:p>
            <a:pPr marL="0" marR="0" lvl="0" indent="0" algn="r" defTabSz="924539" rtl="0" eaLnBrk="0" fontAlgn="base" latinLnBrk="0" hangingPunct="0">
              <a:lnSpc>
                <a:spcPct val="100000"/>
              </a:lnSpc>
              <a:spcBef>
                <a:spcPct val="0"/>
              </a:spcBef>
              <a:spcAft>
                <a:spcPct val="0"/>
              </a:spcAft>
              <a:buClrTx/>
              <a:buSzTx/>
              <a:buFontTx/>
              <a:buNone/>
              <a:tabLst/>
              <a:defRPr/>
            </a:pPr>
            <a:fld id="{8FFE93A1-A674-4C63-8256-B72FE675F39A}" type="slidenum">
              <a:rPr kumimoji="0" lang="en-US" sz="1000" b="0" i="1" u="none" strike="noStrike" kern="1200" cap="none" spc="0" normalizeH="0" baseline="0" noProof="0" smtClean="0">
                <a:ln>
                  <a:noFill/>
                </a:ln>
                <a:solidFill>
                  <a:srgbClr val="B2B2B2"/>
                </a:solidFill>
                <a:effectLst/>
                <a:uLnTx/>
                <a:uFillTx/>
                <a:latin typeface="Arial" charset="0"/>
                <a:ea typeface="+mn-ea"/>
                <a:cs typeface="+mn-cs"/>
              </a:rPr>
              <a:pPr marL="0" marR="0" lvl="0" indent="0" algn="r" defTabSz="924539" rtl="0" eaLnBrk="0" fontAlgn="base" latinLnBrk="0" hangingPunct="0">
                <a:lnSpc>
                  <a:spcPct val="100000"/>
                </a:lnSpc>
                <a:spcBef>
                  <a:spcPct val="0"/>
                </a:spcBef>
                <a:spcAft>
                  <a:spcPct val="0"/>
                </a:spcAft>
                <a:buClrTx/>
                <a:buSzTx/>
                <a:buFontTx/>
                <a:buNone/>
                <a:tabLst/>
                <a:defRPr/>
              </a:pPr>
              <a:t>4</a:t>
            </a:fld>
            <a:endParaRPr kumimoji="0" lang="en-US" sz="1000" b="0" i="1" u="none" strike="noStrike" kern="1200" cap="none" spc="0" normalizeH="0" baseline="0" noProof="0">
              <a:ln>
                <a:noFill/>
              </a:ln>
              <a:solidFill>
                <a:srgbClr val="B2B2B2"/>
              </a:solidFill>
              <a:effectLst/>
              <a:uLnTx/>
              <a:uFillTx/>
              <a:latin typeface="Arial" charset="0"/>
              <a:ea typeface="+mn-ea"/>
              <a:cs typeface="+mn-cs"/>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628671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4539">
              <a:defRPr>
                <a:solidFill>
                  <a:schemeClr val="tx1"/>
                </a:solidFill>
                <a:latin typeface="Arial" charset="0"/>
              </a:defRPr>
            </a:lvl1pPr>
            <a:lvl2pPr marL="710483" indent="-273263" defTabSz="924539">
              <a:defRPr>
                <a:solidFill>
                  <a:schemeClr val="tx1"/>
                </a:solidFill>
                <a:latin typeface="Arial" charset="0"/>
              </a:defRPr>
            </a:lvl2pPr>
            <a:lvl3pPr marL="1093051" indent="-218610" defTabSz="924539">
              <a:defRPr>
                <a:solidFill>
                  <a:schemeClr val="tx1"/>
                </a:solidFill>
                <a:latin typeface="Arial" charset="0"/>
              </a:defRPr>
            </a:lvl3pPr>
            <a:lvl4pPr marL="1530271" indent="-218610" defTabSz="924539">
              <a:defRPr>
                <a:solidFill>
                  <a:schemeClr val="tx1"/>
                </a:solidFill>
                <a:latin typeface="Arial" charset="0"/>
              </a:defRPr>
            </a:lvl4pPr>
            <a:lvl5pPr marL="1967492" indent="-218610" defTabSz="924539">
              <a:defRPr>
                <a:solidFill>
                  <a:schemeClr val="tx1"/>
                </a:solidFill>
                <a:latin typeface="Arial" charset="0"/>
              </a:defRPr>
            </a:lvl5pPr>
            <a:lvl6pPr marL="2404712" indent="-218610" algn="ctr" defTabSz="924539" eaLnBrk="0" fontAlgn="base" hangingPunct="0">
              <a:spcBef>
                <a:spcPct val="50000"/>
              </a:spcBef>
              <a:spcAft>
                <a:spcPct val="0"/>
              </a:spcAft>
              <a:defRPr>
                <a:solidFill>
                  <a:schemeClr val="tx1"/>
                </a:solidFill>
                <a:latin typeface="Arial" charset="0"/>
              </a:defRPr>
            </a:lvl6pPr>
            <a:lvl7pPr marL="2841932" indent="-218610" algn="ctr" defTabSz="924539" eaLnBrk="0" fontAlgn="base" hangingPunct="0">
              <a:spcBef>
                <a:spcPct val="50000"/>
              </a:spcBef>
              <a:spcAft>
                <a:spcPct val="0"/>
              </a:spcAft>
              <a:defRPr>
                <a:solidFill>
                  <a:schemeClr val="tx1"/>
                </a:solidFill>
                <a:latin typeface="Arial" charset="0"/>
              </a:defRPr>
            </a:lvl7pPr>
            <a:lvl8pPr marL="3279153" indent="-218610" algn="ctr" defTabSz="924539" eaLnBrk="0" fontAlgn="base" hangingPunct="0">
              <a:spcBef>
                <a:spcPct val="50000"/>
              </a:spcBef>
              <a:spcAft>
                <a:spcPct val="0"/>
              </a:spcAft>
              <a:defRPr>
                <a:solidFill>
                  <a:schemeClr val="tx1"/>
                </a:solidFill>
                <a:latin typeface="Arial" charset="0"/>
              </a:defRPr>
            </a:lvl8pPr>
            <a:lvl9pPr marL="3716373" indent="-218610" algn="ctr" defTabSz="924539" eaLnBrk="0" fontAlgn="base" hangingPunct="0">
              <a:spcBef>
                <a:spcPct val="50000"/>
              </a:spcBef>
              <a:spcAft>
                <a:spcPct val="0"/>
              </a:spcAft>
              <a:defRPr>
                <a:solidFill>
                  <a:schemeClr val="tx1"/>
                </a:solidFill>
                <a:latin typeface="Arial" charset="0"/>
              </a:defRPr>
            </a:lvl9pPr>
          </a:lstStyle>
          <a:p>
            <a:pPr marL="0" marR="0" lvl="0" indent="0" algn="r" defTabSz="924539" rtl="0" eaLnBrk="0" fontAlgn="base" latinLnBrk="0" hangingPunct="0">
              <a:lnSpc>
                <a:spcPct val="100000"/>
              </a:lnSpc>
              <a:spcBef>
                <a:spcPct val="0"/>
              </a:spcBef>
              <a:spcAft>
                <a:spcPct val="0"/>
              </a:spcAft>
              <a:buClrTx/>
              <a:buSzTx/>
              <a:buFontTx/>
              <a:buNone/>
              <a:tabLst/>
              <a:defRPr/>
            </a:pPr>
            <a:fld id="{756FBF11-5A41-4917-A3C8-32833C3B896A}" type="slidenum">
              <a:rPr kumimoji="0" lang="en-US" sz="1000" b="0" i="1" u="none" strike="noStrike" kern="1200" cap="none" spc="0" normalizeH="0" baseline="0" noProof="0" smtClean="0">
                <a:ln>
                  <a:noFill/>
                </a:ln>
                <a:solidFill>
                  <a:srgbClr val="B2B2B2"/>
                </a:solidFill>
                <a:effectLst/>
                <a:uLnTx/>
                <a:uFillTx/>
                <a:latin typeface="Arial" charset="0"/>
                <a:ea typeface="+mn-ea"/>
                <a:cs typeface="+mn-cs"/>
              </a:rPr>
              <a:pPr marL="0" marR="0" lvl="0" indent="0" algn="r" defTabSz="924539" rtl="0" eaLnBrk="0" fontAlgn="base" latinLnBrk="0" hangingPunct="0">
                <a:lnSpc>
                  <a:spcPct val="100000"/>
                </a:lnSpc>
                <a:spcBef>
                  <a:spcPct val="0"/>
                </a:spcBef>
                <a:spcAft>
                  <a:spcPct val="0"/>
                </a:spcAft>
                <a:buClrTx/>
                <a:buSzTx/>
                <a:buFontTx/>
                <a:buNone/>
                <a:tabLst/>
                <a:defRPr/>
              </a:pPr>
              <a:t>9</a:t>
            </a:fld>
            <a:endParaRPr kumimoji="0" lang="en-US" sz="1000" b="0" i="1" u="none" strike="noStrike" kern="1200" cap="none" spc="0" normalizeH="0" baseline="0" noProof="0">
              <a:ln>
                <a:noFill/>
              </a:ln>
              <a:solidFill>
                <a:srgbClr val="B2B2B2"/>
              </a:solidFill>
              <a:effectLst/>
              <a:uLnTx/>
              <a:uFillTx/>
              <a:latin typeface="Arial" charset="0"/>
              <a:ea typeface="+mn-ea"/>
              <a:cs typeface="+mn-cs"/>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853930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4539">
              <a:defRPr>
                <a:solidFill>
                  <a:schemeClr val="tx1"/>
                </a:solidFill>
                <a:latin typeface="Arial" charset="0"/>
              </a:defRPr>
            </a:lvl1pPr>
            <a:lvl2pPr marL="710483" indent="-273263" defTabSz="924539">
              <a:defRPr>
                <a:solidFill>
                  <a:schemeClr val="tx1"/>
                </a:solidFill>
                <a:latin typeface="Arial" charset="0"/>
              </a:defRPr>
            </a:lvl2pPr>
            <a:lvl3pPr marL="1093051" indent="-218610" defTabSz="924539">
              <a:defRPr>
                <a:solidFill>
                  <a:schemeClr val="tx1"/>
                </a:solidFill>
                <a:latin typeface="Arial" charset="0"/>
              </a:defRPr>
            </a:lvl3pPr>
            <a:lvl4pPr marL="1530271" indent="-218610" defTabSz="924539">
              <a:defRPr>
                <a:solidFill>
                  <a:schemeClr val="tx1"/>
                </a:solidFill>
                <a:latin typeface="Arial" charset="0"/>
              </a:defRPr>
            </a:lvl4pPr>
            <a:lvl5pPr marL="1967492" indent="-218610" defTabSz="924539">
              <a:defRPr>
                <a:solidFill>
                  <a:schemeClr val="tx1"/>
                </a:solidFill>
                <a:latin typeface="Arial" charset="0"/>
              </a:defRPr>
            </a:lvl5pPr>
            <a:lvl6pPr marL="2404712" indent="-218610" algn="ctr" defTabSz="924539" eaLnBrk="0" fontAlgn="base" hangingPunct="0">
              <a:spcBef>
                <a:spcPct val="50000"/>
              </a:spcBef>
              <a:spcAft>
                <a:spcPct val="0"/>
              </a:spcAft>
              <a:defRPr>
                <a:solidFill>
                  <a:schemeClr val="tx1"/>
                </a:solidFill>
                <a:latin typeface="Arial" charset="0"/>
              </a:defRPr>
            </a:lvl6pPr>
            <a:lvl7pPr marL="2841932" indent="-218610" algn="ctr" defTabSz="924539" eaLnBrk="0" fontAlgn="base" hangingPunct="0">
              <a:spcBef>
                <a:spcPct val="50000"/>
              </a:spcBef>
              <a:spcAft>
                <a:spcPct val="0"/>
              </a:spcAft>
              <a:defRPr>
                <a:solidFill>
                  <a:schemeClr val="tx1"/>
                </a:solidFill>
                <a:latin typeface="Arial" charset="0"/>
              </a:defRPr>
            </a:lvl7pPr>
            <a:lvl8pPr marL="3279153" indent="-218610" algn="ctr" defTabSz="924539" eaLnBrk="0" fontAlgn="base" hangingPunct="0">
              <a:spcBef>
                <a:spcPct val="50000"/>
              </a:spcBef>
              <a:spcAft>
                <a:spcPct val="0"/>
              </a:spcAft>
              <a:defRPr>
                <a:solidFill>
                  <a:schemeClr val="tx1"/>
                </a:solidFill>
                <a:latin typeface="Arial" charset="0"/>
              </a:defRPr>
            </a:lvl8pPr>
            <a:lvl9pPr marL="3716373" indent="-218610" algn="ctr" defTabSz="924539" eaLnBrk="0" fontAlgn="base" hangingPunct="0">
              <a:spcBef>
                <a:spcPct val="50000"/>
              </a:spcBef>
              <a:spcAft>
                <a:spcPct val="0"/>
              </a:spcAft>
              <a:defRPr>
                <a:solidFill>
                  <a:schemeClr val="tx1"/>
                </a:solidFill>
                <a:latin typeface="Arial" charset="0"/>
              </a:defRPr>
            </a:lvl9pPr>
          </a:lstStyle>
          <a:p>
            <a:pPr marL="0" marR="0" lvl="0" indent="0" algn="r" defTabSz="924539" rtl="0" eaLnBrk="0" fontAlgn="base" latinLnBrk="0" hangingPunct="0">
              <a:lnSpc>
                <a:spcPct val="100000"/>
              </a:lnSpc>
              <a:spcBef>
                <a:spcPct val="0"/>
              </a:spcBef>
              <a:spcAft>
                <a:spcPct val="0"/>
              </a:spcAft>
              <a:buClrTx/>
              <a:buSzTx/>
              <a:buFontTx/>
              <a:buNone/>
              <a:tabLst/>
              <a:defRPr/>
            </a:pPr>
            <a:fld id="{1D48C174-F3E0-4034-8E71-C25B4DD0EBDE}" type="slidenum">
              <a:rPr kumimoji="0" lang="en-US" sz="1000" b="0" i="1" u="none" strike="noStrike" kern="1200" cap="none" spc="0" normalizeH="0" baseline="0" noProof="0" smtClean="0">
                <a:ln>
                  <a:noFill/>
                </a:ln>
                <a:solidFill>
                  <a:srgbClr val="B2B2B2"/>
                </a:solidFill>
                <a:effectLst/>
                <a:uLnTx/>
                <a:uFillTx/>
                <a:latin typeface="Arial" charset="0"/>
                <a:ea typeface="+mn-ea"/>
                <a:cs typeface="+mn-cs"/>
              </a:rPr>
              <a:pPr marL="0" marR="0" lvl="0" indent="0" algn="r" defTabSz="924539" rtl="0" eaLnBrk="0" fontAlgn="base" latinLnBrk="0" hangingPunct="0">
                <a:lnSpc>
                  <a:spcPct val="100000"/>
                </a:lnSpc>
                <a:spcBef>
                  <a:spcPct val="0"/>
                </a:spcBef>
                <a:spcAft>
                  <a:spcPct val="0"/>
                </a:spcAft>
                <a:buClrTx/>
                <a:buSzTx/>
                <a:buFontTx/>
                <a:buNone/>
                <a:tabLst/>
                <a:defRPr/>
              </a:pPr>
              <a:t>19</a:t>
            </a:fld>
            <a:endParaRPr kumimoji="0" lang="en-US" sz="1000" b="0" i="1" u="none" strike="noStrike" kern="1200" cap="none" spc="0" normalizeH="0" baseline="0" noProof="0">
              <a:ln>
                <a:noFill/>
              </a:ln>
              <a:solidFill>
                <a:srgbClr val="B2B2B2"/>
              </a:solidFill>
              <a:effectLst/>
              <a:uLnTx/>
              <a:uFillTx/>
              <a:latin typeface="Arial" charset="0"/>
              <a:ea typeface="+mn-ea"/>
              <a:cs typeface="+mn-cs"/>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876996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4539">
              <a:defRPr>
                <a:solidFill>
                  <a:schemeClr val="tx1"/>
                </a:solidFill>
                <a:latin typeface="Arial" charset="0"/>
              </a:defRPr>
            </a:lvl1pPr>
            <a:lvl2pPr marL="710483" indent="-273263" defTabSz="924539">
              <a:defRPr>
                <a:solidFill>
                  <a:schemeClr val="tx1"/>
                </a:solidFill>
                <a:latin typeface="Arial" charset="0"/>
              </a:defRPr>
            </a:lvl2pPr>
            <a:lvl3pPr marL="1093051" indent="-218610" defTabSz="924539">
              <a:defRPr>
                <a:solidFill>
                  <a:schemeClr val="tx1"/>
                </a:solidFill>
                <a:latin typeface="Arial" charset="0"/>
              </a:defRPr>
            </a:lvl3pPr>
            <a:lvl4pPr marL="1530271" indent="-218610" defTabSz="924539">
              <a:defRPr>
                <a:solidFill>
                  <a:schemeClr val="tx1"/>
                </a:solidFill>
                <a:latin typeface="Arial" charset="0"/>
              </a:defRPr>
            </a:lvl4pPr>
            <a:lvl5pPr marL="1967492" indent="-218610" defTabSz="924539">
              <a:defRPr>
                <a:solidFill>
                  <a:schemeClr val="tx1"/>
                </a:solidFill>
                <a:latin typeface="Arial" charset="0"/>
              </a:defRPr>
            </a:lvl5pPr>
            <a:lvl6pPr marL="2404712" indent="-218610" algn="ctr" defTabSz="924539" eaLnBrk="0" fontAlgn="base" hangingPunct="0">
              <a:spcBef>
                <a:spcPct val="50000"/>
              </a:spcBef>
              <a:spcAft>
                <a:spcPct val="0"/>
              </a:spcAft>
              <a:defRPr>
                <a:solidFill>
                  <a:schemeClr val="tx1"/>
                </a:solidFill>
                <a:latin typeface="Arial" charset="0"/>
              </a:defRPr>
            </a:lvl6pPr>
            <a:lvl7pPr marL="2841932" indent="-218610" algn="ctr" defTabSz="924539" eaLnBrk="0" fontAlgn="base" hangingPunct="0">
              <a:spcBef>
                <a:spcPct val="50000"/>
              </a:spcBef>
              <a:spcAft>
                <a:spcPct val="0"/>
              </a:spcAft>
              <a:defRPr>
                <a:solidFill>
                  <a:schemeClr val="tx1"/>
                </a:solidFill>
                <a:latin typeface="Arial" charset="0"/>
              </a:defRPr>
            </a:lvl7pPr>
            <a:lvl8pPr marL="3279153" indent="-218610" algn="ctr" defTabSz="924539" eaLnBrk="0" fontAlgn="base" hangingPunct="0">
              <a:spcBef>
                <a:spcPct val="50000"/>
              </a:spcBef>
              <a:spcAft>
                <a:spcPct val="0"/>
              </a:spcAft>
              <a:defRPr>
                <a:solidFill>
                  <a:schemeClr val="tx1"/>
                </a:solidFill>
                <a:latin typeface="Arial" charset="0"/>
              </a:defRPr>
            </a:lvl8pPr>
            <a:lvl9pPr marL="3716373" indent="-218610" algn="ctr" defTabSz="924539" eaLnBrk="0" fontAlgn="base" hangingPunct="0">
              <a:spcBef>
                <a:spcPct val="50000"/>
              </a:spcBef>
              <a:spcAft>
                <a:spcPct val="0"/>
              </a:spcAft>
              <a:defRPr>
                <a:solidFill>
                  <a:schemeClr val="tx1"/>
                </a:solidFill>
                <a:latin typeface="Arial" charset="0"/>
              </a:defRPr>
            </a:lvl9pPr>
          </a:lstStyle>
          <a:p>
            <a:pPr marL="0" marR="0" lvl="0" indent="0" algn="r" defTabSz="924539" rtl="0" eaLnBrk="0" fontAlgn="base" latinLnBrk="0" hangingPunct="0">
              <a:lnSpc>
                <a:spcPct val="100000"/>
              </a:lnSpc>
              <a:spcBef>
                <a:spcPct val="0"/>
              </a:spcBef>
              <a:spcAft>
                <a:spcPct val="0"/>
              </a:spcAft>
              <a:buClrTx/>
              <a:buSzTx/>
              <a:buFontTx/>
              <a:buNone/>
              <a:tabLst/>
              <a:defRPr/>
            </a:pPr>
            <a:fld id="{065451FF-69AD-43B2-ACB2-E26B013290FD}" type="slidenum">
              <a:rPr kumimoji="0" lang="en-US" sz="1000" b="0" i="1" u="none" strike="noStrike" kern="1200" cap="none" spc="0" normalizeH="0" baseline="0" noProof="0" smtClean="0">
                <a:ln>
                  <a:noFill/>
                </a:ln>
                <a:solidFill>
                  <a:srgbClr val="B2B2B2"/>
                </a:solidFill>
                <a:effectLst/>
                <a:uLnTx/>
                <a:uFillTx/>
                <a:latin typeface="Arial" charset="0"/>
                <a:ea typeface="+mn-ea"/>
                <a:cs typeface="+mn-cs"/>
              </a:rPr>
              <a:pPr marL="0" marR="0" lvl="0" indent="0" algn="r" defTabSz="924539" rtl="0" eaLnBrk="0" fontAlgn="base" latinLnBrk="0" hangingPunct="0">
                <a:lnSpc>
                  <a:spcPct val="100000"/>
                </a:lnSpc>
                <a:spcBef>
                  <a:spcPct val="0"/>
                </a:spcBef>
                <a:spcAft>
                  <a:spcPct val="0"/>
                </a:spcAft>
                <a:buClrTx/>
                <a:buSzTx/>
                <a:buFontTx/>
                <a:buNone/>
                <a:tabLst/>
                <a:defRPr/>
              </a:pPr>
              <a:t>29</a:t>
            </a:fld>
            <a:endParaRPr kumimoji="0" lang="en-US" sz="1000" b="0" i="1" u="none" strike="noStrike" kern="1200" cap="none" spc="0" normalizeH="0" baseline="0" noProof="0">
              <a:ln>
                <a:noFill/>
              </a:ln>
              <a:solidFill>
                <a:srgbClr val="B2B2B2"/>
              </a:solidFill>
              <a:effectLst/>
              <a:uLnTx/>
              <a:uFillTx/>
              <a:latin typeface="Arial" charset="0"/>
              <a:ea typeface="+mn-ea"/>
              <a:cs typeface="+mn-cs"/>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432395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4539">
              <a:defRPr>
                <a:solidFill>
                  <a:schemeClr val="tx1"/>
                </a:solidFill>
                <a:latin typeface="Arial" charset="0"/>
              </a:defRPr>
            </a:lvl1pPr>
            <a:lvl2pPr marL="710483" indent="-273263" defTabSz="924539">
              <a:defRPr>
                <a:solidFill>
                  <a:schemeClr val="tx1"/>
                </a:solidFill>
                <a:latin typeface="Arial" charset="0"/>
              </a:defRPr>
            </a:lvl2pPr>
            <a:lvl3pPr marL="1093051" indent="-218610" defTabSz="924539">
              <a:defRPr>
                <a:solidFill>
                  <a:schemeClr val="tx1"/>
                </a:solidFill>
                <a:latin typeface="Arial" charset="0"/>
              </a:defRPr>
            </a:lvl3pPr>
            <a:lvl4pPr marL="1530271" indent="-218610" defTabSz="924539">
              <a:defRPr>
                <a:solidFill>
                  <a:schemeClr val="tx1"/>
                </a:solidFill>
                <a:latin typeface="Arial" charset="0"/>
              </a:defRPr>
            </a:lvl4pPr>
            <a:lvl5pPr marL="1967492" indent="-218610" defTabSz="924539">
              <a:defRPr>
                <a:solidFill>
                  <a:schemeClr val="tx1"/>
                </a:solidFill>
                <a:latin typeface="Arial" charset="0"/>
              </a:defRPr>
            </a:lvl5pPr>
            <a:lvl6pPr marL="2404712" indent="-218610" algn="ctr" defTabSz="924539" eaLnBrk="0" fontAlgn="base" hangingPunct="0">
              <a:spcBef>
                <a:spcPct val="50000"/>
              </a:spcBef>
              <a:spcAft>
                <a:spcPct val="0"/>
              </a:spcAft>
              <a:defRPr>
                <a:solidFill>
                  <a:schemeClr val="tx1"/>
                </a:solidFill>
                <a:latin typeface="Arial" charset="0"/>
              </a:defRPr>
            </a:lvl6pPr>
            <a:lvl7pPr marL="2841932" indent="-218610" algn="ctr" defTabSz="924539" eaLnBrk="0" fontAlgn="base" hangingPunct="0">
              <a:spcBef>
                <a:spcPct val="50000"/>
              </a:spcBef>
              <a:spcAft>
                <a:spcPct val="0"/>
              </a:spcAft>
              <a:defRPr>
                <a:solidFill>
                  <a:schemeClr val="tx1"/>
                </a:solidFill>
                <a:latin typeface="Arial" charset="0"/>
              </a:defRPr>
            </a:lvl7pPr>
            <a:lvl8pPr marL="3279153" indent="-218610" algn="ctr" defTabSz="924539" eaLnBrk="0" fontAlgn="base" hangingPunct="0">
              <a:spcBef>
                <a:spcPct val="50000"/>
              </a:spcBef>
              <a:spcAft>
                <a:spcPct val="0"/>
              </a:spcAft>
              <a:defRPr>
                <a:solidFill>
                  <a:schemeClr val="tx1"/>
                </a:solidFill>
                <a:latin typeface="Arial" charset="0"/>
              </a:defRPr>
            </a:lvl8pPr>
            <a:lvl9pPr marL="3716373" indent="-218610" algn="ctr" defTabSz="924539" eaLnBrk="0" fontAlgn="base" hangingPunct="0">
              <a:spcBef>
                <a:spcPct val="50000"/>
              </a:spcBef>
              <a:spcAft>
                <a:spcPct val="0"/>
              </a:spcAft>
              <a:defRPr>
                <a:solidFill>
                  <a:schemeClr val="tx1"/>
                </a:solidFill>
                <a:latin typeface="Arial" charset="0"/>
              </a:defRPr>
            </a:lvl9pPr>
          </a:lstStyle>
          <a:p>
            <a:pPr marL="0" marR="0" lvl="0" indent="0" algn="r" defTabSz="924539" rtl="0" eaLnBrk="0" fontAlgn="base" latinLnBrk="0" hangingPunct="0">
              <a:lnSpc>
                <a:spcPct val="100000"/>
              </a:lnSpc>
              <a:spcBef>
                <a:spcPct val="0"/>
              </a:spcBef>
              <a:spcAft>
                <a:spcPct val="0"/>
              </a:spcAft>
              <a:buClrTx/>
              <a:buSzTx/>
              <a:buFontTx/>
              <a:buNone/>
              <a:tabLst/>
              <a:defRPr/>
            </a:pPr>
            <a:fld id="{AFC411D4-518C-47C8-BF60-3B81501B906C}" type="slidenum">
              <a:rPr kumimoji="0" lang="en-US" sz="1000" b="0" i="1" u="none" strike="noStrike" kern="1200" cap="none" spc="0" normalizeH="0" baseline="0" noProof="0" smtClean="0">
                <a:ln>
                  <a:noFill/>
                </a:ln>
                <a:solidFill>
                  <a:srgbClr val="B2B2B2"/>
                </a:solidFill>
                <a:effectLst/>
                <a:uLnTx/>
                <a:uFillTx/>
                <a:latin typeface="Arial" charset="0"/>
                <a:ea typeface="+mn-ea"/>
                <a:cs typeface="+mn-cs"/>
              </a:rPr>
              <a:pPr marL="0" marR="0" lvl="0" indent="0" algn="r" defTabSz="924539" rtl="0" eaLnBrk="0" fontAlgn="base" latinLnBrk="0" hangingPunct="0">
                <a:lnSpc>
                  <a:spcPct val="100000"/>
                </a:lnSpc>
                <a:spcBef>
                  <a:spcPct val="0"/>
                </a:spcBef>
                <a:spcAft>
                  <a:spcPct val="0"/>
                </a:spcAft>
                <a:buClrTx/>
                <a:buSzTx/>
                <a:buFontTx/>
                <a:buNone/>
                <a:tabLst/>
                <a:defRPr/>
              </a:pPr>
              <a:t>30</a:t>
            </a:fld>
            <a:endParaRPr kumimoji="0" lang="en-US" sz="1000" b="0" i="1" u="none" strike="noStrike" kern="1200" cap="none" spc="0" normalizeH="0" baseline="0" noProof="0">
              <a:ln>
                <a:noFill/>
              </a:ln>
              <a:solidFill>
                <a:srgbClr val="B2B2B2"/>
              </a:solidFill>
              <a:effectLst/>
              <a:uLnTx/>
              <a:uFillTx/>
              <a:latin typeface="Arial" charset="0"/>
              <a:ea typeface="+mn-ea"/>
              <a:cs typeface="+mn-cs"/>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138617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4539">
              <a:defRPr>
                <a:solidFill>
                  <a:schemeClr val="tx1"/>
                </a:solidFill>
                <a:latin typeface="Arial" charset="0"/>
              </a:defRPr>
            </a:lvl1pPr>
            <a:lvl2pPr marL="710483" indent="-273263" defTabSz="924539">
              <a:defRPr>
                <a:solidFill>
                  <a:schemeClr val="tx1"/>
                </a:solidFill>
                <a:latin typeface="Arial" charset="0"/>
              </a:defRPr>
            </a:lvl2pPr>
            <a:lvl3pPr marL="1093051" indent="-218610" defTabSz="924539">
              <a:defRPr>
                <a:solidFill>
                  <a:schemeClr val="tx1"/>
                </a:solidFill>
                <a:latin typeface="Arial" charset="0"/>
              </a:defRPr>
            </a:lvl3pPr>
            <a:lvl4pPr marL="1530271" indent="-218610" defTabSz="924539">
              <a:defRPr>
                <a:solidFill>
                  <a:schemeClr val="tx1"/>
                </a:solidFill>
                <a:latin typeface="Arial" charset="0"/>
              </a:defRPr>
            </a:lvl4pPr>
            <a:lvl5pPr marL="1967492" indent="-218610" defTabSz="924539">
              <a:defRPr>
                <a:solidFill>
                  <a:schemeClr val="tx1"/>
                </a:solidFill>
                <a:latin typeface="Arial" charset="0"/>
              </a:defRPr>
            </a:lvl5pPr>
            <a:lvl6pPr marL="2404712" indent="-218610" algn="ctr" defTabSz="924539" eaLnBrk="0" fontAlgn="base" hangingPunct="0">
              <a:spcBef>
                <a:spcPct val="50000"/>
              </a:spcBef>
              <a:spcAft>
                <a:spcPct val="0"/>
              </a:spcAft>
              <a:defRPr>
                <a:solidFill>
                  <a:schemeClr val="tx1"/>
                </a:solidFill>
                <a:latin typeface="Arial" charset="0"/>
              </a:defRPr>
            </a:lvl6pPr>
            <a:lvl7pPr marL="2841932" indent="-218610" algn="ctr" defTabSz="924539" eaLnBrk="0" fontAlgn="base" hangingPunct="0">
              <a:spcBef>
                <a:spcPct val="50000"/>
              </a:spcBef>
              <a:spcAft>
                <a:spcPct val="0"/>
              </a:spcAft>
              <a:defRPr>
                <a:solidFill>
                  <a:schemeClr val="tx1"/>
                </a:solidFill>
                <a:latin typeface="Arial" charset="0"/>
              </a:defRPr>
            </a:lvl7pPr>
            <a:lvl8pPr marL="3279153" indent="-218610" algn="ctr" defTabSz="924539" eaLnBrk="0" fontAlgn="base" hangingPunct="0">
              <a:spcBef>
                <a:spcPct val="50000"/>
              </a:spcBef>
              <a:spcAft>
                <a:spcPct val="0"/>
              </a:spcAft>
              <a:defRPr>
                <a:solidFill>
                  <a:schemeClr val="tx1"/>
                </a:solidFill>
                <a:latin typeface="Arial" charset="0"/>
              </a:defRPr>
            </a:lvl8pPr>
            <a:lvl9pPr marL="3716373" indent="-218610" algn="ctr" defTabSz="924539" eaLnBrk="0" fontAlgn="base" hangingPunct="0">
              <a:spcBef>
                <a:spcPct val="50000"/>
              </a:spcBef>
              <a:spcAft>
                <a:spcPct val="0"/>
              </a:spcAft>
              <a:defRPr>
                <a:solidFill>
                  <a:schemeClr val="tx1"/>
                </a:solidFill>
                <a:latin typeface="Arial" charset="0"/>
              </a:defRPr>
            </a:lvl9pPr>
          </a:lstStyle>
          <a:p>
            <a:pPr marL="0" marR="0" lvl="0" indent="0" algn="r" defTabSz="924539" rtl="0" eaLnBrk="0" fontAlgn="base" latinLnBrk="0" hangingPunct="0">
              <a:lnSpc>
                <a:spcPct val="100000"/>
              </a:lnSpc>
              <a:spcBef>
                <a:spcPct val="0"/>
              </a:spcBef>
              <a:spcAft>
                <a:spcPct val="0"/>
              </a:spcAft>
              <a:buClrTx/>
              <a:buSzTx/>
              <a:buFontTx/>
              <a:buNone/>
              <a:tabLst/>
              <a:defRPr/>
            </a:pPr>
            <a:fld id="{A50DDC84-A178-4C54-87BF-CF2E5150A190}" type="slidenum">
              <a:rPr kumimoji="0" lang="en-US" sz="1000" b="0" i="1" u="none" strike="noStrike" kern="1200" cap="none" spc="0" normalizeH="0" baseline="0" noProof="0" smtClean="0">
                <a:ln>
                  <a:noFill/>
                </a:ln>
                <a:solidFill>
                  <a:srgbClr val="B2B2B2"/>
                </a:solidFill>
                <a:effectLst/>
                <a:uLnTx/>
                <a:uFillTx/>
                <a:latin typeface="Arial" charset="0"/>
                <a:ea typeface="+mn-ea"/>
                <a:cs typeface="+mn-cs"/>
              </a:rPr>
              <a:pPr marL="0" marR="0" lvl="0" indent="0" algn="r" defTabSz="924539" rtl="0" eaLnBrk="0" fontAlgn="base" latinLnBrk="0" hangingPunct="0">
                <a:lnSpc>
                  <a:spcPct val="100000"/>
                </a:lnSpc>
                <a:spcBef>
                  <a:spcPct val="0"/>
                </a:spcBef>
                <a:spcAft>
                  <a:spcPct val="0"/>
                </a:spcAft>
                <a:buClrTx/>
                <a:buSzTx/>
                <a:buFontTx/>
                <a:buNone/>
                <a:tabLst/>
                <a:defRPr/>
              </a:pPr>
              <a:t>31</a:t>
            </a:fld>
            <a:endParaRPr kumimoji="0" lang="en-US" sz="1000" b="0" i="1" u="none" strike="noStrike" kern="1200" cap="none" spc="0" normalizeH="0" baseline="0" noProof="0">
              <a:ln>
                <a:noFill/>
              </a:ln>
              <a:solidFill>
                <a:srgbClr val="B2B2B2"/>
              </a:solidFill>
              <a:effectLst/>
              <a:uLnTx/>
              <a:uFillTx/>
              <a:latin typeface="Arial" charset="0"/>
              <a:ea typeface="+mn-ea"/>
              <a:cs typeface="+mn-cs"/>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321289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4539">
              <a:defRPr>
                <a:solidFill>
                  <a:schemeClr val="tx1"/>
                </a:solidFill>
                <a:latin typeface="Arial" charset="0"/>
              </a:defRPr>
            </a:lvl1pPr>
            <a:lvl2pPr marL="710483" indent="-273263" defTabSz="924539">
              <a:defRPr>
                <a:solidFill>
                  <a:schemeClr val="tx1"/>
                </a:solidFill>
                <a:latin typeface="Arial" charset="0"/>
              </a:defRPr>
            </a:lvl2pPr>
            <a:lvl3pPr marL="1093051" indent="-218610" defTabSz="924539">
              <a:defRPr>
                <a:solidFill>
                  <a:schemeClr val="tx1"/>
                </a:solidFill>
                <a:latin typeface="Arial" charset="0"/>
              </a:defRPr>
            </a:lvl3pPr>
            <a:lvl4pPr marL="1530271" indent="-218610" defTabSz="924539">
              <a:defRPr>
                <a:solidFill>
                  <a:schemeClr val="tx1"/>
                </a:solidFill>
                <a:latin typeface="Arial" charset="0"/>
              </a:defRPr>
            </a:lvl4pPr>
            <a:lvl5pPr marL="1967492" indent="-218610" defTabSz="924539">
              <a:defRPr>
                <a:solidFill>
                  <a:schemeClr val="tx1"/>
                </a:solidFill>
                <a:latin typeface="Arial" charset="0"/>
              </a:defRPr>
            </a:lvl5pPr>
            <a:lvl6pPr marL="2404712" indent="-218610" algn="ctr" defTabSz="924539" eaLnBrk="0" fontAlgn="base" hangingPunct="0">
              <a:spcBef>
                <a:spcPct val="50000"/>
              </a:spcBef>
              <a:spcAft>
                <a:spcPct val="0"/>
              </a:spcAft>
              <a:defRPr>
                <a:solidFill>
                  <a:schemeClr val="tx1"/>
                </a:solidFill>
                <a:latin typeface="Arial" charset="0"/>
              </a:defRPr>
            </a:lvl6pPr>
            <a:lvl7pPr marL="2841932" indent="-218610" algn="ctr" defTabSz="924539" eaLnBrk="0" fontAlgn="base" hangingPunct="0">
              <a:spcBef>
                <a:spcPct val="50000"/>
              </a:spcBef>
              <a:spcAft>
                <a:spcPct val="0"/>
              </a:spcAft>
              <a:defRPr>
                <a:solidFill>
                  <a:schemeClr val="tx1"/>
                </a:solidFill>
                <a:latin typeface="Arial" charset="0"/>
              </a:defRPr>
            </a:lvl7pPr>
            <a:lvl8pPr marL="3279153" indent="-218610" algn="ctr" defTabSz="924539" eaLnBrk="0" fontAlgn="base" hangingPunct="0">
              <a:spcBef>
                <a:spcPct val="50000"/>
              </a:spcBef>
              <a:spcAft>
                <a:spcPct val="0"/>
              </a:spcAft>
              <a:defRPr>
                <a:solidFill>
                  <a:schemeClr val="tx1"/>
                </a:solidFill>
                <a:latin typeface="Arial" charset="0"/>
              </a:defRPr>
            </a:lvl8pPr>
            <a:lvl9pPr marL="3716373" indent="-218610" algn="ctr" defTabSz="924539" eaLnBrk="0" fontAlgn="base" hangingPunct="0">
              <a:spcBef>
                <a:spcPct val="50000"/>
              </a:spcBef>
              <a:spcAft>
                <a:spcPct val="0"/>
              </a:spcAft>
              <a:defRPr>
                <a:solidFill>
                  <a:schemeClr val="tx1"/>
                </a:solidFill>
                <a:latin typeface="Arial" charset="0"/>
              </a:defRPr>
            </a:lvl9pPr>
          </a:lstStyle>
          <a:p>
            <a:pPr marL="0" marR="0" lvl="0" indent="0" algn="r" defTabSz="924539" rtl="0" eaLnBrk="0" fontAlgn="base" latinLnBrk="0" hangingPunct="0">
              <a:lnSpc>
                <a:spcPct val="100000"/>
              </a:lnSpc>
              <a:spcBef>
                <a:spcPct val="0"/>
              </a:spcBef>
              <a:spcAft>
                <a:spcPct val="0"/>
              </a:spcAft>
              <a:buClrTx/>
              <a:buSzTx/>
              <a:buFontTx/>
              <a:buNone/>
              <a:tabLst/>
              <a:defRPr/>
            </a:pPr>
            <a:fld id="{D3478292-2FD0-41F7-A784-E1BDED398E24}" type="slidenum">
              <a:rPr kumimoji="0" lang="en-US" sz="1000" b="0" i="1" u="none" strike="noStrike" kern="1200" cap="none" spc="0" normalizeH="0" baseline="0" noProof="0" smtClean="0">
                <a:ln>
                  <a:noFill/>
                </a:ln>
                <a:solidFill>
                  <a:srgbClr val="B2B2B2"/>
                </a:solidFill>
                <a:effectLst/>
                <a:uLnTx/>
                <a:uFillTx/>
                <a:latin typeface="Arial" charset="0"/>
                <a:ea typeface="+mn-ea"/>
                <a:cs typeface="+mn-cs"/>
              </a:rPr>
              <a:pPr marL="0" marR="0" lvl="0" indent="0" algn="r" defTabSz="924539" rtl="0" eaLnBrk="0" fontAlgn="base" latinLnBrk="0" hangingPunct="0">
                <a:lnSpc>
                  <a:spcPct val="100000"/>
                </a:lnSpc>
                <a:spcBef>
                  <a:spcPct val="0"/>
                </a:spcBef>
                <a:spcAft>
                  <a:spcPct val="0"/>
                </a:spcAft>
                <a:buClrTx/>
                <a:buSzTx/>
                <a:buFontTx/>
                <a:buNone/>
                <a:tabLst/>
                <a:defRPr/>
              </a:pPr>
              <a:t>32</a:t>
            </a:fld>
            <a:endParaRPr kumimoji="0" lang="en-US" sz="1000" b="0" i="1" u="none" strike="noStrike" kern="1200" cap="none" spc="0" normalizeH="0" baseline="0" noProof="0">
              <a:ln>
                <a:noFill/>
              </a:ln>
              <a:solidFill>
                <a:srgbClr val="B2B2B2"/>
              </a:solidFill>
              <a:effectLst/>
              <a:uLnTx/>
              <a:uFillTx/>
              <a:latin typeface="Arial" charset="0"/>
              <a:ea typeface="+mn-ea"/>
              <a:cs typeface="+mn-cs"/>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46752263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8134" y="254002"/>
            <a:ext cx="8713465" cy="6526752"/>
          </a:xfrm>
          <a:prstGeom prst="rect">
            <a:avLst/>
          </a:prstGeom>
        </p:spPr>
      </p:pic>
      <p:sp>
        <p:nvSpPr>
          <p:cNvPr id="2" name="Title 1"/>
          <p:cNvSpPr>
            <a:spLocks noGrp="1"/>
          </p:cNvSpPr>
          <p:nvPr>
            <p:ph type="ctrTitle"/>
          </p:nvPr>
        </p:nvSpPr>
        <p:spPr>
          <a:xfrm>
            <a:off x="698500" y="2723470"/>
            <a:ext cx="7747000" cy="366254"/>
          </a:xfrm>
        </p:spPr>
        <p:txBody>
          <a:bodyPr anchor="b"/>
          <a:lstStyle>
            <a:lvl1pPr algn="ctr">
              <a:defRPr sz="2800">
                <a:solidFill>
                  <a:schemeClr val="accent2"/>
                </a:solidFill>
              </a:defRPr>
            </a:lvl1pPr>
          </a:lstStyle>
          <a:p>
            <a:r>
              <a:rPr lang="en-US"/>
              <a:t>Click to edit Master title style</a:t>
            </a:r>
            <a:endParaRPr lang="en-US" dirty="0"/>
          </a:p>
        </p:txBody>
      </p:sp>
      <p:sp>
        <p:nvSpPr>
          <p:cNvPr id="3" name="Subtitle 2"/>
          <p:cNvSpPr>
            <a:spLocks noGrp="1"/>
          </p:cNvSpPr>
          <p:nvPr>
            <p:ph type="subTitle" idx="1"/>
          </p:nvPr>
        </p:nvSpPr>
        <p:spPr>
          <a:xfrm>
            <a:off x="698500" y="3352800"/>
            <a:ext cx="7747000" cy="233910"/>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Rectangle 3"/>
          <p:cNvSpPr/>
          <p:nvPr/>
        </p:nvSpPr>
        <p:spPr>
          <a:xfrm>
            <a:off x="3482340" y="223521"/>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p:nvPicPr>
        <p:blipFill rotWithShape="1">
          <a:blip r:embed="rId3" cstate="print">
            <a:extLst>
              <a:ext uri="{28A0092B-C50C-407E-A947-70E740481C1C}">
                <a14:useLocalDpi xmlns:a14="http://schemas.microsoft.com/office/drawing/2010/main" val="0"/>
              </a:ext>
            </a:extLst>
          </a:blip>
          <a:srcRect r="-76729"/>
          <a:stretch/>
        </p:blipFill>
        <p:spPr>
          <a:xfrm>
            <a:off x="1627124" y="481306"/>
            <a:ext cx="10034016" cy="99113"/>
          </a:xfrm>
          <a:prstGeom prst="rect">
            <a:avLst/>
          </a:prstGeom>
        </p:spPr>
      </p:pic>
      <p:sp>
        <p:nvSpPr>
          <p:cNvPr id="5" name="Rectangle 4"/>
          <p:cNvSpPr/>
          <p:nvPr/>
        </p:nvSpPr>
        <p:spPr>
          <a:xfrm>
            <a:off x="6812287" y="4885107"/>
            <a:ext cx="2080291" cy="1926128"/>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65369" y="5389521"/>
            <a:ext cx="987056" cy="1040948"/>
          </a:xfrm>
          <a:prstGeom prst="rect">
            <a:avLst/>
          </a:prstGeom>
        </p:spPr>
      </p:pic>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8674492" y="5121743"/>
            <a:ext cx="275507" cy="710099"/>
          </a:xfrm>
          <a:prstGeom prst="rect">
            <a:avLst/>
          </a:prstGeom>
        </p:spPr>
      </p:pic>
      <p:pic>
        <p:nvPicPr>
          <p:cNvPr id="13" name="Picture 12" descr="Swirl_3.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9688654">
            <a:off x="7441072" y="6393021"/>
            <a:ext cx="386047" cy="285072"/>
          </a:xfrm>
          <a:prstGeom prst="rect">
            <a:avLst/>
          </a:prstGeom>
        </p:spPr>
      </p:pic>
      <p:pic>
        <p:nvPicPr>
          <p:cNvPr id="14" name="Picture 13" descr="Swirl_3.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8073124">
            <a:off x="7908376" y="5449331"/>
            <a:ext cx="591497" cy="245691"/>
          </a:xfrm>
          <a:prstGeom prst="rect">
            <a:avLst/>
          </a:prstGeom>
        </p:spPr>
      </p:pic>
      <p:pic>
        <p:nvPicPr>
          <p:cNvPr id="16" name="Picture 15"/>
          <p:cNvPicPr>
            <a:picLocks noChangeAspect="1"/>
          </p:cNvPicPr>
          <p:nvPr/>
        </p:nvPicPr>
        <p:blipFill rotWithShape="1">
          <a:blip r:embed="rId8" cstate="print">
            <a:extLst>
              <a:ext uri="{28A0092B-C50C-407E-A947-70E740481C1C}">
                <a14:useLocalDpi xmlns:a14="http://schemas.microsoft.com/office/drawing/2010/main" val="0"/>
              </a:ext>
            </a:extLst>
          </a:blip>
          <a:srcRect/>
          <a:stretch/>
        </p:blipFill>
        <p:spPr>
          <a:xfrm>
            <a:off x="7939373" y="5831841"/>
            <a:ext cx="672857" cy="745880"/>
          </a:xfrm>
          <a:prstGeom prst="rect">
            <a:avLst/>
          </a:prstGeom>
        </p:spPr>
      </p:pic>
      <p:sp>
        <p:nvSpPr>
          <p:cNvPr id="6" name="Footer Placeholder 5"/>
          <p:cNvSpPr>
            <a:spLocks noGrp="1"/>
          </p:cNvSpPr>
          <p:nvPr>
            <p:ph type="ftr" sz="quarter" idx="10"/>
          </p:nvPr>
        </p:nvSpPr>
        <p:spPr>
          <a:xfrm>
            <a:off x="1204120" y="6363871"/>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p:nvPicPr>
        <p:blipFill>
          <a:blip r:embed="rId9" cstate="print"/>
          <a:stretch>
            <a:fillRect/>
          </a:stretch>
        </p:blipFill>
        <p:spPr>
          <a:xfrm>
            <a:off x="0" y="6415637"/>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33574"/>
            <a:ext cx="6172200" cy="366254"/>
          </a:xfrm>
        </p:spPr>
        <p:txBody>
          <a:bodyPr anchor="ctr"/>
          <a:lstStyle>
            <a:lvl1pPr algn="l">
              <a:defRPr sz="2800" b="0" cap="none" baseline="0">
                <a:solidFill>
                  <a:srgbClr val="055C9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41600" y="2942672"/>
            <a:ext cx="6172200" cy="263149"/>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6" name="Picture 5" descr="Rules_Single_A.png"/>
          <p:cNvPicPr>
            <a:picLocks noChangeAspect="1"/>
          </p:cNvPicPr>
          <p:nvPr/>
        </p:nvPicPr>
        <p:blipFill rotWithShape="1">
          <a:blip r:embed="rId2" cstate="print">
            <a:extLst>
              <a:ext uri="{28A0092B-C50C-407E-A947-70E740481C1C}">
                <a14:useLocalDpi xmlns:a14="http://schemas.microsoft.com/office/drawing/2010/main" val="0"/>
              </a:ext>
            </a:extLst>
          </a:blip>
          <a:srcRect r="-76729"/>
          <a:stretch/>
        </p:blipFill>
        <p:spPr>
          <a:xfrm>
            <a:off x="1597686" y="6487631"/>
            <a:ext cx="11423745" cy="90835"/>
          </a:xfrm>
          <a:prstGeom prst="rect">
            <a:avLst/>
          </a:prstGeom>
        </p:spPr>
      </p:pic>
      <p:pic>
        <p:nvPicPr>
          <p:cNvPr id="4" name="Picture 3" descr="Audio.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11" y="361953"/>
            <a:ext cx="1840495" cy="1940983"/>
          </a:xfrm>
          <a:prstGeom prst="rect">
            <a:avLst/>
          </a:prstGeom>
        </p:spPr>
      </p:pic>
      <p:pic>
        <p:nvPicPr>
          <p:cNvPr id="11" name="Picture 10" descr="Swirl_3.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p:nvPicPr>
        <p:blipFill rotWithShape="1">
          <a:blip r:embed="rId6" cstate="print">
            <a:extLst>
              <a:ext uri="{28A0092B-C50C-407E-A947-70E740481C1C}">
                <a14:useLocalDpi xmlns:a14="http://schemas.microsoft.com/office/drawing/2010/main" val="0"/>
              </a:ext>
            </a:extLst>
          </a:blip>
          <a:srcRect/>
          <a:stretch/>
        </p:blipFill>
        <p:spPr>
          <a:xfrm>
            <a:off x="879649" y="2604922"/>
            <a:ext cx="1101550" cy="1221098"/>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p:nvPicPr>
        <p:blipFill rotWithShape="1">
          <a:blip r:embed="rId8" cstate="print">
            <a:extLst>
              <a:ext uri="{28A0092B-C50C-407E-A947-70E740481C1C}">
                <a14:useLocalDpi xmlns:a14="http://schemas.microsoft.com/office/drawing/2010/main" val="0"/>
              </a:ext>
            </a:extLst>
          </a:blip>
          <a:srcRect/>
          <a:stretch/>
        </p:blipFill>
        <p:spPr>
          <a:xfrm>
            <a:off x="737542" y="4804755"/>
            <a:ext cx="252342" cy="650393"/>
          </a:xfrm>
          <a:prstGeom prst="rect">
            <a:avLst/>
          </a:prstGeom>
        </p:spPr>
      </p:pic>
      <p:sp>
        <p:nvSpPr>
          <p:cNvPr id="7" name="Footer Placeholder 6"/>
          <p:cNvSpPr>
            <a:spLocks noGrp="1"/>
          </p:cNvSpPr>
          <p:nvPr>
            <p:ph type="ftr" sz="quarter" idx="10"/>
          </p:nvPr>
        </p:nvSpPr>
        <p:spPr>
          <a:xfrm>
            <a:off x="1597686" y="6578467"/>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p:nvPicPr>
        <p:blipFill>
          <a:blip r:embed="rId9" cstate="print"/>
          <a:stretch>
            <a:fillRect/>
          </a:stretch>
        </p:blipFill>
        <p:spPr>
          <a:xfrm>
            <a:off x="118724"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516444"/>
            <a:ext cx="8026400" cy="287771"/>
          </a:xfrm>
        </p:spPr>
        <p:txBody>
          <a:bodyPr/>
          <a:lstStyle/>
          <a:p>
            <a:r>
              <a:rPr lang="en-US" dirty="0"/>
              <a:t>Click to edit Master title style</a:t>
            </a:r>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448"/>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79668" y="222265"/>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r="-76729"/>
          <a:stretch/>
        </p:blipFill>
        <p:spPr>
          <a:xfrm>
            <a:off x="1597686" y="6487631"/>
            <a:ext cx="11423745" cy="90835"/>
          </a:xfrm>
          <a:prstGeom prst="rect">
            <a:avLst/>
          </a:prstGeom>
        </p:spPr>
      </p:pic>
      <p:sp>
        <p:nvSpPr>
          <p:cNvPr id="2" name="Footer Placeholder 1"/>
          <p:cNvSpPr>
            <a:spLocks noGrp="1"/>
          </p:cNvSpPr>
          <p:nvPr>
            <p:ph type="ftr" sz="quarter" idx="10"/>
          </p:nvPr>
        </p:nvSpPr>
        <p:spPr>
          <a:xfrm>
            <a:off x="1597686" y="6578467"/>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p:nvPicPr>
        <p:blipFill>
          <a:blip r:embed="rId5" cstate="print"/>
          <a:stretch>
            <a:fillRect/>
          </a:stretch>
        </p:blipFill>
        <p:spPr>
          <a:xfrm>
            <a:off x="47181"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10493"/>
            <a:ext cx="8026400" cy="287771"/>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448"/>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79668" y="222265"/>
            <a:ext cx="628992" cy="697255"/>
          </a:xfrm>
          <a:prstGeom prst="rect">
            <a:avLst/>
          </a:prstGeom>
        </p:spPr>
      </p:pic>
      <p:pic>
        <p:nvPicPr>
          <p:cNvPr id="22" name="Picture 21"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r="-76729"/>
          <a:stretch/>
        </p:blipFill>
        <p:spPr>
          <a:xfrm>
            <a:off x="1597686" y="6487631"/>
            <a:ext cx="11423745" cy="90835"/>
          </a:xfrm>
          <a:prstGeom prst="rect">
            <a:avLst/>
          </a:prstGeom>
        </p:spPr>
      </p:pic>
      <p:sp>
        <p:nvSpPr>
          <p:cNvPr id="3" name="Footer Placeholder 2"/>
          <p:cNvSpPr>
            <a:spLocks noGrp="1"/>
          </p:cNvSpPr>
          <p:nvPr>
            <p:ph type="ftr" sz="quarter" idx="10"/>
          </p:nvPr>
        </p:nvSpPr>
        <p:spPr>
          <a:xfrm>
            <a:off x="1597686" y="6578467"/>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p:nvPicPr>
        <p:blipFill>
          <a:blip r:embed="rId5" cstate="print"/>
          <a:stretch>
            <a:fillRect/>
          </a:stretch>
        </p:blipFill>
        <p:spPr>
          <a:xfrm>
            <a:off x="60488" y="6305980"/>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3" name="Rectangle 2"/>
          <p:cNvSpPr/>
          <p:nvPr/>
        </p:nvSpPr>
        <p:spPr>
          <a:xfrm flipV="1">
            <a:off x="0" y="4137025"/>
            <a:ext cx="9144000" cy="4603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useBgFill="1">
        <p:nvSpPr>
          <p:cNvPr id="4" name="Rounded Rectangle 3"/>
          <p:cNvSpPr/>
          <p:nvPr/>
        </p:nvSpPr>
        <p:spPr bwMode="white">
          <a:xfrm>
            <a:off x="5410202" y="3962404"/>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useBgFill="1">
        <p:nvSpPr>
          <p:cNvPr id="5" name="Rounded Rectangle 4"/>
          <p:cNvSpPr/>
          <p:nvPr/>
        </p:nvSpPr>
        <p:spPr bwMode="white">
          <a:xfrm>
            <a:off x="7377113" y="4060828"/>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p:nvSpPr>
          <p:cNvPr id="6" name="Rectangle 5"/>
          <p:cNvSpPr/>
          <p:nvPr/>
        </p:nvSpPr>
        <p:spPr>
          <a:xfrm>
            <a:off x="0" y="3962404"/>
            <a:ext cx="9144000" cy="244475"/>
          </a:xfrm>
          <a:prstGeom prst="rect">
            <a:avLst/>
          </a:prstGeom>
          <a:solidFill>
            <a:schemeClr val="accent6">
              <a:lumMod val="40000"/>
              <a:lumOff val="60000"/>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p:nvSpPr>
          <p:cNvPr id="7" name="Rectangle 6"/>
          <p:cNvSpPr/>
          <p:nvPr/>
        </p:nvSpPr>
        <p:spPr>
          <a:xfrm>
            <a:off x="0" y="3970338"/>
            <a:ext cx="9144000" cy="141287"/>
          </a:xfrm>
          <a:prstGeom prst="rect">
            <a:avLst/>
          </a:prstGeom>
          <a:solidFill>
            <a:srgbClr val="00206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p:nvSpPr>
          <p:cNvPr id="8" name="Rectangle 7"/>
          <p:cNvSpPr/>
          <p:nvPr userDrawn="1"/>
        </p:nvSpPr>
        <p:spPr>
          <a:xfrm>
            <a:off x="0" y="4"/>
            <a:ext cx="9144000" cy="3970338"/>
          </a:xfrm>
          <a:prstGeom prst="rect">
            <a:avLst/>
          </a:prstGeom>
          <a:solidFill>
            <a:schemeClr val="accent4">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p:nvSpPr>
          <p:cNvPr id="9" name="Subtitle 8"/>
          <p:cNvSpPr>
            <a:spLocks noGrp="1"/>
          </p:cNvSpPr>
          <p:nvPr>
            <p:ph type="subTitle" idx="1"/>
          </p:nvPr>
        </p:nvSpPr>
        <p:spPr>
          <a:xfrm>
            <a:off x="1584293" y="4724400"/>
            <a:ext cx="6324600" cy="1295400"/>
          </a:xfrm>
        </p:spPr>
        <p:txBody>
          <a:bodyPr>
            <a:noAutofit/>
          </a:bodyPr>
          <a:lstStyle>
            <a:lvl1pPr marL="59739" indent="0" algn="ctr">
              <a:buNone/>
              <a:defRPr sz="3200">
                <a:solidFill>
                  <a:schemeClr val="accent3">
                    <a:lumMod val="75000"/>
                  </a:schemeClr>
                </a:solidFill>
              </a:defRPr>
            </a:lvl1pPr>
            <a:lvl2pPr marL="426705" indent="0" algn="ctr">
              <a:buNone/>
            </a:lvl2pPr>
            <a:lvl3pPr marL="853410" indent="0" algn="ctr">
              <a:buNone/>
            </a:lvl3pPr>
            <a:lvl4pPr marL="1280114" indent="0" algn="ctr">
              <a:buNone/>
            </a:lvl4pPr>
            <a:lvl5pPr marL="1706819" indent="0" algn="ctr">
              <a:buNone/>
            </a:lvl5pPr>
            <a:lvl6pPr marL="2133524" indent="0" algn="ctr">
              <a:buNone/>
            </a:lvl6pPr>
            <a:lvl7pPr marL="2560229" indent="0" algn="ctr">
              <a:buNone/>
            </a:lvl7pPr>
            <a:lvl8pPr marL="2986933" indent="0" algn="ctr">
              <a:buNone/>
            </a:lvl8pPr>
            <a:lvl9pPr marL="3413638" indent="0" algn="ctr">
              <a:buNone/>
            </a:lvl9pPr>
          </a:lstStyle>
          <a:p>
            <a:r>
              <a:rPr lang="en-US" dirty="0"/>
              <a:t>Click to edit Master subtitle style</a:t>
            </a:r>
          </a:p>
        </p:txBody>
      </p:sp>
      <p:pic>
        <p:nvPicPr>
          <p:cNvPr id="1026" name="Picture 2"/>
          <p:cNvPicPr>
            <a:picLocks noChangeAspect="1" noChangeArrowheads="1"/>
          </p:cNvPicPr>
          <p:nvPr userDrawn="1"/>
        </p:nvPicPr>
        <p:blipFill>
          <a:blip r:embed="rId2" cstate="print"/>
          <a:srcRect/>
          <a:stretch>
            <a:fillRect/>
          </a:stretch>
        </p:blipFill>
        <p:spPr bwMode="auto">
          <a:xfrm>
            <a:off x="3200400" y="163289"/>
            <a:ext cx="2667000" cy="3688497"/>
          </a:xfrm>
          <a:prstGeom prst="rect">
            <a:avLst/>
          </a:prstGeom>
          <a:noFill/>
          <a:ln w="9525">
            <a:noFill/>
            <a:miter lim="800000"/>
            <a:headEnd/>
            <a:tailEnd/>
          </a:ln>
        </p:spPr>
      </p:pic>
    </p:spTree>
    <p:extLst>
      <p:ext uri="{BB962C8B-B14F-4D97-AF65-F5344CB8AC3E}">
        <p14:creationId xmlns:p14="http://schemas.microsoft.com/office/powerpoint/2010/main" val="2960804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779787"/>
            <a:ext cx="8382000" cy="418576"/>
          </a:xfrm>
        </p:spPr>
        <p:txBody>
          <a:bodyPr/>
          <a:lstStyle>
            <a:lvl1pPr>
              <a:defRPr sz="3200" b="0" i="0" cap="none" baseline="0">
                <a:solidFill>
                  <a:schemeClr val="accent3">
                    <a:lumMod val="75000"/>
                  </a:schemeClr>
                </a:solidFill>
              </a:defRPr>
            </a:lvl1pPr>
          </a:lstStyle>
          <a:p>
            <a:r>
              <a:rPr lang="en-US" dirty="0"/>
              <a:t>Click to edit Master title style</a:t>
            </a:r>
          </a:p>
        </p:txBody>
      </p:sp>
      <p:sp>
        <p:nvSpPr>
          <p:cNvPr id="5" name="Content Placeholder 4"/>
          <p:cNvSpPr>
            <a:spLocks noGrp="1"/>
          </p:cNvSpPr>
          <p:nvPr>
            <p:ph sz="quarter" idx="2"/>
          </p:nvPr>
        </p:nvSpPr>
        <p:spPr>
          <a:xfrm>
            <a:off x="381000" y="1828800"/>
            <a:ext cx="4041648" cy="1526508"/>
          </a:xfrm>
        </p:spPr>
        <p:txBody>
          <a:bodyPr/>
          <a:lstStyle>
            <a:lvl1pPr>
              <a:defRPr sz="2400"/>
            </a:lvl1pPr>
            <a:lvl2pPr>
              <a:defRPr sz="1867"/>
            </a:lvl2pPr>
            <a:lvl3pPr>
              <a:defRPr sz="1680"/>
            </a:lvl3pPr>
            <a:lvl4pPr>
              <a:defRPr sz="1493"/>
            </a:lvl4pPr>
            <a:lvl5pPr>
              <a:defRPr sz="149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718312" y="1828800"/>
            <a:ext cx="4041775" cy="1526508"/>
          </a:xfrm>
        </p:spPr>
        <p:txBody>
          <a:bodyPr/>
          <a:lstStyle>
            <a:lvl1pPr>
              <a:defRPr sz="2400"/>
            </a:lvl1pPr>
            <a:lvl2pPr>
              <a:defRPr sz="1867"/>
            </a:lvl2pPr>
            <a:lvl3pPr>
              <a:defRPr sz="1680"/>
            </a:lvl3pPr>
            <a:lvl4pPr>
              <a:defRPr sz="1493"/>
            </a:lvl4pPr>
            <a:lvl5pPr>
              <a:defRPr sz="149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12076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3" name="Rectangle 2"/>
          <p:cNvSpPr/>
          <p:nvPr/>
        </p:nvSpPr>
        <p:spPr>
          <a:xfrm flipV="1">
            <a:off x="0" y="4137025"/>
            <a:ext cx="9144000" cy="4603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useBgFill="1">
        <p:nvSpPr>
          <p:cNvPr id="4" name="Rounded Rectangle 3"/>
          <p:cNvSpPr/>
          <p:nvPr/>
        </p:nvSpPr>
        <p:spPr bwMode="white">
          <a:xfrm>
            <a:off x="5410202" y="3962406"/>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useBgFill="1">
        <p:nvSpPr>
          <p:cNvPr id="5" name="Rounded Rectangle 4"/>
          <p:cNvSpPr/>
          <p:nvPr/>
        </p:nvSpPr>
        <p:spPr bwMode="white">
          <a:xfrm>
            <a:off x="7377113" y="4060828"/>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p:nvSpPr>
          <p:cNvPr id="6" name="Rectangle 5"/>
          <p:cNvSpPr/>
          <p:nvPr/>
        </p:nvSpPr>
        <p:spPr>
          <a:xfrm>
            <a:off x="0" y="3962406"/>
            <a:ext cx="9144000" cy="244475"/>
          </a:xfrm>
          <a:prstGeom prst="rect">
            <a:avLst/>
          </a:prstGeom>
          <a:solidFill>
            <a:schemeClr val="accent6">
              <a:lumMod val="40000"/>
              <a:lumOff val="60000"/>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p:nvSpPr>
          <p:cNvPr id="7" name="Rectangle 6"/>
          <p:cNvSpPr/>
          <p:nvPr/>
        </p:nvSpPr>
        <p:spPr>
          <a:xfrm>
            <a:off x="0" y="3970338"/>
            <a:ext cx="9144000" cy="141287"/>
          </a:xfrm>
          <a:prstGeom prst="rect">
            <a:avLst/>
          </a:prstGeom>
          <a:solidFill>
            <a:srgbClr val="00206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p:nvSpPr>
          <p:cNvPr id="8" name="Rectangle 7"/>
          <p:cNvSpPr/>
          <p:nvPr userDrawn="1"/>
        </p:nvSpPr>
        <p:spPr>
          <a:xfrm>
            <a:off x="0" y="6"/>
            <a:ext cx="9144000" cy="3970338"/>
          </a:xfrm>
          <a:prstGeom prst="rect">
            <a:avLst/>
          </a:prstGeom>
          <a:solidFill>
            <a:schemeClr val="accent4">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p:nvSpPr>
          <p:cNvPr id="9" name="Subtitle 8"/>
          <p:cNvSpPr>
            <a:spLocks noGrp="1"/>
          </p:cNvSpPr>
          <p:nvPr>
            <p:ph type="subTitle" idx="1"/>
          </p:nvPr>
        </p:nvSpPr>
        <p:spPr>
          <a:xfrm>
            <a:off x="1584293" y="4724400"/>
            <a:ext cx="6324600" cy="1295400"/>
          </a:xfrm>
        </p:spPr>
        <p:txBody>
          <a:bodyPr>
            <a:noAutofit/>
          </a:bodyPr>
          <a:lstStyle>
            <a:lvl1pPr marL="59739" indent="0" algn="ctr">
              <a:buNone/>
              <a:defRPr sz="3200">
                <a:solidFill>
                  <a:schemeClr val="accent3">
                    <a:lumMod val="75000"/>
                  </a:schemeClr>
                </a:solidFill>
              </a:defRPr>
            </a:lvl1pPr>
            <a:lvl2pPr marL="426705" indent="0" algn="ctr">
              <a:buNone/>
            </a:lvl2pPr>
            <a:lvl3pPr marL="853410" indent="0" algn="ctr">
              <a:buNone/>
            </a:lvl3pPr>
            <a:lvl4pPr marL="1280114" indent="0" algn="ctr">
              <a:buNone/>
            </a:lvl4pPr>
            <a:lvl5pPr marL="1706819" indent="0" algn="ctr">
              <a:buNone/>
            </a:lvl5pPr>
            <a:lvl6pPr marL="2133524" indent="0" algn="ctr">
              <a:buNone/>
            </a:lvl6pPr>
            <a:lvl7pPr marL="2560229" indent="0" algn="ctr">
              <a:buNone/>
            </a:lvl7pPr>
            <a:lvl8pPr marL="2986933" indent="0" algn="ctr">
              <a:buNone/>
            </a:lvl8pPr>
            <a:lvl9pPr marL="3413638" indent="0" algn="ctr">
              <a:buNone/>
            </a:lvl9pPr>
          </a:lstStyle>
          <a:p>
            <a:r>
              <a:rPr lang="en-US" dirty="0"/>
              <a:t>Click to edit Master subtitle style</a:t>
            </a:r>
          </a:p>
        </p:txBody>
      </p:sp>
      <p:pic>
        <p:nvPicPr>
          <p:cNvPr id="1026" name="Picture 2"/>
          <p:cNvPicPr>
            <a:picLocks noChangeAspect="1" noChangeArrowheads="1"/>
          </p:cNvPicPr>
          <p:nvPr userDrawn="1"/>
        </p:nvPicPr>
        <p:blipFill>
          <a:blip r:embed="rId2" cstate="print"/>
          <a:srcRect/>
          <a:stretch>
            <a:fillRect/>
          </a:stretch>
        </p:blipFill>
        <p:spPr bwMode="auto">
          <a:xfrm>
            <a:off x="3200400" y="163291"/>
            <a:ext cx="2667000" cy="3688497"/>
          </a:xfrm>
          <a:prstGeom prst="rect">
            <a:avLst/>
          </a:prstGeom>
          <a:noFill/>
          <a:ln w="9525">
            <a:noFill/>
            <a:miter lim="800000"/>
            <a:headEnd/>
            <a:tailEnd/>
          </a:ln>
        </p:spPr>
      </p:pic>
    </p:spTree>
    <p:extLst>
      <p:ext uri="{BB962C8B-B14F-4D97-AF65-F5344CB8AC3E}">
        <p14:creationId xmlns:p14="http://schemas.microsoft.com/office/powerpoint/2010/main" val="2960804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3_Title Slide">
    <p:spTree>
      <p:nvGrpSpPr>
        <p:cNvPr id="1" name=""/>
        <p:cNvGrpSpPr/>
        <p:nvPr/>
      </p:nvGrpSpPr>
      <p:grpSpPr>
        <a:xfrm>
          <a:off x="0" y="0"/>
          <a:ext cx="0" cy="0"/>
          <a:chOff x="0" y="0"/>
          <a:chExt cx="0" cy="0"/>
        </a:xfrm>
      </p:grpSpPr>
      <p:sp>
        <p:nvSpPr>
          <p:cNvPr id="3" name="Rectangle 2"/>
          <p:cNvSpPr/>
          <p:nvPr/>
        </p:nvSpPr>
        <p:spPr>
          <a:xfrm flipV="1">
            <a:off x="0" y="4137025"/>
            <a:ext cx="9144000" cy="4603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anose="020F0502020204030204" pitchFamily="34" charset="0"/>
            </a:endParaRPr>
          </a:p>
        </p:txBody>
      </p:sp>
      <p:sp useBgFill="1">
        <p:nvSpPr>
          <p:cNvPr id="4" name="Rounded Rectangle 3"/>
          <p:cNvSpPr/>
          <p:nvPr/>
        </p:nvSpPr>
        <p:spPr bwMode="white">
          <a:xfrm>
            <a:off x="5410202" y="3962404"/>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anose="020F0502020204030204" pitchFamily="34" charset="0"/>
            </a:endParaRPr>
          </a:p>
        </p:txBody>
      </p:sp>
      <p:sp useBgFill="1">
        <p:nvSpPr>
          <p:cNvPr id="5" name="Rounded Rectangle 4"/>
          <p:cNvSpPr/>
          <p:nvPr/>
        </p:nvSpPr>
        <p:spPr bwMode="white">
          <a:xfrm>
            <a:off x="7377113" y="4060828"/>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anose="020F0502020204030204" pitchFamily="34" charset="0"/>
            </a:endParaRPr>
          </a:p>
        </p:txBody>
      </p:sp>
      <p:sp>
        <p:nvSpPr>
          <p:cNvPr id="6" name="Rectangle 5"/>
          <p:cNvSpPr/>
          <p:nvPr/>
        </p:nvSpPr>
        <p:spPr>
          <a:xfrm>
            <a:off x="0" y="3962404"/>
            <a:ext cx="9144000" cy="244475"/>
          </a:xfrm>
          <a:prstGeom prst="rect">
            <a:avLst/>
          </a:prstGeom>
          <a:solidFill>
            <a:schemeClr val="accent6">
              <a:lumMod val="40000"/>
              <a:lumOff val="60000"/>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anose="020F0502020204030204" pitchFamily="34" charset="0"/>
            </a:endParaRPr>
          </a:p>
        </p:txBody>
      </p:sp>
      <p:sp>
        <p:nvSpPr>
          <p:cNvPr id="7" name="Rectangle 6"/>
          <p:cNvSpPr/>
          <p:nvPr/>
        </p:nvSpPr>
        <p:spPr>
          <a:xfrm>
            <a:off x="0" y="3970338"/>
            <a:ext cx="9144000" cy="141287"/>
          </a:xfrm>
          <a:prstGeom prst="rect">
            <a:avLst/>
          </a:prstGeom>
          <a:solidFill>
            <a:srgbClr val="00206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anose="020F0502020204030204" pitchFamily="34" charset="0"/>
            </a:endParaRPr>
          </a:p>
        </p:txBody>
      </p:sp>
      <p:sp>
        <p:nvSpPr>
          <p:cNvPr id="8" name="Rectangle 7"/>
          <p:cNvSpPr/>
          <p:nvPr userDrawn="1"/>
        </p:nvSpPr>
        <p:spPr>
          <a:xfrm>
            <a:off x="0" y="4"/>
            <a:ext cx="9144000" cy="3970338"/>
          </a:xfrm>
          <a:prstGeom prst="rect">
            <a:avLst/>
          </a:prstGeom>
          <a:solidFill>
            <a:schemeClr val="accent4">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anose="020F0502020204030204" pitchFamily="34" charset="0"/>
            </a:endParaRPr>
          </a:p>
        </p:txBody>
      </p:sp>
      <p:sp>
        <p:nvSpPr>
          <p:cNvPr id="9" name="Subtitle 8"/>
          <p:cNvSpPr>
            <a:spLocks noGrp="1"/>
          </p:cNvSpPr>
          <p:nvPr>
            <p:ph type="subTitle" idx="1"/>
          </p:nvPr>
        </p:nvSpPr>
        <p:spPr>
          <a:xfrm>
            <a:off x="1584293" y="4724400"/>
            <a:ext cx="6324600" cy="1295400"/>
          </a:xfrm>
        </p:spPr>
        <p:txBody>
          <a:bodyPr>
            <a:noAutofit/>
          </a:bodyPr>
          <a:lstStyle>
            <a:lvl1pPr marL="59739" indent="0" algn="ctr">
              <a:buNone/>
              <a:defRPr sz="3200">
                <a:solidFill>
                  <a:schemeClr val="accent3">
                    <a:lumMod val="75000"/>
                  </a:schemeClr>
                </a:solidFill>
              </a:defRPr>
            </a:lvl1pPr>
            <a:lvl2pPr marL="426705" indent="0" algn="ctr">
              <a:buNone/>
            </a:lvl2pPr>
            <a:lvl3pPr marL="853410" indent="0" algn="ctr">
              <a:buNone/>
            </a:lvl3pPr>
            <a:lvl4pPr marL="1280114" indent="0" algn="ctr">
              <a:buNone/>
            </a:lvl4pPr>
            <a:lvl5pPr marL="1706819" indent="0" algn="ctr">
              <a:buNone/>
            </a:lvl5pPr>
            <a:lvl6pPr marL="2133524" indent="0" algn="ctr">
              <a:buNone/>
            </a:lvl6pPr>
            <a:lvl7pPr marL="2560229" indent="0" algn="ctr">
              <a:buNone/>
            </a:lvl7pPr>
            <a:lvl8pPr marL="2986933" indent="0" algn="ctr">
              <a:buNone/>
            </a:lvl8pPr>
            <a:lvl9pPr marL="3413638" indent="0" algn="ctr">
              <a:buNone/>
            </a:lvl9pPr>
          </a:lstStyle>
          <a:p>
            <a:r>
              <a:rPr lang="en-US" dirty="0"/>
              <a:t>Click to edit Master subtitle style</a:t>
            </a:r>
          </a:p>
        </p:txBody>
      </p:sp>
      <p:pic>
        <p:nvPicPr>
          <p:cNvPr id="1026" name="Picture 2"/>
          <p:cNvPicPr>
            <a:picLocks noChangeAspect="1" noChangeArrowheads="1"/>
          </p:cNvPicPr>
          <p:nvPr userDrawn="1"/>
        </p:nvPicPr>
        <p:blipFill>
          <a:blip r:embed="rId2" cstate="print"/>
          <a:srcRect/>
          <a:stretch>
            <a:fillRect/>
          </a:stretch>
        </p:blipFill>
        <p:spPr bwMode="auto">
          <a:xfrm>
            <a:off x="3200400" y="163289"/>
            <a:ext cx="2667000" cy="3688497"/>
          </a:xfrm>
          <a:prstGeom prst="rect">
            <a:avLst/>
          </a:prstGeom>
          <a:noFill/>
          <a:ln w="9525">
            <a:noFill/>
            <a:miter lim="800000"/>
            <a:headEnd/>
            <a:tailEnd/>
          </a:ln>
        </p:spPr>
      </p:pic>
    </p:spTree>
    <p:extLst>
      <p:ext uri="{BB962C8B-B14F-4D97-AF65-F5344CB8AC3E}">
        <p14:creationId xmlns:p14="http://schemas.microsoft.com/office/powerpoint/2010/main" val="2960804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BCAE-FC02-4483-8D2F-8D0072CFA63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1D192CE-DF22-488B-A822-EB84D1641ED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1F374CD-3F8E-49A5-9F2A-383C00AF0D7E}"/>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CA21F738-6A78-490C-99FE-3DE2DEF81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DF862F-F978-4CF4-8838-9DB8A15C820E}"/>
              </a:ext>
            </a:extLst>
          </p:cNvPr>
          <p:cNvSpPr>
            <a:spLocks noGrp="1"/>
          </p:cNvSpPr>
          <p:nvPr>
            <p:ph type="sldNum" sz="quarter" idx="12"/>
          </p:nvPr>
        </p:nvSpPr>
        <p:spPr/>
        <p:txBody>
          <a:bodyPr/>
          <a:lstStyle/>
          <a:p>
            <a:fld id="{9C4AC9E6-36A1-4788-BB28-FC8A2CE31372}" type="slidenum">
              <a:rPr lang="en-US" smtClean="0"/>
              <a:t>‹#›</a:t>
            </a:fld>
            <a:endParaRPr lang="en-US"/>
          </a:p>
        </p:txBody>
      </p:sp>
    </p:spTree>
    <p:extLst>
      <p:ext uri="{BB962C8B-B14F-4D97-AF65-F5344CB8AC3E}">
        <p14:creationId xmlns:p14="http://schemas.microsoft.com/office/powerpoint/2010/main" val="3518307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D6576-171C-4EB4-A49B-35B494FAF2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F6D076-4B21-4B49-934F-3938D78CEB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97D234-C0BF-4298-8985-1B3882605CBC}"/>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AD877036-E178-427A-AF79-D6C4D0FF95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E42537-DDA6-4484-9596-86BAA671CF6F}"/>
              </a:ext>
            </a:extLst>
          </p:cNvPr>
          <p:cNvSpPr>
            <a:spLocks noGrp="1"/>
          </p:cNvSpPr>
          <p:nvPr>
            <p:ph type="sldNum" sz="quarter" idx="12"/>
          </p:nvPr>
        </p:nvSpPr>
        <p:spPr/>
        <p:txBody>
          <a:bodyPr/>
          <a:lstStyle/>
          <a:p>
            <a:pPr>
              <a:defRPr/>
            </a:pPr>
            <a:fld id="{E5C1B064-A49E-4989-8EF0-4B3889E562AC}" type="slidenum">
              <a:rPr lang="en-US" smtClean="0"/>
              <a:pPr>
                <a:defRPr/>
              </a:pPr>
              <a:t>‹#›</a:t>
            </a:fld>
            <a:endParaRPr lang="en-US"/>
          </a:p>
        </p:txBody>
      </p:sp>
    </p:spTree>
    <p:extLst>
      <p:ext uri="{BB962C8B-B14F-4D97-AF65-F5344CB8AC3E}">
        <p14:creationId xmlns:p14="http://schemas.microsoft.com/office/powerpoint/2010/main" val="1826601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1F212-0D1A-4102-AD89-B903D29B28A1}"/>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953A61A-069F-4FC2-8C37-6C7564CF9289}"/>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C332B8-6D39-47E6-8F60-2F63EE60F539}"/>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0CE26334-4AEE-4802-A657-4F03E0B3C9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35EF6-DCF0-488E-A911-9649429C6BC5}"/>
              </a:ext>
            </a:extLst>
          </p:cNvPr>
          <p:cNvSpPr>
            <a:spLocks noGrp="1"/>
          </p:cNvSpPr>
          <p:nvPr>
            <p:ph type="sldNum" sz="quarter" idx="12"/>
          </p:nvPr>
        </p:nvSpPr>
        <p:spPr/>
        <p:txBody>
          <a:bodyPr/>
          <a:lstStyle/>
          <a:p>
            <a:pPr>
              <a:defRPr/>
            </a:pPr>
            <a:fld id="{AFC5DB3C-8E22-4D6E-84CB-84BD8BF19437}" type="slidenum">
              <a:rPr lang="en-US" smtClean="0"/>
              <a:pPr>
                <a:defRPr/>
              </a:pPr>
              <a:t>‹#›</a:t>
            </a:fld>
            <a:endParaRPr lang="en-US"/>
          </a:p>
        </p:txBody>
      </p:sp>
    </p:spTree>
    <p:extLst>
      <p:ext uri="{BB962C8B-B14F-4D97-AF65-F5344CB8AC3E}">
        <p14:creationId xmlns:p14="http://schemas.microsoft.com/office/powerpoint/2010/main" val="2842608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B27E3-2F4B-44EC-88E2-7B248AB36C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F02061-8257-4814-854E-A97D3FA23AF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56CA219-589F-4F86-99D7-82C1BAED2E08}"/>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7D6CFA-CF9E-4207-8048-D2FD9E44F0F9}"/>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6" name="Footer Placeholder 5">
            <a:extLst>
              <a:ext uri="{FF2B5EF4-FFF2-40B4-BE49-F238E27FC236}">
                <a16:creationId xmlns:a16="http://schemas.microsoft.com/office/drawing/2014/main" id="{5E3B5A37-1403-4DC6-A8F2-7BB5EB807D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0FBA66-B609-4376-81AA-50B2BC63623C}"/>
              </a:ext>
            </a:extLst>
          </p:cNvPr>
          <p:cNvSpPr>
            <a:spLocks noGrp="1"/>
          </p:cNvSpPr>
          <p:nvPr>
            <p:ph type="sldNum" sz="quarter" idx="12"/>
          </p:nvPr>
        </p:nvSpPr>
        <p:spPr/>
        <p:txBody>
          <a:bodyPr/>
          <a:lstStyle/>
          <a:p>
            <a:pPr>
              <a:defRPr/>
            </a:pPr>
            <a:fld id="{69C9E389-6174-4E65-AFC0-AF8CE51D4573}" type="slidenum">
              <a:rPr lang="en-US" smtClean="0"/>
              <a:pPr>
                <a:defRPr/>
              </a:pPr>
              <a:t>‹#›</a:t>
            </a:fld>
            <a:endParaRPr lang="en-US"/>
          </a:p>
        </p:txBody>
      </p:sp>
    </p:spTree>
    <p:extLst>
      <p:ext uri="{BB962C8B-B14F-4D97-AF65-F5344CB8AC3E}">
        <p14:creationId xmlns:p14="http://schemas.microsoft.com/office/powerpoint/2010/main" val="1788444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A5406-0180-465C-AD07-9BB3F791148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689FF7-2954-4F59-BC8E-BBE6D14EAA8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B8094EC-F805-4534-802A-C63B30C7EDD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0717B3-8B98-41C0-96BB-13F756F5840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D8891D3-4DC9-4243-9510-14FE8AF1F9E4}"/>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7F2AD1-B116-4C41-87EE-B1641961FC92}"/>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8" name="Footer Placeholder 7">
            <a:extLst>
              <a:ext uri="{FF2B5EF4-FFF2-40B4-BE49-F238E27FC236}">
                <a16:creationId xmlns:a16="http://schemas.microsoft.com/office/drawing/2014/main" id="{F5B7B017-9B33-4DD5-8FC9-56DC90010D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DE8FC2-08F3-49B8-9B42-674B7357A11B}"/>
              </a:ext>
            </a:extLst>
          </p:cNvPr>
          <p:cNvSpPr>
            <a:spLocks noGrp="1"/>
          </p:cNvSpPr>
          <p:nvPr>
            <p:ph type="sldNum" sz="quarter" idx="12"/>
          </p:nvPr>
        </p:nvSpPr>
        <p:spPr/>
        <p:txBody>
          <a:bodyPr/>
          <a:lstStyle/>
          <a:p>
            <a:pPr>
              <a:defRPr/>
            </a:pPr>
            <a:fld id="{5305F59F-D32C-44E4-BFCF-AC35035A39F2}" type="slidenum">
              <a:rPr lang="en-US" smtClean="0"/>
              <a:pPr>
                <a:defRPr/>
              </a:pPr>
              <a:t>‹#›</a:t>
            </a:fld>
            <a:endParaRPr lang="en-US"/>
          </a:p>
        </p:txBody>
      </p:sp>
    </p:spTree>
    <p:extLst>
      <p:ext uri="{BB962C8B-B14F-4D97-AF65-F5344CB8AC3E}">
        <p14:creationId xmlns:p14="http://schemas.microsoft.com/office/powerpoint/2010/main" val="27641257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3323C-B523-4E48-AAB1-A9FAB98D0C0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F0241E-F6E0-49B8-9955-EE5B2F21625E}"/>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4" name="Footer Placeholder 3">
            <a:extLst>
              <a:ext uri="{FF2B5EF4-FFF2-40B4-BE49-F238E27FC236}">
                <a16:creationId xmlns:a16="http://schemas.microsoft.com/office/drawing/2014/main" id="{5F282254-1D69-4797-B7AB-3F9169141C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CC6B1-8446-4FCF-921C-B0571D1039AE}"/>
              </a:ext>
            </a:extLst>
          </p:cNvPr>
          <p:cNvSpPr>
            <a:spLocks noGrp="1"/>
          </p:cNvSpPr>
          <p:nvPr>
            <p:ph type="sldNum" sz="quarter" idx="12"/>
          </p:nvPr>
        </p:nvSpPr>
        <p:spPr/>
        <p:txBody>
          <a:bodyPr/>
          <a:lstStyle/>
          <a:p>
            <a:pPr>
              <a:defRPr/>
            </a:pPr>
            <a:fld id="{C7FD7464-2577-4861-BC59-FD31206AB849}" type="slidenum">
              <a:rPr lang="en-US" smtClean="0"/>
              <a:pPr>
                <a:defRPr/>
              </a:pPr>
              <a:t>‹#›</a:t>
            </a:fld>
            <a:endParaRPr lang="en-US"/>
          </a:p>
        </p:txBody>
      </p:sp>
    </p:spTree>
    <p:extLst>
      <p:ext uri="{BB962C8B-B14F-4D97-AF65-F5344CB8AC3E}">
        <p14:creationId xmlns:p14="http://schemas.microsoft.com/office/powerpoint/2010/main" val="37414309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E2B4B6-B000-4A86-9A2E-B6ED248A8FA6}"/>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3" name="Footer Placeholder 2">
            <a:extLst>
              <a:ext uri="{FF2B5EF4-FFF2-40B4-BE49-F238E27FC236}">
                <a16:creationId xmlns:a16="http://schemas.microsoft.com/office/drawing/2014/main" id="{95DA0975-E3A7-4CB5-A687-C4DBEA6E89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317EFA-EAF6-4B59-842A-6F7E462FBDDE}"/>
              </a:ext>
            </a:extLst>
          </p:cNvPr>
          <p:cNvSpPr>
            <a:spLocks noGrp="1"/>
          </p:cNvSpPr>
          <p:nvPr>
            <p:ph type="sldNum" sz="quarter" idx="12"/>
          </p:nvPr>
        </p:nvSpPr>
        <p:spPr/>
        <p:txBody>
          <a:bodyPr/>
          <a:lstStyle/>
          <a:p>
            <a:pPr>
              <a:defRPr/>
            </a:pPr>
            <a:fld id="{F26542BF-80E4-49C4-8D7F-9EDE9D4E795E}" type="slidenum">
              <a:rPr lang="en-US" smtClean="0"/>
              <a:pPr>
                <a:defRPr/>
              </a:pPr>
              <a:t>‹#›</a:t>
            </a:fld>
            <a:endParaRPr lang="en-US"/>
          </a:p>
        </p:txBody>
      </p:sp>
    </p:spTree>
    <p:extLst>
      <p:ext uri="{BB962C8B-B14F-4D97-AF65-F5344CB8AC3E}">
        <p14:creationId xmlns:p14="http://schemas.microsoft.com/office/powerpoint/2010/main" val="23725759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AAE10-0AE6-45D7-AA36-88AAAAD1206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E1720DB-C262-4559-B88B-CFE1687E6F8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5E4D39-9B8D-4C55-9335-50CF8946C98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D2565BE-E029-4CFF-8DA1-D17967AF3DEA}"/>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6" name="Footer Placeholder 5">
            <a:extLst>
              <a:ext uri="{FF2B5EF4-FFF2-40B4-BE49-F238E27FC236}">
                <a16:creationId xmlns:a16="http://schemas.microsoft.com/office/drawing/2014/main" id="{C91BA838-C030-447F-811E-98FF27AA91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2F9F1C-0F5F-4446-9216-7429815B6029}"/>
              </a:ext>
            </a:extLst>
          </p:cNvPr>
          <p:cNvSpPr>
            <a:spLocks noGrp="1"/>
          </p:cNvSpPr>
          <p:nvPr>
            <p:ph type="sldNum" sz="quarter" idx="12"/>
          </p:nvPr>
        </p:nvSpPr>
        <p:spPr/>
        <p:txBody>
          <a:bodyPr/>
          <a:lstStyle/>
          <a:p>
            <a:pPr>
              <a:defRPr/>
            </a:pPr>
            <a:fld id="{A1DA7F09-D7FF-4085-A3D9-4A1C4619D736}" type="slidenum">
              <a:rPr lang="en-US" smtClean="0"/>
              <a:pPr>
                <a:defRPr/>
              </a:pPr>
              <a:t>‹#›</a:t>
            </a:fld>
            <a:endParaRPr lang="en-US"/>
          </a:p>
        </p:txBody>
      </p:sp>
    </p:spTree>
    <p:extLst>
      <p:ext uri="{BB962C8B-B14F-4D97-AF65-F5344CB8AC3E}">
        <p14:creationId xmlns:p14="http://schemas.microsoft.com/office/powerpoint/2010/main" val="20942671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84952-E951-4212-B9C9-93647966ED8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16F77F8-9FD3-47A4-896A-1C50E2625C7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9143B7AF-CE4A-48DA-95F6-605EE5D2F72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3CE233A-9985-489D-BC34-049898EAA0C9}"/>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6" name="Footer Placeholder 5">
            <a:extLst>
              <a:ext uri="{FF2B5EF4-FFF2-40B4-BE49-F238E27FC236}">
                <a16:creationId xmlns:a16="http://schemas.microsoft.com/office/drawing/2014/main" id="{EDE96D6C-D0FC-4512-92F6-EC99A3A129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8C0CC1-58EE-41B1-8FC4-FBC6F7FD6F02}"/>
              </a:ext>
            </a:extLst>
          </p:cNvPr>
          <p:cNvSpPr>
            <a:spLocks noGrp="1"/>
          </p:cNvSpPr>
          <p:nvPr>
            <p:ph type="sldNum" sz="quarter" idx="12"/>
          </p:nvPr>
        </p:nvSpPr>
        <p:spPr/>
        <p:txBody>
          <a:bodyPr/>
          <a:lstStyle/>
          <a:p>
            <a:pPr>
              <a:defRPr/>
            </a:pPr>
            <a:fld id="{514BEBBB-C235-4C08-AF29-4AC636B4E202}" type="slidenum">
              <a:rPr lang="en-US" smtClean="0"/>
              <a:pPr>
                <a:defRPr/>
              </a:pPr>
              <a:t>‹#›</a:t>
            </a:fld>
            <a:endParaRPr lang="en-US"/>
          </a:p>
        </p:txBody>
      </p:sp>
    </p:spTree>
    <p:extLst>
      <p:ext uri="{BB962C8B-B14F-4D97-AF65-F5344CB8AC3E}">
        <p14:creationId xmlns:p14="http://schemas.microsoft.com/office/powerpoint/2010/main" val="15449216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35E28-3535-475A-B7ED-B6B4C09C82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6CC777-E36D-4820-8C0D-2BCF9C9951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40FCB0-4300-41AC-9751-55EBB877E30E}"/>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84BDAD24-E9E7-4AD5-9179-1F1D69D962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7A5125-5AB2-4263-9831-520B9B61B662}"/>
              </a:ext>
            </a:extLst>
          </p:cNvPr>
          <p:cNvSpPr>
            <a:spLocks noGrp="1"/>
          </p:cNvSpPr>
          <p:nvPr>
            <p:ph type="sldNum" sz="quarter" idx="12"/>
          </p:nvPr>
        </p:nvSpPr>
        <p:spPr/>
        <p:txBody>
          <a:bodyPr/>
          <a:lstStyle/>
          <a:p>
            <a:pPr>
              <a:defRPr/>
            </a:pPr>
            <a:fld id="{FFD08809-34AC-4BED-98FB-C3D5D984FE4E}" type="slidenum">
              <a:rPr lang="en-US" smtClean="0"/>
              <a:pPr>
                <a:defRPr/>
              </a:pPr>
              <a:t>‹#›</a:t>
            </a:fld>
            <a:endParaRPr lang="en-US"/>
          </a:p>
        </p:txBody>
      </p:sp>
    </p:spTree>
    <p:extLst>
      <p:ext uri="{BB962C8B-B14F-4D97-AF65-F5344CB8AC3E}">
        <p14:creationId xmlns:p14="http://schemas.microsoft.com/office/powerpoint/2010/main" val="34979175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8C5128-8AAB-4F09-A731-96EC85B18BB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71064E-8CB2-478E-97EE-C1BFECC181EE}"/>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670A63-A48D-4295-98BA-5DB70F24F797}"/>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F9A439D7-DE7B-4BEB-91C8-95751D3F8E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72EF3F-C5D5-4D16-AAA2-980D3F0F51BF}"/>
              </a:ext>
            </a:extLst>
          </p:cNvPr>
          <p:cNvSpPr>
            <a:spLocks noGrp="1"/>
          </p:cNvSpPr>
          <p:nvPr>
            <p:ph type="sldNum" sz="quarter" idx="12"/>
          </p:nvPr>
        </p:nvSpPr>
        <p:spPr/>
        <p:txBody>
          <a:bodyPr/>
          <a:lstStyle/>
          <a:p>
            <a:pPr>
              <a:defRPr/>
            </a:pPr>
            <a:fld id="{0A8C7EC7-706F-4175-B3A3-5DED3413D4A0}" type="slidenum">
              <a:rPr lang="en-US" smtClean="0"/>
              <a:pPr>
                <a:defRPr/>
              </a:pPr>
              <a:t>‹#›</a:t>
            </a:fld>
            <a:endParaRPr lang="en-US"/>
          </a:p>
        </p:txBody>
      </p:sp>
    </p:spTree>
    <p:extLst>
      <p:ext uri="{BB962C8B-B14F-4D97-AF65-F5344CB8AC3E}">
        <p14:creationId xmlns:p14="http://schemas.microsoft.com/office/powerpoint/2010/main" val="30550744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BCAE-FC02-4483-8D2F-8D0072CFA63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1D192CE-DF22-488B-A822-EB84D1641ED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1F374CD-3F8E-49A5-9F2A-383C00AF0D7E}"/>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CA21F738-6A78-490C-99FE-3DE2DEF81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DF862F-F978-4CF4-8838-9DB8A15C820E}"/>
              </a:ext>
            </a:extLst>
          </p:cNvPr>
          <p:cNvSpPr>
            <a:spLocks noGrp="1"/>
          </p:cNvSpPr>
          <p:nvPr>
            <p:ph type="sldNum" sz="quarter" idx="12"/>
          </p:nvPr>
        </p:nvSpPr>
        <p:spPr/>
        <p:txBody>
          <a:bodyPr/>
          <a:lstStyle/>
          <a:p>
            <a:fld id="{9C4AC9E6-36A1-4788-BB28-FC8A2CE31372}" type="slidenum">
              <a:rPr lang="en-US" smtClean="0"/>
              <a:t>‹#›</a:t>
            </a:fld>
            <a:endParaRPr lang="en-US"/>
          </a:p>
        </p:txBody>
      </p:sp>
    </p:spTree>
    <p:extLst>
      <p:ext uri="{BB962C8B-B14F-4D97-AF65-F5344CB8AC3E}">
        <p14:creationId xmlns:p14="http://schemas.microsoft.com/office/powerpoint/2010/main" val="36053488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D6576-171C-4EB4-A49B-35B494FAF2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F6D076-4B21-4B49-934F-3938D78CEB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97D234-C0BF-4298-8985-1B3882605CBC}"/>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AD877036-E178-427A-AF79-D6C4D0FF95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E42537-DDA6-4484-9596-86BAA671CF6F}"/>
              </a:ext>
            </a:extLst>
          </p:cNvPr>
          <p:cNvSpPr>
            <a:spLocks noGrp="1"/>
          </p:cNvSpPr>
          <p:nvPr>
            <p:ph type="sldNum" sz="quarter" idx="12"/>
          </p:nvPr>
        </p:nvSpPr>
        <p:spPr/>
        <p:txBody>
          <a:bodyPr/>
          <a:lstStyle/>
          <a:p>
            <a:pPr>
              <a:defRPr/>
            </a:pPr>
            <a:fld id="{E5C1B064-A49E-4989-8EF0-4B3889E562AC}" type="slidenum">
              <a:rPr lang="en-US" smtClean="0"/>
              <a:pPr>
                <a:defRPr/>
              </a:pPr>
              <a:t>‹#›</a:t>
            </a:fld>
            <a:endParaRPr lang="en-US"/>
          </a:p>
        </p:txBody>
      </p:sp>
    </p:spTree>
    <p:extLst>
      <p:ext uri="{BB962C8B-B14F-4D97-AF65-F5344CB8AC3E}">
        <p14:creationId xmlns:p14="http://schemas.microsoft.com/office/powerpoint/2010/main" val="5348693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1F212-0D1A-4102-AD89-B903D29B28A1}"/>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953A61A-069F-4FC2-8C37-6C7564CF9289}"/>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C332B8-6D39-47E6-8F60-2F63EE60F539}"/>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0CE26334-4AEE-4802-A657-4F03E0B3C9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35EF6-DCF0-488E-A911-9649429C6BC5}"/>
              </a:ext>
            </a:extLst>
          </p:cNvPr>
          <p:cNvSpPr>
            <a:spLocks noGrp="1"/>
          </p:cNvSpPr>
          <p:nvPr>
            <p:ph type="sldNum" sz="quarter" idx="12"/>
          </p:nvPr>
        </p:nvSpPr>
        <p:spPr/>
        <p:txBody>
          <a:bodyPr/>
          <a:lstStyle/>
          <a:p>
            <a:pPr>
              <a:defRPr/>
            </a:pPr>
            <a:fld id="{AFC5DB3C-8E22-4D6E-84CB-84BD8BF19437}" type="slidenum">
              <a:rPr lang="en-US" smtClean="0"/>
              <a:pPr>
                <a:defRPr/>
              </a:pPr>
              <a:t>‹#›</a:t>
            </a:fld>
            <a:endParaRPr lang="en-US"/>
          </a:p>
        </p:txBody>
      </p:sp>
    </p:spTree>
    <p:extLst>
      <p:ext uri="{BB962C8B-B14F-4D97-AF65-F5344CB8AC3E}">
        <p14:creationId xmlns:p14="http://schemas.microsoft.com/office/powerpoint/2010/main" val="29565789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B27E3-2F4B-44EC-88E2-7B248AB36C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F02061-8257-4814-854E-A97D3FA23AF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56CA219-589F-4F86-99D7-82C1BAED2E08}"/>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7D6CFA-CF9E-4207-8048-D2FD9E44F0F9}"/>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6" name="Footer Placeholder 5">
            <a:extLst>
              <a:ext uri="{FF2B5EF4-FFF2-40B4-BE49-F238E27FC236}">
                <a16:creationId xmlns:a16="http://schemas.microsoft.com/office/drawing/2014/main" id="{5E3B5A37-1403-4DC6-A8F2-7BB5EB807D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0FBA66-B609-4376-81AA-50B2BC63623C}"/>
              </a:ext>
            </a:extLst>
          </p:cNvPr>
          <p:cNvSpPr>
            <a:spLocks noGrp="1"/>
          </p:cNvSpPr>
          <p:nvPr>
            <p:ph type="sldNum" sz="quarter" idx="12"/>
          </p:nvPr>
        </p:nvSpPr>
        <p:spPr/>
        <p:txBody>
          <a:bodyPr/>
          <a:lstStyle/>
          <a:p>
            <a:pPr>
              <a:defRPr/>
            </a:pPr>
            <a:fld id="{69C9E389-6174-4E65-AFC0-AF8CE51D4573}" type="slidenum">
              <a:rPr lang="en-US" smtClean="0"/>
              <a:pPr>
                <a:defRPr/>
              </a:pPr>
              <a:t>‹#›</a:t>
            </a:fld>
            <a:endParaRPr lang="en-US"/>
          </a:p>
        </p:txBody>
      </p:sp>
    </p:spTree>
    <p:extLst>
      <p:ext uri="{BB962C8B-B14F-4D97-AF65-F5344CB8AC3E}">
        <p14:creationId xmlns:p14="http://schemas.microsoft.com/office/powerpoint/2010/main" val="32559906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A5406-0180-465C-AD07-9BB3F791148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689FF7-2954-4F59-BC8E-BBE6D14EAA8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B8094EC-F805-4534-802A-C63B30C7EDD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0717B3-8B98-41C0-96BB-13F756F5840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D8891D3-4DC9-4243-9510-14FE8AF1F9E4}"/>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7F2AD1-B116-4C41-87EE-B1641961FC92}"/>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8" name="Footer Placeholder 7">
            <a:extLst>
              <a:ext uri="{FF2B5EF4-FFF2-40B4-BE49-F238E27FC236}">
                <a16:creationId xmlns:a16="http://schemas.microsoft.com/office/drawing/2014/main" id="{F5B7B017-9B33-4DD5-8FC9-56DC90010D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DE8FC2-08F3-49B8-9B42-674B7357A11B}"/>
              </a:ext>
            </a:extLst>
          </p:cNvPr>
          <p:cNvSpPr>
            <a:spLocks noGrp="1"/>
          </p:cNvSpPr>
          <p:nvPr>
            <p:ph type="sldNum" sz="quarter" idx="12"/>
          </p:nvPr>
        </p:nvSpPr>
        <p:spPr/>
        <p:txBody>
          <a:bodyPr/>
          <a:lstStyle/>
          <a:p>
            <a:pPr>
              <a:defRPr/>
            </a:pPr>
            <a:fld id="{5305F59F-D32C-44E4-BFCF-AC35035A39F2}" type="slidenum">
              <a:rPr lang="en-US" smtClean="0"/>
              <a:pPr>
                <a:defRPr/>
              </a:pPr>
              <a:t>‹#›</a:t>
            </a:fld>
            <a:endParaRPr lang="en-US"/>
          </a:p>
        </p:txBody>
      </p:sp>
    </p:spTree>
    <p:extLst>
      <p:ext uri="{BB962C8B-B14F-4D97-AF65-F5344CB8AC3E}">
        <p14:creationId xmlns:p14="http://schemas.microsoft.com/office/powerpoint/2010/main" val="25198281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3323C-B523-4E48-AAB1-A9FAB98D0C0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F0241E-F6E0-49B8-9955-EE5B2F21625E}"/>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4" name="Footer Placeholder 3">
            <a:extLst>
              <a:ext uri="{FF2B5EF4-FFF2-40B4-BE49-F238E27FC236}">
                <a16:creationId xmlns:a16="http://schemas.microsoft.com/office/drawing/2014/main" id="{5F282254-1D69-4797-B7AB-3F9169141C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CC6B1-8446-4FCF-921C-B0571D1039AE}"/>
              </a:ext>
            </a:extLst>
          </p:cNvPr>
          <p:cNvSpPr>
            <a:spLocks noGrp="1"/>
          </p:cNvSpPr>
          <p:nvPr>
            <p:ph type="sldNum" sz="quarter" idx="12"/>
          </p:nvPr>
        </p:nvSpPr>
        <p:spPr/>
        <p:txBody>
          <a:bodyPr/>
          <a:lstStyle/>
          <a:p>
            <a:pPr>
              <a:defRPr/>
            </a:pPr>
            <a:fld id="{C7FD7464-2577-4861-BC59-FD31206AB849}" type="slidenum">
              <a:rPr lang="en-US" smtClean="0"/>
              <a:pPr>
                <a:defRPr/>
              </a:pPr>
              <a:t>‹#›</a:t>
            </a:fld>
            <a:endParaRPr lang="en-US"/>
          </a:p>
        </p:txBody>
      </p:sp>
    </p:spTree>
    <p:extLst>
      <p:ext uri="{BB962C8B-B14F-4D97-AF65-F5344CB8AC3E}">
        <p14:creationId xmlns:p14="http://schemas.microsoft.com/office/powerpoint/2010/main" val="41082446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E2B4B6-B000-4A86-9A2E-B6ED248A8FA6}"/>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3" name="Footer Placeholder 2">
            <a:extLst>
              <a:ext uri="{FF2B5EF4-FFF2-40B4-BE49-F238E27FC236}">
                <a16:creationId xmlns:a16="http://schemas.microsoft.com/office/drawing/2014/main" id="{95DA0975-E3A7-4CB5-A687-C4DBEA6E89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317EFA-EAF6-4B59-842A-6F7E462FBDDE}"/>
              </a:ext>
            </a:extLst>
          </p:cNvPr>
          <p:cNvSpPr>
            <a:spLocks noGrp="1"/>
          </p:cNvSpPr>
          <p:nvPr>
            <p:ph type="sldNum" sz="quarter" idx="12"/>
          </p:nvPr>
        </p:nvSpPr>
        <p:spPr/>
        <p:txBody>
          <a:bodyPr/>
          <a:lstStyle/>
          <a:p>
            <a:pPr>
              <a:defRPr/>
            </a:pPr>
            <a:fld id="{F26542BF-80E4-49C4-8D7F-9EDE9D4E795E}" type="slidenum">
              <a:rPr lang="en-US" smtClean="0"/>
              <a:pPr>
                <a:defRPr/>
              </a:pPr>
              <a:t>‹#›</a:t>
            </a:fld>
            <a:endParaRPr lang="en-US"/>
          </a:p>
        </p:txBody>
      </p:sp>
    </p:spTree>
    <p:extLst>
      <p:ext uri="{BB962C8B-B14F-4D97-AF65-F5344CB8AC3E}">
        <p14:creationId xmlns:p14="http://schemas.microsoft.com/office/powerpoint/2010/main" val="39916301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AAE10-0AE6-45D7-AA36-88AAAAD1206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E1720DB-C262-4559-B88B-CFE1687E6F8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5E4D39-9B8D-4C55-9335-50CF8946C98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D2565BE-E029-4CFF-8DA1-D17967AF3DEA}"/>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6" name="Footer Placeholder 5">
            <a:extLst>
              <a:ext uri="{FF2B5EF4-FFF2-40B4-BE49-F238E27FC236}">
                <a16:creationId xmlns:a16="http://schemas.microsoft.com/office/drawing/2014/main" id="{C91BA838-C030-447F-811E-98FF27AA91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2F9F1C-0F5F-4446-9216-7429815B6029}"/>
              </a:ext>
            </a:extLst>
          </p:cNvPr>
          <p:cNvSpPr>
            <a:spLocks noGrp="1"/>
          </p:cNvSpPr>
          <p:nvPr>
            <p:ph type="sldNum" sz="quarter" idx="12"/>
          </p:nvPr>
        </p:nvSpPr>
        <p:spPr/>
        <p:txBody>
          <a:bodyPr/>
          <a:lstStyle/>
          <a:p>
            <a:pPr>
              <a:defRPr/>
            </a:pPr>
            <a:fld id="{A1DA7F09-D7FF-4085-A3D9-4A1C4619D736}" type="slidenum">
              <a:rPr lang="en-US" smtClean="0"/>
              <a:pPr>
                <a:defRPr/>
              </a:pPr>
              <a:t>‹#›</a:t>
            </a:fld>
            <a:endParaRPr lang="en-US"/>
          </a:p>
        </p:txBody>
      </p:sp>
    </p:spTree>
    <p:extLst>
      <p:ext uri="{BB962C8B-B14F-4D97-AF65-F5344CB8AC3E}">
        <p14:creationId xmlns:p14="http://schemas.microsoft.com/office/powerpoint/2010/main" val="35534854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84952-E951-4212-B9C9-93647966ED8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16F77F8-9FD3-47A4-896A-1C50E2625C7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9143B7AF-CE4A-48DA-95F6-605EE5D2F72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3CE233A-9985-489D-BC34-049898EAA0C9}"/>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6" name="Footer Placeholder 5">
            <a:extLst>
              <a:ext uri="{FF2B5EF4-FFF2-40B4-BE49-F238E27FC236}">
                <a16:creationId xmlns:a16="http://schemas.microsoft.com/office/drawing/2014/main" id="{EDE96D6C-D0FC-4512-92F6-EC99A3A129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8C0CC1-58EE-41B1-8FC4-FBC6F7FD6F02}"/>
              </a:ext>
            </a:extLst>
          </p:cNvPr>
          <p:cNvSpPr>
            <a:spLocks noGrp="1"/>
          </p:cNvSpPr>
          <p:nvPr>
            <p:ph type="sldNum" sz="quarter" idx="12"/>
          </p:nvPr>
        </p:nvSpPr>
        <p:spPr/>
        <p:txBody>
          <a:bodyPr/>
          <a:lstStyle/>
          <a:p>
            <a:pPr>
              <a:defRPr/>
            </a:pPr>
            <a:fld id="{514BEBBB-C235-4C08-AF29-4AC636B4E202}" type="slidenum">
              <a:rPr lang="en-US" smtClean="0"/>
              <a:pPr>
                <a:defRPr/>
              </a:pPr>
              <a:t>‹#›</a:t>
            </a:fld>
            <a:endParaRPr lang="en-US"/>
          </a:p>
        </p:txBody>
      </p:sp>
    </p:spTree>
    <p:extLst>
      <p:ext uri="{BB962C8B-B14F-4D97-AF65-F5344CB8AC3E}">
        <p14:creationId xmlns:p14="http://schemas.microsoft.com/office/powerpoint/2010/main" val="2447083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35E28-3535-475A-B7ED-B6B4C09C82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6CC777-E36D-4820-8C0D-2BCF9C9951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40FCB0-4300-41AC-9751-55EBB877E30E}"/>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84BDAD24-E9E7-4AD5-9179-1F1D69D962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7A5125-5AB2-4263-9831-520B9B61B662}"/>
              </a:ext>
            </a:extLst>
          </p:cNvPr>
          <p:cNvSpPr>
            <a:spLocks noGrp="1"/>
          </p:cNvSpPr>
          <p:nvPr>
            <p:ph type="sldNum" sz="quarter" idx="12"/>
          </p:nvPr>
        </p:nvSpPr>
        <p:spPr/>
        <p:txBody>
          <a:bodyPr/>
          <a:lstStyle/>
          <a:p>
            <a:pPr>
              <a:defRPr/>
            </a:pPr>
            <a:fld id="{FFD08809-34AC-4BED-98FB-C3D5D984FE4E}" type="slidenum">
              <a:rPr lang="en-US" smtClean="0"/>
              <a:pPr>
                <a:defRPr/>
              </a:pPr>
              <a:t>‹#›</a:t>
            </a:fld>
            <a:endParaRPr lang="en-US"/>
          </a:p>
        </p:txBody>
      </p:sp>
    </p:spTree>
    <p:extLst>
      <p:ext uri="{BB962C8B-B14F-4D97-AF65-F5344CB8AC3E}">
        <p14:creationId xmlns:p14="http://schemas.microsoft.com/office/powerpoint/2010/main" val="33294056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8C5128-8AAB-4F09-A731-96EC85B18BB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71064E-8CB2-478E-97EE-C1BFECC181EE}"/>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670A63-A48D-4295-98BA-5DB70F24F797}"/>
              </a:ext>
            </a:extLst>
          </p:cNvPr>
          <p:cNvSpPr>
            <a:spLocks noGrp="1"/>
          </p:cNvSpPr>
          <p:nvPr>
            <p:ph type="dt" sz="half" idx="10"/>
          </p:nvPr>
        </p:nvSpPr>
        <p:spPr/>
        <p:txBody>
          <a:body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F9A439D7-DE7B-4BEB-91C8-95751D3F8E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72EF3F-C5D5-4D16-AAA2-980D3F0F51BF}"/>
              </a:ext>
            </a:extLst>
          </p:cNvPr>
          <p:cNvSpPr>
            <a:spLocks noGrp="1"/>
          </p:cNvSpPr>
          <p:nvPr>
            <p:ph type="sldNum" sz="quarter" idx="12"/>
          </p:nvPr>
        </p:nvSpPr>
        <p:spPr/>
        <p:txBody>
          <a:bodyPr/>
          <a:lstStyle/>
          <a:p>
            <a:pPr>
              <a:defRPr/>
            </a:pPr>
            <a:fld id="{0A8C7EC7-706F-4175-B3A3-5DED3413D4A0}" type="slidenum">
              <a:rPr lang="en-US" smtClean="0"/>
              <a:pPr>
                <a:defRPr/>
              </a:pPr>
              <a:t>‹#›</a:t>
            </a:fld>
            <a:endParaRPr lang="en-US"/>
          </a:p>
        </p:txBody>
      </p:sp>
    </p:spTree>
    <p:extLst>
      <p:ext uri="{BB962C8B-B14F-4D97-AF65-F5344CB8AC3E}">
        <p14:creationId xmlns:p14="http://schemas.microsoft.com/office/powerpoint/2010/main" val="17065685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293813" y="152400"/>
            <a:ext cx="7772400" cy="1143000"/>
          </a:xfrm>
        </p:spPr>
        <p:txBody>
          <a:bodyPr/>
          <a:lstStyle/>
          <a:p>
            <a:r>
              <a:rPr lang="en-US"/>
              <a:t>Click to edit Master title style</a:t>
            </a:r>
          </a:p>
        </p:txBody>
      </p:sp>
      <p:sp>
        <p:nvSpPr>
          <p:cNvPr id="3" name="Table Placeholder 2"/>
          <p:cNvSpPr>
            <a:spLocks noGrp="1"/>
          </p:cNvSpPr>
          <p:nvPr>
            <p:ph type="tbl" idx="1"/>
          </p:nvPr>
        </p:nvSpPr>
        <p:spPr>
          <a:xfrm>
            <a:off x="1295400" y="1447800"/>
            <a:ext cx="7772400" cy="4572000"/>
          </a:xfrm>
        </p:spPr>
        <p:txBody>
          <a:bodyPr/>
          <a:lstStyle/>
          <a:p>
            <a:pPr lvl="0"/>
            <a:endParaRPr lang="en-US" noProof="0"/>
          </a:p>
        </p:txBody>
      </p:sp>
      <p:sp>
        <p:nvSpPr>
          <p:cNvPr id="4" name="Rectangle 10"/>
          <p:cNvSpPr>
            <a:spLocks noGrp="1" noChangeArrowheads="1"/>
          </p:cNvSpPr>
          <p:nvPr>
            <p:ph type="sldNum" sz="quarter" idx="10"/>
          </p:nvPr>
        </p:nvSpPr>
        <p:spPr>
          <a:ln/>
        </p:spPr>
        <p:txBody>
          <a:bodyPr/>
          <a:lstStyle>
            <a:lvl1pPr>
              <a:defRPr/>
            </a:lvl1pPr>
          </a:lstStyle>
          <a:p>
            <a:pPr>
              <a:defRPr/>
            </a:pPr>
            <a:fld id="{FE3506C5-056A-4421-A585-E21C3BEBDED6}" type="slidenum">
              <a:rPr lang="en-US"/>
              <a:pPr>
                <a:defRPr/>
              </a:pPr>
              <a:t>‹#›</a:t>
            </a:fld>
            <a:endParaRPr lang="en-US"/>
          </a:p>
        </p:txBody>
      </p:sp>
    </p:spTree>
    <p:extLst>
      <p:ext uri="{BB962C8B-B14F-4D97-AF65-F5344CB8AC3E}">
        <p14:creationId xmlns:p14="http://schemas.microsoft.com/office/powerpoint/2010/main" val="3626685154"/>
      </p:ext>
    </p:extLst>
  </p:cSld>
  <p:clrMapOvr>
    <a:masterClrMapping/>
  </p:clrMapOvr>
  <p:transition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9"/>
            <a:ext cx="8415338" cy="1411156"/>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txBox="1">
            <a:spLocks/>
          </p:cNvSpPr>
          <p:nvPr/>
        </p:nvSpPr>
        <p:spPr>
          <a:xfrm>
            <a:off x="8382578" y="6513744"/>
            <a:ext cx="306494"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5019"/>
            <a:ext cx="8415338" cy="287771"/>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30" y="6611009"/>
            <a:ext cx="8014247" cy="211991"/>
          </a:xfrm>
          <a:prstGeom prst="rect">
            <a:avLst/>
          </a:prstGeom>
        </p:spPr>
        <p:txBody>
          <a:bodyPr vert="horz" lIns="91440" tIns="45720" rIns="91440" bIns="45720" rtlCol="0" anchor="ctr"/>
          <a:lstStyle>
            <a:lvl1pPr algn="ctr">
              <a:defRPr sz="600">
                <a:solidFill>
                  <a:schemeClr val="tx1">
                    <a:tint val="75000"/>
                  </a:schemeClr>
                </a:solidFill>
                <a:latin typeface="Calibri" pitchFamily="34" charset="0"/>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
        <p:nvSpPr>
          <p:cNvPr id="6" name="Rectangle 5"/>
          <p:cNvSpPr/>
          <p:nvPr userDrawn="1"/>
        </p:nvSpPr>
        <p:spPr>
          <a:xfrm>
            <a:off x="0" y="0"/>
            <a:ext cx="9144000" cy="381000"/>
          </a:xfrm>
          <a:prstGeom prst="rect">
            <a:avLst/>
          </a:prstGeom>
          <a:solidFill>
            <a:srgbClr val="0070C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p:nvSpPr>
          <p:cNvPr id="8" name="Rectangle 7"/>
          <p:cNvSpPr/>
          <p:nvPr userDrawn="1"/>
        </p:nvSpPr>
        <p:spPr>
          <a:xfrm>
            <a:off x="0" y="7941"/>
            <a:ext cx="9144000" cy="220662"/>
          </a:xfrm>
          <a:prstGeom prst="rect">
            <a:avLst/>
          </a:prstGeom>
          <a:solidFill>
            <a:srgbClr val="00206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
        <p:nvSpPr>
          <p:cNvPr id="9" name="Rectangle 8"/>
          <p:cNvSpPr/>
          <p:nvPr userDrawn="1"/>
        </p:nvSpPr>
        <p:spPr>
          <a:xfrm>
            <a:off x="0" y="381000"/>
            <a:ext cx="9144000" cy="58738"/>
          </a:xfrm>
          <a:prstGeom prst="rect">
            <a:avLst/>
          </a:prstGeom>
          <a:solidFill>
            <a:schemeClr val="accent6">
              <a:lumMod val="40000"/>
              <a:lumOff val="60000"/>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Calibri" pitchFamily="34" charset="0"/>
            </a:endParaRP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Lst>
  <p:hf sldNum="0" hdr="0" dt="0"/>
  <p:txStyles>
    <p:titleStyle>
      <a:lvl1pPr algn="l" defTabSz="914400" rtl="0" eaLnBrk="1" latinLnBrk="0" hangingPunct="1">
        <a:lnSpc>
          <a:spcPct val="85000"/>
        </a:lnSpc>
        <a:spcBef>
          <a:spcPct val="0"/>
        </a:spcBef>
        <a:buNone/>
        <a:defRPr sz="2200" kern="1200">
          <a:solidFill>
            <a:schemeClr val="accent2"/>
          </a:solidFill>
          <a:latin typeface="Calibri" panose="020F0502020204030204" pitchFamily="34" charset="0"/>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4AC04D-FEB5-4BF8-8EA4-F2FA46F8E36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F01CB1-E6F5-439F-905E-4EEFEE04F48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6905DE-49C6-41DA-9122-EE06A625D99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B657A985-1836-4852-8223-CD59B039067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Slide Number Placeholder 5">
            <a:extLst>
              <a:ext uri="{FF2B5EF4-FFF2-40B4-BE49-F238E27FC236}">
                <a16:creationId xmlns:a16="http://schemas.microsoft.com/office/drawing/2014/main" id="{A3B2928C-B16E-46A4-8A48-2B451EEF0B6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C4AC9E6-36A1-4788-BB28-FC8A2CE31372}" type="slidenum">
              <a:rPr lang="en-US" smtClean="0"/>
              <a:t>‹#›</a:t>
            </a:fld>
            <a:endParaRPr lang="en-US"/>
          </a:p>
        </p:txBody>
      </p:sp>
    </p:spTree>
    <p:extLst>
      <p:ext uri="{BB962C8B-B14F-4D97-AF65-F5344CB8AC3E}">
        <p14:creationId xmlns:p14="http://schemas.microsoft.com/office/powerpoint/2010/main" val="3871661025"/>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4AC04D-FEB5-4BF8-8EA4-F2FA46F8E36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F01CB1-E6F5-439F-905E-4EEFEE04F48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6905DE-49C6-41DA-9122-EE06A625D99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63E8FD9-9670-4347-817A-116716D733B6}" type="datetimeFigureOut">
              <a:rPr lang="en-US" smtClean="0"/>
              <a:t>9/28/2023</a:t>
            </a:fld>
            <a:endParaRPr lang="en-US"/>
          </a:p>
        </p:txBody>
      </p:sp>
      <p:sp>
        <p:nvSpPr>
          <p:cNvPr id="5" name="Footer Placeholder 4">
            <a:extLst>
              <a:ext uri="{FF2B5EF4-FFF2-40B4-BE49-F238E27FC236}">
                <a16:creationId xmlns:a16="http://schemas.microsoft.com/office/drawing/2014/main" id="{B657A985-1836-4852-8223-CD59B039067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Slide Number Placeholder 5">
            <a:extLst>
              <a:ext uri="{FF2B5EF4-FFF2-40B4-BE49-F238E27FC236}">
                <a16:creationId xmlns:a16="http://schemas.microsoft.com/office/drawing/2014/main" id="{A3B2928C-B16E-46A4-8A48-2B451EEF0B6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C4AC9E6-36A1-4788-BB28-FC8A2CE31372}" type="slidenum">
              <a:rPr lang="en-US" smtClean="0"/>
              <a:t>‹#›</a:t>
            </a:fld>
            <a:endParaRPr lang="en-US"/>
          </a:p>
        </p:txBody>
      </p:sp>
    </p:spTree>
    <p:extLst>
      <p:ext uri="{BB962C8B-B14F-4D97-AF65-F5344CB8AC3E}">
        <p14:creationId xmlns:p14="http://schemas.microsoft.com/office/powerpoint/2010/main" val="1656857247"/>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91" r:id="rId12"/>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117" Type="http://schemas.openxmlformats.org/officeDocument/2006/relationships/customXml" Target="../ink/ink58.xml"/><Relationship Id="rId21" Type="http://schemas.openxmlformats.org/officeDocument/2006/relationships/customXml" Target="../ink/ink10.xml"/><Relationship Id="rId42" Type="http://schemas.openxmlformats.org/officeDocument/2006/relationships/image" Target="../media/image45.png"/><Relationship Id="rId63" Type="http://schemas.openxmlformats.org/officeDocument/2006/relationships/customXml" Target="../ink/ink31.xml"/><Relationship Id="rId84" Type="http://schemas.openxmlformats.org/officeDocument/2006/relationships/image" Target="../media/image66.png"/><Relationship Id="rId138" Type="http://schemas.openxmlformats.org/officeDocument/2006/relationships/image" Target="../media/image93.png"/><Relationship Id="rId159" Type="http://schemas.openxmlformats.org/officeDocument/2006/relationships/customXml" Target="../ink/ink79.xml"/><Relationship Id="rId170" Type="http://schemas.openxmlformats.org/officeDocument/2006/relationships/image" Target="../media/image109.png"/><Relationship Id="rId191" Type="http://schemas.openxmlformats.org/officeDocument/2006/relationships/customXml" Target="../ink/ink95.xml"/><Relationship Id="rId205" Type="http://schemas.openxmlformats.org/officeDocument/2006/relationships/customXml" Target="../ink/ink102.xml"/><Relationship Id="rId226" Type="http://schemas.openxmlformats.org/officeDocument/2006/relationships/image" Target="../media/image137.png"/><Relationship Id="rId107" Type="http://schemas.openxmlformats.org/officeDocument/2006/relationships/customXml" Target="../ink/ink53.xml"/><Relationship Id="rId11" Type="http://schemas.openxmlformats.org/officeDocument/2006/relationships/customXml" Target="../ink/ink5.xml"/><Relationship Id="rId32" Type="http://schemas.openxmlformats.org/officeDocument/2006/relationships/image" Target="../media/image40.png"/><Relationship Id="rId53" Type="http://schemas.openxmlformats.org/officeDocument/2006/relationships/customXml" Target="../ink/ink26.xml"/><Relationship Id="rId74" Type="http://schemas.openxmlformats.org/officeDocument/2006/relationships/image" Target="../media/image61.png"/><Relationship Id="rId128" Type="http://schemas.openxmlformats.org/officeDocument/2006/relationships/image" Target="../media/image88.png"/><Relationship Id="rId149" Type="http://schemas.openxmlformats.org/officeDocument/2006/relationships/customXml" Target="../ink/ink74.xml"/><Relationship Id="rId5" Type="http://schemas.openxmlformats.org/officeDocument/2006/relationships/customXml" Target="../ink/ink2.xml"/><Relationship Id="rId95" Type="http://schemas.openxmlformats.org/officeDocument/2006/relationships/customXml" Target="../ink/ink47.xml"/><Relationship Id="rId160" Type="http://schemas.openxmlformats.org/officeDocument/2006/relationships/image" Target="../media/image104.png"/><Relationship Id="rId181" Type="http://schemas.openxmlformats.org/officeDocument/2006/relationships/customXml" Target="../ink/ink90.xml"/><Relationship Id="rId216" Type="http://schemas.openxmlformats.org/officeDocument/2006/relationships/image" Target="../media/image132.png"/><Relationship Id="rId22" Type="http://schemas.openxmlformats.org/officeDocument/2006/relationships/image" Target="../media/image35.png"/><Relationship Id="rId43" Type="http://schemas.openxmlformats.org/officeDocument/2006/relationships/customXml" Target="../ink/ink21.xml"/><Relationship Id="rId64" Type="http://schemas.openxmlformats.org/officeDocument/2006/relationships/image" Target="../media/image56.png"/><Relationship Id="rId118" Type="http://schemas.openxmlformats.org/officeDocument/2006/relationships/image" Target="../media/image83.png"/><Relationship Id="rId139" Type="http://schemas.openxmlformats.org/officeDocument/2006/relationships/customXml" Target="../ink/ink69.xml"/><Relationship Id="rId85" Type="http://schemas.openxmlformats.org/officeDocument/2006/relationships/customXml" Target="../ink/ink42.xml"/><Relationship Id="rId150" Type="http://schemas.openxmlformats.org/officeDocument/2006/relationships/image" Target="../media/image99.png"/><Relationship Id="rId171" Type="http://schemas.openxmlformats.org/officeDocument/2006/relationships/customXml" Target="../ink/ink85.xml"/><Relationship Id="rId192" Type="http://schemas.openxmlformats.org/officeDocument/2006/relationships/image" Target="../media/image120.png"/><Relationship Id="rId206" Type="http://schemas.openxmlformats.org/officeDocument/2006/relationships/image" Target="../media/image127.png"/><Relationship Id="rId227" Type="http://schemas.openxmlformats.org/officeDocument/2006/relationships/customXml" Target="../ink/ink113.xml"/><Relationship Id="rId12" Type="http://schemas.openxmlformats.org/officeDocument/2006/relationships/image" Target="../media/image30.png"/><Relationship Id="rId33" Type="http://schemas.openxmlformats.org/officeDocument/2006/relationships/customXml" Target="../ink/ink16.xml"/><Relationship Id="rId108" Type="http://schemas.openxmlformats.org/officeDocument/2006/relationships/image" Target="../media/image78.png"/><Relationship Id="rId129" Type="http://schemas.openxmlformats.org/officeDocument/2006/relationships/customXml" Target="../ink/ink64.xml"/><Relationship Id="rId54" Type="http://schemas.openxmlformats.org/officeDocument/2006/relationships/image" Target="../media/image51.png"/><Relationship Id="rId75" Type="http://schemas.openxmlformats.org/officeDocument/2006/relationships/customXml" Target="../ink/ink37.xml"/><Relationship Id="rId96" Type="http://schemas.openxmlformats.org/officeDocument/2006/relationships/image" Target="../media/image72.png"/><Relationship Id="rId140" Type="http://schemas.openxmlformats.org/officeDocument/2006/relationships/image" Target="../media/image94.png"/><Relationship Id="rId161" Type="http://schemas.openxmlformats.org/officeDocument/2006/relationships/customXml" Target="../ink/ink80.xml"/><Relationship Id="rId182" Type="http://schemas.openxmlformats.org/officeDocument/2006/relationships/image" Target="../media/image115.png"/><Relationship Id="rId217" Type="http://schemas.openxmlformats.org/officeDocument/2006/relationships/customXml" Target="../ink/ink108.xml"/><Relationship Id="rId6" Type="http://schemas.openxmlformats.org/officeDocument/2006/relationships/image" Target="../media/image27.png"/><Relationship Id="rId23" Type="http://schemas.openxmlformats.org/officeDocument/2006/relationships/customXml" Target="../ink/ink11.xml"/><Relationship Id="rId119" Type="http://schemas.openxmlformats.org/officeDocument/2006/relationships/customXml" Target="../ink/ink59.xml"/><Relationship Id="rId44" Type="http://schemas.openxmlformats.org/officeDocument/2006/relationships/image" Target="../media/image46.png"/><Relationship Id="rId65" Type="http://schemas.openxmlformats.org/officeDocument/2006/relationships/customXml" Target="../ink/ink32.xml"/><Relationship Id="rId86" Type="http://schemas.openxmlformats.org/officeDocument/2006/relationships/image" Target="../media/image67.png"/><Relationship Id="rId130" Type="http://schemas.openxmlformats.org/officeDocument/2006/relationships/image" Target="../media/image89.png"/><Relationship Id="rId151" Type="http://schemas.openxmlformats.org/officeDocument/2006/relationships/customXml" Target="../ink/ink75.xml"/><Relationship Id="rId172" Type="http://schemas.openxmlformats.org/officeDocument/2006/relationships/image" Target="../media/image110.png"/><Relationship Id="rId193" Type="http://schemas.openxmlformats.org/officeDocument/2006/relationships/customXml" Target="../ink/ink96.xml"/><Relationship Id="rId207" Type="http://schemas.openxmlformats.org/officeDocument/2006/relationships/customXml" Target="../ink/ink103.xml"/><Relationship Id="rId228" Type="http://schemas.openxmlformats.org/officeDocument/2006/relationships/image" Target="../media/image138.png"/><Relationship Id="rId13" Type="http://schemas.openxmlformats.org/officeDocument/2006/relationships/customXml" Target="../ink/ink6.xml"/><Relationship Id="rId109" Type="http://schemas.openxmlformats.org/officeDocument/2006/relationships/customXml" Target="../ink/ink54.xml"/><Relationship Id="rId34" Type="http://schemas.openxmlformats.org/officeDocument/2006/relationships/image" Target="../media/image41.png"/><Relationship Id="rId55" Type="http://schemas.openxmlformats.org/officeDocument/2006/relationships/customXml" Target="../ink/ink27.xml"/><Relationship Id="rId76" Type="http://schemas.openxmlformats.org/officeDocument/2006/relationships/image" Target="../media/image62.png"/><Relationship Id="rId97" Type="http://schemas.openxmlformats.org/officeDocument/2006/relationships/customXml" Target="../ink/ink48.xml"/><Relationship Id="rId120" Type="http://schemas.openxmlformats.org/officeDocument/2006/relationships/image" Target="../media/image84.png"/><Relationship Id="rId141" Type="http://schemas.openxmlformats.org/officeDocument/2006/relationships/customXml" Target="../ink/ink70.xml"/><Relationship Id="rId7" Type="http://schemas.openxmlformats.org/officeDocument/2006/relationships/customXml" Target="../ink/ink3.xml"/><Relationship Id="rId162" Type="http://schemas.openxmlformats.org/officeDocument/2006/relationships/image" Target="../media/image105.png"/><Relationship Id="rId183" Type="http://schemas.openxmlformats.org/officeDocument/2006/relationships/customXml" Target="../ink/ink91.xml"/><Relationship Id="rId218" Type="http://schemas.openxmlformats.org/officeDocument/2006/relationships/image" Target="../media/image133.png"/><Relationship Id="rId24" Type="http://schemas.openxmlformats.org/officeDocument/2006/relationships/image" Target="../media/image36.png"/><Relationship Id="rId45" Type="http://schemas.openxmlformats.org/officeDocument/2006/relationships/customXml" Target="../ink/ink22.xml"/><Relationship Id="rId66" Type="http://schemas.openxmlformats.org/officeDocument/2006/relationships/image" Target="../media/image57.png"/><Relationship Id="rId87" Type="http://schemas.openxmlformats.org/officeDocument/2006/relationships/customXml" Target="../ink/ink43.xml"/><Relationship Id="rId110" Type="http://schemas.openxmlformats.org/officeDocument/2006/relationships/image" Target="../media/image79.png"/><Relationship Id="rId131" Type="http://schemas.openxmlformats.org/officeDocument/2006/relationships/customXml" Target="../ink/ink65.xml"/><Relationship Id="rId152" Type="http://schemas.openxmlformats.org/officeDocument/2006/relationships/image" Target="../media/image100.png"/><Relationship Id="rId173" Type="http://schemas.openxmlformats.org/officeDocument/2006/relationships/customXml" Target="../ink/ink86.xml"/><Relationship Id="rId194" Type="http://schemas.openxmlformats.org/officeDocument/2006/relationships/image" Target="../media/image121.png"/><Relationship Id="rId208" Type="http://schemas.openxmlformats.org/officeDocument/2006/relationships/image" Target="../media/image128.png"/><Relationship Id="rId14" Type="http://schemas.openxmlformats.org/officeDocument/2006/relationships/image" Target="../media/image31.png"/><Relationship Id="rId35" Type="http://schemas.openxmlformats.org/officeDocument/2006/relationships/customXml" Target="../ink/ink17.xml"/><Relationship Id="rId56" Type="http://schemas.openxmlformats.org/officeDocument/2006/relationships/image" Target="../media/image52.png"/><Relationship Id="rId77" Type="http://schemas.openxmlformats.org/officeDocument/2006/relationships/customXml" Target="../ink/ink38.xml"/><Relationship Id="rId100" Type="http://schemas.openxmlformats.org/officeDocument/2006/relationships/image" Target="../media/image74.png"/><Relationship Id="rId8" Type="http://schemas.openxmlformats.org/officeDocument/2006/relationships/image" Target="../media/image28.png"/><Relationship Id="rId98" Type="http://schemas.openxmlformats.org/officeDocument/2006/relationships/image" Target="../media/image73.png"/><Relationship Id="rId121" Type="http://schemas.openxmlformats.org/officeDocument/2006/relationships/customXml" Target="../ink/ink60.xml"/><Relationship Id="rId142" Type="http://schemas.openxmlformats.org/officeDocument/2006/relationships/image" Target="../media/image95.png"/><Relationship Id="rId163" Type="http://schemas.openxmlformats.org/officeDocument/2006/relationships/customXml" Target="../ink/ink81.xml"/><Relationship Id="rId184" Type="http://schemas.openxmlformats.org/officeDocument/2006/relationships/image" Target="../media/image116.png"/><Relationship Id="rId219" Type="http://schemas.openxmlformats.org/officeDocument/2006/relationships/customXml" Target="../ink/ink109.xml"/><Relationship Id="rId3" Type="http://schemas.openxmlformats.org/officeDocument/2006/relationships/customXml" Target="../ink/ink1.xml"/><Relationship Id="rId214" Type="http://schemas.openxmlformats.org/officeDocument/2006/relationships/image" Target="../media/image131.png"/><Relationship Id="rId25" Type="http://schemas.openxmlformats.org/officeDocument/2006/relationships/customXml" Target="../ink/ink12.xml"/><Relationship Id="rId46" Type="http://schemas.openxmlformats.org/officeDocument/2006/relationships/image" Target="../media/image47.png"/><Relationship Id="rId67" Type="http://schemas.openxmlformats.org/officeDocument/2006/relationships/customXml" Target="../ink/ink33.xml"/><Relationship Id="rId116" Type="http://schemas.openxmlformats.org/officeDocument/2006/relationships/image" Target="../media/image82.png"/><Relationship Id="rId137" Type="http://schemas.openxmlformats.org/officeDocument/2006/relationships/customXml" Target="../ink/ink68.xml"/><Relationship Id="rId158" Type="http://schemas.openxmlformats.org/officeDocument/2006/relationships/image" Target="../media/image103.png"/><Relationship Id="rId20" Type="http://schemas.openxmlformats.org/officeDocument/2006/relationships/image" Target="../media/image34.png"/><Relationship Id="rId41" Type="http://schemas.openxmlformats.org/officeDocument/2006/relationships/customXml" Target="../ink/ink20.xml"/><Relationship Id="rId62" Type="http://schemas.openxmlformats.org/officeDocument/2006/relationships/image" Target="../media/image55.png"/><Relationship Id="rId83" Type="http://schemas.openxmlformats.org/officeDocument/2006/relationships/customXml" Target="../ink/ink41.xml"/><Relationship Id="rId88" Type="http://schemas.openxmlformats.org/officeDocument/2006/relationships/image" Target="../media/image68.png"/><Relationship Id="rId111" Type="http://schemas.openxmlformats.org/officeDocument/2006/relationships/customXml" Target="../ink/ink55.xml"/><Relationship Id="rId132" Type="http://schemas.openxmlformats.org/officeDocument/2006/relationships/image" Target="../media/image90.png"/><Relationship Id="rId153" Type="http://schemas.openxmlformats.org/officeDocument/2006/relationships/customXml" Target="../ink/ink76.xml"/><Relationship Id="rId174" Type="http://schemas.openxmlformats.org/officeDocument/2006/relationships/image" Target="../media/image111.png"/><Relationship Id="rId179" Type="http://schemas.openxmlformats.org/officeDocument/2006/relationships/customXml" Target="../ink/ink89.xml"/><Relationship Id="rId195" Type="http://schemas.openxmlformats.org/officeDocument/2006/relationships/customXml" Target="../ink/ink97.xml"/><Relationship Id="rId209" Type="http://schemas.openxmlformats.org/officeDocument/2006/relationships/customXml" Target="../ink/ink104.xml"/><Relationship Id="rId190" Type="http://schemas.openxmlformats.org/officeDocument/2006/relationships/image" Target="../media/image119.png"/><Relationship Id="rId204" Type="http://schemas.openxmlformats.org/officeDocument/2006/relationships/image" Target="../media/image126.png"/><Relationship Id="rId220" Type="http://schemas.openxmlformats.org/officeDocument/2006/relationships/image" Target="../media/image134.png"/><Relationship Id="rId225" Type="http://schemas.openxmlformats.org/officeDocument/2006/relationships/customXml" Target="../ink/ink112.xml"/><Relationship Id="rId15" Type="http://schemas.openxmlformats.org/officeDocument/2006/relationships/customXml" Target="../ink/ink7.xml"/><Relationship Id="rId36" Type="http://schemas.openxmlformats.org/officeDocument/2006/relationships/image" Target="../media/image42.png"/><Relationship Id="rId57" Type="http://schemas.openxmlformats.org/officeDocument/2006/relationships/customXml" Target="../ink/ink28.xml"/><Relationship Id="rId106" Type="http://schemas.openxmlformats.org/officeDocument/2006/relationships/image" Target="../media/image77.png"/><Relationship Id="rId127" Type="http://schemas.openxmlformats.org/officeDocument/2006/relationships/customXml" Target="../ink/ink63.xml"/><Relationship Id="rId10" Type="http://schemas.openxmlformats.org/officeDocument/2006/relationships/image" Target="../media/image29.png"/><Relationship Id="rId31" Type="http://schemas.openxmlformats.org/officeDocument/2006/relationships/customXml" Target="../ink/ink15.xml"/><Relationship Id="rId52" Type="http://schemas.openxmlformats.org/officeDocument/2006/relationships/image" Target="../media/image50.png"/><Relationship Id="rId73" Type="http://schemas.openxmlformats.org/officeDocument/2006/relationships/customXml" Target="../ink/ink36.xml"/><Relationship Id="rId78" Type="http://schemas.openxmlformats.org/officeDocument/2006/relationships/image" Target="../media/image63.png"/><Relationship Id="rId94" Type="http://schemas.openxmlformats.org/officeDocument/2006/relationships/image" Target="../media/image71.png"/><Relationship Id="rId99" Type="http://schemas.openxmlformats.org/officeDocument/2006/relationships/customXml" Target="../ink/ink49.xml"/><Relationship Id="rId101" Type="http://schemas.openxmlformats.org/officeDocument/2006/relationships/customXml" Target="../ink/ink50.xml"/><Relationship Id="rId122" Type="http://schemas.openxmlformats.org/officeDocument/2006/relationships/image" Target="../media/image85.png"/><Relationship Id="rId143" Type="http://schemas.openxmlformats.org/officeDocument/2006/relationships/customXml" Target="../ink/ink71.xml"/><Relationship Id="rId148" Type="http://schemas.openxmlformats.org/officeDocument/2006/relationships/image" Target="../media/image98.png"/><Relationship Id="rId164" Type="http://schemas.openxmlformats.org/officeDocument/2006/relationships/image" Target="../media/image106.png"/><Relationship Id="rId169" Type="http://schemas.openxmlformats.org/officeDocument/2006/relationships/customXml" Target="../ink/ink84.xml"/><Relationship Id="rId185" Type="http://schemas.openxmlformats.org/officeDocument/2006/relationships/customXml" Target="../ink/ink92.xml"/><Relationship Id="rId4" Type="http://schemas.openxmlformats.org/officeDocument/2006/relationships/image" Target="../media/image26.png"/><Relationship Id="rId9" Type="http://schemas.openxmlformats.org/officeDocument/2006/relationships/customXml" Target="../ink/ink4.xml"/><Relationship Id="rId180" Type="http://schemas.openxmlformats.org/officeDocument/2006/relationships/image" Target="../media/image114.png"/><Relationship Id="rId210" Type="http://schemas.openxmlformats.org/officeDocument/2006/relationships/image" Target="../media/image129.png"/><Relationship Id="rId215" Type="http://schemas.openxmlformats.org/officeDocument/2006/relationships/customXml" Target="../ink/ink107.xml"/><Relationship Id="rId26" Type="http://schemas.openxmlformats.org/officeDocument/2006/relationships/image" Target="../media/image37.png"/><Relationship Id="rId47" Type="http://schemas.openxmlformats.org/officeDocument/2006/relationships/customXml" Target="../ink/ink23.xml"/><Relationship Id="rId68" Type="http://schemas.openxmlformats.org/officeDocument/2006/relationships/image" Target="../media/image58.png"/><Relationship Id="rId89" Type="http://schemas.openxmlformats.org/officeDocument/2006/relationships/customXml" Target="../ink/ink44.xml"/><Relationship Id="rId112" Type="http://schemas.openxmlformats.org/officeDocument/2006/relationships/image" Target="../media/image80.png"/><Relationship Id="rId133" Type="http://schemas.openxmlformats.org/officeDocument/2006/relationships/customXml" Target="../ink/ink66.xml"/><Relationship Id="rId154" Type="http://schemas.openxmlformats.org/officeDocument/2006/relationships/image" Target="../media/image101.png"/><Relationship Id="rId175" Type="http://schemas.openxmlformats.org/officeDocument/2006/relationships/customXml" Target="../ink/ink87.xml"/><Relationship Id="rId196" Type="http://schemas.openxmlformats.org/officeDocument/2006/relationships/image" Target="../media/image122.png"/><Relationship Id="rId200" Type="http://schemas.openxmlformats.org/officeDocument/2006/relationships/image" Target="../media/image124.png"/><Relationship Id="rId16" Type="http://schemas.openxmlformats.org/officeDocument/2006/relationships/image" Target="../media/image32.png"/><Relationship Id="rId221" Type="http://schemas.openxmlformats.org/officeDocument/2006/relationships/customXml" Target="../ink/ink110.xml"/><Relationship Id="rId37" Type="http://schemas.openxmlformats.org/officeDocument/2006/relationships/customXml" Target="../ink/ink18.xml"/><Relationship Id="rId58" Type="http://schemas.openxmlformats.org/officeDocument/2006/relationships/image" Target="../media/image53.png"/><Relationship Id="rId79" Type="http://schemas.openxmlformats.org/officeDocument/2006/relationships/customXml" Target="../ink/ink39.xml"/><Relationship Id="rId102" Type="http://schemas.openxmlformats.org/officeDocument/2006/relationships/image" Target="../media/image75.png"/><Relationship Id="rId123" Type="http://schemas.openxmlformats.org/officeDocument/2006/relationships/customXml" Target="../ink/ink61.xml"/><Relationship Id="rId144" Type="http://schemas.openxmlformats.org/officeDocument/2006/relationships/image" Target="../media/image96.png"/><Relationship Id="rId90" Type="http://schemas.openxmlformats.org/officeDocument/2006/relationships/image" Target="../media/image69.png"/><Relationship Id="rId165" Type="http://schemas.openxmlformats.org/officeDocument/2006/relationships/customXml" Target="../ink/ink82.xml"/><Relationship Id="rId186" Type="http://schemas.openxmlformats.org/officeDocument/2006/relationships/image" Target="../media/image117.png"/><Relationship Id="rId211" Type="http://schemas.openxmlformats.org/officeDocument/2006/relationships/customXml" Target="../ink/ink105.xml"/><Relationship Id="rId27" Type="http://schemas.openxmlformats.org/officeDocument/2006/relationships/customXml" Target="../ink/ink13.xml"/><Relationship Id="rId48" Type="http://schemas.openxmlformats.org/officeDocument/2006/relationships/image" Target="../media/image48.png"/><Relationship Id="rId69" Type="http://schemas.openxmlformats.org/officeDocument/2006/relationships/customXml" Target="../ink/ink34.xml"/><Relationship Id="rId113" Type="http://schemas.openxmlformats.org/officeDocument/2006/relationships/customXml" Target="../ink/ink56.xml"/><Relationship Id="rId134" Type="http://schemas.openxmlformats.org/officeDocument/2006/relationships/image" Target="../media/image91.png"/><Relationship Id="rId80" Type="http://schemas.openxmlformats.org/officeDocument/2006/relationships/image" Target="../media/image64.png"/><Relationship Id="rId155" Type="http://schemas.openxmlformats.org/officeDocument/2006/relationships/customXml" Target="../ink/ink77.xml"/><Relationship Id="rId176" Type="http://schemas.openxmlformats.org/officeDocument/2006/relationships/image" Target="../media/image112.png"/><Relationship Id="rId197" Type="http://schemas.openxmlformats.org/officeDocument/2006/relationships/customXml" Target="../ink/ink98.xml"/><Relationship Id="rId201" Type="http://schemas.openxmlformats.org/officeDocument/2006/relationships/customXml" Target="../ink/ink100.xml"/><Relationship Id="rId222" Type="http://schemas.openxmlformats.org/officeDocument/2006/relationships/image" Target="../media/image135.png"/><Relationship Id="rId17" Type="http://schemas.openxmlformats.org/officeDocument/2006/relationships/customXml" Target="../ink/ink8.xml"/><Relationship Id="rId38" Type="http://schemas.openxmlformats.org/officeDocument/2006/relationships/image" Target="../media/image43.png"/><Relationship Id="rId59" Type="http://schemas.openxmlformats.org/officeDocument/2006/relationships/customXml" Target="../ink/ink29.xml"/><Relationship Id="rId103" Type="http://schemas.openxmlformats.org/officeDocument/2006/relationships/customXml" Target="../ink/ink51.xml"/><Relationship Id="rId124" Type="http://schemas.openxmlformats.org/officeDocument/2006/relationships/image" Target="../media/image86.png"/><Relationship Id="rId70" Type="http://schemas.openxmlformats.org/officeDocument/2006/relationships/image" Target="../media/image59.png"/><Relationship Id="rId91" Type="http://schemas.openxmlformats.org/officeDocument/2006/relationships/customXml" Target="../ink/ink45.xml"/><Relationship Id="rId145" Type="http://schemas.openxmlformats.org/officeDocument/2006/relationships/customXml" Target="../ink/ink72.xml"/><Relationship Id="rId166" Type="http://schemas.openxmlformats.org/officeDocument/2006/relationships/image" Target="../media/image107.png"/><Relationship Id="rId187" Type="http://schemas.openxmlformats.org/officeDocument/2006/relationships/customXml" Target="../ink/ink93.xml"/><Relationship Id="rId1" Type="http://schemas.openxmlformats.org/officeDocument/2006/relationships/slideLayout" Target="../slideLayouts/slideLayout22.xml"/><Relationship Id="rId212" Type="http://schemas.openxmlformats.org/officeDocument/2006/relationships/image" Target="../media/image130.png"/><Relationship Id="rId28" Type="http://schemas.openxmlformats.org/officeDocument/2006/relationships/image" Target="../media/image38.png"/><Relationship Id="rId49" Type="http://schemas.openxmlformats.org/officeDocument/2006/relationships/customXml" Target="../ink/ink24.xml"/><Relationship Id="rId114" Type="http://schemas.openxmlformats.org/officeDocument/2006/relationships/image" Target="../media/image81.png"/><Relationship Id="rId60" Type="http://schemas.openxmlformats.org/officeDocument/2006/relationships/image" Target="../media/image54.png"/><Relationship Id="rId81" Type="http://schemas.openxmlformats.org/officeDocument/2006/relationships/customXml" Target="../ink/ink40.xml"/><Relationship Id="rId135" Type="http://schemas.openxmlformats.org/officeDocument/2006/relationships/customXml" Target="../ink/ink67.xml"/><Relationship Id="rId156" Type="http://schemas.openxmlformats.org/officeDocument/2006/relationships/image" Target="../media/image102.png"/><Relationship Id="rId177" Type="http://schemas.openxmlformats.org/officeDocument/2006/relationships/customXml" Target="../ink/ink88.xml"/><Relationship Id="rId198" Type="http://schemas.openxmlformats.org/officeDocument/2006/relationships/image" Target="../media/image123.png"/><Relationship Id="rId202" Type="http://schemas.openxmlformats.org/officeDocument/2006/relationships/image" Target="../media/image125.png"/><Relationship Id="rId223" Type="http://schemas.openxmlformats.org/officeDocument/2006/relationships/customXml" Target="../ink/ink111.xml"/><Relationship Id="rId18" Type="http://schemas.openxmlformats.org/officeDocument/2006/relationships/image" Target="../media/image33.png"/><Relationship Id="rId39" Type="http://schemas.openxmlformats.org/officeDocument/2006/relationships/customXml" Target="../ink/ink19.xml"/><Relationship Id="rId50" Type="http://schemas.openxmlformats.org/officeDocument/2006/relationships/image" Target="../media/image49.png"/><Relationship Id="rId104" Type="http://schemas.openxmlformats.org/officeDocument/2006/relationships/image" Target="../media/image76.png"/><Relationship Id="rId125" Type="http://schemas.openxmlformats.org/officeDocument/2006/relationships/customXml" Target="../ink/ink62.xml"/><Relationship Id="rId146" Type="http://schemas.openxmlformats.org/officeDocument/2006/relationships/image" Target="../media/image97.png"/><Relationship Id="rId167" Type="http://schemas.openxmlformats.org/officeDocument/2006/relationships/customXml" Target="../ink/ink83.xml"/><Relationship Id="rId188" Type="http://schemas.openxmlformats.org/officeDocument/2006/relationships/image" Target="../media/image118.png"/><Relationship Id="rId71" Type="http://schemas.openxmlformats.org/officeDocument/2006/relationships/customXml" Target="../ink/ink35.xml"/><Relationship Id="rId92" Type="http://schemas.openxmlformats.org/officeDocument/2006/relationships/image" Target="../media/image70.png"/><Relationship Id="rId213" Type="http://schemas.openxmlformats.org/officeDocument/2006/relationships/customXml" Target="../ink/ink106.xml"/><Relationship Id="rId2" Type="http://schemas.openxmlformats.org/officeDocument/2006/relationships/image" Target="../media/image25.png"/><Relationship Id="rId29" Type="http://schemas.openxmlformats.org/officeDocument/2006/relationships/customXml" Target="../ink/ink14.xml"/><Relationship Id="rId40" Type="http://schemas.openxmlformats.org/officeDocument/2006/relationships/image" Target="../media/image44.png"/><Relationship Id="rId115" Type="http://schemas.openxmlformats.org/officeDocument/2006/relationships/customXml" Target="../ink/ink57.xml"/><Relationship Id="rId136" Type="http://schemas.openxmlformats.org/officeDocument/2006/relationships/image" Target="../media/image92.png"/><Relationship Id="rId157" Type="http://schemas.openxmlformats.org/officeDocument/2006/relationships/customXml" Target="../ink/ink78.xml"/><Relationship Id="rId178" Type="http://schemas.openxmlformats.org/officeDocument/2006/relationships/image" Target="../media/image113.png"/><Relationship Id="rId61" Type="http://schemas.openxmlformats.org/officeDocument/2006/relationships/customXml" Target="../ink/ink30.xml"/><Relationship Id="rId82" Type="http://schemas.openxmlformats.org/officeDocument/2006/relationships/image" Target="../media/image65.png"/><Relationship Id="rId199" Type="http://schemas.openxmlformats.org/officeDocument/2006/relationships/customXml" Target="../ink/ink99.xml"/><Relationship Id="rId203" Type="http://schemas.openxmlformats.org/officeDocument/2006/relationships/customXml" Target="../ink/ink101.xml"/><Relationship Id="rId19" Type="http://schemas.openxmlformats.org/officeDocument/2006/relationships/customXml" Target="../ink/ink9.xml"/><Relationship Id="rId224" Type="http://schemas.openxmlformats.org/officeDocument/2006/relationships/image" Target="../media/image136.png"/><Relationship Id="rId30" Type="http://schemas.openxmlformats.org/officeDocument/2006/relationships/image" Target="../media/image39.png"/><Relationship Id="rId105" Type="http://schemas.openxmlformats.org/officeDocument/2006/relationships/customXml" Target="../ink/ink52.xml"/><Relationship Id="rId126" Type="http://schemas.openxmlformats.org/officeDocument/2006/relationships/image" Target="../media/image87.png"/><Relationship Id="rId147" Type="http://schemas.openxmlformats.org/officeDocument/2006/relationships/customXml" Target="../ink/ink73.xml"/><Relationship Id="rId168" Type="http://schemas.openxmlformats.org/officeDocument/2006/relationships/image" Target="../media/image108.png"/><Relationship Id="rId51" Type="http://schemas.openxmlformats.org/officeDocument/2006/relationships/customXml" Target="../ink/ink25.xml"/><Relationship Id="rId72" Type="http://schemas.openxmlformats.org/officeDocument/2006/relationships/image" Target="../media/image60.png"/><Relationship Id="rId93" Type="http://schemas.openxmlformats.org/officeDocument/2006/relationships/customXml" Target="../ink/ink46.xml"/><Relationship Id="rId189" Type="http://schemas.openxmlformats.org/officeDocument/2006/relationships/customXml" Target="../ink/ink94.xml"/></Relationships>
</file>

<file path=ppt/slides/_rels/slide34.xml.rels><?xml version="1.0" encoding="UTF-8" standalone="yes"?>
<Relationships xmlns="http://schemas.openxmlformats.org/package/2006/relationships"><Relationship Id="rId26" Type="http://schemas.openxmlformats.org/officeDocument/2006/relationships/customXml" Target="../ink/ink126.xml"/><Relationship Id="rId21" Type="http://schemas.openxmlformats.org/officeDocument/2006/relationships/image" Target="../media/image148.png"/><Relationship Id="rId42" Type="http://schemas.openxmlformats.org/officeDocument/2006/relationships/customXml" Target="../ink/ink134.xml"/><Relationship Id="rId47" Type="http://schemas.openxmlformats.org/officeDocument/2006/relationships/image" Target="../media/image161.png"/><Relationship Id="rId63" Type="http://schemas.openxmlformats.org/officeDocument/2006/relationships/image" Target="../media/image169.png"/><Relationship Id="rId68" Type="http://schemas.openxmlformats.org/officeDocument/2006/relationships/customXml" Target="../ink/ink147.xml"/><Relationship Id="rId84" Type="http://schemas.openxmlformats.org/officeDocument/2006/relationships/customXml" Target="../ink/ink155.xml"/><Relationship Id="rId89" Type="http://schemas.openxmlformats.org/officeDocument/2006/relationships/image" Target="../media/image182.png"/><Relationship Id="rId16" Type="http://schemas.openxmlformats.org/officeDocument/2006/relationships/customXml" Target="../ink/ink121.xml"/><Relationship Id="rId11" Type="http://schemas.openxmlformats.org/officeDocument/2006/relationships/image" Target="../media/image143.png"/><Relationship Id="rId32" Type="http://schemas.openxmlformats.org/officeDocument/2006/relationships/customXml" Target="../ink/ink129.xml"/><Relationship Id="rId37" Type="http://schemas.openxmlformats.org/officeDocument/2006/relationships/image" Target="../media/image156.png"/><Relationship Id="rId53" Type="http://schemas.openxmlformats.org/officeDocument/2006/relationships/image" Target="../media/image164.png"/><Relationship Id="rId58" Type="http://schemas.openxmlformats.org/officeDocument/2006/relationships/customXml" Target="../ink/ink142.xml"/><Relationship Id="rId74" Type="http://schemas.openxmlformats.org/officeDocument/2006/relationships/customXml" Target="../ink/ink150.xml"/><Relationship Id="rId79" Type="http://schemas.openxmlformats.org/officeDocument/2006/relationships/image" Target="../media/image177.png"/><Relationship Id="rId5" Type="http://schemas.openxmlformats.org/officeDocument/2006/relationships/image" Target="../media/image140.png"/><Relationship Id="rId14" Type="http://schemas.openxmlformats.org/officeDocument/2006/relationships/customXml" Target="../ink/ink120.xml"/><Relationship Id="rId22" Type="http://schemas.openxmlformats.org/officeDocument/2006/relationships/customXml" Target="../ink/ink124.xml"/><Relationship Id="rId27" Type="http://schemas.openxmlformats.org/officeDocument/2006/relationships/image" Target="../media/image151.png"/><Relationship Id="rId30" Type="http://schemas.openxmlformats.org/officeDocument/2006/relationships/customXml" Target="../ink/ink128.xml"/><Relationship Id="rId35" Type="http://schemas.openxmlformats.org/officeDocument/2006/relationships/image" Target="../media/image155.png"/><Relationship Id="rId43" Type="http://schemas.openxmlformats.org/officeDocument/2006/relationships/image" Target="../media/image159.png"/><Relationship Id="rId48" Type="http://schemas.openxmlformats.org/officeDocument/2006/relationships/customXml" Target="../ink/ink137.xml"/><Relationship Id="rId56" Type="http://schemas.openxmlformats.org/officeDocument/2006/relationships/customXml" Target="../ink/ink141.xml"/><Relationship Id="rId64" Type="http://schemas.openxmlformats.org/officeDocument/2006/relationships/customXml" Target="../ink/ink145.xml"/><Relationship Id="rId69" Type="http://schemas.openxmlformats.org/officeDocument/2006/relationships/image" Target="../media/image172.png"/><Relationship Id="rId77" Type="http://schemas.openxmlformats.org/officeDocument/2006/relationships/image" Target="../media/image176.png"/><Relationship Id="rId8" Type="http://schemas.openxmlformats.org/officeDocument/2006/relationships/customXml" Target="../ink/ink117.xml"/><Relationship Id="rId51" Type="http://schemas.openxmlformats.org/officeDocument/2006/relationships/image" Target="../media/image163.png"/><Relationship Id="rId72" Type="http://schemas.openxmlformats.org/officeDocument/2006/relationships/customXml" Target="../ink/ink149.xml"/><Relationship Id="rId80" Type="http://schemas.openxmlformats.org/officeDocument/2006/relationships/customXml" Target="../ink/ink153.xml"/><Relationship Id="rId85" Type="http://schemas.openxmlformats.org/officeDocument/2006/relationships/image" Target="../media/image180.png"/><Relationship Id="rId3" Type="http://schemas.openxmlformats.org/officeDocument/2006/relationships/image" Target="../media/image139.png"/><Relationship Id="rId12" Type="http://schemas.openxmlformats.org/officeDocument/2006/relationships/customXml" Target="../ink/ink119.xml"/><Relationship Id="rId17" Type="http://schemas.openxmlformats.org/officeDocument/2006/relationships/image" Target="../media/image146.png"/><Relationship Id="rId25" Type="http://schemas.openxmlformats.org/officeDocument/2006/relationships/image" Target="../media/image150.png"/><Relationship Id="rId33" Type="http://schemas.openxmlformats.org/officeDocument/2006/relationships/image" Target="../media/image154.png"/><Relationship Id="rId38" Type="http://schemas.openxmlformats.org/officeDocument/2006/relationships/customXml" Target="../ink/ink132.xml"/><Relationship Id="rId46" Type="http://schemas.openxmlformats.org/officeDocument/2006/relationships/customXml" Target="../ink/ink136.xml"/><Relationship Id="rId59" Type="http://schemas.openxmlformats.org/officeDocument/2006/relationships/image" Target="../media/image167.png"/><Relationship Id="rId67" Type="http://schemas.openxmlformats.org/officeDocument/2006/relationships/image" Target="../media/image171.png"/><Relationship Id="rId20" Type="http://schemas.openxmlformats.org/officeDocument/2006/relationships/customXml" Target="../ink/ink123.xml"/><Relationship Id="rId41" Type="http://schemas.openxmlformats.org/officeDocument/2006/relationships/image" Target="../media/image158.png"/><Relationship Id="rId54" Type="http://schemas.openxmlformats.org/officeDocument/2006/relationships/customXml" Target="../ink/ink140.xml"/><Relationship Id="rId62" Type="http://schemas.openxmlformats.org/officeDocument/2006/relationships/customXml" Target="../ink/ink144.xml"/><Relationship Id="rId70" Type="http://schemas.openxmlformats.org/officeDocument/2006/relationships/customXml" Target="../ink/ink148.xml"/><Relationship Id="rId75" Type="http://schemas.openxmlformats.org/officeDocument/2006/relationships/image" Target="../media/image175.png"/><Relationship Id="rId83" Type="http://schemas.openxmlformats.org/officeDocument/2006/relationships/image" Target="../media/image179.png"/><Relationship Id="rId88" Type="http://schemas.openxmlformats.org/officeDocument/2006/relationships/customXml" Target="../ink/ink157.xml"/><Relationship Id="rId1" Type="http://schemas.openxmlformats.org/officeDocument/2006/relationships/slideLayout" Target="../slideLayouts/slideLayout22.xml"/><Relationship Id="rId6" Type="http://schemas.openxmlformats.org/officeDocument/2006/relationships/customXml" Target="../ink/ink116.xml"/><Relationship Id="rId15" Type="http://schemas.openxmlformats.org/officeDocument/2006/relationships/image" Target="../media/image145.png"/><Relationship Id="rId23" Type="http://schemas.openxmlformats.org/officeDocument/2006/relationships/image" Target="../media/image149.png"/><Relationship Id="rId28" Type="http://schemas.openxmlformats.org/officeDocument/2006/relationships/customXml" Target="../ink/ink127.xml"/><Relationship Id="rId36" Type="http://schemas.openxmlformats.org/officeDocument/2006/relationships/customXml" Target="../ink/ink131.xml"/><Relationship Id="rId49" Type="http://schemas.openxmlformats.org/officeDocument/2006/relationships/image" Target="../media/image162.png"/><Relationship Id="rId57" Type="http://schemas.openxmlformats.org/officeDocument/2006/relationships/image" Target="../media/image166.png"/><Relationship Id="rId10" Type="http://schemas.openxmlformats.org/officeDocument/2006/relationships/customXml" Target="../ink/ink118.xml"/><Relationship Id="rId31" Type="http://schemas.openxmlformats.org/officeDocument/2006/relationships/image" Target="../media/image153.png"/><Relationship Id="rId44" Type="http://schemas.openxmlformats.org/officeDocument/2006/relationships/customXml" Target="../ink/ink135.xml"/><Relationship Id="rId52" Type="http://schemas.openxmlformats.org/officeDocument/2006/relationships/customXml" Target="../ink/ink139.xml"/><Relationship Id="rId60" Type="http://schemas.openxmlformats.org/officeDocument/2006/relationships/customXml" Target="../ink/ink143.xml"/><Relationship Id="rId65" Type="http://schemas.openxmlformats.org/officeDocument/2006/relationships/image" Target="../media/image170.png"/><Relationship Id="rId73" Type="http://schemas.openxmlformats.org/officeDocument/2006/relationships/image" Target="../media/image174.png"/><Relationship Id="rId78" Type="http://schemas.openxmlformats.org/officeDocument/2006/relationships/customXml" Target="../ink/ink152.xml"/><Relationship Id="rId81" Type="http://schemas.openxmlformats.org/officeDocument/2006/relationships/image" Target="../media/image178.png"/><Relationship Id="rId86" Type="http://schemas.openxmlformats.org/officeDocument/2006/relationships/customXml" Target="../ink/ink156.xml"/><Relationship Id="rId4" Type="http://schemas.openxmlformats.org/officeDocument/2006/relationships/customXml" Target="../ink/ink115.xml"/><Relationship Id="rId9" Type="http://schemas.openxmlformats.org/officeDocument/2006/relationships/image" Target="../media/image142.png"/><Relationship Id="rId13" Type="http://schemas.openxmlformats.org/officeDocument/2006/relationships/image" Target="../media/image144.png"/><Relationship Id="rId18" Type="http://schemas.openxmlformats.org/officeDocument/2006/relationships/customXml" Target="../ink/ink122.xml"/><Relationship Id="rId39" Type="http://schemas.openxmlformats.org/officeDocument/2006/relationships/image" Target="../media/image157.png"/><Relationship Id="rId34" Type="http://schemas.openxmlformats.org/officeDocument/2006/relationships/customXml" Target="../ink/ink130.xml"/><Relationship Id="rId50" Type="http://schemas.openxmlformats.org/officeDocument/2006/relationships/customXml" Target="../ink/ink138.xml"/><Relationship Id="rId55" Type="http://schemas.openxmlformats.org/officeDocument/2006/relationships/image" Target="../media/image165.png"/><Relationship Id="rId76" Type="http://schemas.openxmlformats.org/officeDocument/2006/relationships/customXml" Target="../ink/ink151.xml"/><Relationship Id="rId7" Type="http://schemas.openxmlformats.org/officeDocument/2006/relationships/image" Target="../media/image141.png"/><Relationship Id="rId71" Type="http://schemas.openxmlformats.org/officeDocument/2006/relationships/image" Target="../media/image173.png"/><Relationship Id="rId2" Type="http://schemas.openxmlformats.org/officeDocument/2006/relationships/customXml" Target="../ink/ink114.xml"/><Relationship Id="rId29" Type="http://schemas.openxmlformats.org/officeDocument/2006/relationships/image" Target="../media/image152.png"/><Relationship Id="rId24" Type="http://schemas.openxmlformats.org/officeDocument/2006/relationships/customXml" Target="../ink/ink125.xml"/><Relationship Id="rId40" Type="http://schemas.openxmlformats.org/officeDocument/2006/relationships/customXml" Target="../ink/ink133.xml"/><Relationship Id="rId45" Type="http://schemas.openxmlformats.org/officeDocument/2006/relationships/image" Target="../media/image160.png"/><Relationship Id="rId66" Type="http://schemas.openxmlformats.org/officeDocument/2006/relationships/customXml" Target="../ink/ink146.xml"/><Relationship Id="rId87" Type="http://schemas.openxmlformats.org/officeDocument/2006/relationships/image" Target="../media/image181.png"/><Relationship Id="rId61" Type="http://schemas.openxmlformats.org/officeDocument/2006/relationships/image" Target="../media/image168.png"/><Relationship Id="rId82" Type="http://schemas.openxmlformats.org/officeDocument/2006/relationships/customXml" Target="../ink/ink154.xml"/><Relationship Id="rId19" Type="http://schemas.openxmlformats.org/officeDocument/2006/relationships/image" Target="../media/image147.png"/></Relationships>
</file>

<file path=ppt/slides/_rels/slide35.xml.rels><?xml version="1.0" encoding="UTF-8" standalone="yes"?>
<Relationships xmlns="http://schemas.openxmlformats.org/package/2006/relationships"><Relationship Id="rId8" Type="http://schemas.openxmlformats.org/officeDocument/2006/relationships/customXml" Target="../ink/ink161.xml"/><Relationship Id="rId13" Type="http://schemas.openxmlformats.org/officeDocument/2006/relationships/image" Target="../media/image188.png"/><Relationship Id="rId3" Type="http://schemas.openxmlformats.org/officeDocument/2006/relationships/image" Target="../media/image183.png"/><Relationship Id="rId7" Type="http://schemas.openxmlformats.org/officeDocument/2006/relationships/image" Target="../media/image185.png"/><Relationship Id="rId12" Type="http://schemas.openxmlformats.org/officeDocument/2006/relationships/customXml" Target="../ink/ink163.xml"/><Relationship Id="rId17" Type="http://schemas.openxmlformats.org/officeDocument/2006/relationships/image" Target="../media/image190.png"/><Relationship Id="rId2" Type="http://schemas.openxmlformats.org/officeDocument/2006/relationships/customXml" Target="../ink/ink158.xml"/><Relationship Id="rId16" Type="http://schemas.openxmlformats.org/officeDocument/2006/relationships/customXml" Target="../ink/ink165.xml"/><Relationship Id="rId1" Type="http://schemas.openxmlformats.org/officeDocument/2006/relationships/slideLayout" Target="../slideLayouts/slideLayout22.xml"/><Relationship Id="rId6" Type="http://schemas.openxmlformats.org/officeDocument/2006/relationships/customXml" Target="../ink/ink160.xml"/><Relationship Id="rId11" Type="http://schemas.openxmlformats.org/officeDocument/2006/relationships/image" Target="../media/image187.png"/><Relationship Id="rId5" Type="http://schemas.openxmlformats.org/officeDocument/2006/relationships/image" Target="../media/image184.png"/><Relationship Id="rId15" Type="http://schemas.openxmlformats.org/officeDocument/2006/relationships/image" Target="../media/image189.png"/><Relationship Id="rId10" Type="http://schemas.openxmlformats.org/officeDocument/2006/relationships/customXml" Target="../ink/ink162.xml"/><Relationship Id="rId4" Type="http://schemas.openxmlformats.org/officeDocument/2006/relationships/customXml" Target="../ink/ink159.xml"/><Relationship Id="rId9" Type="http://schemas.openxmlformats.org/officeDocument/2006/relationships/image" Target="../media/image186.png"/><Relationship Id="rId14" Type="http://schemas.openxmlformats.org/officeDocument/2006/relationships/customXml" Target="../ink/ink164.xml"/></Relationships>
</file>

<file path=ppt/slides/_rels/slide36.xml.rels><?xml version="1.0" encoding="UTF-8" standalone="yes"?>
<Relationships xmlns="http://schemas.openxmlformats.org/package/2006/relationships"><Relationship Id="rId8" Type="http://schemas.openxmlformats.org/officeDocument/2006/relationships/customXml" Target="../ink/ink169.xml"/><Relationship Id="rId13" Type="http://schemas.openxmlformats.org/officeDocument/2006/relationships/image" Target="../media/image196.png"/><Relationship Id="rId18" Type="http://schemas.openxmlformats.org/officeDocument/2006/relationships/customXml" Target="../ink/ink174.xml"/><Relationship Id="rId26" Type="http://schemas.openxmlformats.org/officeDocument/2006/relationships/customXml" Target="../ink/ink178.xml"/><Relationship Id="rId3" Type="http://schemas.openxmlformats.org/officeDocument/2006/relationships/image" Target="../media/image191.png"/><Relationship Id="rId21" Type="http://schemas.openxmlformats.org/officeDocument/2006/relationships/image" Target="../media/image200.png"/><Relationship Id="rId7" Type="http://schemas.openxmlformats.org/officeDocument/2006/relationships/image" Target="../media/image193.png"/><Relationship Id="rId12" Type="http://schemas.openxmlformats.org/officeDocument/2006/relationships/customXml" Target="../ink/ink171.xml"/><Relationship Id="rId17" Type="http://schemas.openxmlformats.org/officeDocument/2006/relationships/image" Target="../media/image198.png"/><Relationship Id="rId25" Type="http://schemas.openxmlformats.org/officeDocument/2006/relationships/image" Target="../media/image202.png"/><Relationship Id="rId2" Type="http://schemas.openxmlformats.org/officeDocument/2006/relationships/customXml" Target="../ink/ink166.xml"/><Relationship Id="rId16" Type="http://schemas.openxmlformats.org/officeDocument/2006/relationships/customXml" Target="../ink/ink173.xml"/><Relationship Id="rId20" Type="http://schemas.openxmlformats.org/officeDocument/2006/relationships/customXml" Target="../ink/ink175.xml"/><Relationship Id="rId29" Type="http://schemas.openxmlformats.org/officeDocument/2006/relationships/image" Target="../media/image204.png"/><Relationship Id="rId1" Type="http://schemas.openxmlformats.org/officeDocument/2006/relationships/slideLayout" Target="../slideLayouts/slideLayout22.xml"/><Relationship Id="rId6" Type="http://schemas.openxmlformats.org/officeDocument/2006/relationships/customXml" Target="../ink/ink168.xml"/><Relationship Id="rId11" Type="http://schemas.openxmlformats.org/officeDocument/2006/relationships/image" Target="../media/image195.png"/><Relationship Id="rId24" Type="http://schemas.openxmlformats.org/officeDocument/2006/relationships/customXml" Target="../ink/ink177.xml"/><Relationship Id="rId5" Type="http://schemas.openxmlformats.org/officeDocument/2006/relationships/image" Target="../media/image192.png"/><Relationship Id="rId15" Type="http://schemas.openxmlformats.org/officeDocument/2006/relationships/image" Target="../media/image197.png"/><Relationship Id="rId23" Type="http://schemas.openxmlformats.org/officeDocument/2006/relationships/image" Target="../media/image201.png"/><Relationship Id="rId28" Type="http://schemas.openxmlformats.org/officeDocument/2006/relationships/customXml" Target="../ink/ink179.xml"/><Relationship Id="rId10" Type="http://schemas.openxmlformats.org/officeDocument/2006/relationships/customXml" Target="../ink/ink170.xml"/><Relationship Id="rId19" Type="http://schemas.openxmlformats.org/officeDocument/2006/relationships/image" Target="../media/image199.png"/><Relationship Id="rId31" Type="http://schemas.openxmlformats.org/officeDocument/2006/relationships/image" Target="../media/image205.png"/><Relationship Id="rId4" Type="http://schemas.openxmlformats.org/officeDocument/2006/relationships/customXml" Target="../ink/ink167.xml"/><Relationship Id="rId9" Type="http://schemas.openxmlformats.org/officeDocument/2006/relationships/image" Target="../media/image194.png"/><Relationship Id="rId14" Type="http://schemas.openxmlformats.org/officeDocument/2006/relationships/customXml" Target="../ink/ink172.xml"/><Relationship Id="rId22" Type="http://schemas.openxmlformats.org/officeDocument/2006/relationships/customXml" Target="../ink/ink176.xml"/><Relationship Id="rId27" Type="http://schemas.openxmlformats.org/officeDocument/2006/relationships/image" Target="../media/image203.png"/><Relationship Id="rId30" Type="http://schemas.openxmlformats.org/officeDocument/2006/relationships/customXml" Target="../ink/ink180.xml"/></Relationships>
</file>

<file path=ppt/slides/_rels/slide37.xml.rels><?xml version="1.0" encoding="UTF-8" standalone="yes"?>
<Relationships xmlns="http://schemas.openxmlformats.org/package/2006/relationships"><Relationship Id="rId117" Type="http://schemas.openxmlformats.org/officeDocument/2006/relationships/image" Target="../media/image263.png"/><Relationship Id="rId21" Type="http://schemas.openxmlformats.org/officeDocument/2006/relationships/image" Target="../media/image215.png"/><Relationship Id="rId42" Type="http://schemas.openxmlformats.org/officeDocument/2006/relationships/customXml" Target="../ink/ink201.xml"/><Relationship Id="rId47" Type="http://schemas.openxmlformats.org/officeDocument/2006/relationships/image" Target="../media/image228.png"/><Relationship Id="rId63" Type="http://schemas.openxmlformats.org/officeDocument/2006/relationships/image" Target="../media/image236.png"/><Relationship Id="rId68" Type="http://schemas.openxmlformats.org/officeDocument/2006/relationships/customXml" Target="../ink/ink214.xml"/><Relationship Id="rId84" Type="http://schemas.openxmlformats.org/officeDocument/2006/relationships/customXml" Target="../ink/ink222.xml"/><Relationship Id="rId89" Type="http://schemas.openxmlformats.org/officeDocument/2006/relationships/image" Target="../media/image249.png"/><Relationship Id="rId112" Type="http://schemas.openxmlformats.org/officeDocument/2006/relationships/customXml" Target="../ink/ink236.xml"/><Relationship Id="rId16" Type="http://schemas.openxmlformats.org/officeDocument/2006/relationships/customXml" Target="../ink/ink188.xml"/><Relationship Id="rId107" Type="http://schemas.openxmlformats.org/officeDocument/2006/relationships/image" Target="../media/image258.png"/><Relationship Id="rId11" Type="http://schemas.openxmlformats.org/officeDocument/2006/relationships/image" Target="../media/image210.png"/><Relationship Id="rId32" Type="http://schemas.openxmlformats.org/officeDocument/2006/relationships/customXml" Target="../ink/ink196.xml"/><Relationship Id="rId37" Type="http://schemas.openxmlformats.org/officeDocument/2006/relationships/image" Target="../media/image223.png"/><Relationship Id="rId53" Type="http://schemas.openxmlformats.org/officeDocument/2006/relationships/image" Target="../media/image231.png"/><Relationship Id="rId58" Type="http://schemas.openxmlformats.org/officeDocument/2006/relationships/customXml" Target="../ink/ink209.xml"/><Relationship Id="rId74" Type="http://schemas.openxmlformats.org/officeDocument/2006/relationships/customXml" Target="../ink/ink217.xml"/><Relationship Id="rId79" Type="http://schemas.openxmlformats.org/officeDocument/2006/relationships/image" Target="../media/image244.png"/><Relationship Id="rId102" Type="http://schemas.openxmlformats.org/officeDocument/2006/relationships/customXml" Target="../ink/ink231.xml"/><Relationship Id="rId123" Type="http://schemas.openxmlformats.org/officeDocument/2006/relationships/image" Target="../media/image266.png"/><Relationship Id="rId128" Type="http://schemas.openxmlformats.org/officeDocument/2006/relationships/customXml" Target="../ink/ink244.xml"/><Relationship Id="rId5" Type="http://schemas.openxmlformats.org/officeDocument/2006/relationships/image" Target="../media/image207.png"/><Relationship Id="rId90" Type="http://schemas.openxmlformats.org/officeDocument/2006/relationships/customXml" Target="../ink/ink225.xml"/><Relationship Id="rId95" Type="http://schemas.openxmlformats.org/officeDocument/2006/relationships/image" Target="../media/image252.png"/><Relationship Id="rId22" Type="http://schemas.openxmlformats.org/officeDocument/2006/relationships/customXml" Target="../ink/ink191.xml"/><Relationship Id="rId27" Type="http://schemas.openxmlformats.org/officeDocument/2006/relationships/image" Target="../media/image218.png"/><Relationship Id="rId43" Type="http://schemas.openxmlformats.org/officeDocument/2006/relationships/image" Target="../media/image226.png"/><Relationship Id="rId48" Type="http://schemas.openxmlformats.org/officeDocument/2006/relationships/customXml" Target="../ink/ink204.xml"/><Relationship Id="rId64" Type="http://schemas.openxmlformats.org/officeDocument/2006/relationships/customXml" Target="../ink/ink212.xml"/><Relationship Id="rId69" Type="http://schemas.openxmlformats.org/officeDocument/2006/relationships/image" Target="../media/image239.png"/><Relationship Id="rId113" Type="http://schemas.openxmlformats.org/officeDocument/2006/relationships/image" Target="../media/image261.png"/><Relationship Id="rId118" Type="http://schemas.openxmlformats.org/officeDocument/2006/relationships/customXml" Target="../ink/ink239.xml"/><Relationship Id="rId80" Type="http://schemas.openxmlformats.org/officeDocument/2006/relationships/customXml" Target="../ink/ink220.xml"/><Relationship Id="rId85" Type="http://schemas.openxmlformats.org/officeDocument/2006/relationships/image" Target="../media/image247.png"/><Relationship Id="rId12" Type="http://schemas.openxmlformats.org/officeDocument/2006/relationships/customXml" Target="../ink/ink186.xml"/><Relationship Id="rId17" Type="http://schemas.openxmlformats.org/officeDocument/2006/relationships/image" Target="../media/image213.png"/><Relationship Id="rId33" Type="http://schemas.openxmlformats.org/officeDocument/2006/relationships/image" Target="../media/image221.png"/><Relationship Id="rId38" Type="http://schemas.openxmlformats.org/officeDocument/2006/relationships/customXml" Target="../ink/ink199.xml"/><Relationship Id="rId59" Type="http://schemas.openxmlformats.org/officeDocument/2006/relationships/image" Target="../media/image234.png"/><Relationship Id="rId103" Type="http://schemas.openxmlformats.org/officeDocument/2006/relationships/image" Target="../media/image256.png"/><Relationship Id="rId108" Type="http://schemas.openxmlformats.org/officeDocument/2006/relationships/customXml" Target="../ink/ink234.xml"/><Relationship Id="rId124" Type="http://schemas.openxmlformats.org/officeDocument/2006/relationships/customXml" Target="../ink/ink242.xml"/><Relationship Id="rId129" Type="http://schemas.openxmlformats.org/officeDocument/2006/relationships/image" Target="../media/image269.png"/><Relationship Id="rId54" Type="http://schemas.openxmlformats.org/officeDocument/2006/relationships/customXml" Target="../ink/ink207.xml"/><Relationship Id="rId70" Type="http://schemas.openxmlformats.org/officeDocument/2006/relationships/customXml" Target="../ink/ink215.xml"/><Relationship Id="rId75" Type="http://schemas.openxmlformats.org/officeDocument/2006/relationships/image" Target="../media/image242.png"/><Relationship Id="rId91" Type="http://schemas.openxmlformats.org/officeDocument/2006/relationships/image" Target="../media/image250.png"/><Relationship Id="rId96" Type="http://schemas.openxmlformats.org/officeDocument/2006/relationships/customXml" Target="../ink/ink228.xml"/><Relationship Id="rId1" Type="http://schemas.openxmlformats.org/officeDocument/2006/relationships/slideLayout" Target="../slideLayouts/slideLayout22.xml"/><Relationship Id="rId6" Type="http://schemas.openxmlformats.org/officeDocument/2006/relationships/customXml" Target="../ink/ink183.xml"/><Relationship Id="rId23" Type="http://schemas.openxmlformats.org/officeDocument/2006/relationships/image" Target="../media/image216.png"/><Relationship Id="rId28" Type="http://schemas.openxmlformats.org/officeDocument/2006/relationships/customXml" Target="../ink/ink194.xml"/><Relationship Id="rId49" Type="http://schemas.openxmlformats.org/officeDocument/2006/relationships/image" Target="../media/image229.png"/><Relationship Id="rId114" Type="http://schemas.openxmlformats.org/officeDocument/2006/relationships/customXml" Target="../ink/ink237.xml"/><Relationship Id="rId119" Type="http://schemas.openxmlformats.org/officeDocument/2006/relationships/image" Target="../media/image264.png"/><Relationship Id="rId44" Type="http://schemas.openxmlformats.org/officeDocument/2006/relationships/customXml" Target="../ink/ink202.xml"/><Relationship Id="rId60" Type="http://schemas.openxmlformats.org/officeDocument/2006/relationships/customXml" Target="../ink/ink210.xml"/><Relationship Id="rId65" Type="http://schemas.openxmlformats.org/officeDocument/2006/relationships/image" Target="../media/image237.png"/><Relationship Id="rId81" Type="http://schemas.openxmlformats.org/officeDocument/2006/relationships/image" Target="../media/image245.png"/><Relationship Id="rId86" Type="http://schemas.openxmlformats.org/officeDocument/2006/relationships/customXml" Target="../ink/ink223.xml"/><Relationship Id="rId13" Type="http://schemas.openxmlformats.org/officeDocument/2006/relationships/image" Target="../media/image211.png"/><Relationship Id="rId18" Type="http://schemas.openxmlformats.org/officeDocument/2006/relationships/customXml" Target="../ink/ink189.xml"/><Relationship Id="rId39" Type="http://schemas.openxmlformats.org/officeDocument/2006/relationships/image" Target="../media/image224.png"/><Relationship Id="rId109" Type="http://schemas.openxmlformats.org/officeDocument/2006/relationships/image" Target="../media/image259.png"/><Relationship Id="rId34" Type="http://schemas.openxmlformats.org/officeDocument/2006/relationships/customXml" Target="../ink/ink197.xml"/><Relationship Id="rId50" Type="http://schemas.openxmlformats.org/officeDocument/2006/relationships/customXml" Target="../ink/ink205.xml"/><Relationship Id="rId55" Type="http://schemas.openxmlformats.org/officeDocument/2006/relationships/image" Target="../media/image232.png"/><Relationship Id="rId76" Type="http://schemas.openxmlformats.org/officeDocument/2006/relationships/customXml" Target="../ink/ink218.xml"/><Relationship Id="rId97" Type="http://schemas.openxmlformats.org/officeDocument/2006/relationships/image" Target="../media/image253.png"/><Relationship Id="rId104" Type="http://schemas.openxmlformats.org/officeDocument/2006/relationships/customXml" Target="../ink/ink232.xml"/><Relationship Id="rId120" Type="http://schemas.openxmlformats.org/officeDocument/2006/relationships/customXml" Target="../ink/ink240.xml"/><Relationship Id="rId125" Type="http://schemas.openxmlformats.org/officeDocument/2006/relationships/image" Target="../media/image267.png"/><Relationship Id="rId7" Type="http://schemas.openxmlformats.org/officeDocument/2006/relationships/image" Target="../media/image208.png"/><Relationship Id="rId71" Type="http://schemas.openxmlformats.org/officeDocument/2006/relationships/image" Target="../media/image240.png"/><Relationship Id="rId92" Type="http://schemas.openxmlformats.org/officeDocument/2006/relationships/customXml" Target="../ink/ink226.xml"/><Relationship Id="rId2" Type="http://schemas.openxmlformats.org/officeDocument/2006/relationships/customXml" Target="../ink/ink181.xml"/><Relationship Id="rId29" Type="http://schemas.openxmlformats.org/officeDocument/2006/relationships/image" Target="../media/image219.png"/><Relationship Id="rId24" Type="http://schemas.openxmlformats.org/officeDocument/2006/relationships/customXml" Target="../ink/ink192.xml"/><Relationship Id="rId40" Type="http://schemas.openxmlformats.org/officeDocument/2006/relationships/customXml" Target="../ink/ink200.xml"/><Relationship Id="rId45" Type="http://schemas.openxmlformats.org/officeDocument/2006/relationships/image" Target="../media/image227.png"/><Relationship Id="rId66" Type="http://schemas.openxmlformats.org/officeDocument/2006/relationships/customXml" Target="../ink/ink213.xml"/><Relationship Id="rId87" Type="http://schemas.openxmlformats.org/officeDocument/2006/relationships/image" Target="../media/image248.png"/><Relationship Id="rId110" Type="http://schemas.openxmlformats.org/officeDocument/2006/relationships/customXml" Target="../ink/ink235.xml"/><Relationship Id="rId115" Type="http://schemas.openxmlformats.org/officeDocument/2006/relationships/image" Target="../media/image262.png"/><Relationship Id="rId61" Type="http://schemas.openxmlformats.org/officeDocument/2006/relationships/image" Target="../media/image235.png"/><Relationship Id="rId82" Type="http://schemas.openxmlformats.org/officeDocument/2006/relationships/customXml" Target="../ink/ink221.xml"/><Relationship Id="rId19" Type="http://schemas.openxmlformats.org/officeDocument/2006/relationships/image" Target="../media/image214.png"/><Relationship Id="rId14" Type="http://schemas.openxmlformats.org/officeDocument/2006/relationships/customXml" Target="../ink/ink187.xml"/><Relationship Id="rId30" Type="http://schemas.openxmlformats.org/officeDocument/2006/relationships/customXml" Target="../ink/ink195.xml"/><Relationship Id="rId35" Type="http://schemas.openxmlformats.org/officeDocument/2006/relationships/image" Target="../media/image222.png"/><Relationship Id="rId56" Type="http://schemas.openxmlformats.org/officeDocument/2006/relationships/customXml" Target="../ink/ink208.xml"/><Relationship Id="rId77" Type="http://schemas.openxmlformats.org/officeDocument/2006/relationships/image" Target="../media/image243.png"/><Relationship Id="rId100" Type="http://schemas.openxmlformats.org/officeDocument/2006/relationships/customXml" Target="../ink/ink230.xml"/><Relationship Id="rId105" Type="http://schemas.openxmlformats.org/officeDocument/2006/relationships/image" Target="../media/image257.png"/><Relationship Id="rId126" Type="http://schemas.openxmlformats.org/officeDocument/2006/relationships/customXml" Target="../ink/ink243.xml"/><Relationship Id="rId8" Type="http://schemas.openxmlformats.org/officeDocument/2006/relationships/customXml" Target="../ink/ink184.xml"/><Relationship Id="rId51" Type="http://schemas.openxmlformats.org/officeDocument/2006/relationships/image" Target="../media/image230.png"/><Relationship Id="rId72" Type="http://schemas.openxmlformats.org/officeDocument/2006/relationships/customXml" Target="../ink/ink216.xml"/><Relationship Id="rId93" Type="http://schemas.openxmlformats.org/officeDocument/2006/relationships/image" Target="../media/image251.png"/><Relationship Id="rId98" Type="http://schemas.openxmlformats.org/officeDocument/2006/relationships/customXml" Target="../ink/ink229.xml"/><Relationship Id="rId121" Type="http://schemas.openxmlformats.org/officeDocument/2006/relationships/image" Target="../media/image265.png"/><Relationship Id="rId3" Type="http://schemas.openxmlformats.org/officeDocument/2006/relationships/image" Target="../media/image206.png"/><Relationship Id="rId25" Type="http://schemas.openxmlformats.org/officeDocument/2006/relationships/image" Target="../media/image217.png"/><Relationship Id="rId46" Type="http://schemas.openxmlformats.org/officeDocument/2006/relationships/customXml" Target="../ink/ink203.xml"/><Relationship Id="rId67" Type="http://schemas.openxmlformats.org/officeDocument/2006/relationships/image" Target="../media/image238.png"/><Relationship Id="rId116" Type="http://schemas.openxmlformats.org/officeDocument/2006/relationships/customXml" Target="../ink/ink238.xml"/><Relationship Id="rId20" Type="http://schemas.openxmlformats.org/officeDocument/2006/relationships/customXml" Target="../ink/ink190.xml"/><Relationship Id="rId41" Type="http://schemas.openxmlformats.org/officeDocument/2006/relationships/image" Target="../media/image225.png"/><Relationship Id="rId62" Type="http://schemas.openxmlformats.org/officeDocument/2006/relationships/customXml" Target="../ink/ink211.xml"/><Relationship Id="rId83" Type="http://schemas.openxmlformats.org/officeDocument/2006/relationships/image" Target="../media/image246.png"/><Relationship Id="rId88" Type="http://schemas.openxmlformats.org/officeDocument/2006/relationships/customXml" Target="../ink/ink224.xml"/><Relationship Id="rId111" Type="http://schemas.openxmlformats.org/officeDocument/2006/relationships/image" Target="../media/image260.png"/><Relationship Id="rId15" Type="http://schemas.openxmlformats.org/officeDocument/2006/relationships/image" Target="../media/image212.png"/><Relationship Id="rId36" Type="http://schemas.openxmlformats.org/officeDocument/2006/relationships/customXml" Target="../ink/ink198.xml"/><Relationship Id="rId57" Type="http://schemas.openxmlformats.org/officeDocument/2006/relationships/image" Target="../media/image233.png"/><Relationship Id="rId106" Type="http://schemas.openxmlformats.org/officeDocument/2006/relationships/customXml" Target="../ink/ink233.xml"/><Relationship Id="rId127" Type="http://schemas.openxmlformats.org/officeDocument/2006/relationships/image" Target="../media/image268.png"/><Relationship Id="rId10" Type="http://schemas.openxmlformats.org/officeDocument/2006/relationships/customXml" Target="../ink/ink185.xml"/><Relationship Id="rId31" Type="http://schemas.openxmlformats.org/officeDocument/2006/relationships/image" Target="../media/image220.png"/><Relationship Id="rId52" Type="http://schemas.openxmlformats.org/officeDocument/2006/relationships/customXml" Target="../ink/ink206.xml"/><Relationship Id="rId73" Type="http://schemas.openxmlformats.org/officeDocument/2006/relationships/image" Target="../media/image241.png"/><Relationship Id="rId78" Type="http://schemas.openxmlformats.org/officeDocument/2006/relationships/customXml" Target="../ink/ink219.xml"/><Relationship Id="rId94" Type="http://schemas.openxmlformats.org/officeDocument/2006/relationships/customXml" Target="../ink/ink227.xml"/><Relationship Id="rId99" Type="http://schemas.openxmlformats.org/officeDocument/2006/relationships/image" Target="../media/image254.png"/><Relationship Id="rId101" Type="http://schemas.openxmlformats.org/officeDocument/2006/relationships/image" Target="../media/image255.png"/><Relationship Id="rId122" Type="http://schemas.openxmlformats.org/officeDocument/2006/relationships/customXml" Target="../ink/ink241.xml"/><Relationship Id="rId4" Type="http://schemas.openxmlformats.org/officeDocument/2006/relationships/customXml" Target="../ink/ink182.xml"/><Relationship Id="rId9" Type="http://schemas.openxmlformats.org/officeDocument/2006/relationships/image" Target="../media/image209.png"/><Relationship Id="rId26" Type="http://schemas.openxmlformats.org/officeDocument/2006/relationships/customXml" Target="../ink/ink19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7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117" Type="http://schemas.openxmlformats.org/officeDocument/2006/relationships/image" Target="../media/image330.png"/><Relationship Id="rId671" Type="http://schemas.openxmlformats.org/officeDocument/2006/relationships/image" Target="../media/image607.png"/><Relationship Id="rId21" Type="http://schemas.openxmlformats.org/officeDocument/2006/relationships/image" Target="../media/image282.png"/><Relationship Id="rId324" Type="http://schemas.openxmlformats.org/officeDocument/2006/relationships/customXml" Target="../ink/ink406.xml"/><Relationship Id="rId531" Type="http://schemas.openxmlformats.org/officeDocument/2006/relationships/image" Target="../media/image537.png"/><Relationship Id="rId629" Type="http://schemas.openxmlformats.org/officeDocument/2006/relationships/image" Target="../media/image586.png"/><Relationship Id="rId170" Type="http://schemas.openxmlformats.org/officeDocument/2006/relationships/customXml" Target="../ink/ink329.xml"/><Relationship Id="rId268" Type="http://schemas.openxmlformats.org/officeDocument/2006/relationships/customXml" Target="../ink/ink378.xml"/><Relationship Id="rId475" Type="http://schemas.openxmlformats.org/officeDocument/2006/relationships/image" Target="../media/image509.png"/><Relationship Id="rId682" Type="http://schemas.openxmlformats.org/officeDocument/2006/relationships/customXml" Target="../ink/ink585.xml"/><Relationship Id="rId32" Type="http://schemas.openxmlformats.org/officeDocument/2006/relationships/customXml" Target="../ink/ink260.xml"/><Relationship Id="rId128" Type="http://schemas.openxmlformats.org/officeDocument/2006/relationships/customXml" Target="../ink/ink308.xml"/><Relationship Id="rId335" Type="http://schemas.openxmlformats.org/officeDocument/2006/relationships/image" Target="../media/image439.png"/><Relationship Id="rId542" Type="http://schemas.openxmlformats.org/officeDocument/2006/relationships/customXml" Target="../ink/ink515.xml"/><Relationship Id="rId181" Type="http://schemas.openxmlformats.org/officeDocument/2006/relationships/image" Target="../media/image362.png"/><Relationship Id="rId402" Type="http://schemas.openxmlformats.org/officeDocument/2006/relationships/customXml" Target="../ink/ink445.xml"/><Relationship Id="rId279" Type="http://schemas.openxmlformats.org/officeDocument/2006/relationships/image" Target="../media/image411.png"/><Relationship Id="rId486" Type="http://schemas.openxmlformats.org/officeDocument/2006/relationships/customXml" Target="../ink/ink487.xml"/><Relationship Id="rId693" Type="http://schemas.openxmlformats.org/officeDocument/2006/relationships/image" Target="../media/image618.png"/><Relationship Id="rId43" Type="http://schemas.openxmlformats.org/officeDocument/2006/relationships/image" Target="../media/image293.png"/><Relationship Id="rId139" Type="http://schemas.openxmlformats.org/officeDocument/2006/relationships/image" Target="../media/image341.png"/><Relationship Id="rId346" Type="http://schemas.openxmlformats.org/officeDocument/2006/relationships/customXml" Target="../ink/ink417.xml"/><Relationship Id="rId553" Type="http://schemas.openxmlformats.org/officeDocument/2006/relationships/image" Target="../media/image548.png"/><Relationship Id="rId192" Type="http://schemas.openxmlformats.org/officeDocument/2006/relationships/customXml" Target="../ink/ink340.xml"/><Relationship Id="rId206" Type="http://schemas.openxmlformats.org/officeDocument/2006/relationships/customXml" Target="../ink/ink347.xml"/><Relationship Id="rId413" Type="http://schemas.openxmlformats.org/officeDocument/2006/relationships/image" Target="../media/image478.png"/><Relationship Id="rId497" Type="http://schemas.openxmlformats.org/officeDocument/2006/relationships/image" Target="../media/image520.png"/><Relationship Id="rId620" Type="http://schemas.openxmlformats.org/officeDocument/2006/relationships/customXml" Target="../ink/ink554.xml"/><Relationship Id="rId357" Type="http://schemas.openxmlformats.org/officeDocument/2006/relationships/image" Target="../media/image450.png"/><Relationship Id="rId54" Type="http://schemas.openxmlformats.org/officeDocument/2006/relationships/customXml" Target="../ink/ink271.xml"/><Relationship Id="rId217" Type="http://schemas.openxmlformats.org/officeDocument/2006/relationships/image" Target="../media/image380.png"/><Relationship Id="rId564" Type="http://schemas.openxmlformats.org/officeDocument/2006/relationships/customXml" Target="../ink/ink526.xml"/><Relationship Id="rId424" Type="http://schemas.openxmlformats.org/officeDocument/2006/relationships/customXml" Target="../ink/ink456.xml"/><Relationship Id="rId631" Type="http://schemas.openxmlformats.org/officeDocument/2006/relationships/image" Target="../media/image587.png"/><Relationship Id="rId270" Type="http://schemas.openxmlformats.org/officeDocument/2006/relationships/customXml" Target="../ink/ink379.xml"/><Relationship Id="rId65" Type="http://schemas.openxmlformats.org/officeDocument/2006/relationships/image" Target="../media/image304.png"/><Relationship Id="rId130" Type="http://schemas.openxmlformats.org/officeDocument/2006/relationships/customXml" Target="../ink/ink309.xml"/><Relationship Id="rId368" Type="http://schemas.openxmlformats.org/officeDocument/2006/relationships/customXml" Target="../ink/ink428.xml"/><Relationship Id="rId575" Type="http://schemas.openxmlformats.org/officeDocument/2006/relationships/image" Target="../media/image559.png"/><Relationship Id="rId228" Type="http://schemas.openxmlformats.org/officeDocument/2006/relationships/customXml" Target="../ink/ink358.xml"/><Relationship Id="rId435" Type="http://schemas.openxmlformats.org/officeDocument/2006/relationships/image" Target="../media/image489.png"/><Relationship Id="rId642" Type="http://schemas.openxmlformats.org/officeDocument/2006/relationships/customXml" Target="../ink/ink565.xml"/><Relationship Id="rId281" Type="http://schemas.openxmlformats.org/officeDocument/2006/relationships/image" Target="../media/image412.png"/><Relationship Id="rId502" Type="http://schemas.openxmlformats.org/officeDocument/2006/relationships/customXml" Target="../ink/ink495.xml"/><Relationship Id="rId76" Type="http://schemas.openxmlformats.org/officeDocument/2006/relationships/customXml" Target="../ink/ink282.xml"/><Relationship Id="rId141" Type="http://schemas.openxmlformats.org/officeDocument/2006/relationships/image" Target="../media/image342.png"/><Relationship Id="rId379" Type="http://schemas.openxmlformats.org/officeDocument/2006/relationships/image" Target="../media/image461.png"/><Relationship Id="rId586" Type="http://schemas.openxmlformats.org/officeDocument/2006/relationships/customXml" Target="../ink/ink537.xml"/><Relationship Id="rId7" Type="http://schemas.openxmlformats.org/officeDocument/2006/relationships/image" Target="../media/image275.png"/><Relationship Id="rId239" Type="http://schemas.openxmlformats.org/officeDocument/2006/relationships/image" Target="../media/image391.png"/><Relationship Id="rId446" Type="http://schemas.openxmlformats.org/officeDocument/2006/relationships/customXml" Target="../ink/ink467.xml"/><Relationship Id="rId653" Type="http://schemas.openxmlformats.org/officeDocument/2006/relationships/image" Target="../media/image598.png"/><Relationship Id="rId292" Type="http://schemas.openxmlformats.org/officeDocument/2006/relationships/customXml" Target="../ink/ink390.xml"/><Relationship Id="rId306" Type="http://schemas.openxmlformats.org/officeDocument/2006/relationships/customXml" Target="../ink/ink397.xml"/><Relationship Id="rId87" Type="http://schemas.openxmlformats.org/officeDocument/2006/relationships/image" Target="../media/image315.png"/><Relationship Id="rId513" Type="http://schemas.openxmlformats.org/officeDocument/2006/relationships/image" Target="../media/image528.png"/><Relationship Id="rId597" Type="http://schemas.openxmlformats.org/officeDocument/2006/relationships/image" Target="../media/image570.png"/><Relationship Id="rId152" Type="http://schemas.openxmlformats.org/officeDocument/2006/relationships/customXml" Target="../ink/ink320.xml"/><Relationship Id="rId457" Type="http://schemas.openxmlformats.org/officeDocument/2006/relationships/image" Target="../media/image500.png"/><Relationship Id="rId664" Type="http://schemas.openxmlformats.org/officeDocument/2006/relationships/customXml" Target="../ink/ink576.xml"/><Relationship Id="rId14" Type="http://schemas.openxmlformats.org/officeDocument/2006/relationships/customXml" Target="../ink/ink251.xml"/><Relationship Id="rId317" Type="http://schemas.openxmlformats.org/officeDocument/2006/relationships/image" Target="../media/image430.png"/><Relationship Id="rId524" Type="http://schemas.openxmlformats.org/officeDocument/2006/relationships/customXml" Target="../ink/ink506.xml"/><Relationship Id="rId98" Type="http://schemas.openxmlformats.org/officeDocument/2006/relationships/customXml" Target="../ink/ink293.xml"/><Relationship Id="rId163" Type="http://schemas.openxmlformats.org/officeDocument/2006/relationships/image" Target="../media/image353.png"/><Relationship Id="rId370" Type="http://schemas.openxmlformats.org/officeDocument/2006/relationships/customXml" Target="../ink/ink429.xml"/><Relationship Id="rId230" Type="http://schemas.openxmlformats.org/officeDocument/2006/relationships/customXml" Target="../ink/ink359.xml"/><Relationship Id="rId468" Type="http://schemas.openxmlformats.org/officeDocument/2006/relationships/customXml" Target="../ink/ink478.xml"/><Relationship Id="rId675" Type="http://schemas.openxmlformats.org/officeDocument/2006/relationships/image" Target="../media/image609.png"/><Relationship Id="rId25" Type="http://schemas.openxmlformats.org/officeDocument/2006/relationships/image" Target="../media/image284.png"/><Relationship Id="rId328" Type="http://schemas.openxmlformats.org/officeDocument/2006/relationships/customXml" Target="../ink/ink408.xml"/><Relationship Id="rId535" Type="http://schemas.openxmlformats.org/officeDocument/2006/relationships/image" Target="../media/image539.png"/><Relationship Id="rId174" Type="http://schemas.openxmlformats.org/officeDocument/2006/relationships/customXml" Target="../ink/ink331.xml"/><Relationship Id="rId381" Type="http://schemas.openxmlformats.org/officeDocument/2006/relationships/image" Target="../media/image462.png"/><Relationship Id="rId602" Type="http://schemas.openxmlformats.org/officeDocument/2006/relationships/customXml" Target="../ink/ink545.xml"/><Relationship Id="rId241" Type="http://schemas.openxmlformats.org/officeDocument/2006/relationships/image" Target="../media/image392.png"/><Relationship Id="rId479" Type="http://schemas.openxmlformats.org/officeDocument/2006/relationships/image" Target="../media/image511.png"/><Relationship Id="rId686" Type="http://schemas.openxmlformats.org/officeDocument/2006/relationships/customXml" Target="../ink/ink587.xml"/><Relationship Id="rId36" Type="http://schemas.openxmlformats.org/officeDocument/2006/relationships/customXml" Target="../ink/ink262.xml"/><Relationship Id="rId339" Type="http://schemas.openxmlformats.org/officeDocument/2006/relationships/image" Target="../media/image441.png"/><Relationship Id="rId546" Type="http://schemas.openxmlformats.org/officeDocument/2006/relationships/customXml" Target="../ink/ink517.xml"/><Relationship Id="rId101" Type="http://schemas.openxmlformats.org/officeDocument/2006/relationships/image" Target="../media/image322.png"/><Relationship Id="rId185" Type="http://schemas.openxmlformats.org/officeDocument/2006/relationships/image" Target="../media/image364.png"/><Relationship Id="rId406" Type="http://schemas.openxmlformats.org/officeDocument/2006/relationships/customXml" Target="../ink/ink447.xml"/><Relationship Id="rId392" Type="http://schemas.openxmlformats.org/officeDocument/2006/relationships/customXml" Target="../ink/ink440.xml"/><Relationship Id="rId613" Type="http://schemas.openxmlformats.org/officeDocument/2006/relationships/image" Target="../media/image578.png"/><Relationship Id="rId697" Type="http://schemas.openxmlformats.org/officeDocument/2006/relationships/image" Target="../media/image620.png"/><Relationship Id="rId252" Type="http://schemas.openxmlformats.org/officeDocument/2006/relationships/customXml" Target="../ink/ink370.xml"/><Relationship Id="rId47" Type="http://schemas.openxmlformats.org/officeDocument/2006/relationships/image" Target="../media/image295.png"/><Relationship Id="rId112" Type="http://schemas.openxmlformats.org/officeDocument/2006/relationships/customXml" Target="../ink/ink300.xml"/><Relationship Id="rId557" Type="http://schemas.openxmlformats.org/officeDocument/2006/relationships/image" Target="../media/image550.png"/><Relationship Id="rId196" Type="http://schemas.openxmlformats.org/officeDocument/2006/relationships/customXml" Target="../ink/ink342.xml"/><Relationship Id="rId417" Type="http://schemas.openxmlformats.org/officeDocument/2006/relationships/image" Target="../media/image480.png"/><Relationship Id="rId624" Type="http://schemas.openxmlformats.org/officeDocument/2006/relationships/customXml" Target="../ink/ink556.xml"/><Relationship Id="rId263" Type="http://schemas.openxmlformats.org/officeDocument/2006/relationships/image" Target="../media/image403.png"/><Relationship Id="rId470" Type="http://schemas.openxmlformats.org/officeDocument/2006/relationships/customXml" Target="../ink/ink479.xml"/><Relationship Id="rId58" Type="http://schemas.openxmlformats.org/officeDocument/2006/relationships/customXml" Target="../ink/ink273.xml"/><Relationship Id="rId123" Type="http://schemas.openxmlformats.org/officeDocument/2006/relationships/image" Target="../media/image333.png"/><Relationship Id="rId330" Type="http://schemas.openxmlformats.org/officeDocument/2006/relationships/customXml" Target="../ink/ink409.xml"/><Relationship Id="rId568" Type="http://schemas.openxmlformats.org/officeDocument/2006/relationships/customXml" Target="../ink/ink528.xml"/><Relationship Id="rId428" Type="http://schemas.openxmlformats.org/officeDocument/2006/relationships/customXml" Target="../ink/ink458.xml"/><Relationship Id="rId635" Type="http://schemas.openxmlformats.org/officeDocument/2006/relationships/image" Target="../media/image589.png"/><Relationship Id="rId274" Type="http://schemas.openxmlformats.org/officeDocument/2006/relationships/customXml" Target="../ink/ink381.xml"/><Relationship Id="rId481" Type="http://schemas.openxmlformats.org/officeDocument/2006/relationships/image" Target="../media/image512.png"/><Relationship Id="rId69" Type="http://schemas.openxmlformats.org/officeDocument/2006/relationships/image" Target="../media/image306.png"/><Relationship Id="rId134" Type="http://schemas.openxmlformats.org/officeDocument/2006/relationships/customXml" Target="../ink/ink311.xml"/><Relationship Id="rId579" Type="http://schemas.openxmlformats.org/officeDocument/2006/relationships/image" Target="../media/image561.png"/><Relationship Id="rId341" Type="http://schemas.openxmlformats.org/officeDocument/2006/relationships/image" Target="../media/image442.png"/><Relationship Id="rId439" Type="http://schemas.openxmlformats.org/officeDocument/2006/relationships/image" Target="../media/image491.png"/><Relationship Id="rId646" Type="http://schemas.openxmlformats.org/officeDocument/2006/relationships/customXml" Target="../ink/ink567.xml"/><Relationship Id="rId201" Type="http://schemas.openxmlformats.org/officeDocument/2006/relationships/image" Target="../media/image372.png"/><Relationship Id="rId285" Type="http://schemas.openxmlformats.org/officeDocument/2006/relationships/image" Target="../media/image414.png"/><Relationship Id="rId506" Type="http://schemas.openxmlformats.org/officeDocument/2006/relationships/customXml" Target="../ink/ink497.xml"/><Relationship Id="rId492" Type="http://schemas.openxmlformats.org/officeDocument/2006/relationships/customXml" Target="../ink/ink490.xml"/><Relationship Id="rId145" Type="http://schemas.openxmlformats.org/officeDocument/2006/relationships/image" Target="../media/image344.png"/><Relationship Id="rId352" Type="http://schemas.openxmlformats.org/officeDocument/2006/relationships/customXml" Target="../ink/ink420.xml"/><Relationship Id="rId212" Type="http://schemas.openxmlformats.org/officeDocument/2006/relationships/customXml" Target="../ink/ink350.xml"/><Relationship Id="rId657" Type="http://schemas.openxmlformats.org/officeDocument/2006/relationships/image" Target="../media/image600.png"/><Relationship Id="rId296" Type="http://schemas.openxmlformats.org/officeDocument/2006/relationships/customXml" Target="../ink/ink392.xml"/><Relationship Id="rId517" Type="http://schemas.openxmlformats.org/officeDocument/2006/relationships/image" Target="../media/image530.png"/><Relationship Id="rId60" Type="http://schemas.openxmlformats.org/officeDocument/2006/relationships/customXml" Target="../ink/ink274.xml"/><Relationship Id="rId156" Type="http://schemas.openxmlformats.org/officeDocument/2006/relationships/customXml" Target="../ink/ink322.xml"/><Relationship Id="rId363" Type="http://schemas.openxmlformats.org/officeDocument/2006/relationships/image" Target="../media/image453.png"/><Relationship Id="rId570" Type="http://schemas.openxmlformats.org/officeDocument/2006/relationships/customXml" Target="../ink/ink529.xml"/><Relationship Id="rId223" Type="http://schemas.openxmlformats.org/officeDocument/2006/relationships/image" Target="../media/image383.png"/><Relationship Id="rId430" Type="http://schemas.openxmlformats.org/officeDocument/2006/relationships/customXml" Target="../ink/ink459.xml"/><Relationship Id="rId668" Type="http://schemas.openxmlformats.org/officeDocument/2006/relationships/customXml" Target="../ink/ink578.xml"/><Relationship Id="rId18" Type="http://schemas.openxmlformats.org/officeDocument/2006/relationships/customXml" Target="../ink/ink253.xml"/><Relationship Id="rId265" Type="http://schemas.openxmlformats.org/officeDocument/2006/relationships/image" Target="../media/image404.png"/><Relationship Id="rId472" Type="http://schemas.openxmlformats.org/officeDocument/2006/relationships/customXml" Target="../ink/ink480.xml"/><Relationship Id="rId528" Type="http://schemas.openxmlformats.org/officeDocument/2006/relationships/customXml" Target="../ink/ink508.xml"/><Relationship Id="rId125" Type="http://schemas.openxmlformats.org/officeDocument/2006/relationships/image" Target="../media/image334.png"/><Relationship Id="rId167" Type="http://schemas.openxmlformats.org/officeDocument/2006/relationships/image" Target="../media/image355.png"/><Relationship Id="rId332" Type="http://schemas.openxmlformats.org/officeDocument/2006/relationships/customXml" Target="../ink/ink410.xml"/><Relationship Id="rId374" Type="http://schemas.openxmlformats.org/officeDocument/2006/relationships/customXml" Target="../ink/ink431.xml"/><Relationship Id="rId581" Type="http://schemas.openxmlformats.org/officeDocument/2006/relationships/image" Target="../media/image562.png"/><Relationship Id="rId71" Type="http://schemas.openxmlformats.org/officeDocument/2006/relationships/image" Target="../media/image307.png"/><Relationship Id="rId234" Type="http://schemas.openxmlformats.org/officeDocument/2006/relationships/customXml" Target="../ink/ink361.xml"/><Relationship Id="rId637" Type="http://schemas.openxmlformats.org/officeDocument/2006/relationships/image" Target="../media/image590.png"/><Relationship Id="rId679" Type="http://schemas.openxmlformats.org/officeDocument/2006/relationships/image" Target="../media/image611.png"/><Relationship Id="rId2" Type="http://schemas.openxmlformats.org/officeDocument/2006/relationships/customXml" Target="../ink/ink245.xml"/><Relationship Id="rId29" Type="http://schemas.openxmlformats.org/officeDocument/2006/relationships/image" Target="../media/image286.png"/><Relationship Id="rId276" Type="http://schemas.openxmlformats.org/officeDocument/2006/relationships/customXml" Target="../ink/ink382.xml"/><Relationship Id="rId441" Type="http://schemas.openxmlformats.org/officeDocument/2006/relationships/image" Target="../media/image492.png"/><Relationship Id="rId483" Type="http://schemas.openxmlformats.org/officeDocument/2006/relationships/image" Target="../media/image513.png"/><Relationship Id="rId539" Type="http://schemas.openxmlformats.org/officeDocument/2006/relationships/image" Target="../media/image541.png"/><Relationship Id="rId690" Type="http://schemas.openxmlformats.org/officeDocument/2006/relationships/customXml" Target="../ink/ink589.xml"/><Relationship Id="rId40" Type="http://schemas.openxmlformats.org/officeDocument/2006/relationships/customXml" Target="../ink/ink264.xml"/><Relationship Id="rId136" Type="http://schemas.openxmlformats.org/officeDocument/2006/relationships/customXml" Target="../ink/ink312.xml"/><Relationship Id="rId178" Type="http://schemas.openxmlformats.org/officeDocument/2006/relationships/customXml" Target="../ink/ink333.xml"/><Relationship Id="rId301" Type="http://schemas.openxmlformats.org/officeDocument/2006/relationships/image" Target="../media/image422.png"/><Relationship Id="rId343" Type="http://schemas.openxmlformats.org/officeDocument/2006/relationships/image" Target="../media/image443.png"/><Relationship Id="rId550" Type="http://schemas.openxmlformats.org/officeDocument/2006/relationships/customXml" Target="../ink/ink519.xml"/><Relationship Id="rId82" Type="http://schemas.openxmlformats.org/officeDocument/2006/relationships/customXml" Target="../ink/ink285.xml"/><Relationship Id="rId203" Type="http://schemas.openxmlformats.org/officeDocument/2006/relationships/image" Target="../media/image373.png"/><Relationship Id="rId385" Type="http://schemas.openxmlformats.org/officeDocument/2006/relationships/image" Target="../media/image464.png"/><Relationship Id="rId592" Type="http://schemas.openxmlformats.org/officeDocument/2006/relationships/customXml" Target="../ink/ink540.xml"/><Relationship Id="rId606" Type="http://schemas.openxmlformats.org/officeDocument/2006/relationships/customXml" Target="../ink/ink547.xml"/><Relationship Id="rId648" Type="http://schemas.openxmlformats.org/officeDocument/2006/relationships/customXml" Target="../ink/ink568.xml"/><Relationship Id="rId245" Type="http://schemas.openxmlformats.org/officeDocument/2006/relationships/image" Target="../media/image394.png"/><Relationship Id="rId287" Type="http://schemas.openxmlformats.org/officeDocument/2006/relationships/image" Target="../media/image415.png"/><Relationship Id="rId410" Type="http://schemas.openxmlformats.org/officeDocument/2006/relationships/customXml" Target="../ink/ink449.xml"/><Relationship Id="rId452" Type="http://schemas.openxmlformats.org/officeDocument/2006/relationships/customXml" Target="../ink/ink470.xml"/><Relationship Id="rId494" Type="http://schemas.openxmlformats.org/officeDocument/2006/relationships/customXml" Target="../ink/ink491.xml"/><Relationship Id="rId508" Type="http://schemas.openxmlformats.org/officeDocument/2006/relationships/customXml" Target="../ink/ink498.xml"/><Relationship Id="rId105" Type="http://schemas.openxmlformats.org/officeDocument/2006/relationships/image" Target="../media/image324.png"/><Relationship Id="rId147" Type="http://schemas.openxmlformats.org/officeDocument/2006/relationships/image" Target="../media/image345.png"/><Relationship Id="rId312" Type="http://schemas.openxmlformats.org/officeDocument/2006/relationships/customXml" Target="../ink/ink400.xml"/><Relationship Id="rId354" Type="http://schemas.openxmlformats.org/officeDocument/2006/relationships/customXml" Target="../ink/ink421.xml"/><Relationship Id="rId51" Type="http://schemas.openxmlformats.org/officeDocument/2006/relationships/image" Target="../media/image297.png"/><Relationship Id="rId93" Type="http://schemas.openxmlformats.org/officeDocument/2006/relationships/image" Target="../media/image318.png"/><Relationship Id="rId189" Type="http://schemas.openxmlformats.org/officeDocument/2006/relationships/image" Target="../media/image366.png"/><Relationship Id="rId396" Type="http://schemas.openxmlformats.org/officeDocument/2006/relationships/customXml" Target="../ink/ink442.xml"/><Relationship Id="rId561" Type="http://schemas.openxmlformats.org/officeDocument/2006/relationships/image" Target="../media/image552.png"/><Relationship Id="rId617" Type="http://schemas.openxmlformats.org/officeDocument/2006/relationships/image" Target="../media/image580.png"/><Relationship Id="rId659" Type="http://schemas.openxmlformats.org/officeDocument/2006/relationships/image" Target="../media/image601.png"/><Relationship Id="rId214" Type="http://schemas.openxmlformats.org/officeDocument/2006/relationships/customXml" Target="../ink/ink351.xml"/><Relationship Id="rId256" Type="http://schemas.openxmlformats.org/officeDocument/2006/relationships/customXml" Target="../ink/ink372.xml"/><Relationship Id="rId298" Type="http://schemas.openxmlformats.org/officeDocument/2006/relationships/customXml" Target="../ink/ink393.xml"/><Relationship Id="rId421" Type="http://schemas.openxmlformats.org/officeDocument/2006/relationships/image" Target="../media/image482.png"/><Relationship Id="rId463" Type="http://schemas.openxmlformats.org/officeDocument/2006/relationships/image" Target="../media/image503.png"/><Relationship Id="rId519" Type="http://schemas.openxmlformats.org/officeDocument/2006/relationships/image" Target="../media/image531.png"/><Relationship Id="rId670" Type="http://schemas.openxmlformats.org/officeDocument/2006/relationships/customXml" Target="../ink/ink579.xml"/><Relationship Id="rId116" Type="http://schemas.openxmlformats.org/officeDocument/2006/relationships/customXml" Target="../ink/ink302.xml"/><Relationship Id="rId158" Type="http://schemas.openxmlformats.org/officeDocument/2006/relationships/customXml" Target="../ink/ink323.xml"/><Relationship Id="rId323" Type="http://schemas.openxmlformats.org/officeDocument/2006/relationships/image" Target="../media/image433.png"/><Relationship Id="rId530" Type="http://schemas.openxmlformats.org/officeDocument/2006/relationships/customXml" Target="../ink/ink509.xml"/><Relationship Id="rId20" Type="http://schemas.openxmlformats.org/officeDocument/2006/relationships/customXml" Target="../ink/ink254.xml"/><Relationship Id="rId62" Type="http://schemas.openxmlformats.org/officeDocument/2006/relationships/customXml" Target="../ink/ink275.xml"/><Relationship Id="rId365" Type="http://schemas.openxmlformats.org/officeDocument/2006/relationships/image" Target="../media/image454.png"/><Relationship Id="rId572" Type="http://schemas.openxmlformats.org/officeDocument/2006/relationships/customXml" Target="../ink/ink530.xml"/><Relationship Id="rId628" Type="http://schemas.openxmlformats.org/officeDocument/2006/relationships/customXml" Target="../ink/ink558.xml"/><Relationship Id="rId225" Type="http://schemas.openxmlformats.org/officeDocument/2006/relationships/image" Target="../media/image384.png"/><Relationship Id="rId267" Type="http://schemas.openxmlformats.org/officeDocument/2006/relationships/image" Target="../media/image405.png"/><Relationship Id="rId432" Type="http://schemas.openxmlformats.org/officeDocument/2006/relationships/customXml" Target="../ink/ink460.xml"/><Relationship Id="rId474" Type="http://schemas.openxmlformats.org/officeDocument/2006/relationships/customXml" Target="../ink/ink481.xml"/><Relationship Id="rId127" Type="http://schemas.openxmlformats.org/officeDocument/2006/relationships/image" Target="../media/image335.png"/><Relationship Id="rId681" Type="http://schemas.openxmlformats.org/officeDocument/2006/relationships/image" Target="../media/image612.png"/><Relationship Id="rId31" Type="http://schemas.openxmlformats.org/officeDocument/2006/relationships/image" Target="../media/image287.png"/><Relationship Id="rId73" Type="http://schemas.openxmlformats.org/officeDocument/2006/relationships/image" Target="../media/image308.png"/><Relationship Id="rId169" Type="http://schemas.openxmlformats.org/officeDocument/2006/relationships/image" Target="../media/image356.png"/><Relationship Id="rId334" Type="http://schemas.openxmlformats.org/officeDocument/2006/relationships/customXml" Target="../ink/ink411.xml"/><Relationship Id="rId376" Type="http://schemas.openxmlformats.org/officeDocument/2006/relationships/customXml" Target="../ink/ink432.xml"/><Relationship Id="rId541" Type="http://schemas.openxmlformats.org/officeDocument/2006/relationships/image" Target="../media/image542.png"/><Relationship Id="rId583" Type="http://schemas.openxmlformats.org/officeDocument/2006/relationships/image" Target="../media/image563.png"/><Relationship Id="rId639" Type="http://schemas.openxmlformats.org/officeDocument/2006/relationships/image" Target="../media/image591.png"/><Relationship Id="rId4" Type="http://schemas.openxmlformats.org/officeDocument/2006/relationships/customXml" Target="../ink/ink246.xml"/><Relationship Id="rId180" Type="http://schemas.openxmlformats.org/officeDocument/2006/relationships/customXml" Target="../ink/ink334.xml"/><Relationship Id="rId236" Type="http://schemas.openxmlformats.org/officeDocument/2006/relationships/customXml" Target="../ink/ink362.xml"/><Relationship Id="rId278" Type="http://schemas.openxmlformats.org/officeDocument/2006/relationships/customXml" Target="../ink/ink383.xml"/><Relationship Id="rId401" Type="http://schemas.openxmlformats.org/officeDocument/2006/relationships/image" Target="../media/image472.png"/><Relationship Id="rId443" Type="http://schemas.openxmlformats.org/officeDocument/2006/relationships/image" Target="../media/image493.png"/><Relationship Id="rId650" Type="http://schemas.openxmlformats.org/officeDocument/2006/relationships/customXml" Target="../ink/ink569.xml"/><Relationship Id="rId303" Type="http://schemas.openxmlformats.org/officeDocument/2006/relationships/image" Target="../media/image423.png"/><Relationship Id="rId485" Type="http://schemas.openxmlformats.org/officeDocument/2006/relationships/image" Target="../media/image514.png"/><Relationship Id="rId692" Type="http://schemas.openxmlformats.org/officeDocument/2006/relationships/customXml" Target="../ink/ink590.xml"/><Relationship Id="rId42" Type="http://schemas.openxmlformats.org/officeDocument/2006/relationships/customXml" Target="../ink/ink265.xml"/><Relationship Id="rId84" Type="http://schemas.openxmlformats.org/officeDocument/2006/relationships/customXml" Target="../ink/ink286.xml"/><Relationship Id="rId138" Type="http://schemas.openxmlformats.org/officeDocument/2006/relationships/customXml" Target="../ink/ink313.xml"/><Relationship Id="rId345" Type="http://schemas.openxmlformats.org/officeDocument/2006/relationships/image" Target="../media/image444.png"/><Relationship Id="rId387" Type="http://schemas.openxmlformats.org/officeDocument/2006/relationships/image" Target="../media/image465.png"/><Relationship Id="rId510" Type="http://schemas.openxmlformats.org/officeDocument/2006/relationships/customXml" Target="../ink/ink499.xml"/><Relationship Id="rId552" Type="http://schemas.openxmlformats.org/officeDocument/2006/relationships/customXml" Target="../ink/ink520.xml"/><Relationship Id="rId594" Type="http://schemas.openxmlformats.org/officeDocument/2006/relationships/customXml" Target="../ink/ink541.xml"/><Relationship Id="rId608" Type="http://schemas.openxmlformats.org/officeDocument/2006/relationships/customXml" Target="../ink/ink548.xml"/><Relationship Id="rId191" Type="http://schemas.openxmlformats.org/officeDocument/2006/relationships/image" Target="../media/image367.png"/><Relationship Id="rId205" Type="http://schemas.openxmlformats.org/officeDocument/2006/relationships/image" Target="../media/image374.png"/><Relationship Id="rId247" Type="http://schemas.openxmlformats.org/officeDocument/2006/relationships/image" Target="../media/image395.png"/><Relationship Id="rId412" Type="http://schemas.openxmlformats.org/officeDocument/2006/relationships/customXml" Target="../ink/ink450.xml"/><Relationship Id="rId107" Type="http://schemas.openxmlformats.org/officeDocument/2006/relationships/image" Target="../media/image325.png"/><Relationship Id="rId289" Type="http://schemas.openxmlformats.org/officeDocument/2006/relationships/image" Target="../media/image416.png"/><Relationship Id="rId454" Type="http://schemas.openxmlformats.org/officeDocument/2006/relationships/customXml" Target="../ink/ink471.xml"/><Relationship Id="rId496" Type="http://schemas.openxmlformats.org/officeDocument/2006/relationships/customXml" Target="../ink/ink492.xml"/><Relationship Id="rId661" Type="http://schemas.openxmlformats.org/officeDocument/2006/relationships/image" Target="../media/image602.png"/><Relationship Id="rId11" Type="http://schemas.openxmlformats.org/officeDocument/2006/relationships/image" Target="../media/image277.png"/><Relationship Id="rId53" Type="http://schemas.openxmlformats.org/officeDocument/2006/relationships/image" Target="../media/image298.png"/><Relationship Id="rId149" Type="http://schemas.openxmlformats.org/officeDocument/2006/relationships/image" Target="../media/image346.png"/><Relationship Id="rId314" Type="http://schemas.openxmlformats.org/officeDocument/2006/relationships/customXml" Target="../ink/ink401.xml"/><Relationship Id="rId356" Type="http://schemas.openxmlformats.org/officeDocument/2006/relationships/customXml" Target="../ink/ink422.xml"/><Relationship Id="rId398" Type="http://schemas.openxmlformats.org/officeDocument/2006/relationships/customXml" Target="../ink/ink443.xml"/><Relationship Id="rId521" Type="http://schemas.openxmlformats.org/officeDocument/2006/relationships/image" Target="../media/image532.png"/><Relationship Id="rId563" Type="http://schemas.openxmlformats.org/officeDocument/2006/relationships/image" Target="../media/image553.png"/><Relationship Id="rId619" Type="http://schemas.openxmlformats.org/officeDocument/2006/relationships/image" Target="../media/image581.png"/><Relationship Id="rId95" Type="http://schemas.openxmlformats.org/officeDocument/2006/relationships/image" Target="../media/image319.png"/><Relationship Id="rId160" Type="http://schemas.openxmlformats.org/officeDocument/2006/relationships/customXml" Target="../ink/ink324.xml"/><Relationship Id="rId216" Type="http://schemas.openxmlformats.org/officeDocument/2006/relationships/customXml" Target="../ink/ink352.xml"/><Relationship Id="rId423" Type="http://schemas.openxmlformats.org/officeDocument/2006/relationships/image" Target="../media/image483.png"/><Relationship Id="rId258" Type="http://schemas.openxmlformats.org/officeDocument/2006/relationships/customXml" Target="../ink/ink373.xml"/><Relationship Id="rId465" Type="http://schemas.openxmlformats.org/officeDocument/2006/relationships/image" Target="../media/image504.png"/><Relationship Id="rId630" Type="http://schemas.openxmlformats.org/officeDocument/2006/relationships/customXml" Target="../ink/ink559.xml"/><Relationship Id="rId672" Type="http://schemas.openxmlformats.org/officeDocument/2006/relationships/customXml" Target="../ink/ink580.xml"/><Relationship Id="rId22" Type="http://schemas.openxmlformats.org/officeDocument/2006/relationships/customXml" Target="../ink/ink255.xml"/><Relationship Id="rId64" Type="http://schemas.openxmlformats.org/officeDocument/2006/relationships/customXml" Target="../ink/ink276.xml"/><Relationship Id="rId118" Type="http://schemas.openxmlformats.org/officeDocument/2006/relationships/customXml" Target="../ink/ink303.xml"/><Relationship Id="rId325" Type="http://schemas.openxmlformats.org/officeDocument/2006/relationships/image" Target="../media/image434.png"/><Relationship Id="rId367" Type="http://schemas.openxmlformats.org/officeDocument/2006/relationships/image" Target="../media/image455.png"/><Relationship Id="rId532" Type="http://schemas.openxmlformats.org/officeDocument/2006/relationships/customXml" Target="../ink/ink510.xml"/><Relationship Id="rId574" Type="http://schemas.openxmlformats.org/officeDocument/2006/relationships/customXml" Target="../ink/ink531.xml"/><Relationship Id="rId171" Type="http://schemas.openxmlformats.org/officeDocument/2006/relationships/image" Target="../media/image357.png"/><Relationship Id="rId227" Type="http://schemas.openxmlformats.org/officeDocument/2006/relationships/image" Target="../media/image385.png"/><Relationship Id="rId269" Type="http://schemas.openxmlformats.org/officeDocument/2006/relationships/image" Target="../media/image406.png"/><Relationship Id="rId434" Type="http://schemas.openxmlformats.org/officeDocument/2006/relationships/customXml" Target="../ink/ink461.xml"/><Relationship Id="rId476" Type="http://schemas.openxmlformats.org/officeDocument/2006/relationships/customXml" Target="../ink/ink482.xml"/><Relationship Id="rId641" Type="http://schemas.openxmlformats.org/officeDocument/2006/relationships/image" Target="../media/image592.png"/><Relationship Id="rId683" Type="http://schemas.openxmlformats.org/officeDocument/2006/relationships/image" Target="../media/image613.png"/><Relationship Id="rId33" Type="http://schemas.openxmlformats.org/officeDocument/2006/relationships/image" Target="../media/image288.png"/><Relationship Id="rId129" Type="http://schemas.openxmlformats.org/officeDocument/2006/relationships/image" Target="../media/image336.png"/><Relationship Id="rId280" Type="http://schemas.openxmlformats.org/officeDocument/2006/relationships/customXml" Target="../ink/ink384.xml"/><Relationship Id="rId336" Type="http://schemas.openxmlformats.org/officeDocument/2006/relationships/customXml" Target="../ink/ink412.xml"/><Relationship Id="rId501" Type="http://schemas.openxmlformats.org/officeDocument/2006/relationships/image" Target="../media/image522.png"/><Relationship Id="rId543" Type="http://schemas.openxmlformats.org/officeDocument/2006/relationships/image" Target="../media/image543.png"/><Relationship Id="rId75" Type="http://schemas.openxmlformats.org/officeDocument/2006/relationships/image" Target="../media/image309.png"/><Relationship Id="rId140" Type="http://schemas.openxmlformats.org/officeDocument/2006/relationships/customXml" Target="../ink/ink314.xml"/><Relationship Id="rId182" Type="http://schemas.openxmlformats.org/officeDocument/2006/relationships/customXml" Target="../ink/ink335.xml"/><Relationship Id="rId378" Type="http://schemas.openxmlformats.org/officeDocument/2006/relationships/customXml" Target="../ink/ink433.xml"/><Relationship Id="rId403" Type="http://schemas.openxmlformats.org/officeDocument/2006/relationships/image" Target="../media/image473.png"/><Relationship Id="rId585" Type="http://schemas.openxmlformats.org/officeDocument/2006/relationships/image" Target="../media/image564.png"/><Relationship Id="rId6" Type="http://schemas.openxmlformats.org/officeDocument/2006/relationships/customXml" Target="../ink/ink247.xml"/><Relationship Id="rId238" Type="http://schemas.openxmlformats.org/officeDocument/2006/relationships/customXml" Target="../ink/ink363.xml"/><Relationship Id="rId445" Type="http://schemas.openxmlformats.org/officeDocument/2006/relationships/image" Target="../media/image494.png"/><Relationship Id="rId487" Type="http://schemas.openxmlformats.org/officeDocument/2006/relationships/image" Target="../media/image515.png"/><Relationship Id="rId610" Type="http://schemas.openxmlformats.org/officeDocument/2006/relationships/customXml" Target="../ink/ink549.xml"/><Relationship Id="rId652" Type="http://schemas.openxmlformats.org/officeDocument/2006/relationships/customXml" Target="../ink/ink570.xml"/><Relationship Id="rId694" Type="http://schemas.openxmlformats.org/officeDocument/2006/relationships/customXml" Target="../ink/ink591.xml"/><Relationship Id="rId291" Type="http://schemas.openxmlformats.org/officeDocument/2006/relationships/image" Target="../media/image417.png"/><Relationship Id="rId305" Type="http://schemas.openxmlformats.org/officeDocument/2006/relationships/image" Target="../media/image424.png"/><Relationship Id="rId347" Type="http://schemas.openxmlformats.org/officeDocument/2006/relationships/image" Target="../media/image445.png"/><Relationship Id="rId512" Type="http://schemas.openxmlformats.org/officeDocument/2006/relationships/customXml" Target="../ink/ink500.xml"/><Relationship Id="rId44" Type="http://schemas.openxmlformats.org/officeDocument/2006/relationships/customXml" Target="../ink/ink266.xml"/><Relationship Id="rId86" Type="http://schemas.openxmlformats.org/officeDocument/2006/relationships/customXml" Target="../ink/ink287.xml"/><Relationship Id="rId151" Type="http://schemas.openxmlformats.org/officeDocument/2006/relationships/image" Target="../media/image347.png"/><Relationship Id="rId389" Type="http://schemas.openxmlformats.org/officeDocument/2006/relationships/image" Target="../media/image466.png"/><Relationship Id="rId554" Type="http://schemas.openxmlformats.org/officeDocument/2006/relationships/customXml" Target="../ink/ink521.xml"/><Relationship Id="rId596" Type="http://schemas.openxmlformats.org/officeDocument/2006/relationships/customXml" Target="../ink/ink542.xml"/><Relationship Id="rId193" Type="http://schemas.openxmlformats.org/officeDocument/2006/relationships/image" Target="../media/image368.png"/><Relationship Id="rId207" Type="http://schemas.openxmlformats.org/officeDocument/2006/relationships/image" Target="../media/image375.png"/><Relationship Id="rId249" Type="http://schemas.openxmlformats.org/officeDocument/2006/relationships/image" Target="../media/image396.png"/><Relationship Id="rId414" Type="http://schemas.openxmlformats.org/officeDocument/2006/relationships/customXml" Target="../ink/ink451.xml"/><Relationship Id="rId456" Type="http://schemas.openxmlformats.org/officeDocument/2006/relationships/customXml" Target="../ink/ink472.xml"/><Relationship Id="rId498" Type="http://schemas.openxmlformats.org/officeDocument/2006/relationships/customXml" Target="../ink/ink493.xml"/><Relationship Id="rId621" Type="http://schemas.openxmlformats.org/officeDocument/2006/relationships/image" Target="../media/image582.png"/><Relationship Id="rId663" Type="http://schemas.openxmlformats.org/officeDocument/2006/relationships/image" Target="../media/image603.png"/><Relationship Id="rId13" Type="http://schemas.openxmlformats.org/officeDocument/2006/relationships/image" Target="../media/image278.png"/><Relationship Id="rId109" Type="http://schemas.openxmlformats.org/officeDocument/2006/relationships/image" Target="../media/image326.png"/><Relationship Id="rId260" Type="http://schemas.openxmlformats.org/officeDocument/2006/relationships/customXml" Target="../ink/ink374.xml"/><Relationship Id="rId316" Type="http://schemas.openxmlformats.org/officeDocument/2006/relationships/customXml" Target="../ink/ink402.xml"/><Relationship Id="rId523" Type="http://schemas.openxmlformats.org/officeDocument/2006/relationships/image" Target="../media/image533.png"/><Relationship Id="rId55" Type="http://schemas.openxmlformats.org/officeDocument/2006/relationships/image" Target="../media/image299.png"/><Relationship Id="rId97" Type="http://schemas.openxmlformats.org/officeDocument/2006/relationships/image" Target="../media/image320.png"/><Relationship Id="rId120" Type="http://schemas.openxmlformats.org/officeDocument/2006/relationships/customXml" Target="../ink/ink304.xml"/><Relationship Id="rId358" Type="http://schemas.openxmlformats.org/officeDocument/2006/relationships/customXml" Target="../ink/ink423.xml"/><Relationship Id="rId565" Type="http://schemas.openxmlformats.org/officeDocument/2006/relationships/image" Target="../media/image554.png"/><Relationship Id="rId162" Type="http://schemas.openxmlformats.org/officeDocument/2006/relationships/customXml" Target="../ink/ink325.xml"/><Relationship Id="rId218" Type="http://schemas.openxmlformats.org/officeDocument/2006/relationships/customXml" Target="../ink/ink353.xml"/><Relationship Id="rId425" Type="http://schemas.openxmlformats.org/officeDocument/2006/relationships/image" Target="../media/image484.png"/><Relationship Id="rId467" Type="http://schemas.openxmlformats.org/officeDocument/2006/relationships/image" Target="../media/image505.png"/><Relationship Id="rId632" Type="http://schemas.openxmlformats.org/officeDocument/2006/relationships/customXml" Target="../ink/ink560.xml"/><Relationship Id="rId271" Type="http://schemas.openxmlformats.org/officeDocument/2006/relationships/image" Target="../media/image407.png"/><Relationship Id="rId674" Type="http://schemas.openxmlformats.org/officeDocument/2006/relationships/customXml" Target="../ink/ink581.xml"/><Relationship Id="rId24" Type="http://schemas.openxmlformats.org/officeDocument/2006/relationships/customXml" Target="../ink/ink256.xml"/><Relationship Id="rId66" Type="http://schemas.openxmlformats.org/officeDocument/2006/relationships/customXml" Target="../ink/ink277.xml"/><Relationship Id="rId131" Type="http://schemas.openxmlformats.org/officeDocument/2006/relationships/image" Target="../media/image337.png"/><Relationship Id="rId327" Type="http://schemas.openxmlformats.org/officeDocument/2006/relationships/image" Target="../media/image435.png"/><Relationship Id="rId369" Type="http://schemas.openxmlformats.org/officeDocument/2006/relationships/image" Target="../media/image456.png"/><Relationship Id="rId534" Type="http://schemas.openxmlformats.org/officeDocument/2006/relationships/customXml" Target="../ink/ink511.xml"/><Relationship Id="rId576" Type="http://schemas.openxmlformats.org/officeDocument/2006/relationships/customXml" Target="../ink/ink532.xml"/><Relationship Id="rId173" Type="http://schemas.openxmlformats.org/officeDocument/2006/relationships/image" Target="../media/image358.png"/><Relationship Id="rId229" Type="http://schemas.openxmlformats.org/officeDocument/2006/relationships/image" Target="../media/image386.png"/><Relationship Id="rId380" Type="http://schemas.openxmlformats.org/officeDocument/2006/relationships/customXml" Target="../ink/ink434.xml"/><Relationship Id="rId436" Type="http://schemas.openxmlformats.org/officeDocument/2006/relationships/customXml" Target="../ink/ink462.xml"/><Relationship Id="rId601" Type="http://schemas.openxmlformats.org/officeDocument/2006/relationships/image" Target="../media/image572.png"/><Relationship Id="rId643" Type="http://schemas.openxmlformats.org/officeDocument/2006/relationships/image" Target="../media/image593.png"/><Relationship Id="rId240" Type="http://schemas.openxmlformats.org/officeDocument/2006/relationships/customXml" Target="../ink/ink364.xml"/><Relationship Id="rId478" Type="http://schemas.openxmlformats.org/officeDocument/2006/relationships/customXml" Target="../ink/ink483.xml"/><Relationship Id="rId685" Type="http://schemas.openxmlformats.org/officeDocument/2006/relationships/image" Target="../media/image614.png"/><Relationship Id="rId35" Type="http://schemas.openxmlformats.org/officeDocument/2006/relationships/image" Target="../media/image289.png"/><Relationship Id="rId77" Type="http://schemas.openxmlformats.org/officeDocument/2006/relationships/image" Target="../media/image310.png"/><Relationship Id="rId100" Type="http://schemas.openxmlformats.org/officeDocument/2006/relationships/customXml" Target="../ink/ink294.xml"/><Relationship Id="rId282" Type="http://schemas.openxmlformats.org/officeDocument/2006/relationships/customXml" Target="../ink/ink385.xml"/><Relationship Id="rId338" Type="http://schemas.openxmlformats.org/officeDocument/2006/relationships/customXml" Target="../ink/ink413.xml"/><Relationship Id="rId503" Type="http://schemas.openxmlformats.org/officeDocument/2006/relationships/image" Target="../media/image523.png"/><Relationship Id="rId545" Type="http://schemas.openxmlformats.org/officeDocument/2006/relationships/image" Target="../media/image544.png"/><Relationship Id="rId587" Type="http://schemas.openxmlformats.org/officeDocument/2006/relationships/image" Target="../media/image565.png"/><Relationship Id="rId8" Type="http://schemas.openxmlformats.org/officeDocument/2006/relationships/customXml" Target="../ink/ink248.xml"/><Relationship Id="rId142" Type="http://schemas.openxmlformats.org/officeDocument/2006/relationships/customXml" Target="../ink/ink315.xml"/><Relationship Id="rId184" Type="http://schemas.openxmlformats.org/officeDocument/2006/relationships/customXml" Target="../ink/ink336.xml"/><Relationship Id="rId391" Type="http://schemas.openxmlformats.org/officeDocument/2006/relationships/image" Target="../media/image467.png"/><Relationship Id="rId405" Type="http://schemas.openxmlformats.org/officeDocument/2006/relationships/image" Target="../media/image474.png"/><Relationship Id="rId447" Type="http://schemas.openxmlformats.org/officeDocument/2006/relationships/image" Target="../media/image495.png"/><Relationship Id="rId612" Type="http://schemas.openxmlformats.org/officeDocument/2006/relationships/customXml" Target="../ink/ink550.xml"/><Relationship Id="rId251" Type="http://schemas.openxmlformats.org/officeDocument/2006/relationships/image" Target="../media/image397.png"/><Relationship Id="rId489" Type="http://schemas.openxmlformats.org/officeDocument/2006/relationships/image" Target="../media/image516.png"/><Relationship Id="rId654" Type="http://schemas.openxmlformats.org/officeDocument/2006/relationships/customXml" Target="../ink/ink571.xml"/><Relationship Id="rId696" Type="http://schemas.openxmlformats.org/officeDocument/2006/relationships/customXml" Target="../ink/ink592.xml"/><Relationship Id="rId46" Type="http://schemas.openxmlformats.org/officeDocument/2006/relationships/customXml" Target="../ink/ink267.xml"/><Relationship Id="rId293" Type="http://schemas.openxmlformats.org/officeDocument/2006/relationships/image" Target="../media/image418.png"/><Relationship Id="rId307" Type="http://schemas.openxmlformats.org/officeDocument/2006/relationships/image" Target="../media/image425.png"/><Relationship Id="rId349" Type="http://schemas.openxmlformats.org/officeDocument/2006/relationships/image" Target="../media/image446.png"/><Relationship Id="rId514" Type="http://schemas.openxmlformats.org/officeDocument/2006/relationships/customXml" Target="../ink/ink501.xml"/><Relationship Id="rId556" Type="http://schemas.openxmlformats.org/officeDocument/2006/relationships/customXml" Target="../ink/ink522.xml"/><Relationship Id="rId88" Type="http://schemas.openxmlformats.org/officeDocument/2006/relationships/customXml" Target="../ink/ink288.xml"/><Relationship Id="rId111" Type="http://schemas.openxmlformats.org/officeDocument/2006/relationships/image" Target="../media/image327.png"/><Relationship Id="rId153" Type="http://schemas.openxmlformats.org/officeDocument/2006/relationships/image" Target="../media/image348.png"/><Relationship Id="rId195" Type="http://schemas.openxmlformats.org/officeDocument/2006/relationships/image" Target="../media/image369.png"/><Relationship Id="rId209" Type="http://schemas.openxmlformats.org/officeDocument/2006/relationships/image" Target="../media/image376.png"/><Relationship Id="rId360" Type="http://schemas.openxmlformats.org/officeDocument/2006/relationships/customXml" Target="../ink/ink424.xml"/><Relationship Id="rId416" Type="http://schemas.openxmlformats.org/officeDocument/2006/relationships/customXml" Target="../ink/ink452.xml"/><Relationship Id="rId598" Type="http://schemas.openxmlformats.org/officeDocument/2006/relationships/customXml" Target="../ink/ink543.xml"/><Relationship Id="rId220" Type="http://schemas.openxmlformats.org/officeDocument/2006/relationships/customXml" Target="../ink/ink354.xml"/><Relationship Id="rId458" Type="http://schemas.openxmlformats.org/officeDocument/2006/relationships/customXml" Target="../ink/ink473.xml"/><Relationship Id="rId623" Type="http://schemas.openxmlformats.org/officeDocument/2006/relationships/image" Target="../media/image583.png"/><Relationship Id="rId665" Type="http://schemas.openxmlformats.org/officeDocument/2006/relationships/image" Target="../media/image604.png"/><Relationship Id="rId15" Type="http://schemas.openxmlformats.org/officeDocument/2006/relationships/image" Target="../media/image279.png"/><Relationship Id="rId57" Type="http://schemas.openxmlformats.org/officeDocument/2006/relationships/image" Target="../media/image300.png"/><Relationship Id="rId262" Type="http://schemas.openxmlformats.org/officeDocument/2006/relationships/customXml" Target="../ink/ink375.xml"/><Relationship Id="rId318" Type="http://schemas.openxmlformats.org/officeDocument/2006/relationships/customXml" Target="../ink/ink403.xml"/><Relationship Id="rId525" Type="http://schemas.openxmlformats.org/officeDocument/2006/relationships/image" Target="../media/image534.png"/><Relationship Id="rId567" Type="http://schemas.openxmlformats.org/officeDocument/2006/relationships/image" Target="../media/image555.png"/><Relationship Id="rId99" Type="http://schemas.openxmlformats.org/officeDocument/2006/relationships/image" Target="../media/image321.png"/><Relationship Id="rId122" Type="http://schemas.openxmlformats.org/officeDocument/2006/relationships/customXml" Target="../ink/ink305.xml"/><Relationship Id="rId164" Type="http://schemas.openxmlformats.org/officeDocument/2006/relationships/customXml" Target="../ink/ink326.xml"/><Relationship Id="rId371" Type="http://schemas.openxmlformats.org/officeDocument/2006/relationships/image" Target="../media/image457.png"/><Relationship Id="rId427" Type="http://schemas.openxmlformats.org/officeDocument/2006/relationships/image" Target="../media/image485.png"/><Relationship Id="rId469" Type="http://schemas.openxmlformats.org/officeDocument/2006/relationships/image" Target="../media/image506.png"/><Relationship Id="rId634" Type="http://schemas.openxmlformats.org/officeDocument/2006/relationships/customXml" Target="../ink/ink561.xml"/><Relationship Id="rId676" Type="http://schemas.openxmlformats.org/officeDocument/2006/relationships/customXml" Target="../ink/ink582.xml"/><Relationship Id="rId26" Type="http://schemas.openxmlformats.org/officeDocument/2006/relationships/customXml" Target="../ink/ink257.xml"/><Relationship Id="rId231" Type="http://schemas.openxmlformats.org/officeDocument/2006/relationships/image" Target="../media/image387.png"/><Relationship Id="rId273" Type="http://schemas.openxmlformats.org/officeDocument/2006/relationships/image" Target="../media/image408.png"/><Relationship Id="rId329" Type="http://schemas.openxmlformats.org/officeDocument/2006/relationships/image" Target="../media/image436.png"/><Relationship Id="rId480" Type="http://schemas.openxmlformats.org/officeDocument/2006/relationships/customXml" Target="../ink/ink484.xml"/><Relationship Id="rId536" Type="http://schemas.openxmlformats.org/officeDocument/2006/relationships/customXml" Target="../ink/ink512.xml"/><Relationship Id="rId68" Type="http://schemas.openxmlformats.org/officeDocument/2006/relationships/customXml" Target="../ink/ink278.xml"/><Relationship Id="rId133" Type="http://schemas.openxmlformats.org/officeDocument/2006/relationships/image" Target="../media/image338.png"/><Relationship Id="rId175" Type="http://schemas.openxmlformats.org/officeDocument/2006/relationships/image" Target="../media/image359.png"/><Relationship Id="rId340" Type="http://schemas.openxmlformats.org/officeDocument/2006/relationships/customXml" Target="../ink/ink414.xml"/><Relationship Id="rId578" Type="http://schemas.openxmlformats.org/officeDocument/2006/relationships/customXml" Target="../ink/ink533.xml"/><Relationship Id="rId200" Type="http://schemas.openxmlformats.org/officeDocument/2006/relationships/customXml" Target="../ink/ink344.xml"/><Relationship Id="rId382" Type="http://schemas.openxmlformats.org/officeDocument/2006/relationships/customXml" Target="../ink/ink435.xml"/><Relationship Id="rId438" Type="http://schemas.openxmlformats.org/officeDocument/2006/relationships/customXml" Target="../ink/ink463.xml"/><Relationship Id="rId603" Type="http://schemas.openxmlformats.org/officeDocument/2006/relationships/image" Target="../media/image573.png"/><Relationship Id="rId645" Type="http://schemas.openxmlformats.org/officeDocument/2006/relationships/image" Target="../media/image594.png"/><Relationship Id="rId687" Type="http://schemas.openxmlformats.org/officeDocument/2006/relationships/image" Target="../media/image615.png"/><Relationship Id="rId242" Type="http://schemas.openxmlformats.org/officeDocument/2006/relationships/customXml" Target="../ink/ink365.xml"/><Relationship Id="rId284" Type="http://schemas.openxmlformats.org/officeDocument/2006/relationships/customXml" Target="../ink/ink386.xml"/><Relationship Id="rId491" Type="http://schemas.openxmlformats.org/officeDocument/2006/relationships/image" Target="../media/image517.png"/><Relationship Id="rId505" Type="http://schemas.openxmlformats.org/officeDocument/2006/relationships/image" Target="../media/image524.png"/><Relationship Id="rId37" Type="http://schemas.openxmlformats.org/officeDocument/2006/relationships/image" Target="../media/image290.png"/><Relationship Id="rId79" Type="http://schemas.openxmlformats.org/officeDocument/2006/relationships/image" Target="../media/image311.png"/><Relationship Id="rId102" Type="http://schemas.openxmlformats.org/officeDocument/2006/relationships/customXml" Target="../ink/ink295.xml"/><Relationship Id="rId144" Type="http://schemas.openxmlformats.org/officeDocument/2006/relationships/customXml" Target="../ink/ink316.xml"/><Relationship Id="rId547" Type="http://schemas.openxmlformats.org/officeDocument/2006/relationships/image" Target="../media/image545.png"/><Relationship Id="rId589" Type="http://schemas.openxmlformats.org/officeDocument/2006/relationships/image" Target="../media/image566.png"/><Relationship Id="rId90" Type="http://schemas.openxmlformats.org/officeDocument/2006/relationships/customXml" Target="../ink/ink289.xml"/><Relationship Id="rId186" Type="http://schemas.openxmlformats.org/officeDocument/2006/relationships/customXml" Target="../ink/ink337.xml"/><Relationship Id="rId351" Type="http://schemas.openxmlformats.org/officeDocument/2006/relationships/image" Target="../media/image447.png"/><Relationship Id="rId393" Type="http://schemas.openxmlformats.org/officeDocument/2006/relationships/image" Target="../media/image468.png"/><Relationship Id="rId407" Type="http://schemas.openxmlformats.org/officeDocument/2006/relationships/image" Target="../media/image475.png"/><Relationship Id="rId449" Type="http://schemas.openxmlformats.org/officeDocument/2006/relationships/image" Target="../media/image496.png"/><Relationship Id="rId614" Type="http://schemas.openxmlformats.org/officeDocument/2006/relationships/customXml" Target="../ink/ink551.xml"/><Relationship Id="rId656" Type="http://schemas.openxmlformats.org/officeDocument/2006/relationships/customXml" Target="../ink/ink572.xml"/><Relationship Id="rId211" Type="http://schemas.openxmlformats.org/officeDocument/2006/relationships/image" Target="../media/image377.png"/><Relationship Id="rId253" Type="http://schemas.openxmlformats.org/officeDocument/2006/relationships/image" Target="../media/image398.png"/><Relationship Id="rId295" Type="http://schemas.openxmlformats.org/officeDocument/2006/relationships/image" Target="../media/image419.png"/><Relationship Id="rId309" Type="http://schemas.openxmlformats.org/officeDocument/2006/relationships/image" Target="../media/image426.png"/><Relationship Id="rId460" Type="http://schemas.openxmlformats.org/officeDocument/2006/relationships/customXml" Target="../ink/ink474.xml"/><Relationship Id="rId516" Type="http://schemas.openxmlformats.org/officeDocument/2006/relationships/customXml" Target="../ink/ink502.xml"/><Relationship Id="rId698" Type="http://schemas.openxmlformats.org/officeDocument/2006/relationships/customXml" Target="../ink/ink593.xml"/><Relationship Id="rId48" Type="http://schemas.openxmlformats.org/officeDocument/2006/relationships/customXml" Target="../ink/ink268.xml"/><Relationship Id="rId113" Type="http://schemas.openxmlformats.org/officeDocument/2006/relationships/image" Target="../media/image328.png"/><Relationship Id="rId320" Type="http://schemas.openxmlformats.org/officeDocument/2006/relationships/customXml" Target="../ink/ink404.xml"/><Relationship Id="rId558" Type="http://schemas.openxmlformats.org/officeDocument/2006/relationships/customXml" Target="../ink/ink523.xml"/><Relationship Id="rId155" Type="http://schemas.openxmlformats.org/officeDocument/2006/relationships/image" Target="../media/image349.png"/><Relationship Id="rId197" Type="http://schemas.openxmlformats.org/officeDocument/2006/relationships/image" Target="../media/image370.png"/><Relationship Id="rId362" Type="http://schemas.openxmlformats.org/officeDocument/2006/relationships/customXml" Target="../ink/ink425.xml"/><Relationship Id="rId418" Type="http://schemas.openxmlformats.org/officeDocument/2006/relationships/customXml" Target="../ink/ink453.xml"/><Relationship Id="rId625" Type="http://schemas.openxmlformats.org/officeDocument/2006/relationships/image" Target="../media/image584.png"/><Relationship Id="rId222" Type="http://schemas.openxmlformats.org/officeDocument/2006/relationships/customXml" Target="../ink/ink355.xml"/><Relationship Id="rId264" Type="http://schemas.openxmlformats.org/officeDocument/2006/relationships/customXml" Target="../ink/ink376.xml"/><Relationship Id="rId471" Type="http://schemas.openxmlformats.org/officeDocument/2006/relationships/image" Target="../media/image507.png"/><Relationship Id="rId667" Type="http://schemas.openxmlformats.org/officeDocument/2006/relationships/image" Target="../media/image605.png"/><Relationship Id="rId17" Type="http://schemas.openxmlformats.org/officeDocument/2006/relationships/image" Target="../media/image280.png"/><Relationship Id="rId59" Type="http://schemas.openxmlformats.org/officeDocument/2006/relationships/image" Target="../media/image301.png"/><Relationship Id="rId124" Type="http://schemas.openxmlformats.org/officeDocument/2006/relationships/customXml" Target="../ink/ink306.xml"/><Relationship Id="rId527" Type="http://schemas.openxmlformats.org/officeDocument/2006/relationships/image" Target="../media/image535.png"/><Relationship Id="rId569" Type="http://schemas.openxmlformats.org/officeDocument/2006/relationships/image" Target="../media/image556.png"/><Relationship Id="rId70" Type="http://schemas.openxmlformats.org/officeDocument/2006/relationships/customXml" Target="../ink/ink279.xml"/><Relationship Id="rId166" Type="http://schemas.openxmlformats.org/officeDocument/2006/relationships/customXml" Target="../ink/ink327.xml"/><Relationship Id="rId331" Type="http://schemas.openxmlformats.org/officeDocument/2006/relationships/image" Target="../media/image437.png"/><Relationship Id="rId373" Type="http://schemas.openxmlformats.org/officeDocument/2006/relationships/image" Target="../media/image458.png"/><Relationship Id="rId429" Type="http://schemas.openxmlformats.org/officeDocument/2006/relationships/image" Target="../media/image486.png"/><Relationship Id="rId580" Type="http://schemas.openxmlformats.org/officeDocument/2006/relationships/customXml" Target="../ink/ink534.xml"/><Relationship Id="rId636" Type="http://schemas.openxmlformats.org/officeDocument/2006/relationships/customXml" Target="../ink/ink562.xml"/><Relationship Id="rId1" Type="http://schemas.openxmlformats.org/officeDocument/2006/relationships/slideLayout" Target="../slideLayouts/slideLayout22.xml"/><Relationship Id="rId233" Type="http://schemas.openxmlformats.org/officeDocument/2006/relationships/image" Target="../media/image388.png"/><Relationship Id="rId440" Type="http://schemas.openxmlformats.org/officeDocument/2006/relationships/customXml" Target="../ink/ink464.xml"/><Relationship Id="rId678" Type="http://schemas.openxmlformats.org/officeDocument/2006/relationships/customXml" Target="../ink/ink583.xml"/><Relationship Id="rId28" Type="http://schemas.openxmlformats.org/officeDocument/2006/relationships/customXml" Target="../ink/ink258.xml"/><Relationship Id="rId275" Type="http://schemas.openxmlformats.org/officeDocument/2006/relationships/image" Target="../media/image409.png"/><Relationship Id="rId300" Type="http://schemas.openxmlformats.org/officeDocument/2006/relationships/customXml" Target="../ink/ink394.xml"/><Relationship Id="rId482" Type="http://schemas.openxmlformats.org/officeDocument/2006/relationships/customXml" Target="../ink/ink485.xml"/><Relationship Id="rId538" Type="http://schemas.openxmlformats.org/officeDocument/2006/relationships/customXml" Target="../ink/ink513.xml"/><Relationship Id="rId81" Type="http://schemas.openxmlformats.org/officeDocument/2006/relationships/image" Target="../media/image312.png"/><Relationship Id="rId135" Type="http://schemas.openxmlformats.org/officeDocument/2006/relationships/image" Target="../media/image339.png"/><Relationship Id="rId177" Type="http://schemas.openxmlformats.org/officeDocument/2006/relationships/image" Target="../media/image360.png"/><Relationship Id="rId342" Type="http://schemas.openxmlformats.org/officeDocument/2006/relationships/customXml" Target="../ink/ink415.xml"/><Relationship Id="rId384" Type="http://schemas.openxmlformats.org/officeDocument/2006/relationships/customXml" Target="../ink/ink436.xml"/><Relationship Id="rId591" Type="http://schemas.openxmlformats.org/officeDocument/2006/relationships/image" Target="../media/image567.png"/><Relationship Id="rId605" Type="http://schemas.openxmlformats.org/officeDocument/2006/relationships/image" Target="../media/image574.png"/><Relationship Id="rId202" Type="http://schemas.openxmlformats.org/officeDocument/2006/relationships/customXml" Target="../ink/ink345.xml"/><Relationship Id="rId244" Type="http://schemas.openxmlformats.org/officeDocument/2006/relationships/customXml" Target="../ink/ink366.xml"/><Relationship Id="rId647" Type="http://schemas.openxmlformats.org/officeDocument/2006/relationships/image" Target="../media/image595.png"/><Relationship Id="rId689" Type="http://schemas.openxmlformats.org/officeDocument/2006/relationships/image" Target="../media/image616.png"/><Relationship Id="rId39" Type="http://schemas.openxmlformats.org/officeDocument/2006/relationships/image" Target="../media/image291.png"/><Relationship Id="rId286" Type="http://schemas.openxmlformats.org/officeDocument/2006/relationships/customXml" Target="../ink/ink387.xml"/><Relationship Id="rId451" Type="http://schemas.openxmlformats.org/officeDocument/2006/relationships/image" Target="../media/image497.png"/><Relationship Id="rId493" Type="http://schemas.openxmlformats.org/officeDocument/2006/relationships/image" Target="../media/image518.png"/><Relationship Id="rId507" Type="http://schemas.openxmlformats.org/officeDocument/2006/relationships/image" Target="../media/image525.png"/><Relationship Id="rId549" Type="http://schemas.openxmlformats.org/officeDocument/2006/relationships/image" Target="../media/image546.png"/><Relationship Id="rId50" Type="http://schemas.openxmlformats.org/officeDocument/2006/relationships/customXml" Target="../ink/ink269.xml"/><Relationship Id="rId104" Type="http://schemas.openxmlformats.org/officeDocument/2006/relationships/customXml" Target="../ink/ink296.xml"/><Relationship Id="rId146" Type="http://schemas.openxmlformats.org/officeDocument/2006/relationships/customXml" Target="../ink/ink317.xml"/><Relationship Id="rId188" Type="http://schemas.openxmlformats.org/officeDocument/2006/relationships/customXml" Target="../ink/ink338.xml"/><Relationship Id="rId311" Type="http://schemas.openxmlformats.org/officeDocument/2006/relationships/image" Target="../media/image427.png"/><Relationship Id="rId353" Type="http://schemas.openxmlformats.org/officeDocument/2006/relationships/image" Target="../media/image448.png"/><Relationship Id="rId395" Type="http://schemas.openxmlformats.org/officeDocument/2006/relationships/image" Target="../media/image469.png"/><Relationship Id="rId409" Type="http://schemas.openxmlformats.org/officeDocument/2006/relationships/image" Target="../media/image476.png"/><Relationship Id="rId560" Type="http://schemas.openxmlformats.org/officeDocument/2006/relationships/customXml" Target="../ink/ink524.xml"/><Relationship Id="rId92" Type="http://schemas.openxmlformats.org/officeDocument/2006/relationships/customXml" Target="../ink/ink290.xml"/><Relationship Id="rId213" Type="http://schemas.openxmlformats.org/officeDocument/2006/relationships/image" Target="../media/image378.png"/><Relationship Id="rId420" Type="http://schemas.openxmlformats.org/officeDocument/2006/relationships/customXml" Target="../ink/ink454.xml"/><Relationship Id="rId616" Type="http://schemas.openxmlformats.org/officeDocument/2006/relationships/customXml" Target="../ink/ink552.xml"/><Relationship Id="rId658" Type="http://schemas.openxmlformats.org/officeDocument/2006/relationships/customXml" Target="../ink/ink573.xml"/><Relationship Id="rId255" Type="http://schemas.openxmlformats.org/officeDocument/2006/relationships/image" Target="../media/image399.png"/><Relationship Id="rId297" Type="http://schemas.openxmlformats.org/officeDocument/2006/relationships/image" Target="../media/image420.png"/><Relationship Id="rId462" Type="http://schemas.openxmlformats.org/officeDocument/2006/relationships/customXml" Target="../ink/ink475.xml"/><Relationship Id="rId518" Type="http://schemas.openxmlformats.org/officeDocument/2006/relationships/customXml" Target="../ink/ink503.xml"/><Relationship Id="rId115" Type="http://schemas.openxmlformats.org/officeDocument/2006/relationships/image" Target="../media/image329.png"/><Relationship Id="rId157" Type="http://schemas.openxmlformats.org/officeDocument/2006/relationships/image" Target="../media/image350.png"/><Relationship Id="rId322" Type="http://schemas.openxmlformats.org/officeDocument/2006/relationships/customXml" Target="../ink/ink405.xml"/><Relationship Id="rId364" Type="http://schemas.openxmlformats.org/officeDocument/2006/relationships/customXml" Target="../ink/ink426.xml"/><Relationship Id="rId61" Type="http://schemas.openxmlformats.org/officeDocument/2006/relationships/image" Target="../media/image302.png"/><Relationship Id="rId199" Type="http://schemas.openxmlformats.org/officeDocument/2006/relationships/image" Target="../media/image371.png"/><Relationship Id="rId571" Type="http://schemas.openxmlformats.org/officeDocument/2006/relationships/image" Target="../media/image557.png"/><Relationship Id="rId627" Type="http://schemas.openxmlformats.org/officeDocument/2006/relationships/image" Target="../media/image585.png"/><Relationship Id="rId669" Type="http://schemas.openxmlformats.org/officeDocument/2006/relationships/image" Target="../media/image606.png"/><Relationship Id="rId19" Type="http://schemas.openxmlformats.org/officeDocument/2006/relationships/image" Target="../media/image281.png"/><Relationship Id="rId224" Type="http://schemas.openxmlformats.org/officeDocument/2006/relationships/customXml" Target="../ink/ink356.xml"/><Relationship Id="rId266" Type="http://schemas.openxmlformats.org/officeDocument/2006/relationships/customXml" Target="../ink/ink377.xml"/><Relationship Id="rId431" Type="http://schemas.openxmlformats.org/officeDocument/2006/relationships/image" Target="../media/image487.png"/><Relationship Id="rId473" Type="http://schemas.openxmlformats.org/officeDocument/2006/relationships/image" Target="../media/image508.png"/><Relationship Id="rId529" Type="http://schemas.openxmlformats.org/officeDocument/2006/relationships/image" Target="../media/image536.png"/><Relationship Id="rId680" Type="http://schemas.openxmlformats.org/officeDocument/2006/relationships/customXml" Target="../ink/ink584.xml"/><Relationship Id="rId30" Type="http://schemas.openxmlformats.org/officeDocument/2006/relationships/customXml" Target="../ink/ink259.xml"/><Relationship Id="rId126" Type="http://schemas.openxmlformats.org/officeDocument/2006/relationships/customXml" Target="../ink/ink307.xml"/><Relationship Id="rId168" Type="http://schemas.openxmlformats.org/officeDocument/2006/relationships/customXml" Target="../ink/ink328.xml"/><Relationship Id="rId333" Type="http://schemas.openxmlformats.org/officeDocument/2006/relationships/image" Target="../media/image438.png"/><Relationship Id="rId540" Type="http://schemas.openxmlformats.org/officeDocument/2006/relationships/customXml" Target="../ink/ink514.xml"/><Relationship Id="rId72" Type="http://schemas.openxmlformats.org/officeDocument/2006/relationships/customXml" Target="../ink/ink280.xml"/><Relationship Id="rId375" Type="http://schemas.openxmlformats.org/officeDocument/2006/relationships/image" Target="../media/image459.png"/><Relationship Id="rId582" Type="http://schemas.openxmlformats.org/officeDocument/2006/relationships/customXml" Target="../ink/ink535.xml"/><Relationship Id="rId638" Type="http://schemas.openxmlformats.org/officeDocument/2006/relationships/customXml" Target="../ink/ink563.xml"/><Relationship Id="rId3" Type="http://schemas.openxmlformats.org/officeDocument/2006/relationships/image" Target="../media/image273.png"/><Relationship Id="rId235" Type="http://schemas.openxmlformats.org/officeDocument/2006/relationships/image" Target="../media/image389.png"/><Relationship Id="rId277" Type="http://schemas.openxmlformats.org/officeDocument/2006/relationships/image" Target="../media/image410.png"/><Relationship Id="rId400" Type="http://schemas.openxmlformats.org/officeDocument/2006/relationships/customXml" Target="../ink/ink444.xml"/><Relationship Id="rId442" Type="http://schemas.openxmlformats.org/officeDocument/2006/relationships/customXml" Target="../ink/ink465.xml"/><Relationship Id="rId484" Type="http://schemas.openxmlformats.org/officeDocument/2006/relationships/customXml" Target="../ink/ink486.xml"/><Relationship Id="rId137" Type="http://schemas.openxmlformats.org/officeDocument/2006/relationships/image" Target="../media/image340.png"/><Relationship Id="rId302" Type="http://schemas.openxmlformats.org/officeDocument/2006/relationships/customXml" Target="../ink/ink395.xml"/><Relationship Id="rId344" Type="http://schemas.openxmlformats.org/officeDocument/2006/relationships/customXml" Target="../ink/ink416.xml"/><Relationship Id="rId691" Type="http://schemas.openxmlformats.org/officeDocument/2006/relationships/image" Target="../media/image617.png"/><Relationship Id="rId41" Type="http://schemas.openxmlformats.org/officeDocument/2006/relationships/image" Target="../media/image292.png"/><Relationship Id="rId83" Type="http://schemas.openxmlformats.org/officeDocument/2006/relationships/image" Target="../media/image313.png"/><Relationship Id="rId179" Type="http://schemas.openxmlformats.org/officeDocument/2006/relationships/image" Target="../media/image361.png"/><Relationship Id="rId386" Type="http://schemas.openxmlformats.org/officeDocument/2006/relationships/customXml" Target="../ink/ink437.xml"/><Relationship Id="rId551" Type="http://schemas.openxmlformats.org/officeDocument/2006/relationships/image" Target="../media/image547.png"/><Relationship Id="rId593" Type="http://schemas.openxmlformats.org/officeDocument/2006/relationships/image" Target="../media/image568.png"/><Relationship Id="rId607" Type="http://schemas.openxmlformats.org/officeDocument/2006/relationships/image" Target="../media/image575.png"/><Relationship Id="rId649" Type="http://schemas.openxmlformats.org/officeDocument/2006/relationships/image" Target="../media/image596.png"/><Relationship Id="rId190" Type="http://schemas.openxmlformats.org/officeDocument/2006/relationships/customXml" Target="../ink/ink339.xml"/><Relationship Id="rId204" Type="http://schemas.openxmlformats.org/officeDocument/2006/relationships/customXml" Target="../ink/ink346.xml"/><Relationship Id="rId246" Type="http://schemas.openxmlformats.org/officeDocument/2006/relationships/customXml" Target="../ink/ink367.xml"/><Relationship Id="rId288" Type="http://schemas.openxmlformats.org/officeDocument/2006/relationships/customXml" Target="../ink/ink388.xml"/><Relationship Id="rId411" Type="http://schemas.openxmlformats.org/officeDocument/2006/relationships/image" Target="../media/image477.png"/><Relationship Id="rId453" Type="http://schemas.openxmlformats.org/officeDocument/2006/relationships/image" Target="../media/image498.png"/><Relationship Id="rId509" Type="http://schemas.openxmlformats.org/officeDocument/2006/relationships/image" Target="../media/image526.png"/><Relationship Id="rId660" Type="http://schemas.openxmlformats.org/officeDocument/2006/relationships/customXml" Target="../ink/ink574.xml"/><Relationship Id="rId106" Type="http://schemas.openxmlformats.org/officeDocument/2006/relationships/customXml" Target="../ink/ink297.xml"/><Relationship Id="rId313" Type="http://schemas.openxmlformats.org/officeDocument/2006/relationships/image" Target="../media/image428.png"/><Relationship Id="rId495" Type="http://schemas.openxmlformats.org/officeDocument/2006/relationships/image" Target="../media/image519.png"/><Relationship Id="rId10" Type="http://schemas.openxmlformats.org/officeDocument/2006/relationships/customXml" Target="../ink/ink249.xml"/><Relationship Id="rId52" Type="http://schemas.openxmlformats.org/officeDocument/2006/relationships/customXml" Target="../ink/ink270.xml"/><Relationship Id="rId94" Type="http://schemas.openxmlformats.org/officeDocument/2006/relationships/customXml" Target="../ink/ink291.xml"/><Relationship Id="rId148" Type="http://schemas.openxmlformats.org/officeDocument/2006/relationships/customXml" Target="../ink/ink318.xml"/><Relationship Id="rId355" Type="http://schemas.openxmlformats.org/officeDocument/2006/relationships/image" Target="../media/image449.png"/><Relationship Id="rId397" Type="http://schemas.openxmlformats.org/officeDocument/2006/relationships/image" Target="../media/image470.png"/><Relationship Id="rId520" Type="http://schemas.openxmlformats.org/officeDocument/2006/relationships/customXml" Target="../ink/ink504.xml"/><Relationship Id="rId562" Type="http://schemas.openxmlformats.org/officeDocument/2006/relationships/customXml" Target="../ink/ink525.xml"/><Relationship Id="rId618" Type="http://schemas.openxmlformats.org/officeDocument/2006/relationships/customXml" Target="../ink/ink553.xml"/><Relationship Id="rId215" Type="http://schemas.openxmlformats.org/officeDocument/2006/relationships/image" Target="../media/image379.png"/><Relationship Id="rId257" Type="http://schemas.openxmlformats.org/officeDocument/2006/relationships/image" Target="../media/image400.png"/><Relationship Id="rId422" Type="http://schemas.openxmlformats.org/officeDocument/2006/relationships/customXml" Target="../ink/ink455.xml"/><Relationship Id="rId464" Type="http://schemas.openxmlformats.org/officeDocument/2006/relationships/customXml" Target="../ink/ink476.xml"/><Relationship Id="rId299" Type="http://schemas.openxmlformats.org/officeDocument/2006/relationships/image" Target="../media/image421.png"/><Relationship Id="rId63" Type="http://schemas.openxmlformats.org/officeDocument/2006/relationships/image" Target="../media/image303.png"/><Relationship Id="rId159" Type="http://schemas.openxmlformats.org/officeDocument/2006/relationships/image" Target="../media/image351.png"/><Relationship Id="rId366" Type="http://schemas.openxmlformats.org/officeDocument/2006/relationships/customXml" Target="../ink/ink427.xml"/><Relationship Id="rId573" Type="http://schemas.openxmlformats.org/officeDocument/2006/relationships/image" Target="../media/image558.png"/><Relationship Id="rId226" Type="http://schemas.openxmlformats.org/officeDocument/2006/relationships/customXml" Target="../ink/ink357.xml"/><Relationship Id="rId433" Type="http://schemas.openxmlformats.org/officeDocument/2006/relationships/image" Target="../media/image488.png"/><Relationship Id="rId640" Type="http://schemas.openxmlformats.org/officeDocument/2006/relationships/customXml" Target="../ink/ink564.xml"/><Relationship Id="rId74" Type="http://schemas.openxmlformats.org/officeDocument/2006/relationships/customXml" Target="../ink/ink281.xml"/><Relationship Id="rId377" Type="http://schemas.openxmlformats.org/officeDocument/2006/relationships/image" Target="../media/image460.png"/><Relationship Id="rId500" Type="http://schemas.openxmlformats.org/officeDocument/2006/relationships/customXml" Target="../ink/ink494.xml"/><Relationship Id="rId584" Type="http://schemas.openxmlformats.org/officeDocument/2006/relationships/customXml" Target="../ink/ink536.xml"/><Relationship Id="rId5" Type="http://schemas.openxmlformats.org/officeDocument/2006/relationships/image" Target="../media/image274.png"/><Relationship Id="rId237" Type="http://schemas.openxmlformats.org/officeDocument/2006/relationships/image" Target="../media/image390.png"/><Relationship Id="rId444" Type="http://schemas.openxmlformats.org/officeDocument/2006/relationships/customXml" Target="../ink/ink466.xml"/><Relationship Id="rId651" Type="http://schemas.openxmlformats.org/officeDocument/2006/relationships/image" Target="../media/image597.png"/><Relationship Id="rId290" Type="http://schemas.openxmlformats.org/officeDocument/2006/relationships/customXml" Target="../ink/ink389.xml"/><Relationship Id="rId304" Type="http://schemas.openxmlformats.org/officeDocument/2006/relationships/customXml" Target="../ink/ink396.xml"/><Relationship Id="rId388" Type="http://schemas.openxmlformats.org/officeDocument/2006/relationships/customXml" Target="../ink/ink438.xml"/><Relationship Id="rId511" Type="http://schemas.openxmlformats.org/officeDocument/2006/relationships/image" Target="../media/image527.png"/><Relationship Id="rId609" Type="http://schemas.openxmlformats.org/officeDocument/2006/relationships/image" Target="../media/image576.png"/><Relationship Id="rId85" Type="http://schemas.openxmlformats.org/officeDocument/2006/relationships/image" Target="../media/image314.png"/><Relationship Id="rId150" Type="http://schemas.openxmlformats.org/officeDocument/2006/relationships/customXml" Target="../ink/ink319.xml"/><Relationship Id="rId595" Type="http://schemas.openxmlformats.org/officeDocument/2006/relationships/image" Target="../media/image569.png"/><Relationship Id="rId248" Type="http://schemas.openxmlformats.org/officeDocument/2006/relationships/customXml" Target="../ink/ink368.xml"/><Relationship Id="rId455" Type="http://schemas.openxmlformats.org/officeDocument/2006/relationships/image" Target="../media/image499.png"/><Relationship Id="rId662" Type="http://schemas.openxmlformats.org/officeDocument/2006/relationships/customXml" Target="../ink/ink575.xml"/><Relationship Id="rId12" Type="http://schemas.openxmlformats.org/officeDocument/2006/relationships/customXml" Target="../ink/ink250.xml"/><Relationship Id="rId108" Type="http://schemas.openxmlformats.org/officeDocument/2006/relationships/customXml" Target="../ink/ink298.xml"/><Relationship Id="rId315" Type="http://schemas.openxmlformats.org/officeDocument/2006/relationships/image" Target="../media/image429.png"/><Relationship Id="rId522" Type="http://schemas.openxmlformats.org/officeDocument/2006/relationships/customXml" Target="../ink/ink505.xml"/><Relationship Id="rId96" Type="http://schemas.openxmlformats.org/officeDocument/2006/relationships/customXml" Target="../ink/ink292.xml"/><Relationship Id="rId161" Type="http://schemas.openxmlformats.org/officeDocument/2006/relationships/image" Target="../media/image352.png"/><Relationship Id="rId399" Type="http://schemas.openxmlformats.org/officeDocument/2006/relationships/image" Target="../media/image471.png"/><Relationship Id="rId259" Type="http://schemas.openxmlformats.org/officeDocument/2006/relationships/image" Target="../media/image401.png"/><Relationship Id="rId466" Type="http://schemas.openxmlformats.org/officeDocument/2006/relationships/customXml" Target="../ink/ink477.xml"/><Relationship Id="rId673" Type="http://schemas.openxmlformats.org/officeDocument/2006/relationships/image" Target="../media/image608.png"/><Relationship Id="rId23" Type="http://schemas.openxmlformats.org/officeDocument/2006/relationships/image" Target="../media/image283.png"/><Relationship Id="rId119" Type="http://schemas.openxmlformats.org/officeDocument/2006/relationships/image" Target="../media/image331.png"/><Relationship Id="rId326" Type="http://schemas.openxmlformats.org/officeDocument/2006/relationships/customXml" Target="../ink/ink407.xml"/><Relationship Id="rId533" Type="http://schemas.openxmlformats.org/officeDocument/2006/relationships/image" Target="../media/image538.png"/><Relationship Id="rId172" Type="http://schemas.openxmlformats.org/officeDocument/2006/relationships/customXml" Target="../ink/ink330.xml"/><Relationship Id="rId477" Type="http://schemas.openxmlformats.org/officeDocument/2006/relationships/image" Target="../media/image510.png"/><Relationship Id="rId600" Type="http://schemas.openxmlformats.org/officeDocument/2006/relationships/customXml" Target="../ink/ink544.xml"/><Relationship Id="rId684" Type="http://schemas.openxmlformats.org/officeDocument/2006/relationships/customXml" Target="../ink/ink586.xml"/><Relationship Id="rId337" Type="http://schemas.openxmlformats.org/officeDocument/2006/relationships/image" Target="../media/image440.png"/><Relationship Id="rId34" Type="http://schemas.openxmlformats.org/officeDocument/2006/relationships/customXml" Target="../ink/ink261.xml"/><Relationship Id="rId544" Type="http://schemas.openxmlformats.org/officeDocument/2006/relationships/customXml" Target="../ink/ink516.xml"/><Relationship Id="rId183" Type="http://schemas.openxmlformats.org/officeDocument/2006/relationships/image" Target="../media/image363.png"/><Relationship Id="rId390" Type="http://schemas.openxmlformats.org/officeDocument/2006/relationships/customXml" Target="../ink/ink439.xml"/><Relationship Id="rId404" Type="http://schemas.openxmlformats.org/officeDocument/2006/relationships/customXml" Target="../ink/ink446.xml"/><Relationship Id="rId611" Type="http://schemas.openxmlformats.org/officeDocument/2006/relationships/image" Target="../media/image577.png"/><Relationship Id="rId250" Type="http://schemas.openxmlformats.org/officeDocument/2006/relationships/customXml" Target="../ink/ink369.xml"/><Relationship Id="rId488" Type="http://schemas.openxmlformats.org/officeDocument/2006/relationships/customXml" Target="../ink/ink488.xml"/><Relationship Id="rId695" Type="http://schemas.openxmlformats.org/officeDocument/2006/relationships/image" Target="../media/image619.png"/><Relationship Id="rId45" Type="http://schemas.openxmlformats.org/officeDocument/2006/relationships/image" Target="../media/image294.png"/><Relationship Id="rId110" Type="http://schemas.openxmlformats.org/officeDocument/2006/relationships/customXml" Target="../ink/ink299.xml"/><Relationship Id="rId348" Type="http://schemas.openxmlformats.org/officeDocument/2006/relationships/customXml" Target="../ink/ink418.xml"/><Relationship Id="rId555" Type="http://schemas.openxmlformats.org/officeDocument/2006/relationships/image" Target="../media/image549.png"/><Relationship Id="rId194" Type="http://schemas.openxmlformats.org/officeDocument/2006/relationships/customXml" Target="../ink/ink341.xml"/><Relationship Id="rId208" Type="http://schemas.openxmlformats.org/officeDocument/2006/relationships/customXml" Target="../ink/ink348.xml"/><Relationship Id="rId415" Type="http://schemas.openxmlformats.org/officeDocument/2006/relationships/image" Target="../media/image479.png"/><Relationship Id="rId622" Type="http://schemas.openxmlformats.org/officeDocument/2006/relationships/customXml" Target="../ink/ink555.xml"/><Relationship Id="rId261" Type="http://schemas.openxmlformats.org/officeDocument/2006/relationships/image" Target="../media/image402.png"/><Relationship Id="rId499" Type="http://schemas.openxmlformats.org/officeDocument/2006/relationships/image" Target="../media/image521.png"/><Relationship Id="rId56" Type="http://schemas.openxmlformats.org/officeDocument/2006/relationships/customXml" Target="../ink/ink272.xml"/><Relationship Id="rId359" Type="http://schemas.openxmlformats.org/officeDocument/2006/relationships/image" Target="../media/image451.png"/><Relationship Id="rId566" Type="http://schemas.openxmlformats.org/officeDocument/2006/relationships/customXml" Target="../ink/ink527.xml"/><Relationship Id="rId121" Type="http://schemas.openxmlformats.org/officeDocument/2006/relationships/image" Target="../media/image332.png"/><Relationship Id="rId219" Type="http://schemas.openxmlformats.org/officeDocument/2006/relationships/image" Target="../media/image381.png"/><Relationship Id="rId426" Type="http://schemas.openxmlformats.org/officeDocument/2006/relationships/customXml" Target="../ink/ink457.xml"/><Relationship Id="rId633" Type="http://schemas.openxmlformats.org/officeDocument/2006/relationships/image" Target="../media/image588.png"/><Relationship Id="rId67" Type="http://schemas.openxmlformats.org/officeDocument/2006/relationships/image" Target="../media/image305.png"/><Relationship Id="rId272" Type="http://schemas.openxmlformats.org/officeDocument/2006/relationships/customXml" Target="../ink/ink380.xml"/><Relationship Id="rId577" Type="http://schemas.openxmlformats.org/officeDocument/2006/relationships/image" Target="../media/image560.png"/><Relationship Id="rId132" Type="http://schemas.openxmlformats.org/officeDocument/2006/relationships/customXml" Target="../ink/ink310.xml"/><Relationship Id="rId437" Type="http://schemas.openxmlformats.org/officeDocument/2006/relationships/image" Target="../media/image490.png"/><Relationship Id="rId644" Type="http://schemas.openxmlformats.org/officeDocument/2006/relationships/customXml" Target="../ink/ink566.xml"/><Relationship Id="rId283" Type="http://schemas.openxmlformats.org/officeDocument/2006/relationships/image" Target="../media/image413.png"/><Relationship Id="rId490" Type="http://schemas.openxmlformats.org/officeDocument/2006/relationships/customXml" Target="../ink/ink489.xml"/><Relationship Id="rId504" Type="http://schemas.openxmlformats.org/officeDocument/2006/relationships/customXml" Target="../ink/ink496.xml"/><Relationship Id="rId78" Type="http://schemas.openxmlformats.org/officeDocument/2006/relationships/customXml" Target="../ink/ink283.xml"/><Relationship Id="rId143" Type="http://schemas.openxmlformats.org/officeDocument/2006/relationships/image" Target="../media/image343.png"/><Relationship Id="rId350" Type="http://schemas.openxmlformats.org/officeDocument/2006/relationships/customXml" Target="../ink/ink419.xml"/><Relationship Id="rId588" Type="http://schemas.openxmlformats.org/officeDocument/2006/relationships/customXml" Target="../ink/ink538.xml"/><Relationship Id="rId9" Type="http://schemas.openxmlformats.org/officeDocument/2006/relationships/image" Target="../media/image276.png"/><Relationship Id="rId210" Type="http://schemas.openxmlformats.org/officeDocument/2006/relationships/customXml" Target="../ink/ink349.xml"/><Relationship Id="rId448" Type="http://schemas.openxmlformats.org/officeDocument/2006/relationships/customXml" Target="../ink/ink468.xml"/><Relationship Id="rId655" Type="http://schemas.openxmlformats.org/officeDocument/2006/relationships/image" Target="../media/image599.png"/><Relationship Id="rId294" Type="http://schemas.openxmlformats.org/officeDocument/2006/relationships/customXml" Target="../ink/ink391.xml"/><Relationship Id="rId308" Type="http://schemas.openxmlformats.org/officeDocument/2006/relationships/customXml" Target="../ink/ink398.xml"/><Relationship Id="rId515" Type="http://schemas.openxmlformats.org/officeDocument/2006/relationships/image" Target="../media/image529.png"/><Relationship Id="rId89" Type="http://schemas.openxmlformats.org/officeDocument/2006/relationships/image" Target="../media/image316.png"/><Relationship Id="rId154" Type="http://schemas.openxmlformats.org/officeDocument/2006/relationships/customXml" Target="../ink/ink321.xml"/><Relationship Id="rId361" Type="http://schemas.openxmlformats.org/officeDocument/2006/relationships/image" Target="../media/image452.png"/><Relationship Id="rId599" Type="http://schemas.openxmlformats.org/officeDocument/2006/relationships/image" Target="../media/image571.png"/><Relationship Id="rId459" Type="http://schemas.openxmlformats.org/officeDocument/2006/relationships/image" Target="../media/image501.png"/><Relationship Id="rId666" Type="http://schemas.openxmlformats.org/officeDocument/2006/relationships/customXml" Target="../ink/ink577.xml"/><Relationship Id="rId16" Type="http://schemas.openxmlformats.org/officeDocument/2006/relationships/customXml" Target="../ink/ink252.xml"/><Relationship Id="rId221" Type="http://schemas.openxmlformats.org/officeDocument/2006/relationships/image" Target="../media/image382.png"/><Relationship Id="rId319" Type="http://schemas.openxmlformats.org/officeDocument/2006/relationships/image" Target="../media/image431.png"/><Relationship Id="rId526" Type="http://schemas.openxmlformats.org/officeDocument/2006/relationships/customXml" Target="../ink/ink507.xml"/><Relationship Id="rId165" Type="http://schemas.openxmlformats.org/officeDocument/2006/relationships/image" Target="../media/image354.png"/><Relationship Id="rId372" Type="http://schemas.openxmlformats.org/officeDocument/2006/relationships/customXml" Target="../ink/ink430.xml"/><Relationship Id="rId677" Type="http://schemas.openxmlformats.org/officeDocument/2006/relationships/image" Target="../media/image610.png"/><Relationship Id="rId232" Type="http://schemas.openxmlformats.org/officeDocument/2006/relationships/customXml" Target="../ink/ink360.xml"/><Relationship Id="rId27" Type="http://schemas.openxmlformats.org/officeDocument/2006/relationships/image" Target="../media/image285.png"/><Relationship Id="rId537" Type="http://schemas.openxmlformats.org/officeDocument/2006/relationships/image" Target="../media/image540.png"/><Relationship Id="rId80" Type="http://schemas.openxmlformats.org/officeDocument/2006/relationships/customXml" Target="../ink/ink284.xml"/><Relationship Id="rId176" Type="http://schemas.openxmlformats.org/officeDocument/2006/relationships/customXml" Target="../ink/ink332.xml"/><Relationship Id="rId383" Type="http://schemas.openxmlformats.org/officeDocument/2006/relationships/image" Target="../media/image463.png"/><Relationship Id="rId590" Type="http://schemas.openxmlformats.org/officeDocument/2006/relationships/customXml" Target="../ink/ink539.xml"/><Relationship Id="rId604" Type="http://schemas.openxmlformats.org/officeDocument/2006/relationships/customXml" Target="../ink/ink546.xml"/><Relationship Id="rId243" Type="http://schemas.openxmlformats.org/officeDocument/2006/relationships/image" Target="../media/image393.png"/><Relationship Id="rId450" Type="http://schemas.openxmlformats.org/officeDocument/2006/relationships/customXml" Target="../ink/ink469.xml"/><Relationship Id="rId688" Type="http://schemas.openxmlformats.org/officeDocument/2006/relationships/customXml" Target="../ink/ink588.xml"/><Relationship Id="rId38" Type="http://schemas.openxmlformats.org/officeDocument/2006/relationships/customXml" Target="../ink/ink263.xml"/><Relationship Id="rId103" Type="http://schemas.openxmlformats.org/officeDocument/2006/relationships/image" Target="../media/image323.png"/><Relationship Id="rId310" Type="http://schemas.openxmlformats.org/officeDocument/2006/relationships/customXml" Target="../ink/ink399.xml"/><Relationship Id="rId548" Type="http://schemas.openxmlformats.org/officeDocument/2006/relationships/customXml" Target="../ink/ink518.xml"/><Relationship Id="rId91" Type="http://schemas.openxmlformats.org/officeDocument/2006/relationships/image" Target="../media/image317.png"/><Relationship Id="rId187" Type="http://schemas.openxmlformats.org/officeDocument/2006/relationships/image" Target="../media/image365.png"/><Relationship Id="rId394" Type="http://schemas.openxmlformats.org/officeDocument/2006/relationships/customXml" Target="../ink/ink441.xml"/><Relationship Id="rId408" Type="http://schemas.openxmlformats.org/officeDocument/2006/relationships/customXml" Target="../ink/ink448.xml"/><Relationship Id="rId615" Type="http://schemas.openxmlformats.org/officeDocument/2006/relationships/image" Target="../media/image579.png"/><Relationship Id="rId254" Type="http://schemas.openxmlformats.org/officeDocument/2006/relationships/customXml" Target="../ink/ink371.xml"/><Relationship Id="rId699" Type="http://schemas.openxmlformats.org/officeDocument/2006/relationships/image" Target="../media/image621.png"/><Relationship Id="rId49" Type="http://schemas.openxmlformats.org/officeDocument/2006/relationships/image" Target="../media/image296.png"/><Relationship Id="rId114" Type="http://schemas.openxmlformats.org/officeDocument/2006/relationships/customXml" Target="../ink/ink301.xml"/><Relationship Id="rId461" Type="http://schemas.openxmlformats.org/officeDocument/2006/relationships/image" Target="../media/image502.png"/><Relationship Id="rId559" Type="http://schemas.openxmlformats.org/officeDocument/2006/relationships/image" Target="../media/image551.png"/><Relationship Id="rId198" Type="http://schemas.openxmlformats.org/officeDocument/2006/relationships/customXml" Target="../ink/ink343.xml"/><Relationship Id="rId321" Type="http://schemas.openxmlformats.org/officeDocument/2006/relationships/image" Target="../media/image432.png"/><Relationship Id="rId419" Type="http://schemas.openxmlformats.org/officeDocument/2006/relationships/image" Target="../media/image481.png"/><Relationship Id="rId626" Type="http://schemas.openxmlformats.org/officeDocument/2006/relationships/customXml" Target="../ink/ink557.xml"/></Relationships>
</file>

<file path=ppt/slides/_rels/slide53.xml.rels><?xml version="1.0" encoding="UTF-8" standalone="yes"?>
<Relationships xmlns="http://schemas.openxmlformats.org/package/2006/relationships"><Relationship Id="rId13" Type="http://schemas.openxmlformats.org/officeDocument/2006/relationships/image" Target="../media/image627.png"/><Relationship Id="rId18" Type="http://schemas.openxmlformats.org/officeDocument/2006/relationships/customXml" Target="../ink/ink602.xml"/><Relationship Id="rId26" Type="http://schemas.openxmlformats.org/officeDocument/2006/relationships/customXml" Target="../ink/ink606.xml"/><Relationship Id="rId39" Type="http://schemas.openxmlformats.org/officeDocument/2006/relationships/image" Target="../media/image640.png"/><Relationship Id="rId21" Type="http://schemas.openxmlformats.org/officeDocument/2006/relationships/image" Target="../media/image631.png"/><Relationship Id="rId34" Type="http://schemas.openxmlformats.org/officeDocument/2006/relationships/customXml" Target="../ink/ink610.xml"/><Relationship Id="rId42" Type="http://schemas.openxmlformats.org/officeDocument/2006/relationships/customXml" Target="../ink/ink614.xml"/><Relationship Id="rId47" Type="http://schemas.openxmlformats.org/officeDocument/2006/relationships/image" Target="../media/image644.png"/><Relationship Id="rId50" Type="http://schemas.openxmlformats.org/officeDocument/2006/relationships/customXml" Target="../ink/ink618.xml"/><Relationship Id="rId55" Type="http://schemas.openxmlformats.org/officeDocument/2006/relationships/image" Target="../media/image648.png"/><Relationship Id="rId7" Type="http://schemas.openxmlformats.org/officeDocument/2006/relationships/image" Target="../media/image624.png"/><Relationship Id="rId2" Type="http://schemas.openxmlformats.org/officeDocument/2006/relationships/customXml" Target="../ink/ink594.xml"/><Relationship Id="rId16" Type="http://schemas.openxmlformats.org/officeDocument/2006/relationships/customXml" Target="../ink/ink601.xml"/><Relationship Id="rId29" Type="http://schemas.openxmlformats.org/officeDocument/2006/relationships/image" Target="../media/image635.png"/><Relationship Id="rId11" Type="http://schemas.openxmlformats.org/officeDocument/2006/relationships/image" Target="../media/image626.png"/><Relationship Id="rId24" Type="http://schemas.openxmlformats.org/officeDocument/2006/relationships/customXml" Target="../ink/ink605.xml"/><Relationship Id="rId32" Type="http://schemas.openxmlformats.org/officeDocument/2006/relationships/customXml" Target="../ink/ink609.xml"/><Relationship Id="rId37" Type="http://schemas.openxmlformats.org/officeDocument/2006/relationships/image" Target="../media/image639.png"/><Relationship Id="rId40" Type="http://schemas.openxmlformats.org/officeDocument/2006/relationships/customXml" Target="../ink/ink613.xml"/><Relationship Id="rId45" Type="http://schemas.openxmlformats.org/officeDocument/2006/relationships/image" Target="../media/image643.png"/><Relationship Id="rId53" Type="http://schemas.openxmlformats.org/officeDocument/2006/relationships/image" Target="../media/image647.png"/><Relationship Id="rId58" Type="http://schemas.openxmlformats.org/officeDocument/2006/relationships/customXml" Target="../ink/ink622.xml"/><Relationship Id="rId5" Type="http://schemas.openxmlformats.org/officeDocument/2006/relationships/image" Target="../media/image623.png"/><Relationship Id="rId61" Type="http://schemas.openxmlformats.org/officeDocument/2006/relationships/image" Target="../media/image651.png"/><Relationship Id="rId19" Type="http://schemas.openxmlformats.org/officeDocument/2006/relationships/image" Target="../media/image630.png"/><Relationship Id="rId14" Type="http://schemas.openxmlformats.org/officeDocument/2006/relationships/customXml" Target="../ink/ink600.xml"/><Relationship Id="rId22" Type="http://schemas.openxmlformats.org/officeDocument/2006/relationships/customXml" Target="../ink/ink604.xml"/><Relationship Id="rId27" Type="http://schemas.openxmlformats.org/officeDocument/2006/relationships/image" Target="../media/image634.png"/><Relationship Id="rId30" Type="http://schemas.openxmlformats.org/officeDocument/2006/relationships/customXml" Target="../ink/ink608.xml"/><Relationship Id="rId35" Type="http://schemas.openxmlformats.org/officeDocument/2006/relationships/image" Target="../media/image638.png"/><Relationship Id="rId43" Type="http://schemas.openxmlformats.org/officeDocument/2006/relationships/image" Target="../media/image642.png"/><Relationship Id="rId48" Type="http://schemas.openxmlformats.org/officeDocument/2006/relationships/customXml" Target="../ink/ink617.xml"/><Relationship Id="rId56" Type="http://schemas.openxmlformats.org/officeDocument/2006/relationships/customXml" Target="../ink/ink621.xml"/><Relationship Id="rId8" Type="http://schemas.openxmlformats.org/officeDocument/2006/relationships/customXml" Target="../ink/ink597.xml"/><Relationship Id="rId51" Type="http://schemas.openxmlformats.org/officeDocument/2006/relationships/image" Target="../media/image646.png"/><Relationship Id="rId3" Type="http://schemas.openxmlformats.org/officeDocument/2006/relationships/image" Target="../media/image622.png"/><Relationship Id="rId12" Type="http://schemas.openxmlformats.org/officeDocument/2006/relationships/customXml" Target="../ink/ink599.xml"/><Relationship Id="rId17" Type="http://schemas.openxmlformats.org/officeDocument/2006/relationships/image" Target="../media/image629.png"/><Relationship Id="rId25" Type="http://schemas.openxmlformats.org/officeDocument/2006/relationships/image" Target="../media/image633.png"/><Relationship Id="rId33" Type="http://schemas.openxmlformats.org/officeDocument/2006/relationships/image" Target="../media/image637.png"/><Relationship Id="rId38" Type="http://schemas.openxmlformats.org/officeDocument/2006/relationships/customXml" Target="../ink/ink612.xml"/><Relationship Id="rId46" Type="http://schemas.openxmlformats.org/officeDocument/2006/relationships/customXml" Target="../ink/ink616.xml"/><Relationship Id="rId59" Type="http://schemas.openxmlformats.org/officeDocument/2006/relationships/image" Target="../media/image650.png"/><Relationship Id="rId20" Type="http://schemas.openxmlformats.org/officeDocument/2006/relationships/customXml" Target="../ink/ink603.xml"/><Relationship Id="rId41" Type="http://schemas.openxmlformats.org/officeDocument/2006/relationships/image" Target="../media/image641.png"/><Relationship Id="rId54" Type="http://schemas.openxmlformats.org/officeDocument/2006/relationships/customXml" Target="../ink/ink620.xml"/><Relationship Id="rId1" Type="http://schemas.openxmlformats.org/officeDocument/2006/relationships/slideLayout" Target="../slideLayouts/slideLayout22.xml"/><Relationship Id="rId6" Type="http://schemas.openxmlformats.org/officeDocument/2006/relationships/customXml" Target="../ink/ink596.xml"/><Relationship Id="rId15" Type="http://schemas.openxmlformats.org/officeDocument/2006/relationships/image" Target="../media/image628.png"/><Relationship Id="rId23" Type="http://schemas.openxmlformats.org/officeDocument/2006/relationships/image" Target="../media/image632.png"/><Relationship Id="rId28" Type="http://schemas.openxmlformats.org/officeDocument/2006/relationships/customXml" Target="../ink/ink607.xml"/><Relationship Id="rId36" Type="http://schemas.openxmlformats.org/officeDocument/2006/relationships/customXml" Target="../ink/ink611.xml"/><Relationship Id="rId49" Type="http://schemas.openxmlformats.org/officeDocument/2006/relationships/image" Target="../media/image645.png"/><Relationship Id="rId57" Type="http://schemas.openxmlformats.org/officeDocument/2006/relationships/image" Target="../media/image649.png"/><Relationship Id="rId10" Type="http://schemas.openxmlformats.org/officeDocument/2006/relationships/customXml" Target="../ink/ink598.xml"/><Relationship Id="rId31" Type="http://schemas.openxmlformats.org/officeDocument/2006/relationships/image" Target="../media/image636.png"/><Relationship Id="rId44" Type="http://schemas.openxmlformats.org/officeDocument/2006/relationships/customXml" Target="../ink/ink615.xml"/><Relationship Id="rId52" Type="http://schemas.openxmlformats.org/officeDocument/2006/relationships/customXml" Target="../ink/ink619.xml"/><Relationship Id="rId60" Type="http://schemas.openxmlformats.org/officeDocument/2006/relationships/customXml" Target="../ink/ink623.xml"/><Relationship Id="rId4" Type="http://schemas.openxmlformats.org/officeDocument/2006/relationships/customXml" Target="../ink/ink595.xml"/><Relationship Id="rId9" Type="http://schemas.openxmlformats.org/officeDocument/2006/relationships/image" Target="../media/image625.png"/></Relationships>
</file>

<file path=ppt/slides/_rels/slide54.xml.rels><?xml version="1.0" encoding="UTF-8" standalone="yes"?>
<Relationships xmlns="http://schemas.openxmlformats.org/package/2006/relationships"><Relationship Id="rId8" Type="http://schemas.openxmlformats.org/officeDocument/2006/relationships/customXml" Target="../ink/ink627.xml"/><Relationship Id="rId13" Type="http://schemas.openxmlformats.org/officeDocument/2006/relationships/image" Target="../media/image657.png"/><Relationship Id="rId18" Type="http://schemas.openxmlformats.org/officeDocument/2006/relationships/customXml" Target="../ink/ink632.xml"/><Relationship Id="rId3" Type="http://schemas.openxmlformats.org/officeDocument/2006/relationships/image" Target="../media/image652.png"/><Relationship Id="rId21" Type="http://schemas.openxmlformats.org/officeDocument/2006/relationships/image" Target="../media/image661.png"/><Relationship Id="rId7" Type="http://schemas.openxmlformats.org/officeDocument/2006/relationships/image" Target="../media/image654.png"/><Relationship Id="rId12" Type="http://schemas.openxmlformats.org/officeDocument/2006/relationships/customXml" Target="../ink/ink629.xml"/><Relationship Id="rId17" Type="http://schemas.openxmlformats.org/officeDocument/2006/relationships/image" Target="../media/image659.png"/><Relationship Id="rId2" Type="http://schemas.openxmlformats.org/officeDocument/2006/relationships/customXml" Target="../ink/ink624.xml"/><Relationship Id="rId16" Type="http://schemas.openxmlformats.org/officeDocument/2006/relationships/customXml" Target="../ink/ink631.xml"/><Relationship Id="rId20" Type="http://schemas.openxmlformats.org/officeDocument/2006/relationships/customXml" Target="../ink/ink633.xml"/><Relationship Id="rId1" Type="http://schemas.openxmlformats.org/officeDocument/2006/relationships/slideLayout" Target="../slideLayouts/slideLayout22.xml"/><Relationship Id="rId6" Type="http://schemas.openxmlformats.org/officeDocument/2006/relationships/customXml" Target="../ink/ink626.xml"/><Relationship Id="rId11" Type="http://schemas.openxmlformats.org/officeDocument/2006/relationships/image" Target="../media/image656.png"/><Relationship Id="rId5" Type="http://schemas.openxmlformats.org/officeDocument/2006/relationships/image" Target="../media/image653.png"/><Relationship Id="rId15" Type="http://schemas.openxmlformats.org/officeDocument/2006/relationships/image" Target="../media/image658.png"/><Relationship Id="rId23" Type="http://schemas.openxmlformats.org/officeDocument/2006/relationships/image" Target="../media/image662.png"/><Relationship Id="rId10" Type="http://schemas.openxmlformats.org/officeDocument/2006/relationships/customXml" Target="../ink/ink628.xml"/><Relationship Id="rId19" Type="http://schemas.openxmlformats.org/officeDocument/2006/relationships/image" Target="../media/image660.png"/><Relationship Id="rId4" Type="http://schemas.openxmlformats.org/officeDocument/2006/relationships/customXml" Target="../ink/ink625.xml"/><Relationship Id="rId9" Type="http://schemas.openxmlformats.org/officeDocument/2006/relationships/image" Target="../media/image655.png"/><Relationship Id="rId14" Type="http://schemas.openxmlformats.org/officeDocument/2006/relationships/customXml" Target="../ink/ink630.xml"/><Relationship Id="rId22" Type="http://schemas.openxmlformats.org/officeDocument/2006/relationships/customXml" Target="../ink/ink634.xml"/></Relationships>
</file>

<file path=ppt/slides/_rels/slide55.xml.rels><?xml version="1.0" encoding="UTF-8" standalone="yes"?>
<Relationships xmlns="http://schemas.openxmlformats.org/package/2006/relationships"><Relationship Id="rId2" Type="http://schemas.openxmlformats.org/officeDocument/2006/relationships/image" Target="../media/image273.emf"/><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117" Type="http://schemas.openxmlformats.org/officeDocument/2006/relationships/image" Target="../media/image720.png"/><Relationship Id="rId21" Type="http://schemas.openxmlformats.org/officeDocument/2006/relationships/image" Target="../media/image672.png"/><Relationship Id="rId42" Type="http://schemas.openxmlformats.org/officeDocument/2006/relationships/customXml" Target="../ink/ink655.xml"/><Relationship Id="rId63" Type="http://schemas.openxmlformats.org/officeDocument/2006/relationships/image" Target="../media/image693.png"/><Relationship Id="rId84" Type="http://schemas.openxmlformats.org/officeDocument/2006/relationships/customXml" Target="../ink/ink676.xml"/><Relationship Id="rId138" Type="http://schemas.openxmlformats.org/officeDocument/2006/relationships/customXml" Target="../ink/ink703.xml"/><Relationship Id="rId159" Type="http://schemas.openxmlformats.org/officeDocument/2006/relationships/image" Target="../media/image741.png"/><Relationship Id="rId107" Type="http://schemas.openxmlformats.org/officeDocument/2006/relationships/image" Target="../media/image715.png"/><Relationship Id="rId11" Type="http://schemas.openxmlformats.org/officeDocument/2006/relationships/image" Target="../media/image667.png"/><Relationship Id="rId32" Type="http://schemas.openxmlformats.org/officeDocument/2006/relationships/customXml" Target="../ink/ink650.xml"/><Relationship Id="rId53" Type="http://schemas.openxmlformats.org/officeDocument/2006/relationships/image" Target="../media/image688.png"/><Relationship Id="rId74" Type="http://schemas.openxmlformats.org/officeDocument/2006/relationships/customXml" Target="../ink/ink671.xml"/><Relationship Id="rId128" Type="http://schemas.openxmlformats.org/officeDocument/2006/relationships/customXml" Target="../ink/ink698.xml"/><Relationship Id="rId149" Type="http://schemas.openxmlformats.org/officeDocument/2006/relationships/image" Target="../media/image736.png"/><Relationship Id="rId5" Type="http://schemas.openxmlformats.org/officeDocument/2006/relationships/image" Target="../media/image664.png"/><Relationship Id="rId95" Type="http://schemas.openxmlformats.org/officeDocument/2006/relationships/image" Target="../media/image709.png"/><Relationship Id="rId22" Type="http://schemas.openxmlformats.org/officeDocument/2006/relationships/customXml" Target="../ink/ink645.xml"/><Relationship Id="rId43" Type="http://schemas.openxmlformats.org/officeDocument/2006/relationships/image" Target="../media/image683.png"/><Relationship Id="rId64" Type="http://schemas.openxmlformats.org/officeDocument/2006/relationships/customXml" Target="../ink/ink666.xml"/><Relationship Id="rId118" Type="http://schemas.openxmlformats.org/officeDocument/2006/relationships/customXml" Target="../ink/ink693.xml"/><Relationship Id="rId139" Type="http://schemas.openxmlformats.org/officeDocument/2006/relationships/image" Target="../media/image731.png"/><Relationship Id="rId80" Type="http://schemas.openxmlformats.org/officeDocument/2006/relationships/customXml" Target="../ink/ink674.xml"/><Relationship Id="rId85" Type="http://schemas.openxmlformats.org/officeDocument/2006/relationships/image" Target="../media/image704.png"/><Relationship Id="rId150" Type="http://schemas.openxmlformats.org/officeDocument/2006/relationships/customXml" Target="../ink/ink709.xml"/><Relationship Id="rId155" Type="http://schemas.openxmlformats.org/officeDocument/2006/relationships/image" Target="../media/image739.png"/><Relationship Id="rId12" Type="http://schemas.openxmlformats.org/officeDocument/2006/relationships/customXml" Target="../ink/ink640.xml"/><Relationship Id="rId17" Type="http://schemas.openxmlformats.org/officeDocument/2006/relationships/image" Target="../media/image670.png"/><Relationship Id="rId33" Type="http://schemas.openxmlformats.org/officeDocument/2006/relationships/image" Target="../media/image678.png"/><Relationship Id="rId38" Type="http://schemas.openxmlformats.org/officeDocument/2006/relationships/customXml" Target="../ink/ink653.xml"/><Relationship Id="rId59" Type="http://schemas.openxmlformats.org/officeDocument/2006/relationships/image" Target="../media/image691.png"/><Relationship Id="rId103" Type="http://schemas.openxmlformats.org/officeDocument/2006/relationships/image" Target="../media/image713.png"/><Relationship Id="rId108" Type="http://schemas.openxmlformats.org/officeDocument/2006/relationships/customXml" Target="../ink/ink688.xml"/><Relationship Id="rId124" Type="http://schemas.openxmlformats.org/officeDocument/2006/relationships/customXml" Target="../ink/ink696.xml"/><Relationship Id="rId129" Type="http://schemas.openxmlformats.org/officeDocument/2006/relationships/image" Target="../media/image726.png"/><Relationship Id="rId54" Type="http://schemas.openxmlformats.org/officeDocument/2006/relationships/customXml" Target="../ink/ink661.xml"/><Relationship Id="rId70" Type="http://schemas.openxmlformats.org/officeDocument/2006/relationships/customXml" Target="../ink/ink669.xml"/><Relationship Id="rId75" Type="http://schemas.openxmlformats.org/officeDocument/2006/relationships/image" Target="../media/image699.png"/><Relationship Id="rId91" Type="http://schemas.openxmlformats.org/officeDocument/2006/relationships/image" Target="../media/image707.png"/><Relationship Id="rId96" Type="http://schemas.openxmlformats.org/officeDocument/2006/relationships/customXml" Target="../ink/ink682.xml"/><Relationship Id="rId140" Type="http://schemas.openxmlformats.org/officeDocument/2006/relationships/customXml" Target="../ink/ink704.xml"/><Relationship Id="rId145" Type="http://schemas.openxmlformats.org/officeDocument/2006/relationships/image" Target="../media/image734.png"/><Relationship Id="rId1" Type="http://schemas.openxmlformats.org/officeDocument/2006/relationships/slideLayout" Target="../slideLayouts/slideLayout22.xml"/><Relationship Id="rId6" Type="http://schemas.openxmlformats.org/officeDocument/2006/relationships/customXml" Target="../ink/ink637.xml"/><Relationship Id="rId23" Type="http://schemas.openxmlformats.org/officeDocument/2006/relationships/image" Target="../media/image673.png"/><Relationship Id="rId28" Type="http://schemas.openxmlformats.org/officeDocument/2006/relationships/customXml" Target="../ink/ink648.xml"/><Relationship Id="rId49" Type="http://schemas.openxmlformats.org/officeDocument/2006/relationships/image" Target="../media/image686.png"/><Relationship Id="rId114" Type="http://schemas.openxmlformats.org/officeDocument/2006/relationships/customXml" Target="../ink/ink691.xml"/><Relationship Id="rId119" Type="http://schemas.openxmlformats.org/officeDocument/2006/relationships/image" Target="../media/image721.png"/><Relationship Id="rId44" Type="http://schemas.openxmlformats.org/officeDocument/2006/relationships/customXml" Target="../ink/ink656.xml"/><Relationship Id="rId60" Type="http://schemas.openxmlformats.org/officeDocument/2006/relationships/customXml" Target="../ink/ink664.xml"/><Relationship Id="rId65" Type="http://schemas.openxmlformats.org/officeDocument/2006/relationships/image" Target="../media/image694.png"/><Relationship Id="rId81" Type="http://schemas.openxmlformats.org/officeDocument/2006/relationships/image" Target="../media/image702.png"/><Relationship Id="rId86" Type="http://schemas.openxmlformats.org/officeDocument/2006/relationships/customXml" Target="../ink/ink677.xml"/><Relationship Id="rId130" Type="http://schemas.openxmlformats.org/officeDocument/2006/relationships/customXml" Target="../ink/ink699.xml"/><Relationship Id="rId135" Type="http://schemas.openxmlformats.org/officeDocument/2006/relationships/image" Target="../media/image729.png"/><Relationship Id="rId151" Type="http://schemas.openxmlformats.org/officeDocument/2006/relationships/image" Target="../media/image737.png"/><Relationship Id="rId156" Type="http://schemas.openxmlformats.org/officeDocument/2006/relationships/customXml" Target="../ink/ink712.xml"/><Relationship Id="rId13" Type="http://schemas.openxmlformats.org/officeDocument/2006/relationships/image" Target="../media/image668.png"/><Relationship Id="rId18" Type="http://schemas.openxmlformats.org/officeDocument/2006/relationships/customXml" Target="../ink/ink643.xml"/><Relationship Id="rId39" Type="http://schemas.openxmlformats.org/officeDocument/2006/relationships/image" Target="../media/image681.png"/><Relationship Id="rId109" Type="http://schemas.openxmlformats.org/officeDocument/2006/relationships/image" Target="../media/image716.png"/><Relationship Id="rId34" Type="http://schemas.openxmlformats.org/officeDocument/2006/relationships/customXml" Target="../ink/ink651.xml"/><Relationship Id="rId50" Type="http://schemas.openxmlformats.org/officeDocument/2006/relationships/customXml" Target="../ink/ink659.xml"/><Relationship Id="rId55" Type="http://schemas.openxmlformats.org/officeDocument/2006/relationships/image" Target="../media/image689.png"/><Relationship Id="rId76" Type="http://schemas.openxmlformats.org/officeDocument/2006/relationships/customXml" Target="../ink/ink672.xml"/><Relationship Id="rId97" Type="http://schemas.openxmlformats.org/officeDocument/2006/relationships/image" Target="../media/image710.png"/><Relationship Id="rId104" Type="http://schemas.openxmlformats.org/officeDocument/2006/relationships/customXml" Target="../ink/ink686.xml"/><Relationship Id="rId120" Type="http://schemas.openxmlformats.org/officeDocument/2006/relationships/customXml" Target="../ink/ink694.xml"/><Relationship Id="rId125" Type="http://schemas.openxmlformats.org/officeDocument/2006/relationships/image" Target="../media/image724.png"/><Relationship Id="rId141" Type="http://schemas.openxmlformats.org/officeDocument/2006/relationships/image" Target="../media/image732.png"/><Relationship Id="rId146" Type="http://schemas.openxmlformats.org/officeDocument/2006/relationships/customXml" Target="../ink/ink707.xml"/><Relationship Id="rId7" Type="http://schemas.openxmlformats.org/officeDocument/2006/relationships/image" Target="../media/image665.png"/><Relationship Id="rId71" Type="http://schemas.openxmlformats.org/officeDocument/2006/relationships/image" Target="../media/image697.png"/><Relationship Id="rId92" Type="http://schemas.openxmlformats.org/officeDocument/2006/relationships/customXml" Target="../ink/ink680.xml"/><Relationship Id="rId2" Type="http://schemas.openxmlformats.org/officeDocument/2006/relationships/customXml" Target="../ink/ink635.xml"/><Relationship Id="rId29" Type="http://schemas.openxmlformats.org/officeDocument/2006/relationships/image" Target="../media/image676.png"/><Relationship Id="rId24" Type="http://schemas.openxmlformats.org/officeDocument/2006/relationships/customXml" Target="../ink/ink646.xml"/><Relationship Id="rId40" Type="http://schemas.openxmlformats.org/officeDocument/2006/relationships/customXml" Target="../ink/ink654.xml"/><Relationship Id="rId45" Type="http://schemas.openxmlformats.org/officeDocument/2006/relationships/image" Target="../media/image684.png"/><Relationship Id="rId66" Type="http://schemas.openxmlformats.org/officeDocument/2006/relationships/customXml" Target="../ink/ink667.xml"/><Relationship Id="rId87" Type="http://schemas.openxmlformats.org/officeDocument/2006/relationships/image" Target="../media/image705.png"/><Relationship Id="rId110" Type="http://schemas.openxmlformats.org/officeDocument/2006/relationships/customXml" Target="../ink/ink689.xml"/><Relationship Id="rId115" Type="http://schemas.openxmlformats.org/officeDocument/2006/relationships/image" Target="../media/image719.png"/><Relationship Id="rId131" Type="http://schemas.openxmlformats.org/officeDocument/2006/relationships/image" Target="../media/image727.png"/><Relationship Id="rId136" Type="http://schemas.openxmlformats.org/officeDocument/2006/relationships/customXml" Target="../ink/ink702.xml"/><Relationship Id="rId157" Type="http://schemas.openxmlformats.org/officeDocument/2006/relationships/image" Target="../media/image740.png"/><Relationship Id="rId61" Type="http://schemas.openxmlformats.org/officeDocument/2006/relationships/image" Target="../media/image692.png"/><Relationship Id="rId82" Type="http://schemas.openxmlformats.org/officeDocument/2006/relationships/customXml" Target="../ink/ink675.xml"/><Relationship Id="rId152" Type="http://schemas.openxmlformats.org/officeDocument/2006/relationships/customXml" Target="../ink/ink710.xml"/><Relationship Id="rId19" Type="http://schemas.openxmlformats.org/officeDocument/2006/relationships/image" Target="../media/image671.png"/><Relationship Id="rId14" Type="http://schemas.openxmlformats.org/officeDocument/2006/relationships/customXml" Target="../ink/ink641.xml"/><Relationship Id="rId30" Type="http://schemas.openxmlformats.org/officeDocument/2006/relationships/customXml" Target="../ink/ink649.xml"/><Relationship Id="rId35" Type="http://schemas.openxmlformats.org/officeDocument/2006/relationships/image" Target="../media/image679.png"/><Relationship Id="rId56" Type="http://schemas.openxmlformats.org/officeDocument/2006/relationships/customXml" Target="../ink/ink662.xml"/><Relationship Id="rId77" Type="http://schemas.openxmlformats.org/officeDocument/2006/relationships/image" Target="../media/image700.png"/><Relationship Id="rId100" Type="http://schemas.openxmlformats.org/officeDocument/2006/relationships/customXml" Target="../ink/ink684.xml"/><Relationship Id="rId105" Type="http://schemas.openxmlformats.org/officeDocument/2006/relationships/image" Target="../media/image714.png"/><Relationship Id="rId126" Type="http://schemas.openxmlformats.org/officeDocument/2006/relationships/customXml" Target="../ink/ink697.xml"/><Relationship Id="rId147" Type="http://schemas.openxmlformats.org/officeDocument/2006/relationships/image" Target="../media/image735.png"/><Relationship Id="rId8" Type="http://schemas.openxmlformats.org/officeDocument/2006/relationships/customXml" Target="../ink/ink638.xml"/><Relationship Id="rId51" Type="http://schemas.openxmlformats.org/officeDocument/2006/relationships/image" Target="../media/image687.png"/><Relationship Id="rId72" Type="http://schemas.openxmlformats.org/officeDocument/2006/relationships/customXml" Target="../ink/ink670.xml"/><Relationship Id="rId93" Type="http://schemas.openxmlformats.org/officeDocument/2006/relationships/image" Target="../media/image708.png"/><Relationship Id="rId98" Type="http://schemas.openxmlformats.org/officeDocument/2006/relationships/customXml" Target="../ink/ink683.xml"/><Relationship Id="rId121" Type="http://schemas.openxmlformats.org/officeDocument/2006/relationships/image" Target="../media/image722.png"/><Relationship Id="rId142" Type="http://schemas.openxmlformats.org/officeDocument/2006/relationships/customXml" Target="../ink/ink705.xml"/><Relationship Id="rId3" Type="http://schemas.openxmlformats.org/officeDocument/2006/relationships/image" Target="../media/image663.png"/><Relationship Id="rId25" Type="http://schemas.openxmlformats.org/officeDocument/2006/relationships/image" Target="../media/image674.png"/><Relationship Id="rId46" Type="http://schemas.openxmlformats.org/officeDocument/2006/relationships/customXml" Target="../ink/ink657.xml"/><Relationship Id="rId67" Type="http://schemas.openxmlformats.org/officeDocument/2006/relationships/image" Target="../media/image695.png"/><Relationship Id="rId116" Type="http://schemas.openxmlformats.org/officeDocument/2006/relationships/customXml" Target="../ink/ink692.xml"/><Relationship Id="rId137" Type="http://schemas.openxmlformats.org/officeDocument/2006/relationships/image" Target="../media/image730.png"/><Relationship Id="rId158" Type="http://schemas.openxmlformats.org/officeDocument/2006/relationships/customXml" Target="../ink/ink713.xml"/><Relationship Id="rId20" Type="http://schemas.openxmlformats.org/officeDocument/2006/relationships/customXml" Target="../ink/ink644.xml"/><Relationship Id="rId41" Type="http://schemas.openxmlformats.org/officeDocument/2006/relationships/image" Target="../media/image682.png"/><Relationship Id="rId62" Type="http://schemas.openxmlformats.org/officeDocument/2006/relationships/customXml" Target="../ink/ink665.xml"/><Relationship Id="rId83" Type="http://schemas.openxmlformats.org/officeDocument/2006/relationships/image" Target="../media/image703.png"/><Relationship Id="rId88" Type="http://schemas.openxmlformats.org/officeDocument/2006/relationships/customXml" Target="../ink/ink678.xml"/><Relationship Id="rId111" Type="http://schemas.openxmlformats.org/officeDocument/2006/relationships/image" Target="../media/image717.png"/><Relationship Id="rId132" Type="http://schemas.openxmlformats.org/officeDocument/2006/relationships/customXml" Target="../ink/ink700.xml"/><Relationship Id="rId153" Type="http://schemas.openxmlformats.org/officeDocument/2006/relationships/image" Target="../media/image738.png"/><Relationship Id="rId15" Type="http://schemas.openxmlformats.org/officeDocument/2006/relationships/image" Target="../media/image669.png"/><Relationship Id="rId36" Type="http://schemas.openxmlformats.org/officeDocument/2006/relationships/customXml" Target="../ink/ink652.xml"/><Relationship Id="rId57" Type="http://schemas.openxmlformats.org/officeDocument/2006/relationships/image" Target="../media/image690.png"/><Relationship Id="rId106" Type="http://schemas.openxmlformats.org/officeDocument/2006/relationships/customXml" Target="../ink/ink687.xml"/><Relationship Id="rId127" Type="http://schemas.openxmlformats.org/officeDocument/2006/relationships/image" Target="../media/image725.png"/><Relationship Id="rId10" Type="http://schemas.openxmlformats.org/officeDocument/2006/relationships/customXml" Target="../ink/ink639.xml"/><Relationship Id="rId31" Type="http://schemas.openxmlformats.org/officeDocument/2006/relationships/image" Target="../media/image677.png"/><Relationship Id="rId52" Type="http://schemas.openxmlformats.org/officeDocument/2006/relationships/customXml" Target="../ink/ink660.xml"/><Relationship Id="rId73" Type="http://schemas.openxmlformats.org/officeDocument/2006/relationships/image" Target="../media/image698.png"/><Relationship Id="rId78" Type="http://schemas.openxmlformats.org/officeDocument/2006/relationships/customXml" Target="../ink/ink673.xml"/><Relationship Id="rId94" Type="http://schemas.openxmlformats.org/officeDocument/2006/relationships/customXml" Target="../ink/ink681.xml"/><Relationship Id="rId99" Type="http://schemas.openxmlformats.org/officeDocument/2006/relationships/image" Target="../media/image711.png"/><Relationship Id="rId101" Type="http://schemas.openxmlformats.org/officeDocument/2006/relationships/image" Target="../media/image712.png"/><Relationship Id="rId122" Type="http://schemas.openxmlformats.org/officeDocument/2006/relationships/customXml" Target="../ink/ink695.xml"/><Relationship Id="rId143" Type="http://schemas.openxmlformats.org/officeDocument/2006/relationships/image" Target="../media/image733.png"/><Relationship Id="rId148" Type="http://schemas.openxmlformats.org/officeDocument/2006/relationships/customXml" Target="../ink/ink708.xml"/><Relationship Id="rId4" Type="http://schemas.openxmlformats.org/officeDocument/2006/relationships/customXml" Target="../ink/ink636.xml"/><Relationship Id="rId9" Type="http://schemas.openxmlformats.org/officeDocument/2006/relationships/image" Target="../media/image666.png"/><Relationship Id="rId26" Type="http://schemas.openxmlformats.org/officeDocument/2006/relationships/customXml" Target="../ink/ink647.xml"/><Relationship Id="rId47" Type="http://schemas.openxmlformats.org/officeDocument/2006/relationships/image" Target="../media/image685.png"/><Relationship Id="rId68" Type="http://schemas.openxmlformats.org/officeDocument/2006/relationships/customXml" Target="../ink/ink668.xml"/><Relationship Id="rId89" Type="http://schemas.openxmlformats.org/officeDocument/2006/relationships/image" Target="../media/image706.png"/><Relationship Id="rId112" Type="http://schemas.openxmlformats.org/officeDocument/2006/relationships/customXml" Target="../ink/ink690.xml"/><Relationship Id="rId133" Type="http://schemas.openxmlformats.org/officeDocument/2006/relationships/image" Target="../media/image728.png"/><Relationship Id="rId154" Type="http://schemas.openxmlformats.org/officeDocument/2006/relationships/customXml" Target="../ink/ink711.xml"/><Relationship Id="rId16" Type="http://schemas.openxmlformats.org/officeDocument/2006/relationships/customXml" Target="../ink/ink642.xml"/><Relationship Id="rId37" Type="http://schemas.openxmlformats.org/officeDocument/2006/relationships/image" Target="../media/image680.png"/><Relationship Id="rId58" Type="http://schemas.openxmlformats.org/officeDocument/2006/relationships/customXml" Target="../ink/ink663.xml"/><Relationship Id="rId79" Type="http://schemas.openxmlformats.org/officeDocument/2006/relationships/image" Target="../media/image701.png"/><Relationship Id="rId102" Type="http://schemas.openxmlformats.org/officeDocument/2006/relationships/customXml" Target="../ink/ink685.xml"/><Relationship Id="rId123" Type="http://schemas.openxmlformats.org/officeDocument/2006/relationships/image" Target="../media/image723.png"/><Relationship Id="rId144" Type="http://schemas.openxmlformats.org/officeDocument/2006/relationships/customXml" Target="../ink/ink706.xml"/><Relationship Id="rId90" Type="http://schemas.openxmlformats.org/officeDocument/2006/relationships/customXml" Target="../ink/ink679.xml"/><Relationship Id="rId27" Type="http://schemas.openxmlformats.org/officeDocument/2006/relationships/image" Target="../media/image675.png"/><Relationship Id="rId48" Type="http://schemas.openxmlformats.org/officeDocument/2006/relationships/customXml" Target="../ink/ink658.xml"/><Relationship Id="rId69" Type="http://schemas.openxmlformats.org/officeDocument/2006/relationships/image" Target="../media/image696.png"/><Relationship Id="rId113" Type="http://schemas.openxmlformats.org/officeDocument/2006/relationships/image" Target="../media/image718.png"/><Relationship Id="rId134" Type="http://schemas.openxmlformats.org/officeDocument/2006/relationships/customXml" Target="../ink/ink70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ubtitle 2"/>
          <p:cNvSpPr>
            <a:spLocks noGrp="1"/>
          </p:cNvSpPr>
          <p:nvPr>
            <p:ph type="subTitle" idx="1"/>
          </p:nvPr>
        </p:nvSpPr>
        <p:spPr>
          <a:xfrm>
            <a:off x="914400" y="4724400"/>
            <a:ext cx="7391399" cy="1295400"/>
          </a:xfrm>
        </p:spPr>
        <p:txBody>
          <a:bodyPr/>
          <a:lstStyle/>
          <a:p>
            <a:pPr marL="63500" eaLnBrk="1" hangingPunct="1"/>
            <a:r>
              <a:rPr lang="en-US" altLang="en-US" dirty="0"/>
              <a:t>Chapter 6</a:t>
            </a:r>
          </a:p>
          <a:p>
            <a:pPr marL="63500" eaLnBrk="1" hangingPunct="1"/>
            <a:r>
              <a:rPr lang="en-US" altLang="en-US" dirty="0"/>
              <a:t>Normalization of Database Tables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5F27A5-5EF9-493F-9ACD-7A0F7B12E13C}"/>
              </a:ext>
            </a:extLst>
          </p:cNvPr>
          <p:cNvSpPr>
            <a:spLocks noGrp="1"/>
          </p:cNvSpPr>
          <p:nvPr>
            <p:ph idx="1"/>
          </p:nvPr>
        </p:nvSpPr>
        <p:spPr>
          <a:xfrm>
            <a:off x="365125" y="1538819"/>
            <a:ext cx="8415338" cy="2662267"/>
          </a:xfrm>
        </p:spPr>
        <p:txBody>
          <a:bodyPr/>
          <a:lstStyle/>
          <a:p>
            <a:r>
              <a:rPr lang="en-US" sz="2800" dirty="0"/>
              <a:t>Chapter 6, pages 200-233</a:t>
            </a:r>
          </a:p>
          <a:p>
            <a:endParaRPr lang="en-US" sz="2800" dirty="0"/>
          </a:p>
          <a:p>
            <a:r>
              <a:rPr lang="en-US" sz="2800" dirty="0"/>
              <a:t>219-223 - Higher Order Normal forms not needed</a:t>
            </a:r>
          </a:p>
          <a:p>
            <a:endParaRPr lang="en-US" sz="2800" dirty="0"/>
          </a:p>
          <a:p>
            <a:r>
              <a:rPr lang="en-US" sz="2800" dirty="0"/>
              <a:t>227-230 - Denormalization is not needed</a:t>
            </a:r>
          </a:p>
        </p:txBody>
      </p:sp>
      <p:sp>
        <p:nvSpPr>
          <p:cNvPr id="3" name="Title 2">
            <a:extLst>
              <a:ext uri="{FF2B5EF4-FFF2-40B4-BE49-F238E27FC236}">
                <a16:creationId xmlns:a16="http://schemas.microsoft.com/office/drawing/2014/main" id="{F61B2ED6-EE6D-4971-A0B8-5AD563EF618D}"/>
              </a:ext>
            </a:extLst>
          </p:cNvPr>
          <p:cNvSpPr>
            <a:spLocks noGrp="1"/>
          </p:cNvSpPr>
          <p:nvPr>
            <p:ph type="title"/>
          </p:nvPr>
        </p:nvSpPr>
        <p:spPr/>
        <p:txBody>
          <a:bodyPr/>
          <a:lstStyle/>
          <a:p>
            <a:r>
              <a:rPr lang="en-US" dirty="0"/>
              <a:t>Chapter 6</a:t>
            </a:r>
          </a:p>
        </p:txBody>
      </p:sp>
      <p:sp>
        <p:nvSpPr>
          <p:cNvPr id="4" name="Footer Placeholder 3">
            <a:extLst>
              <a:ext uri="{FF2B5EF4-FFF2-40B4-BE49-F238E27FC236}">
                <a16:creationId xmlns:a16="http://schemas.microsoft.com/office/drawing/2014/main" id="{7DD51011-45A4-4C62-B25C-6CA8C093C080}"/>
              </a:ext>
            </a:extLst>
          </p:cNvPr>
          <p:cNvSpPr>
            <a:spLocks noGrp="1"/>
          </p:cNvSpPr>
          <p:nvPr>
            <p:ph type="ftr" sz="quarter" idx="10"/>
          </p:nvPr>
        </p:nvSpPr>
        <p:spPr/>
        <p:txBody>
          <a:bodyPr/>
          <a:lstStyle/>
          <a:p>
            <a:r>
              <a:rPr lang="en-US"/>
              <a:t>©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72552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What is Normalization?</a:t>
            </a:r>
            <a:endParaRPr lang="en-US" altLang="en-US" dirty="0"/>
          </a:p>
        </p:txBody>
      </p:sp>
      <p:sp>
        <p:nvSpPr>
          <p:cNvPr id="15363" name="Content Placeholder 2"/>
          <p:cNvSpPr>
            <a:spLocks noGrp="1"/>
          </p:cNvSpPr>
          <p:nvPr>
            <p:ph idx="1"/>
          </p:nvPr>
        </p:nvSpPr>
        <p:spPr>
          <a:xfrm>
            <a:off x="365125" y="1538819"/>
            <a:ext cx="8415338" cy="3656386"/>
          </a:xfrm>
        </p:spPr>
        <p:txBody>
          <a:bodyPr/>
          <a:lstStyle/>
          <a:p>
            <a:r>
              <a:rPr lang="en-US" altLang="en-US" dirty="0"/>
              <a:t>Normalization: </a:t>
            </a:r>
            <a:r>
              <a:rPr lang="en-US" dirty="0"/>
              <a:t>Normalization is the process of decomposing large, inefficiently structured tables into smaller, more efficient tables, without any data loss on the way i.e. </a:t>
            </a:r>
            <a:r>
              <a:rPr lang="en-US" altLang="en-US" dirty="0"/>
              <a:t>evaluating and correcting table structures to minimize data redundancies </a:t>
            </a:r>
          </a:p>
          <a:p>
            <a:pPr lvl="1"/>
            <a:r>
              <a:rPr lang="en-US" altLang="en-US" dirty="0"/>
              <a:t>Reduces data anomalies</a:t>
            </a:r>
          </a:p>
          <a:p>
            <a:pPr lvl="1"/>
            <a:r>
              <a:rPr lang="en-US" altLang="en-US" dirty="0"/>
              <a:t>Assigns attributes to tables based on determination</a:t>
            </a:r>
          </a:p>
          <a:p>
            <a:pPr eaLnBrk="1" hangingPunct="1"/>
            <a:r>
              <a:rPr lang="en-US" dirty="0"/>
              <a:t>Three primary goals of database design</a:t>
            </a:r>
          </a:p>
          <a:p>
            <a:pPr lvl="1" eaLnBrk="1" hangingPunct="1"/>
            <a:r>
              <a:rPr lang="en-US" dirty="0"/>
              <a:t>Store all data</a:t>
            </a:r>
          </a:p>
          <a:p>
            <a:pPr lvl="1" eaLnBrk="1" hangingPunct="1"/>
            <a:r>
              <a:rPr lang="en-US" dirty="0"/>
              <a:t>Avoid redundant storage of data</a:t>
            </a:r>
          </a:p>
          <a:p>
            <a:pPr lvl="1" eaLnBrk="1" hangingPunct="1"/>
            <a:r>
              <a:rPr lang="en-US" dirty="0"/>
              <a:t>Preserve relationships</a:t>
            </a:r>
          </a:p>
          <a:p>
            <a:pPr lvl="1" eaLnBrk="1" hangingPunct="1"/>
            <a:endParaRPr lang="en-US" altLang="en-US" dirty="0"/>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706438" y="279400"/>
            <a:ext cx="7772400" cy="819150"/>
          </a:xfrm>
          <a:noFill/>
        </p:spPr>
        <p:txBody>
          <a:bodyPr/>
          <a:lstStyle/>
          <a:p>
            <a:r>
              <a:rPr lang="en-US" b="1" dirty="0"/>
              <a:t>Normal forms</a:t>
            </a:r>
          </a:p>
        </p:txBody>
      </p:sp>
      <p:sp>
        <p:nvSpPr>
          <p:cNvPr id="5124" name="Rectangle 3"/>
          <p:cNvSpPr>
            <a:spLocks noGrp="1" noChangeArrowheads="1"/>
          </p:cNvSpPr>
          <p:nvPr>
            <p:ph idx="1"/>
          </p:nvPr>
        </p:nvSpPr>
        <p:spPr>
          <a:xfrm>
            <a:off x="685800" y="1219200"/>
            <a:ext cx="7772400" cy="5567363"/>
          </a:xfrm>
        </p:spPr>
        <p:txBody>
          <a:bodyPr>
            <a:normAutofit/>
          </a:bodyPr>
          <a:lstStyle/>
          <a:p>
            <a:pPr>
              <a:spcBef>
                <a:spcPct val="30000"/>
              </a:spcBef>
            </a:pPr>
            <a:r>
              <a:rPr lang="en-US" sz="2000" dirty="0"/>
              <a:t>Consists of normal forms.</a:t>
            </a:r>
          </a:p>
          <a:p>
            <a:pPr lvl="1">
              <a:spcBef>
                <a:spcPct val="30000"/>
              </a:spcBef>
            </a:pPr>
            <a:r>
              <a:rPr lang="en-US" sz="2000" dirty="0"/>
              <a:t>1NF</a:t>
            </a:r>
          </a:p>
          <a:p>
            <a:pPr lvl="1">
              <a:spcBef>
                <a:spcPct val="30000"/>
              </a:spcBef>
            </a:pPr>
            <a:r>
              <a:rPr lang="en-US" sz="2000" dirty="0"/>
              <a:t>2NF</a:t>
            </a:r>
          </a:p>
          <a:p>
            <a:pPr lvl="1">
              <a:spcBef>
                <a:spcPct val="30000"/>
              </a:spcBef>
            </a:pPr>
            <a:r>
              <a:rPr lang="en-US" sz="2000" dirty="0"/>
              <a:t>3NF</a:t>
            </a:r>
          </a:p>
          <a:p>
            <a:pPr lvl="1">
              <a:spcBef>
                <a:spcPct val="30000"/>
              </a:spcBef>
            </a:pPr>
            <a:r>
              <a:rPr lang="en-US" sz="2000" b="0" i="0" dirty="0">
                <a:solidFill>
                  <a:srgbClr val="222222"/>
                </a:solidFill>
                <a:effectLst/>
                <a:latin typeface="arial" panose="020B0604020202020204" pitchFamily="34" charset="0"/>
              </a:rPr>
              <a:t>Boyce &amp; Codd </a:t>
            </a:r>
            <a:r>
              <a:rPr lang="en-US" sz="2000" b="1" i="0" dirty="0">
                <a:solidFill>
                  <a:srgbClr val="222222"/>
                </a:solidFill>
                <a:effectLst/>
                <a:latin typeface="arial" panose="020B0604020202020204" pitchFamily="34" charset="0"/>
              </a:rPr>
              <a:t>normal form</a:t>
            </a:r>
            <a:r>
              <a:rPr lang="en-US" sz="2000" b="0" i="0" dirty="0">
                <a:solidFill>
                  <a:srgbClr val="222222"/>
                </a:solidFill>
                <a:effectLst/>
                <a:latin typeface="arial" panose="020B0604020202020204" pitchFamily="34" charset="0"/>
              </a:rPr>
              <a:t> (BCNF)</a:t>
            </a:r>
          </a:p>
          <a:p>
            <a:pPr lvl="1">
              <a:spcBef>
                <a:spcPct val="30000"/>
              </a:spcBef>
            </a:pPr>
            <a:r>
              <a:rPr lang="en-US" sz="2000" dirty="0"/>
              <a:t>4NF</a:t>
            </a:r>
          </a:p>
          <a:p>
            <a:pPr lvl="1">
              <a:spcBef>
                <a:spcPct val="30000"/>
              </a:spcBef>
            </a:pPr>
            <a:r>
              <a:rPr lang="en-US" sz="2000" dirty="0"/>
              <a:t>5NF</a:t>
            </a:r>
          </a:p>
          <a:p>
            <a:pPr lvl="1">
              <a:spcBef>
                <a:spcPct val="30000"/>
              </a:spcBef>
            </a:pPr>
            <a:r>
              <a:rPr lang="en-US" sz="2000" dirty="0"/>
              <a:t>DKNF (Domain-Key Normal Form)</a:t>
            </a:r>
          </a:p>
          <a:p>
            <a:pPr>
              <a:spcBef>
                <a:spcPct val="30000"/>
              </a:spcBef>
            </a:pPr>
            <a:r>
              <a:rPr lang="en-US" sz="2000" dirty="0"/>
              <a:t>Normalization process is a </a:t>
            </a:r>
            <a:r>
              <a:rPr lang="en-US" sz="2000" i="1" dirty="0"/>
              <a:t>progression</a:t>
            </a:r>
          </a:p>
          <a:p>
            <a:pPr lvl="1">
              <a:spcBef>
                <a:spcPct val="30000"/>
              </a:spcBef>
            </a:pPr>
            <a:r>
              <a:rPr lang="en-US" sz="2000" dirty="0"/>
              <a:t>Each normal form assumes that the requirements for the previous normal form(s) have been met.</a:t>
            </a:r>
          </a:p>
          <a:p>
            <a:pPr lvl="1">
              <a:spcBef>
                <a:spcPct val="30000"/>
              </a:spcBef>
            </a:pPr>
            <a:r>
              <a:rPr lang="en-US" sz="2000" dirty="0"/>
              <a:t>Each successive normal form creates a more effective and error-free relation set.</a:t>
            </a:r>
          </a:p>
        </p:txBody>
      </p:sp>
      <p:sp>
        <p:nvSpPr>
          <p:cNvPr id="512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4E0A71B-D93B-4788-9370-2A128D7CB00E}" type="slidenum">
              <a:rPr kumimoji="0" lang="en-US" sz="1400" b="0" i="0" u="none" strike="noStrike" kern="1200" cap="none" spc="0" normalizeH="0" baseline="0" noProof="0" smtClean="0">
                <a:ln>
                  <a:noFill/>
                </a:ln>
                <a:solidFill>
                  <a:srgbClr val="0000FF"/>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US" sz="1400" b="0" i="0" u="none" strike="noStrike" kern="1200" cap="none" spc="0" normalizeH="0" baseline="0" noProof="0">
              <a:ln>
                <a:noFill/>
              </a:ln>
              <a:solidFill>
                <a:srgbClr val="0000FF"/>
              </a:solidFill>
              <a:effectLst/>
              <a:uLnTx/>
              <a:uFillTx/>
              <a:latin typeface="Times New Roman" pitchFamily="18" charset="0"/>
              <a:ea typeface="+mn-ea"/>
              <a:cs typeface="+mn-cs"/>
            </a:endParaRPr>
          </a:p>
        </p:txBody>
      </p:sp>
      <p:sp>
        <p:nvSpPr>
          <p:cNvPr id="5125" name="AutoShape 4"/>
          <p:cNvSpPr>
            <a:spLocks/>
          </p:cNvSpPr>
          <p:nvPr/>
        </p:nvSpPr>
        <p:spPr bwMode="auto">
          <a:xfrm>
            <a:off x="2364185" y="1676400"/>
            <a:ext cx="248047" cy="832644"/>
          </a:xfrm>
          <a:prstGeom prst="rightBrace">
            <a:avLst>
              <a:gd name="adj1" fmla="val 56250"/>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Arial" charset="0"/>
              <a:ea typeface="+mn-ea"/>
              <a:cs typeface="+mn-cs"/>
            </a:endParaRPr>
          </a:p>
        </p:txBody>
      </p:sp>
      <p:sp>
        <p:nvSpPr>
          <p:cNvPr id="5126" name="Text Box 5"/>
          <p:cNvSpPr txBox="1">
            <a:spLocks noChangeArrowheads="1"/>
          </p:cNvSpPr>
          <p:nvPr/>
        </p:nvSpPr>
        <p:spPr bwMode="auto">
          <a:xfrm>
            <a:off x="2276475" y="3949700"/>
            <a:ext cx="3170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FF"/>
              </a:solidFill>
              <a:effectLst/>
              <a:uLnTx/>
              <a:uFillTx/>
              <a:latin typeface="Times New Roman" pitchFamily="18" charset="0"/>
              <a:ea typeface="+mn-ea"/>
              <a:cs typeface="+mn-cs"/>
            </a:endParaRPr>
          </a:p>
        </p:txBody>
      </p:sp>
      <p:sp>
        <p:nvSpPr>
          <p:cNvPr id="5127" name="Text Box 6"/>
          <p:cNvSpPr txBox="1">
            <a:spLocks noChangeArrowheads="1"/>
          </p:cNvSpPr>
          <p:nvPr/>
        </p:nvSpPr>
        <p:spPr bwMode="auto">
          <a:xfrm>
            <a:off x="2986485" y="1723013"/>
            <a:ext cx="5719762" cy="646331"/>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Times New Roman" pitchFamily="18" charset="0"/>
                <a:ea typeface="+mn-ea"/>
                <a:cs typeface="+mn-cs"/>
              </a:rPr>
              <a:t>Relations normalized through 3NF are generally accepted as normalized enough. </a:t>
            </a:r>
          </a:p>
        </p:txBody>
      </p:sp>
      <p:sp>
        <p:nvSpPr>
          <p:cNvPr id="5128" name="Line 7"/>
          <p:cNvSpPr>
            <a:spLocks noChangeShapeType="1"/>
          </p:cNvSpPr>
          <p:nvPr/>
        </p:nvSpPr>
        <p:spPr bwMode="auto">
          <a:xfrm flipH="1">
            <a:off x="2612231" y="2057400"/>
            <a:ext cx="374253" cy="25797"/>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Arial" charset="0"/>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dirty="0"/>
              <a:t>Database Tables and Normalization</a:t>
            </a:r>
          </a:p>
        </p:txBody>
      </p:sp>
      <p:sp>
        <p:nvSpPr>
          <p:cNvPr id="16387" name="Content Placeholder 2"/>
          <p:cNvSpPr>
            <a:spLocks noGrp="1"/>
          </p:cNvSpPr>
          <p:nvPr>
            <p:ph idx="1"/>
          </p:nvPr>
        </p:nvSpPr>
        <p:spPr>
          <a:xfrm>
            <a:off x="365125" y="1538819"/>
            <a:ext cx="8415338" cy="1758943"/>
          </a:xfrm>
        </p:spPr>
        <p:txBody>
          <a:bodyPr/>
          <a:lstStyle/>
          <a:p>
            <a:r>
              <a:rPr lang="en-US" altLang="en-US" dirty="0"/>
              <a:t>Structural point of view of normal forms</a:t>
            </a:r>
          </a:p>
          <a:p>
            <a:pPr lvl="1"/>
            <a:r>
              <a:rPr lang="en-US" altLang="en-US" dirty="0"/>
              <a:t>Higher normal forms are better than lower normal forms</a:t>
            </a:r>
          </a:p>
          <a:p>
            <a:pPr lvl="1">
              <a:buClr>
                <a:srgbClr val="055C91"/>
              </a:buClr>
            </a:pPr>
            <a:r>
              <a:rPr lang="en-US" altLang="en-US" dirty="0">
                <a:solidFill>
                  <a:srgbClr val="000000">
                    <a:lumMod val="75000"/>
                    <a:lumOff val="25000"/>
                  </a:srgbClr>
                </a:solidFill>
              </a:rPr>
              <a:t>Properly designed 3NF structures meet the requirement of fourth normal form (4NF)</a:t>
            </a:r>
            <a:endParaRPr lang="en-US" altLang="en-US" dirty="0"/>
          </a:p>
          <a:p>
            <a:r>
              <a:rPr lang="en-US" altLang="en-US" dirty="0"/>
              <a:t>Denormalization: produces a lower normal form</a:t>
            </a:r>
          </a:p>
          <a:p>
            <a:pPr lvl="1"/>
            <a:r>
              <a:rPr lang="en-US" altLang="en-US" dirty="0"/>
              <a:t>Results in increased performance and greater data redundancy</a:t>
            </a:r>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dirty="0"/>
              <a:t>The Need for Normalization</a:t>
            </a:r>
          </a:p>
        </p:txBody>
      </p:sp>
      <p:sp>
        <p:nvSpPr>
          <p:cNvPr id="17411" name="Content Placeholder 2"/>
          <p:cNvSpPr>
            <a:spLocks noGrp="1"/>
          </p:cNvSpPr>
          <p:nvPr>
            <p:ph idx="1"/>
          </p:nvPr>
        </p:nvSpPr>
        <p:spPr>
          <a:xfrm>
            <a:off x="365125" y="1538819"/>
            <a:ext cx="8415338" cy="1312667"/>
          </a:xfrm>
        </p:spPr>
        <p:txBody>
          <a:bodyPr/>
          <a:lstStyle/>
          <a:p>
            <a:pPr eaLnBrk="1" hangingPunct="1"/>
            <a:r>
              <a:rPr lang="en-US" altLang="en-US" dirty="0"/>
              <a:t>Used while designing a new database structure</a:t>
            </a:r>
          </a:p>
          <a:p>
            <a:pPr lvl="1" eaLnBrk="1" hangingPunct="1"/>
            <a:r>
              <a:rPr lang="en-US" altLang="en-US" dirty="0"/>
              <a:t>Analyzes the relationship among the attributes within each entity</a:t>
            </a:r>
          </a:p>
          <a:p>
            <a:pPr lvl="1"/>
            <a:r>
              <a:rPr lang="en-US" altLang="en-US" dirty="0"/>
              <a:t>Determines if the structure can be improved </a:t>
            </a:r>
            <a:r>
              <a:rPr lang="en-US" dirty="0"/>
              <a:t>through normalization</a:t>
            </a:r>
            <a:endParaRPr lang="en-US" altLang="en-US" dirty="0"/>
          </a:p>
          <a:p>
            <a:pPr lvl="1"/>
            <a:r>
              <a:rPr lang="en-US" altLang="en-US" dirty="0"/>
              <a:t>Improves the existing data structure and creates an appropriate database design</a:t>
            </a:r>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93813" y="152400"/>
            <a:ext cx="7316787" cy="1143000"/>
          </a:xfrm>
        </p:spPr>
        <p:txBody>
          <a:bodyPr/>
          <a:lstStyle/>
          <a:p>
            <a:pPr eaLnBrk="1" fontAlgn="auto" hangingPunct="1">
              <a:spcAft>
                <a:spcPts val="0"/>
              </a:spcAft>
              <a:defRPr/>
            </a:pPr>
            <a:r>
              <a:rPr lang="en-US" b="1" dirty="0"/>
              <a:t>Normalization in real world</a:t>
            </a:r>
          </a:p>
        </p:txBody>
      </p:sp>
      <p:sp>
        <p:nvSpPr>
          <p:cNvPr id="2" name="Content Placeholder 1"/>
          <p:cNvSpPr>
            <a:spLocks noGrp="1"/>
          </p:cNvSpPr>
          <p:nvPr>
            <p:ph idx="1"/>
          </p:nvPr>
        </p:nvSpPr>
        <p:spPr>
          <a:xfrm>
            <a:off x="685800" y="1447800"/>
            <a:ext cx="8077200" cy="4572000"/>
          </a:xfrm>
        </p:spPr>
        <p:txBody>
          <a:bodyPr>
            <a:noAutofit/>
          </a:bodyPr>
          <a:lstStyle/>
          <a:p>
            <a:pPr marL="365760" indent="-256032" eaLnBrk="1" fontAlgn="auto" hangingPunct="1">
              <a:spcAft>
                <a:spcPts val="0"/>
              </a:spcAft>
              <a:buFont typeface="Wingdings 3"/>
              <a:buChar char=""/>
              <a:defRPr/>
            </a:pPr>
            <a:r>
              <a:rPr lang="en-US" sz="2400" dirty="0"/>
              <a:t>Is it possible to have a database which is not normalized,  but still works?</a:t>
            </a:r>
          </a:p>
          <a:p>
            <a:pPr marL="621792" lvl="1" eaLnBrk="1" fontAlgn="auto" hangingPunct="1">
              <a:spcBef>
                <a:spcPts val="324"/>
              </a:spcBef>
              <a:spcAft>
                <a:spcPts val="0"/>
              </a:spcAft>
              <a:buFont typeface="Verdana"/>
              <a:buChar char="◦"/>
              <a:defRPr/>
            </a:pPr>
            <a:r>
              <a:rPr lang="en-US" sz="2400" dirty="0"/>
              <a:t>Yes, sometimes database designers do this for multiple reasons. However, it is not a good practice</a:t>
            </a:r>
          </a:p>
          <a:p>
            <a:pPr marL="365760" indent="-256032" eaLnBrk="1" fontAlgn="auto" hangingPunct="1">
              <a:spcAft>
                <a:spcPts val="0"/>
              </a:spcAft>
              <a:buFont typeface="Wingdings 3"/>
              <a:buChar char=""/>
              <a:defRPr/>
            </a:pPr>
            <a:r>
              <a:rPr lang="en-US" sz="2400" dirty="0"/>
              <a:t>Is it possible to do normalization without going through the design process?</a:t>
            </a:r>
          </a:p>
          <a:p>
            <a:pPr marL="621792" lvl="1" eaLnBrk="1" fontAlgn="auto" hangingPunct="1">
              <a:spcBef>
                <a:spcPts val="324"/>
              </a:spcBef>
              <a:spcAft>
                <a:spcPts val="0"/>
              </a:spcAft>
              <a:buFont typeface="Verdana"/>
              <a:buChar char="◦"/>
              <a:defRPr/>
            </a:pPr>
            <a:r>
              <a:rPr lang="en-US" sz="2400" dirty="0"/>
              <a:t>Yes, sometimes you work with databases that were created before your arrival and have data in them. You can still improve the efficiency of design by normalization</a:t>
            </a:r>
          </a:p>
          <a:p>
            <a:pPr marL="365760" indent="-256032" eaLnBrk="1" fontAlgn="auto" hangingPunct="1">
              <a:spcAft>
                <a:spcPts val="0"/>
              </a:spcAft>
              <a:buFont typeface="Wingdings 3"/>
              <a:buChar char=""/>
              <a:defRPr/>
            </a:pPr>
            <a:r>
              <a:rPr lang="en-US" sz="2400" dirty="0"/>
              <a:t>Is it possible to avoid normalization altogether?</a:t>
            </a:r>
          </a:p>
          <a:p>
            <a:pPr marL="621792" lvl="1" eaLnBrk="1" fontAlgn="auto" hangingPunct="1">
              <a:spcBef>
                <a:spcPts val="324"/>
              </a:spcBef>
              <a:spcAft>
                <a:spcPts val="0"/>
              </a:spcAft>
              <a:buFont typeface="Verdana"/>
              <a:buChar char="◦"/>
              <a:defRPr/>
            </a:pPr>
            <a:r>
              <a:rPr lang="en-US" sz="2400" dirty="0"/>
              <a:t>Yes, if you were very careful in the data modeling stage and created perfect ERDs. Still, you should check for the normality of your resulting entities.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1" y="152400"/>
            <a:ext cx="7391399" cy="1143000"/>
          </a:xfrm>
        </p:spPr>
        <p:txBody>
          <a:bodyPr/>
          <a:lstStyle/>
          <a:p>
            <a:pPr eaLnBrk="1" fontAlgn="auto" hangingPunct="1">
              <a:spcAft>
                <a:spcPts val="0"/>
              </a:spcAft>
              <a:defRPr/>
            </a:pPr>
            <a:r>
              <a:rPr lang="en-US" b="1" dirty="0"/>
              <a:t>So, why normalize?</a:t>
            </a:r>
          </a:p>
        </p:txBody>
      </p:sp>
      <p:sp>
        <p:nvSpPr>
          <p:cNvPr id="17410" name="Content Placeholder 1"/>
          <p:cNvSpPr>
            <a:spLocks noGrp="1"/>
          </p:cNvSpPr>
          <p:nvPr>
            <p:ph idx="1"/>
          </p:nvPr>
        </p:nvSpPr>
        <p:spPr>
          <a:xfrm>
            <a:off x="609600" y="1447800"/>
            <a:ext cx="8077200" cy="4572000"/>
          </a:xfrm>
        </p:spPr>
        <p:txBody>
          <a:bodyPr/>
          <a:lstStyle/>
          <a:p>
            <a:pPr eaLnBrk="1" hangingPunct="1"/>
            <a:r>
              <a:rPr lang="en-US" dirty="0"/>
              <a:t>To ensure solid, efficient table structures. Improperly designed tables are usually subject to modification anomalies and data dependency problems. If you do not address these problems, your information will be inconsistent, inaccurate and sometimes totally invalid.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711200" y="461963"/>
            <a:ext cx="7772400" cy="747712"/>
          </a:xfrm>
        </p:spPr>
        <p:txBody>
          <a:bodyPr/>
          <a:lstStyle/>
          <a:p>
            <a:r>
              <a:rPr lang="en-US" b="1" dirty="0"/>
              <a:t>Modification anomalies</a:t>
            </a:r>
          </a:p>
        </p:txBody>
      </p:sp>
      <p:sp>
        <p:nvSpPr>
          <p:cNvPr id="13316" name="Rectangle 3"/>
          <p:cNvSpPr>
            <a:spLocks noGrp="1" noChangeArrowheads="1"/>
          </p:cNvSpPr>
          <p:nvPr>
            <p:ph idx="1"/>
          </p:nvPr>
        </p:nvSpPr>
        <p:spPr>
          <a:xfrm>
            <a:off x="533400" y="1371600"/>
            <a:ext cx="8229600" cy="4337050"/>
          </a:xfrm>
        </p:spPr>
        <p:txBody>
          <a:bodyPr/>
          <a:lstStyle/>
          <a:p>
            <a:pPr eaLnBrk="1" hangingPunct="1"/>
            <a:r>
              <a:rPr lang="en-US" sz="2400" dirty="0"/>
              <a:t>Things that can go wrong when you try to </a:t>
            </a:r>
          </a:p>
          <a:p>
            <a:pPr lvl="1" eaLnBrk="1" hangingPunct="1"/>
            <a:r>
              <a:rPr lang="en-US" sz="2400" dirty="0"/>
              <a:t>Insert</a:t>
            </a:r>
          </a:p>
          <a:p>
            <a:pPr lvl="1" eaLnBrk="1" hangingPunct="1"/>
            <a:r>
              <a:rPr lang="en-US" sz="2400" dirty="0"/>
              <a:t>Delete</a:t>
            </a:r>
          </a:p>
          <a:p>
            <a:pPr lvl="1" eaLnBrk="1" hangingPunct="1"/>
            <a:r>
              <a:rPr lang="en-US" sz="2400" dirty="0"/>
              <a:t>Update</a:t>
            </a:r>
          </a:p>
          <a:p>
            <a:pPr eaLnBrk="1" hangingPunct="1">
              <a:buFont typeface="Wingdings 3" pitchFamily="18" charset="2"/>
              <a:buNone/>
            </a:pPr>
            <a:r>
              <a:rPr lang="en-US" sz="2400" dirty="0"/>
              <a:t>data in your database</a:t>
            </a:r>
          </a:p>
          <a:p>
            <a:pPr lvl="1">
              <a:spcBef>
                <a:spcPct val="30000"/>
              </a:spcBef>
            </a:pPr>
            <a:endParaRPr lang="en-US" dirty="0"/>
          </a:p>
        </p:txBody>
      </p:sp>
      <p:sp>
        <p:nvSpPr>
          <p:cNvPr id="1331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A450EB4-FF78-480D-BFB7-8EFC858D76E7}" type="slidenum">
              <a:rPr kumimoji="0" lang="en-US" sz="1400" b="0" i="0" u="none" strike="noStrike" kern="1200" cap="none" spc="0" normalizeH="0" baseline="0" noProof="0" smtClean="0">
                <a:ln>
                  <a:noFill/>
                </a:ln>
                <a:solidFill>
                  <a:srgbClr val="0000FF"/>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n-US" sz="1400" b="0" i="0" u="none" strike="noStrike" kern="1200" cap="none" spc="0" normalizeH="0" baseline="0" noProof="0">
              <a:ln>
                <a:noFill/>
              </a:ln>
              <a:solidFill>
                <a:srgbClr val="0000FF"/>
              </a:solidFill>
              <a:effectLst/>
              <a:uLnTx/>
              <a:uFillTx/>
              <a:latin typeface="Times New Roman" pitchFamily="18" charset="0"/>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eaLnBrk="1" fontAlgn="auto" hangingPunct="1">
              <a:spcAft>
                <a:spcPts val="0"/>
              </a:spcAft>
              <a:defRPr/>
            </a:pPr>
            <a:r>
              <a:rPr lang="en-US" sz="3600" b="1" dirty="0"/>
              <a:t>Insert anomaly </a:t>
            </a:r>
          </a:p>
        </p:txBody>
      </p:sp>
      <p:sp>
        <p:nvSpPr>
          <p:cNvPr id="19458" name="Content Placeholder 1"/>
          <p:cNvSpPr>
            <a:spLocks noGrp="1"/>
          </p:cNvSpPr>
          <p:nvPr>
            <p:ph idx="1"/>
          </p:nvPr>
        </p:nvSpPr>
        <p:spPr/>
        <p:txBody>
          <a:bodyPr>
            <a:normAutofit/>
          </a:bodyPr>
          <a:lstStyle/>
          <a:p>
            <a:pPr eaLnBrk="1" hangingPunct="1"/>
            <a:r>
              <a:rPr lang="en-US" sz="2800" dirty="0"/>
              <a:t>It may be of two types:</a:t>
            </a:r>
          </a:p>
          <a:p>
            <a:pPr lvl="1" eaLnBrk="1" hangingPunct="1"/>
            <a:r>
              <a:rPr lang="en-US" sz="2800" dirty="0"/>
              <a:t>Unnecessary constraint</a:t>
            </a:r>
          </a:p>
          <a:p>
            <a:pPr lvl="2" eaLnBrk="1" hangingPunct="1"/>
            <a:r>
              <a:rPr lang="en-US" sz="2800" dirty="0"/>
              <a:t>Usually, it is a subtle problem and harder to spot</a:t>
            </a:r>
          </a:p>
          <a:p>
            <a:pPr lvl="1" eaLnBrk="1" hangingPunct="1"/>
            <a:r>
              <a:rPr lang="en-US" sz="2800" dirty="0"/>
              <a:t>Unreasonable redundancy</a:t>
            </a:r>
          </a:p>
          <a:p>
            <a:pPr lvl="2" eaLnBrk="1" hangingPunct="1"/>
            <a:r>
              <a:rPr lang="en-US" sz="2800" dirty="0"/>
              <a:t>Usually more obvious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886700" cy="930273"/>
          </a:xfrm>
        </p:spPr>
        <p:txBody>
          <a:bodyPr/>
          <a:lstStyle/>
          <a:p>
            <a:pPr eaLnBrk="1" fontAlgn="auto" hangingPunct="1">
              <a:spcAft>
                <a:spcPts val="0"/>
              </a:spcAft>
              <a:defRPr/>
            </a:pPr>
            <a:r>
              <a:rPr lang="en-US" b="1" dirty="0"/>
              <a:t>Unnecessary constraint </a:t>
            </a:r>
          </a:p>
        </p:txBody>
      </p:sp>
      <p:pic>
        <p:nvPicPr>
          <p:cNvPr id="21507" name="Picture 2"/>
          <p:cNvPicPr>
            <a:picLocks noChangeAspect="1" noChangeArrowheads="1"/>
          </p:cNvPicPr>
          <p:nvPr/>
        </p:nvPicPr>
        <p:blipFill>
          <a:blip r:embed="rId2" cstate="print"/>
          <a:srcRect/>
          <a:stretch>
            <a:fillRect/>
          </a:stretch>
        </p:blipFill>
        <p:spPr bwMode="auto">
          <a:xfrm>
            <a:off x="628650" y="1382486"/>
            <a:ext cx="7524750" cy="3810000"/>
          </a:xfrm>
          <a:prstGeom prst="rect">
            <a:avLst/>
          </a:prstGeom>
          <a:noFill/>
          <a:ln w="9525">
            <a:noFill/>
            <a:miter lim="800000"/>
            <a:headEnd/>
            <a:tailEnd/>
          </a:ln>
        </p:spPr>
      </p:pic>
      <p:sp>
        <p:nvSpPr>
          <p:cNvPr id="21508" name="TextBox 4"/>
          <p:cNvSpPr txBox="1">
            <a:spLocks noChangeArrowheads="1"/>
          </p:cNvSpPr>
          <p:nvPr/>
        </p:nvSpPr>
        <p:spPr bwMode="auto">
          <a:xfrm>
            <a:off x="1295400" y="5257800"/>
            <a:ext cx="7467600" cy="784830"/>
          </a:xfrm>
          <a:prstGeom prst="rect">
            <a:avLst/>
          </a:prstGeom>
          <a:noFill/>
          <a:ln w="9525">
            <a:noFill/>
            <a:miter lim="800000"/>
            <a:headEnd/>
            <a:tailEnd/>
          </a:ln>
        </p:spPr>
        <p:txBody>
          <a:bodyPr wrap="square">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Lucida Sans Unicode" pitchFamily="34" charset="0"/>
                <a:ea typeface="+mn-ea"/>
                <a:cs typeface="+mn-cs"/>
              </a:rPr>
              <a:t>It is impossible to enter information about a new department, </a:t>
            </a:r>
          </a:p>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Lucida Sans Unicode" pitchFamily="34" charset="0"/>
                <a:ea typeface="+mn-ea"/>
                <a:cs typeface="+mn-cs"/>
              </a:rPr>
              <a:t>unless we immediately assign an employee to that department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829550" cy="1006474"/>
          </a:xfrm>
        </p:spPr>
        <p:txBody>
          <a:bodyPr/>
          <a:lstStyle/>
          <a:p>
            <a:pPr eaLnBrk="1" fontAlgn="auto" hangingPunct="1">
              <a:spcAft>
                <a:spcPts val="0"/>
              </a:spcAft>
              <a:defRPr/>
            </a:pPr>
            <a:r>
              <a:rPr lang="en-US" b="1" dirty="0"/>
              <a:t>Unnecessary redundancy</a:t>
            </a:r>
          </a:p>
        </p:txBody>
      </p:sp>
      <p:pic>
        <p:nvPicPr>
          <p:cNvPr id="20483" name="Picture 2"/>
          <p:cNvPicPr>
            <a:picLocks noChangeAspect="1" noChangeArrowheads="1"/>
          </p:cNvPicPr>
          <p:nvPr/>
        </p:nvPicPr>
        <p:blipFill>
          <a:blip r:embed="rId2" cstate="print"/>
          <a:srcRect/>
          <a:stretch>
            <a:fillRect/>
          </a:stretch>
        </p:blipFill>
        <p:spPr bwMode="auto">
          <a:xfrm>
            <a:off x="457200" y="1625375"/>
            <a:ext cx="8229600" cy="2924854"/>
          </a:xfrm>
          <a:prstGeom prst="rect">
            <a:avLst/>
          </a:prstGeom>
          <a:noFill/>
          <a:ln w="9525">
            <a:noFill/>
            <a:miter lim="800000"/>
            <a:headEnd/>
            <a:tailEnd/>
          </a:ln>
        </p:spPr>
      </p:pic>
      <p:sp>
        <p:nvSpPr>
          <p:cNvPr id="20484" name="TextBox 4"/>
          <p:cNvSpPr txBox="1">
            <a:spLocks noChangeArrowheads="1"/>
          </p:cNvSpPr>
          <p:nvPr/>
        </p:nvSpPr>
        <p:spPr bwMode="auto">
          <a:xfrm>
            <a:off x="914400" y="5029200"/>
            <a:ext cx="7315200" cy="784830"/>
          </a:xfrm>
          <a:prstGeom prst="rect">
            <a:avLst/>
          </a:prstGeom>
          <a:noFill/>
          <a:ln w="9525">
            <a:noFill/>
            <a:miter lim="800000"/>
            <a:headEnd/>
            <a:tailEnd/>
          </a:ln>
        </p:spPr>
        <p:txBody>
          <a:bodyPr wrap="square">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Lucida Sans Unicode" pitchFamily="34" charset="0"/>
                <a:ea typeface="+mn-ea"/>
                <a:cs typeface="+mn-cs"/>
              </a:rPr>
              <a:t>When we try to update the sales rep info for customer 1005, </a:t>
            </a:r>
          </a:p>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Lucida Sans Unicode" pitchFamily="34" charset="0"/>
                <a:ea typeface="+mn-ea"/>
                <a:cs typeface="+mn-cs"/>
              </a:rPr>
              <a:t>we need to repeat all the information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6"/>
            <a:ext cx="7886700" cy="935037"/>
          </a:xfrm>
        </p:spPr>
        <p:txBody>
          <a:bodyPr/>
          <a:lstStyle/>
          <a:p>
            <a:pPr eaLnBrk="1" fontAlgn="auto" hangingPunct="1">
              <a:spcAft>
                <a:spcPts val="0"/>
              </a:spcAft>
              <a:defRPr/>
            </a:pPr>
            <a:r>
              <a:rPr lang="en-US" b="1" dirty="0"/>
              <a:t>Update anomaly</a:t>
            </a:r>
          </a:p>
        </p:txBody>
      </p:sp>
      <p:sp>
        <p:nvSpPr>
          <p:cNvPr id="25602" name="Content Placeholder 1"/>
          <p:cNvSpPr>
            <a:spLocks noGrp="1"/>
          </p:cNvSpPr>
          <p:nvPr>
            <p:ph idx="1"/>
          </p:nvPr>
        </p:nvSpPr>
        <p:spPr>
          <a:xfrm>
            <a:off x="457200" y="1481138"/>
            <a:ext cx="8229600" cy="576262"/>
          </a:xfrm>
        </p:spPr>
        <p:txBody>
          <a:bodyPr>
            <a:normAutofit/>
          </a:bodyPr>
          <a:lstStyle/>
          <a:p>
            <a:pPr eaLnBrk="1" hangingPunct="1"/>
            <a:r>
              <a:rPr lang="en-US" sz="2000" dirty="0"/>
              <a:t>It exists if changes to a specific value requires to update several records</a:t>
            </a:r>
          </a:p>
        </p:txBody>
      </p:sp>
      <p:pic>
        <p:nvPicPr>
          <p:cNvPr id="25604" name="Picture 2"/>
          <p:cNvPicPr>
            <a:picLocks noChangeAspect="1" noChangeArrowheads="1"/>
          </p:cNvPicPr>
          <p:nvPr/>
        </p:nvPicPr>
        <p:blipFill>
          <a:blip r:embed="rId2" cstate="print"/>
          <a:srcRect/>
          <a:stretch>
            <a:fillRect/>
          </a:stretch>
        </p:blipFill>
        <p:spPr bwMode="auto">
          <a:xfrm>
            <a:off x="1371600" y="2057400"/>
            <a:ext cx="6324600" cy="2743201"/>
          </a:xfrm>
          <a:prstGeom prst="rect">
            <a:avLst/>
          </a:prstGeom>
          <a:noFill/>
          <a:ln w="9525">
            <a:noFill/>
            <a:miter lim="800000"/>
            <a:headEnd/>
            <a:tailEnd/>
          </a:ln>
        </p:spPr>
      </p:pic>
      <p:sp>
        <p:nvSpPr>
          <p:cNvPr id="25605" name="TextBox 4"/>
          <p:cNvSpPr txBox="1">
            <a:spLocks noChangeArrowheads="1"/>
          </p:cNvSpPr>
          <p:nvPr/>
        </p:nvSpPr>
        <p:spPr bwMode="auto">
          <a:xfrm>
            <a:off x="838200" y="5376862"/>
            <a:ext cx="7848600" cy="646331"/>
          </a:xfrm>
          <a:prstGeom prst="rect">
            <a:avLst/>
          </a:prstGeom>
          <a:noFill/>
          <a:ln w="9525">
            <a:noFill/>
            <a:miter lim="800000"/>
            <a:headEnd/>
            <a:tailEnd/>
          </a:ln>
        </p:spPr>
        <p:txBody>
          <a:bodyPr wrap="square">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b="0" i="0" u="none" strike="noStrike" kern="1200" cap="none" spc="0" normalizeH="0" baseline="0" noProof="0" dirty="0">
                <a:ln>
                  <a:noFill/>
                </a:ln>
                <a:solidFill>
                  <a:srgbClr val="0000FF"/>
                </a:solidFill>
                <a:effectLst/>
                <a:uLnTx/>
                <a:uFillTx/>
                <a:latin typeface="Lucida Sans Unicode" pitchFamily="34" charset="0"/>
                <a:ea typeface="+mn-ea"/>
                <a:cs typeface="+mn-cs"/>
              </a:rPr>
              <a:t>Changes to the name of Lone Star Distributors propagate to three records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eaLnBrk="1" fontAlgn="auto" hangingPunct="1">
              <a:spcAft>
                <a:spcPts val="0"/>
              </a:spcAft>
              <a:defRPr/>
            </a:pPr>
            <a:r>
              <a:rPr lang="en-US" b="1" dirty="0"/>
              <a:t>Delete anomaly</a:t>
            </a:r>
          </a:p>
        </p:txBody>
      </p:sp>
      <p:sp>
        <p:nvSpPr>
          <p:cNvPr id="22530" name="Content Placeholder 1"/>
          <p:cNvSpPr>
            <a:spLocks noGrp="1"/>
          </p:cNvSpPr>
          <p:nvPr>
            <p:ph idx="1"/>
          </p:nvPr>
        </p:nvSpPr>
        <p:spPr/>
        <p:txBody>
          <a:bodyPr>
            <a:normAutofit/>
          </a:bodyPr>
          <a:lstStyle/>
          <a:p>
            <a:pPr eaLnBrk="1" hangingPunct="1"/>
            <a:r>
              <a:rPr lang="en-US" sz="2400" dirty="0"/>
              <a:t>In this case, you lose data which was not meant for deletion. It may affect</a:t>
            </a:r>
          </a:p>
          <a:p>
            <a:pPr lvl="1" eaLnBrk="1" hangingPunct="1"/>
            <a:r>
              <a:rPr lang="en-US" sz="2400" dirty="0"/>
              <a:t>A single record</a:t>
            </a:r>
          </a:p>
          <a:p>
            <a:pPr lvl="1" eaLnBrk="1" hangingPunct="1"/>
            <a:r>
              <a:rPr lang="en-US" sz="2400" dirty="0"/>
              <a:t>Multiple records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886700" cy="930274"/>
          </a:xfrm>
        </p:spPr>
        <p:txBody>
          <a:bodyPr/>
          <a:lstStyle/>
          <a:p>
            <a:pPr eaLnBrk="1" fontAlgn="auto" hangingPunct="1">
              <a:spcAft>
                <a:spcPts val="0"/>
              </a:spcAft>
              <a:defRPr/>
            </a:pPr>
            <a:r>
              <a:rPr lang="en-US" b="1" dirty="0"/>
              <a:t>Delete anomaly</a:t>
            </a:r>
          </a:p>
        </p:txBody>
      </p:sp>
      <p:pic>
        <p:nvPicPr>
          <p:cNvPr id="23555" name="Picture 2"/>
          <p:cNvPicPr>
            <a:picLocks noChangeAspect="1" noChangeArrowheads="1"/>
          </p:cNvPicPr>
          <p:nvPr/>
        </p:nvPicPr>
        <p:blipFill>
          <a:blip r:embed="rId2" cstate="print"/>
          <a:srcRect/>
          <a:stretch>
            <a:fillRect/>
          </a:stretch>
        </p:blipFill>
        <p:spPr bwMode="auto">
          <a:xfrm>
            <a:off x="304800" y="1371600"/>
            <a:ext cx="8458200" cy="3276600"/>
          </a:xfrm>
          <a:prstGeom prst="rect">
            <a:avLst/>
          </a:prstGeom>
          <a:noFill/>
          <a:ln w="9525">
            <a:noFill/>
            <a:miter lim="800000"/>
            <a:headEnd/>
            <a:tailEnd/>
          </a:ln>
        </p:spPr>
      </p:pic>
      <p:sp>
        <p:nvSpPr>
          <p:cNvPr id="23556" name="TextBox 4"/>
          <p:cNvSpPr txBox="1">
            <a:spLocks noChangeArrowheads="1"/>
          </p:cNvSpPr>
          <p:nvPr/>
        </p:nvSpPr>
        <p:spPr bwMode="auto">
          <a:xfrm>
            <a:off x="628650" y="4876800"/>
            <a:ext cx="7916863" cy="646331"/>
          </a:xfrm>
          <a:prstGeom prst="rect">
            <a:avLst/>
          </a:prstGeom>
          <a:noFill/>
          <a:ln w="9525">
            <a:noFill/>
            <a:miter lim="800000"/>
            <a:headEnd/>
            <a:tailEnd/>
          </a:ln>
        </p:spPr>
        <p:txBody>
          <a:bodyPr wrap="square">
            <a:spAutoFit/>
          </a:bodyPr>
          <a:lstStyle/>
          <a:p>
            <a:pPr marL="0" marR="0" lvl="0" indent="0"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Lucida Sans Unicode" pitchFamily="34" charset="0"/>
                <a:ea typeface="+mn-ea"/>
                <a:cs typeface="+mn-cs"/>
              </a:rPr>
              <a:t>Deleting information about Employee 705 will destroy the only record about the Information Services department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886700" cy="854074"/>
          </a:xfrm>
        </p:spPr>
        <p:txBody>
          <a:bodyPr/>
          <a:lstStyle/>
          <a:p>
            <a:pPr eaLnBrk="1" fontAlgn="auto" hangingPunct="1">
              <a:spcAft>
                <a:spcPts val="0"/>
              </a:spcAft>
              <a:defRPr/>
            </a:pPr>
            <a:r>
              <a:rPr lang="en-US" b="1" dirty="0"/>
              <a:t>Delete anomaly</a:t>
            </a:r>
          </a:p>
        </p:txBody>
      </p:sp>
      <p:pic>
        <p:nvPicPr>
          <p:cNvPr id="24579" name="Picture 2"/>
          <p:cNvPicPr>
            <a:picLocks noChangeAspect="1" noChangeArrowheads="1"/>
          </p:cNvPicPr>
          <p:nvPr/>
        </p:nvPicPr>
        <p:blipFill>
          <a:blip r:embed="rId2" cstate="print"/>
          <a:srcRect/>
          <a:stretch>
            <a:fillRect/>
          </a:stretch>
        </p:blipFill>
        <p:spPr bwMode="auto">
          <a:xfrm>
            <a:off x="381000" y="1447800"/>
            <a:ext cx="8353425" cy="2819400"/>
          </a:xfrm>
          <a:prstGeom prst="rect">
            <a:avLst/>
          </a:prstGeom>
          <a:noFill/>
          <a:ln w="9525">
            <a:noFill/>
            <a:miter lim="800000"/>
            <a:headEnd/>
            <a:tailEnd/>
          </a:ln>
        </p:spPr>
      </p:pic>
      <p:sp>
        <p:nvSpPr>
          <p:cNvPr id="24580" name="TextBox 4"/>
          <p:cNvSpPr txBox="1">
            <a:spLocks noChangeArrowheads="1"/>
          </p:cNvSpPr>
          <p:nvPr/>
        </p:nvSpPr>
        <p:spPr bwMode="auto">
          <a:xfrm>
            <a:off x="838200" y="4724400"/>
            <a:ext cx="7786688" cy="646331"/>
          </a:xfrm>
          <a:prstGeom prst="rect">
            <a:avLst/>
          </a:prstGeom>
          <a:noFill/>
          <a:ln w="9525">
            <a:noFill/>
            <a:miter lim="800000"/>
            <a:headEnd/>
            <a:tailEnd/>
          </a:ln>
        </p:spPr>
        <p:txBody>
          <a:bodyPr wrap="square">
            <a:spAutoFit/>
          </a:bodyPr>
          <a:lstStyle/>
          <a:p>
            <a:pPr marL="0" marR="0" lvl="0" indent="0"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Lucida Sans Unicode" pitchFamily="34" charset="0"/>
                <a:ea typeface="+mn-ea"/>
                <a:cs typeface="+mn-cs"/>
              </a:rPr>
              <a:t>Deleting information about Mike Hernandez will result in loss of data for three orders!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1" y="152400"/>
            <a:ext cx="8077200" cy="1143000"/>
          </a:xfrm>
        </p:spPr>
        <p:txBody>
          <a:bodyPr/>
          <a:lstStyle/>
          <a:p>
            <a:pPr algn="ctr" eaLnBrk="1" fontAlgn="auto" hangingPunct="1">
              <a:spcAft>
                <a:spcPts val="0"/>
              </a:spcAft>
              <a:defRPr/>
            </a:pPr>
            <a:r>
              <a:rPr lang="en-US" b="1" dirty="0"/>
              <a:t>Dependencies</a:t>
            </a:r>
          </a:p>
        </p:txBody>
      </p:sp>
      <p:sp>
        <p:nvSpPr>
          <p:cNvPr id="26626" name="Content Placeholder 1"/>
          <p:cNvSpPr>
            <a:spLocks noGrp="1"/>
          </p:cNvSpPr>
          <p:nvPr>
            <p:ph idx="1"/>
          </p:nvPr>
        </p:nvSpPr>
        <p:spPr>
          <a:xfrm>
            <a:off x="762000" y="1447800"/>
            <a:ext cx="7924800" cy="4572000"/>
          </a:xfrm>
        </p:spPr>
        <p:txBody>
          <a:bodyPr>
            <a:normAutofit/>
          </a:bodyPr>
          <a:lstStyle/>
          <a:p>
            <a:pPr eaLnBrk="1" hangingPunct="1"/>
            <a:r>
              <a:rPr lang="en-US" sz="2800" dirty="0"/>
              <a:t>The ideal design of a database is when each table represents information about a SINGLE subject (e.g., “student” table has information about name, address, etc., but not about courses like course title, section number, etc.)</a:t>
            </a:r>
          </a:p>
          <a:p>
            <a:pPr eaLnBrk="1" hangingPunct="1"/>
            <a:r>
              <a:rPr lang="en-US" sz="2800" dirty="0"/>
              <a:t>This design is checked against dependencies among table fields</a:t>
            </a:r>
          </a:p>
          <a:p>
            <a:pPr lvl="1" eaLnBrk="1" hangingPunct="1"/>
            <a:r>
              <a:rPr lang="en-US" sz="2800" dirty="0"/>
              <a:t>Functional dependencies are good</a:t>
            </a:r>
          </a:p>
          <a:p>
            <a:pPr lvl="1" eaLnBrk="1" hangingPunct="1"/>
            <a:r>
              <a:rPr lang="en-US" sz="2800" dirty="0"/>
              <a:t>Transitive and partial dependencies are bad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eaLnBrk="1" fontAlgn="auto" hangingPunct="1">
              <a:spcAft>
                <a:spcPts val="0"/>
              </a:spcAft>
              <a:defRPr/>
            </a:pPr>
            <a:r>
              <a:rPr lang="en-US" b="1" dirty="0"/>
              <a:t>Functional dependency</a:t>
            </a:r>
          </a:p>
        </p:txBody>
      </p:sp>
      <p:sp>
        <p:nvSpPr>
          <p:cNvPr id="27650" name="Content Placeholder 1"/>
          <p:cNvSpPr>
            <a:spLocks noGrp="1"/>
          </p:cNvSpPr>
          <p:nvPr>
            <p:ph idx="1"/>
          </p:nvPr>
        </p:nvSpPr>
        <p:spPr>
          <a:xfrm>
            <a:off x="457200" y="1524000"/>
            <a:ext cx="8229600" cy="4953000"/>
          </a:xfrm>
        </p:spPr>
        <p:txBody>
          <a:bodyPr/>
          <a:lstStyle/>
          <a:p>
            <a:pPr eaLnBrk="1" hangingPunct="1"/>
            <a:r>
              <a:rPr lang="en-US" sz="2400" dirty="0"/>
              <a:t>A functional dependency exists between two fields A and B, when a distinct value of A is directly associated with a distinct value of B.</a:t>
            </a:r>
          </a:p>
          <a:p>
            <a:pPr eaLnBrk="1" hangingPunct="1"/>
            <a:r>
              <a:rPr lang="en-US" sz="2400" dirty="0"/>
              <a:t>Given a specific value of A, you can always find the corresponding value of B</a:t>
            </a:r>
          </a:p>
          <a:p>
            <a:pPr lvl="1" eaLnBrk="1" hangingPunct="1"/>
            <a:r>
              <a:rPr lang="en-US" sz="2400" dirty="0"/>
              <a:t>Student ID = 55058 </a:t>
            </a:r>
            <a:r>
              <a:rPr lang="en-US" sz="2400" b="1" dirty="0"/>
              <a:t>→</a:t>
            </a:r>
            <a:r>
              <a:rPr lang="en-US" sz="2400" dirty="0"/>
              <a:t> Student name = Bob Jones</a:t>
            </a:r>
          </a:p>
          <a:p>
            <a:pPr eaLnBrk="1" hangingPunct="1"/>
            <a:r>
              <a:rPr lang="en-US" sz="2400" dirty="0"/>
              <a:t>Written as </a:t>
            </a:r>
            <a:r>
              <a:rPr lang="en-US" sz="2400" b="1" dirty="0"/>
              <a:t>A→B</a:t>
            </a:r>
          </a:p>
          <a:p>
            <a:pPr eaLnBrk="1" hangingPunct="1"/>
            <a:r>
              <a:rPr lang="en-US" sz="2400" dirty="0"/>
              <a:t>The value of A </a:t>
            </a:r>
            <a:r>
              <a:rPr lang="en-US" sz="2400" b="1" i="1" dirty="0">
                <a:solidFill>
                  <a:srgbClr val="FF0000"/>
                </a:solidFill>
              </a:rPr>
              <a:t>determines</a:t>
            </a:r>
            <a:r>
              <a:rPr lang="en-US" sz="2400" b="1" i="1" dirty="0"/>
              <a:t> </a:t>
            </a:r>
            <a:r>
              <a:rPr lang="en-US" sz="2400" dirty="0"/>
              <a:t>the value of B (A is the determinant, B is the dependent)</a:t>
            </a:r>
          </a:p>
          <a:p>
            <a:r>
              <a:rPr lang="en-US" sz="2400" dirty="0"/>
              <a:t>The value of B is </a:t>
            </a:r>
            <a:r>
              <a:rPr lang="en-US" sz="2400" b="1" i="1" dirty="0">
                <a:solidFill>
                  <a:srgbClr val="FF0000"/>
                </a:solidFill>
              </a:rPr>
              <a:t>functionally dependent </a:t>
            </a:r>
            <a:r>
              <a:rPr lang="en-US" sz="2400" dirty="0"/>
              <a:t>on the value of A.</a:t>
            </a:r>
          </a:p>
          <a:p>
            <a:pPr eaLnBrk="1" hangingPunct="1"/>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D7CEDE0-59DB-4F10-A0FE-051C51515C2A}" type="slidenum">
              <a:rPr kumimoji="0" lang="en-US" sz="1400" b="0" i="0" u="none" strike="noStrike" kern="1200" cap="none" spc="0" normalizeH="0" baseline="0" noProof="0" smtClean="0">
                <a:ln>
                  <a:noFill/>
                </a:ln>
                <a:solidFill>
                  <a:srgbClr val="0000FF"/>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sz="1400" b="0" i="0" u="none" strike="noStrike" kern="1200" cap="none" spc="0" normalizeH="0" baseline="0" noProof="0">
              <a:ln>
                <a:noFill/>
              </a:ln>
              <a:solidFill>
                <a:srgbClr val="0000FF"/>
              </a:solidFill>
              <a:effectLst/>
              <a:uLnTx/>
              <a:uFillTx/>
              <a:latin typeface="Times New Roman" pitchFamily="18" charset="0"/>
              <a:ea typeface="+mn-ea"/>
              <a:cs typeface="+mn-cs"/>
            </a:endParaRPr>
          </a:p>
        </p:txBody>
      </p:sp>
      <p:sp>
        <p:nvSpPr>
          <p:cNvPr id="10243" name="Rectangle 2"/>
          <p:cNvSpPr>
            <a:spLocks noChangeArrowheads="1"/>
          </p:cNvSpPr>
          <p:nvPr/>
        </p:nvSpPr>
        <p:spPr bwMode="auto">
          <a:xfrm>
            <a:off x="609600" y="228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a:ln>
                  <a:noFill/>
                </a:ln>
                <a:solidFill>
                  <a:srgbClr val="FF0033"/>
                </a:solidFill>
                <a:effectLst/>
                <a:uLnTx/>
                <a:uFillTx/>
                <a:latin typeface="Arial" charset="0"/>
                <a:ea typeface="+mn-ea"/>
                <a:cs typeface="+mn-cs"/>
              </a:rPr>
              <a:t>Functional Dependency</a:t>
            </a:r>
          </a:p>
        </p:txBody>
      </p:sp>
      <p:sp>
        <p:nvSpPr>
          <p:cNvPr id="10244" name="Rectangle 3"/>
          <p:cNvSpPr>
            <a:spLocks noChangeArrowheads="1"/>
          </p:cNvSpPr>
          <p:nvPr/>
        </p:nvSpPr>
        <p:spPr bwMode="auto">
          <a:xfrm>
            <a:off x="762000" y="12192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marR="0" lvl="0" indent="-342900" algn="ctr" defTabSz="914400" rtl="0" eaLnBrk="0" fontAlgn="base" latinLnBrk="0" hangingPunct="0">
              <a:lnSpc>
                <a:spcPct val="100000"/>
              </a:lnSpc>
              <a:spcBef>
                <a:spcPct val="20000"/>
              </a:spcBef>
              <a:spcAft>
                <a:spcPct val="0"/>
              </a:spcAft>
              <a:buClr>
                <a:srgbClr val="6699FF"/>
              </a:buClr>
              <a:buSzTx/>
              <a:buFont typeface="Wingdings" pitchFamily="2" charset="2"/>
              <a:buNone/>
              <a:tabLst/>
              <a:defRPr/>
            </a:pPr>
            <a:r>
              <a:rPr kumimoji="0" lang="en-US" sz="1600" b="1" i="1" u="none" strike="noStrike" kern="1200" cap="none" spc="0" normalizeH="0" baseline="0" noProof="0" dirty="0">
                <a:ln>
                  <a:noFill/>
                </a:ln>
                <a:solidFill>
                  <a:srgbClr val="0000FF"/>
                </a:solidFill>
                <a:effectLst/>
                <a:uLnTx/>
                <a:uFillTx/>
                <a:latin typeface="Arial" charset="0"/>
                <a:ea typeface="+mn-ea"/>
                <a:cs typeface="+mn-cs"/>
              </a:rPr>
              <a:t>Is a “relationship between attributes”</a:t>
            </a:r>
          </a:p>
        </p:txBody>
      </p:sp>
      <p:sp>
        <p:nvSpPr>
          <p:cNvPr id="10245" name="Text Box 4"/>
          <p:cNvSpPr txBox="1">
            <a:spLocks noChangeArrowheads="1"/>
          </p:cNvSpPr>
          <p:nvPr/>
        </p:nvSpPr>
        <p:spPr bwMode="auto">
          <a:xfrm>
            <a:off x="304800" y="5943600"/>
            <a:ext cx="309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FF99"/>
                </a:solidFill>
                <a:effectLst/>
                <a:uLnTx/>
                <a:uFillTx/>
                <a:latin typeface="Comic Sans MS" pitchFamily="66" charset="0"/>
                <a:ea typeface="+mn-ea"/>
                <a:cs typeface="+mn-cs"/>
              </a:rPr>
              <a:t>Page 114</a:t>
            </a:r>
            <a:endParaRPr kumimoji="0" lang="en-US" sz="2400" b="1" i="0" u="none" strike="noStrike" kern="1200" cap="none" spc="0" normalizeH="0" baseline="0" noProof="0">
              <a:ln>
                <a:noFill/>
              </a:ln>
              <a:solidFill>
                <a:srgbClr val="FFFF99"/>
              </a:solidFill>
              <a:effectLst/>
              <a:uLnTx/>
              <a:uFillTx/>
              <a:latin typeface="Comic Sans MS" pitchFamily="66" charset="0"/>
              <a:ea typeface="+mn-ea"/>
              <a:cs typeface="+mn-cs"/>
            </a:endParaRPr>
          </a:p>
        </p:txBody>
      </p:sp>
      <p:pic>
        <p:nvPicPr>
          <p:cNvPr id="10246" name="Picture 5" descr="!05-0002"/>
          <p:cNvPicPr>
            <a:picLocks noChangeAspect="1" noChangeArrowheads="1"/>
          </p:cNvPicPr>
          <p:nvPr/>
        </p:nvPicPr>
        <p:blipFill>
          <a:blip r:embed="rId3">
            <a:extLst>
              <a:ext uri="{28A0092B-C50C-407E-A947-70E740481C1C}">
                <a14:useLocalDpi xmlns:a14="http://schemas.microsoft.com/office/drawing/2010/main" val="0"/>
              </a:ext>
            </a:extLst>
          </a:blip>
          <a:srcRect l="12500" t="9770"/>
          <a:stretch>
            <a:fillRect/>
          </a:stretch>
        </p:blipFill>
        <p:spPr bwMode="auto">
          <a:xfrm>
            <a:off x="838200" y="2362200"/>
            <a:ext cx="3733800" cy="19939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nvGrpSpPr>
          <p:cNvPr id="10247" name="Group 6"/>
          <p:cNvGrpSpPr>
            <a:grpSpLocks/>
          </p:cNvGrpSpPr>
          <p:nvPr/>
        </p:nvGrpSpPr>
        <p:grpSpPr bwMode="auto">
          <a:xfrm>
            <a:off x="4876800" y="2146300"/>
            <a:ext cx="3810000" cy="3106738"/>
            <a:chOff x="3072" y="912"/>
            <a:chExt cx="2544" cy="1957"/>
          </a:xfrm>
        </p:grpSpPr>
        <p:sp>
          <p:nvSpPr>
            <p:cNvPr id="10249" name="Text Box 7"/>
            <p:cNvSpPr txBox="1">
              <a:spLocks noChangeArrowheads="1"/>
            </p:cNvSpPr>
            <p:nvPr/>
          </p:nvSpPr>
          <p:spPr bwMode="auto">
            <a:xfrm>
              <a:off x="3120" y="912"/>
              <a:ext cx="2496" cy="158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66"/>
                  </a:solidFill>
                  <a:effectLst/>
                  <a:uLnTx/>
                  <a:uFillTx/>
                  <a:latin typeface="Comic Sans MS" pitchFamily="66" charset="0"/>
                  <a:ea typeface="+mn-ea"/>
                  <a:cs typeface="+mn-cs"/>
                </a:rPr>
                <a:t>Y is functionally dependent on X:</a:t>
              </a:r>
              <a:r>
                <a:rPr kumimoji="0" lang="en-US" sz="2400" b="0" i="0" u="none" strike="noStrike" kern="1200" cap="none" spc="0" normalizeH="0" baseline="0" noProof="0" dirty="0">
                  <a:ln>
                    <a:noFill/>
                  </a:ln>
                  <a:solidFill>
                    <a:srgbClr val="000066"/>
                  </a:solidFill>
                  <a:effectLst/>
                  <a:uLnTx/>
                  <a:uFillTx/>
                  <a:latin typeface="Comic Sans MS" pitchFamily="66" charset="0"/>
                  <a:ea typeface="+mn-ea"/>
                  <a:cs typeface="+mn-cs"/>
                </a:rPr>
                <a:t>  (</a:t>
              </a:r>
              <a:r>
                <a:rPr kumimoji="0" lang="en-US" sz="1800" b="0" i="0" u="none" strike="noStrike" kern="1200" cap="none" spc="0" normalizeH="0" baseline="0" noProof="0" dirty="0">
                  <a:ln>
                    <a:noFill/>
                  </a:ln>
                  <a:solidFill>
                    <a:srgbClr val="000066"/>
                  </a:solidFill>
                  <a:effectLst/>
                  <a:uLnTx/>
                  <a:uFillTx/>
                  <a:latin typeface="Comic Sans MS" pitchFamily="66" charset="0"/>
                  <a:ea typeface="+mn-ea"/>
                  <a:cs typeface="+mn-cs"/>
                </a:rPr>
                <a:t>X    </a:t>
              </a:r>
              <a:r>
                <a:rPr kumimoji="0" lang="en-US" sz="1800" b="0" i="0" u="none" strike="noStrike" kern="1200" cap="none" spc="0" normalizeH="0" baseline="0" noProof="0" dirty="0">
                  <a:ln>
                    <a:noFill/>
                  </a:ln>
                  <a:solidFill>
                    <a:srgbClr val="000066"/>
                  </a:solidFill>
                  <a:effectLst/>
                  <a:uLnTx/>
                  <a:uFillTx/>
                  <a:latin typeface="Comic Sans MS" pitchFamily="66" charset="0"/>
                  <a:ea typeface="+mn-ea"/>
                  <a:cs typeface="+mn-cs"/>
                  <a:sym typeface="Symbol" pitchFamily="18" charset="2"/>
                </a:rPr>
                <a:t>Y)</a:t>
              </a:r>
              <a:endParaRPr kumimoji="0" lang="en-US" sz="2400" b="1" i="0" u="none" strike="noStrike" kern="1200" cap="none" spc="0" normalizeH="0" baseline="0" noProof="0" dirty="0">
                <a:ln>
                  <a:noFill/>
                </a:ln>
                <a:solidFill>
                  <a:srgbClr val="000066"/>
                </a:solidFill>
                <a:effectLst/>
                <a:uLnTx/>
                <a:uFillTx/>
                <a:latin typeface="Comic Sans MS" pitchFamily="66"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66"/>
                </a:solidFill>
                <a:effectLst/>
                <a:uLnTx/>
                <a:uFillTx/>
                <a:latin typeface="Comic Sans MS" pitchFamily="66"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66"/>
                  </a:solidFill>
                  <a:effectLst/>
                  <a:uLnTx/>
                  <a:uFillTx/>
                  <a:latin typeface="Comic Sans MS" pitchFamily="66" charset="0"/>
                  <a:ea typeface="+mn-ea"/>
                  <a:cs typeface="+mn-cs"/>
                </a:rPr>
                <a:t>if each value of X determines </a:t>
              </a:r>
              <a:r>
                <a:rPr kumimoji="0" lang="en-US" sz="1600" b="1" i="0" u="sng" strike="noStrike" kern="1200" cap="none" spc="0" normalizeH="0" baseline="0" noProof="0" dirty="0">
                  <a:ln>
                    <a:noFill/>
                  </a:ln>
                  <a:solidFill>
                    <a:srgbClr val="000066"/>
                  </a:solidFill>
                  <a:effectLst/>
                  <a:uLnTx/>
                  <a:uFillTx/>
                  <a:latin typeface="Comic Sans MS" pitchFamily="66" charset="0"/>
                  <a:ea typeface="+mn-ea"/>
                  <a:cs typeface="+mn-cs"/>
                </a:rPr>
                <a:t>exactly</a:t>
              </a:r>
              <a:r>
                <a:rPr kumimoji="0" lang="en-US" sz="1600" b="1" i="0" u="none" strike="noStrike" kern="1200" cap="none" spc="0" normalizeH="0" baseline="0" noProof="0" dirty="0">
                  <a:ln>
                    <a:noFill/>
                  </a:ln>
                  <a:solidFill>
                    <a:srgbClr val="000066"/>
                  </a:solidFill>
                  <a:effectLst/>
                  <a:uLnTx/>
                  <a:uFillTx/>
                  <a:latin typeface="Comic Sans MS" pitchFamily="66" charset="0"/>
                  <a:ea typeface="+mn-ea"/>
                  <a:cs typeface="+mn-cs"/>
                </a:rPr>
                <a:t> one value of Y</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srgbClr val="000066"/>
                </a:solidFill>
                <a:effectLst/>
                <a:uLnTx/>
                <a:uFillTx/>
                <a:latin typeface="Comic Sans MS" pitchFamily="66"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FF3300"/>
                  </a:solidFill>
                  <a:effectLst/>
                  <a:uLnTx/>
                  <a:uFillTx/>
                  <a:latin typeface="Comic Sans MS" pitchFamily="66" charset="0"/>
                  <a:ea typeface="+mn-ea"/>
                  <a:cs typeface="+mn-cs"/>
                </a:rPr>
                <a:t>EmployeeNumber</a:t>
              </a:r>
              <a:r>
                <a:rPr kumimoji="0" lang="en-US" sz="2000" b="0" i="0" u="none" strike="noStrike" kern="1200" cap="none" spc="0" normalizeH="0" baseline="0" noProof="0" dirty="0">
                  <a:ln>
                    <a:noFill/>
                  </a:ln>
                  <a:solidFill>
                    <a:srgbClr val="FF3300"/>
                  </a:solidFill>
                  <a:effectLst/>
                  <a:uLnTx/>
                  <a:uFillTx/>
                  <a:latin typeface="Comic Sans MS" pitchFamily="66" charset="0"/>
                  <a:ea typeface="+mn-ea"/>
                  <a:cs typeface="+mn-cs"/>
                </a:rPr>
                <a:t>     </a:t>
              </a:r>
              <a:r>
                <a:rPr kumimoji="0" lang="en-US" sz="2000" b="0" i="0" u="none" strike="noStrike" kern="1200" cap="none" spc="0" normalizeH="0" baseline="0" noProof="0" dirty="0">
                  <a:ln>
                    <a:noFill/>
                  </a:ln>
                  <a:solidFill>
                    <a:srgbClr val="FF3300"/>
                  </a:solidFill>
                  <a:effectLst/>
                  <a:uLnTx/>
                  <a:uFillTx/>
                  <a:latin typeface="Comic Sans MS" pitchFamily="66" charset="0"/>
                  <a:ea typeface="+mn-ea"/>
                  <a:cs typeface="+mn-cs"/>
                  <a:sym typeface="Symbol" pitchFamily="18" charset="2"/>
                </a:rPr>
                <a:t>Name</a:t>
              </a:r>
              <a:endParaRPr kumimoji="0" lang="en-US" sz="2000" b="0" i="0" u="none" strike="noStrike" kern="1200" cap="none" spc="0" normalizeH="0" baseline="0" noProof="0" dirty="0">
                <a:ln>
                  <a:noFill/>
                </a:ln>
                <a:solidFill>
                  <a:srgbClr val="FF3300"/>
                </a:solidFill>
                <a:effectLst/>
                <a:uLnTx/>
                <a:uFillTx/>
                <a:latin typeface="Comic Sans MS" pitchFamily="66"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66"/>
                  </a:solidFill>
                  <a:effectLst/>
                  <a:uLnTx/>
                  <a:uFillTx/>
                  <a:latin typeface="Comic Sans MS" pitchFamily="66" charset="0"/>
                  <a:ea typeface="+mn-ea"/>
                  <a:cs typeface="+mn-cs"/>
                </a:rPr>
                <a:t>	</a:t>
              </a:r>
            </a:p>
          </p:txBody>
        </p:sp>
        <p:grpSp>
          <p:nvGrpSpPr>
            <p:cNvPr id="10250" name="Group 8"/>
            <p:cNvGrpSpPr>
              <a:grpSpLocks/>
            </p:cNvGrpSpPr>
            <p:nvPr/>
          </p:nvGrpSpPr>
          <p:grpSpPr bwMode="auto">
            <a:xfrm>
              <a:off x="3072" y="2016"/>
              <a:ext cx="1488" cy="853"/>
              <a:chOff x="3072" y="2016"/>
              <a:chExt cx="1488" cy="853"/>
            </a:xfrm>
          </p:grpSpPr>
          <p:sp>
            <p:nvSpPr>
              <p:cNvPr id="10251" name="Oval 9"/>
              <p:cNvSpPr>
                <a:spLocks noChangeArrowheads="1"/>
              </p:cNvSpPr>
              <p:nvPr/>
            </p:nvSpPr>
            <p:spPr bwMode="auto">
              <a:xfrm>
                <a:off x="3072" y="2016"/>
                <a:ext cx="1488" cy="33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Arial" charset="0"/>
                  <a:ea typeface="+mn-ea"/>
                  <a:cs typeface="+mn-cs"/>
                </a:endParaRPr>
              </a:p>
            </p:txBody>
          </p:sp>
          <p:sp>
            <p:nvSpPr>
              <p:cNvPr id="10252" name="Text Box 10"/>
              <p:cNvSpPr txBox="1">
                <a:spLocks noChangeArrowheads="1"/>
              </p:cNvSpPr>
              <p:nvPr/>
            </p:nvSpPr>
            <p:spPr bwMode="auto">
              <a:xfrm>
                <a:off x="3408" y="2688"/>
                <a:ext cx="713" cy="18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66"/>
                    </a:solidFill>
                    <a:effectLst/>
                    <a:uLnTx/>
                    <a:uFillTx/>
                    <a:latin typeface="Comic Sans MS" pitchFamily="66" charset="0"/>
                    <a:ea typeface="+mn-ea"/>
                    <a:cs typeface="+mn-cs"/>
                  </a:rPr>
                  <a:t>determinant</a:t>
                </a:r>
              </a:p>
            </p:txBody>
          </p:sp>
          <p:cxnSp>
            <p:nvCxnSpPr>
              <p:cNvPr id="10253" name="AutoShape 11"/>
              <p:cNvCxnSpPr>
                <a:cxnSpLocks noChangeShapeType="1"/>
                <a:stCxn id="10252" idx="0"/>
                <a:endCxn id="10251" idx="4"/>
              </p:cNvCxnSpPr>
              <p:nvPr/>
            </p:nvCxnSpPr>
            <p:spPr bwMode="auto">
              <a:xfrm flipV="1">
                <a:off x="3741" y="2352"/>
                <a:ext cx="75" cy="336"/>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grpSp>
      </p:grpSp>
      <p:sp>
        <p:nvSpPr>
          <p:cNvPr id="10248" name="Rectangle 12"/>
          <p:cNvSpPr>
            <a:spLocks noChangeArrowheads="1"/>
          </p:cNvSpPr>
          <p:nvPr/>
        </p:nvSpPr>
        <p:spPr bwMode="auto">
          <a:xfrm>
            <a:off x="685800" y="5486400"/>
            <a:ext cx="7848600" cy="10922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Arial" charset="0"/>
                <a:ea typeface="+mn-ea"/>
                <a:cs typeface="+mn-cs"/>
              </a:rPr>
              <a:t>Definition:</a:t>
            </a:r>
            <a:r>
              <a:rPr kumimoji="0" lang="en-US" sz="1800" b="0" i="0" u="none" strike="noStrike" kern="1200" cap="none" spc="0" normalizeH="0" baseline="0" noProof="0" dirty="0">
                <a:ln>
                  <a:noFill/>
                </a:ln>
                <a:solidFill>
                  <a:srgbClr val="0000FF"/>
                </a:solidFill>
                <a:effectLst/>
                <a:uLnTx/>
                <a:uFillTx/>
                <a:latin typeface="Arial" charset="0"/>
                <a:ea typeface="+mn-ea"/>
                <a:cs typeface="+mn-cs"/>
              </a:rPr>
              <a:t> An attribute, Y, is functionally dependent on another attribute, X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Arial" charset="0"/>
                <a:ea typeface="+mn-ea"/>
                <a:cs typeface="+mn-cs"/>
              </a:rPr>
              <a:t>(or possibly a collection of attributes), if a value for X determines a </a:t>
            </a:r>
            <a:r>
              <a:rPr kumimoji="0" lang="en-US" sz="1800" b="1" i="0" u="none" strike="noStrike" kern="1200" cap="none" spc="0" normalizeH="0" baseline="0" noProof="0" dirty="0">
                <a:ln>
                  <a:noFill/>
                </a:ln>
                <a:solidFill>
                  <a:srgbClr val="0000FF"/>
                </a:solidFill>
                <a:effectLst/>
                <a:uLnTx/>
                <a:uFillTx/>
                <a:latin typeface="Arial" charset="0"/>
                <a:ea typeface="+mn-ea"/>
                <a:cs typeface="+mn-cs"/>
              </a:rPr>
              <a:t>single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Arial" charset="0"/>
                <a:ea typeface="+mn-ea"/>
                <a:cs typeface="+mn-cs"/>
              </a:rPr>
              <a:t>value for Y at any given time.</a:t>
            </a:r>
          </a:p>
        </p:txBody>
      </p:sp>
      <p:cxnSp>
        <p:nvCxnSpPr>
          <p:cNvPr id="6" name="Straight Arrow Connector 5">
            <a:extLst>
              <a:ext uri="{FF2B5EF4-FFF2-40B4-BE49-F238E27FC236}">
                <a16:creationId xmlns:a16="http://schemas.microsoft.com/office/drawing/2014/main" id="{D05D83EA-0BB9-4680-9361-A372EDA74789}"/>
              </a:ext>
            </a:extLst>
          </p:cNvPr>
          <p:cNvCxnSpPr/>
          <p:nvPr/>
        </p:nvCxnSpPr>
        <p:spPr bwMode="auto">
          <a:xfrm>
            <a:off x="5334000" y="2770632"/>
            <a:ext cx="258792" cy="0"/>
          </a:xfrm>
          <a:prstGeom prst="straightConnector1">
            <a:avLst/>
          </a:prstGeom>
          <a:noFill/>
          <a:ln w="25400" cap="flat" cmpd="sng" algn="ctr">
            <a:solidFill>
              <a:schemeClr val="bg2"/>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8324B04F-0472-495B-9368-413C10E92E51}"/>
              </a:ext>
            </a:extLst>
          </p:cNvPr>
          <p:cNvCxnSpPr/>
          <p:nvPr/>
        </p:nvCxnSpPr>
        <p:spPr bwMode="auto">
          <a:xfrm>
            <a:off x="7162800" y="4165600"/>
            <a:ext cx="258792" cy="0"/>
          </a:xfrm>
          <a:prstGeom prst="straightConnector1">
            <a:avLst/>
          </a:prstGeom>
          <a:noFill/>
          <a:ln w="25400" cap="flat" cmpd="sng" algn="ctr">
            <a:solidFill>
              <a:schemeClr val="tx2"/>
            </a:solidFill>
            <a:prstDash val="solid"/>
            <a:round/>
            <a:headEnd type="none" w="med" len="med"/>
            <a:tailEnd type="triangle"/>
          </a:ln>
          <a:effectLst/>
        </p:spPr>
      </p:cxnSp>
    </p:spTree>
    <p:extLst>
      <p:ext uri="{BB962C8B-B14F-4D97-AF65-F5344CB8AC3E}">
        <p14:creationId xmlns:p14="http://schemas.microsoft.com/office/powerpoint/2010/main" val="1670010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dirty="0"/>
              <a:t>The Normalization Process (5 of 5)</a:t>
            </a:r>
          </a:p>
        </p:txBody>
      </p:sp>
      <p:sp>
        <p:nvSpPr>
          <p:cNvPr id="22531" name="Content Placeholder 2"/>
          <p:cNvSpPr>
            <a:spLocks noGrp="1"/>
          </p:cNvSpPr>
          <p:nvPr>
            <p:ph idx="1"/>
          </p:nvPr>
        </p:nvSpPr>
        <p:spPr>
          <a:xfrm>
            <a:off x="365125" y="1538819"/>
            <a:ext cx="8415338" cy="3490381"/>
          </a:xfrm>
        </p:spPr>
        <p:txBody>
          <a:bodyPr/>
          <a:lstStyle/>
          <a:p>
            <a:r>
              <a:rPr lang="en-US" altLang="en-US" dirty="0"/>
              <a:t>Partial dependency: functional dependence in which the determinant is only part of the primary key</a:t>
            </a:r>
          </a:p>
          <a:p>
            <a:pPr lvl="1"/>
            <a:r>
              <a:rPr lang="en-US" altLang="en-US" dirty="0"/>
              <a:t>Assumption: one candidate key </a:t>
            </a:r>
          </a:p>
          <a:p>
            <a:pPr lvl="1"/>
            <a:r>
              <a:rPr lang="en-US" altLang="en-US" dirty="0"/>
              <a:t>Straight forward</a:t>
            </a:r>
          </a:p>
          <a:p>
            <a:pPr lvl="1"/>
            <a:r>
              <a:rPr lang="en-US" altLang="en-US" dirty="0"/>
              <a:t>Easy to identify</a:t>
            </a:r>
          </a:p>
          <a:p>
            <a:r>
              <a:rPr lang="en-US" altLang="en-US" dirty="0"/>
              <a:t>Transitive dependency: attribute </a:t>
            </a:r>
            <a:r>
              <a:rPr lang="en-US" dirty="0"/>
              <a:t>is dependent on another attribute that is not part of the primary key</a:t>
            </a:r>
          </a:p>
          <a:p>
            <a:pPr lvl="1"/>
            <a:r>
              <a:rPr lang="en-US" dirty="0"/>
              <a:t>More difficult to identify among a set of data</a:t>
            </a:r>
          </a:p>
          <a:p>
            <a:pPr lvl="1"/>
            <a:r>
              <a:rPr lang="en-US" dirty="0"/>
              <a:t>Occur only when a functional dependence exists among nonprime attributes</a:t>
            </a:r>
            <a:endParaRPr lang="en-US" altLang="en-US" dirty="0"/>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6613" y="152400"/>
            <a:ext cx="8229600" cy="1143000"/>
          </a:xfrm>
        </p:spPr>
        <p:txBody>
          <a:bodyPr/>
          <a:lstStyle/>
          <a:p>
            <a:pPr eaLnBrk="1" fontAlgn="auto" hangingPunct="1">
              <a:spcAft>
                <a:spcPts val="0"/>
              </a:spcAft>
              <a:defRPr/>
            </a:pPr>
            <a:r>
              <a:rPr lang="en-US" dirty="0"/>
              <a:t>Partial dependency</a:t>
            </a:r>
          </a:p>
        </p:txBody>
      </p:sp>
      <p:sp>
        <p:nvSpPr>
          <p:cNvPr id="31746" name="Content Placeholder 1"/>
          <p:cNvSpPr>
            <a:spLocks noGrp="1"/>
          </p:cNvSpPr>
          <p:nvPr>
            <p:ph idx="1"/>
          </p:nvPr>
        </p:nvSpPr>
        <p:spPr>
          <a:xfrm>
            <a:off x="838200" y="1295400"/>
            <a:ext cx="8229600" cy="4724400"/>
          </a:xfrm>
        </p:spPr>
        <p:txBody>
          <a:bodyPr/>
          <a:lstStyle/>
          <a:p>
            <a:r>
              <a:rPr lang="en-US" altLang="en-US" dirty="0"/>
              <a:t>Partial dependency: functional dependence in which the determinant is only part of the primary key</a:t>
            </a:r>
          </a:p>
          <a:p>
            <a:pPr eaLnBrk="1" hangingPunct="1"/>
            <a:r>
              <a:rPr lang="en-US" dirty="0"/>
              <a:t>This applies only if you have a table with a composite primary key.</a:t>
            </a:r>
          </a:p>
          <a:p>
            <a:pPr eaLnBrk="1" hangingPunct="1"/>
            <a:r>
              <a:rPr lang="en-US" dirty="0"/>
              <a:t>Let’s say that you have a primary key consisting of two fields (A,B)</a:t>
            </a:r>
          </a:p>
          <a:p>
            <a:pPr eaLnBrk="1" hangingPunct="1"/>
            <a:r>
              <a:rPr lang="en-US" dirty="0"/>
              <a:t>Then, suppose that there is a field C such that </a:t>
            </a:r>
            <a:r>
              <a:rPr lang="en-US" b="1" dirty="0"/>
              <a:t>A→C</a:t>
            </a:r>
            <a:r>
              <a:rPr lang="en-US" dirty="0"/>
              <a:t>. Since only one component of the key determines the field C, C is only partially dependent on the key (A,B)</a:t>
            </a:r>
          </a:p>
          <a:p>
            <a:pPr eaLnBrk="1" hangingPunct="1"/>
            <a:r>
              <a:rPr lang="en-US" dirty="0"/>
              <a:t>This is bad because it tells us that there are multiple subjects in the table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886700" cy="864959"/>
          </a:xfrm>
        </p:spPr>
        <p:txBody>
          <a:bodyPr/>
          <a:lstStyle/>
          <a:p>
            <a:pPr algn="ctr" eaLnBrk="1" fontAlgn="auto" hangingPunct="1">
              <a:spcAft>
                <a:spcPts val="0"/>
              </a:spcAft>
              <a:defRPr/>
            </a:pPr>
            <a:r>
              <a:rPr lang="en-US" b="1" dirty="0"/>
              <a:t>Transitive dependency</a:t>
            </a:r>
          </a:p>
        </p:txBody>
      </p:sp>
      <p:sp>
        <p:nvSpPr>
          <p:cNvPr id="29698" name="Content Placeholder 1"/>
          <p:cNvSpPr>
            <a:spLocks noGrp="1"/>
          </p:cNvSpPr>
          <p:nvPr>
            <p:ph idx="1"/>
          </p:nvPr>
        </p:nvSpPr>
        <p:spPr>
          <a:xfrm>
            <a:off x="628650" y="1349830"/>
            <a:ext cx="7886700" cy="4827134"/>
          </a:xfrm>
        </p:spPr>
        <p:txBody>
          <a:bodyPr>
            <a:normAutofit/>
          </a:bodyPr>
          <a:lstStyle/>
          <a:p>
            <a:r>
              <a:rPr lang="en-US" altLang="en-US" sz="2200" dirty="0"/>
              <a:t>Transitive dependency: attribute </a:t>
            </a:r>
            <a:r>
              <a:rPr lang="en-US" sz="2200" dirty="0"/>
              <a:t>is dependent on another attribute that is not part of the primary key</a:t>
            </a:r>
          </a:p>
          <a:p>
            <a:pPr lvl="1"/>
            <a:r>
              <a:rPr lang="en-US" sz="2200" dirty="0"/>
              <a:t>More difficult to identify among a set of data</a:t>
            </a:r>
          </a:p>
          <a:p>
            <a:pPr lvl="1"/>
            <a:r>
              <a:rPr lang="en-US" sz="2200" dirty="0"/>
              <a:t>Occur only when a functional dependence exists among nonprime attributes</a:t>
            </a:r>
            <a:endParaRPr lang="en-US" altLang="en-US" sz="2200" dirty="0"/>
          </a:p>
          <a:p>
            <a:r>
              <a:rPr lang="en-US" sz="2200" dirty="0"/>
              <a:t>Suppose there are three fields in a single table : A, B, C</a:t>
            </a:r>
          </a:p>
          <a:p>
            <a:r>
              <a:rPr lang="en-US" sz="2200" dirty="0"/>
              <a:t>Suppose </a:t>
            </a:r>
            <a:r>
              <a:rPr lang="en-US" sz="2200" b="1" dirty="0"/>
              <a:t>A→B </a:t>
            </a:r>
            <a:r>
              <a:rPr lang="en-US" sz="2200" dirty="0"/>
              <a:t>and </a:t>
            </a:r>
            <a:r>
              <a:rPr lang="en-US" sz="2200" b="1" dirty="0"/>
              <a:t>B→C </a:t>
            </a:r>
            <a:endParaRPr lang="en-US" sz="2200" dirty="0"/>
          </a:p>
          <a:p>
            <a:r>
              <a:rPr lang="en-US" sz="2200" dirty="0"/>
              <a:t>Then, A transitively (indirectly) determines C via B (written </a:t>
            </a:r>
            <a:r>
              <a:rPr lang="en-US" sz="2200" b="1" dirty="0"/>
              <a:t>A⇒C</a:t>
            </a:r>
            <a:r>
              <a:rPr lang="en-US" sz="2200" dirty="0"/>
              <a:t>)</a:t>
            </a:r>
          </a:p>
          <a:p>
            <a:endParaRPr lang="en-US" sz="2200" dirty="0"/>
          </a:p>
          <a:p>
            <a:r>
              <a:rPr lang="en-US" sz="2200" dirty="0"/>
              <a:t>So, why are they bad for us?</a:t>
            </a:r>
          </a:p>
          <a:p>
            <a:pPr lvl="1"/>
            <a:r>
              <a:rPr lang="en-US" sz="2200" dirty="0"/>
              <a:t>Because each table is supposed to be about one subject. Transitive dependencies tell us that there are multiple subjects in a table. </a:t>
            </a:r>
          </a:p>
          <a:p>
            <a:pPr eaLnBrk="1" hangingPunct="1"/>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471ED-9F62-415C-AA7A-439FA6C9EA4A}"/>
              </a:ext>
            </a:extLst>
          </p:cNvPr>
          <p:cNvSpPr>
            <a:spLocks noGrp="1"/>
          </p:cNvSpPr>
          <p:nvPr>
            <p:ph type="title"/>
          </p:nvPr>
        </p:nvSpPr>
        <p:spPr>
          <a:xfrm>
            <a:off x="762000" y="381000"/>
            <a:ext cx="8304213" cy="914400"/>
          </a:xfrm>
        </p:spPr>
        <p:txBody>
          <a:bodyPr>
            <a:normAutofit fontScale="90000"/>
          </a:bodyPr>
          <a:lstStyle/>
          <a:p>
            <a:r>
              <a:rPr lang="en-US" dirty="0">
                <a:latin typeface="+mn-lt"/>
              </a:rPr>
              <a:t>Transitive Dependence</a:t>
            </a:r>
            <a:br>
              <a:rPr lang="en-US" dirty="0">
                <a:latin typeface="Comic Sans MS" panose="030F0702030302020204" pitchFamily="66" charset="0"/>
              </a:rPr>
            </a:br>
            <a:endParaRPr lang="en-US" dirty="0"/>
          </a:p>
        </p:txBody>
      </p:sp>
      <p:sp>
        <p:nvSpPr>
          <p:cNvPr id="3" name="Content Placeholder 2">
            <a:extLst>
              <a:ext uri="{FF2B5EF4-FFF2-40B4-BE49-F238E27FC236}">
                <a16:creationId xmlns:a16="http://schemas.microsoft.com/office/drawing/2014/main" id="{D1054AC3-BDD7-468B-AD95-73D0BE0830F3}"/>
              </a:ext>
            </a:extLst>
          </p:cNvPr>
          <p:cNvSpPr>
            <a:spLocks noGrp="1"/>
          </p:cNvSpPr>
          <p:nvPr>
            <p:ph idx="1"/>
          </p:nvPr>
        </p:nvSpPr>
        <p:spPr>
          <a:xfrm>
            <a:off x="609600" y="1447800"/>
            <a:ext cx="8153400" cy="4572000"/>
          </a:xfrm>
        </p:spPr>
        <p:txBody>
          <a:bodyPr/>
          <a:lstStyle/>
          <a:p>
            <a:endParaRPr lang="en-US" dirty="0"/>
          </a:p>
        </p:txBody>
      </p:sp>
      <p:sp>
        <p:nvSpPr>
          <p:cNvPr id="4" name="Slide Number Placeholder 3">
            <a:extLst>
              <a:ext uri="{FF2B5EF4-FFF2-40B4-BE49-F238E27FC236}">
                <a16:creationId xmlns:a16="http://schemas.microsoft.com/office/drawing/2014/main" id="{91DCF8E5-05EF-44F7-AF5A-39D281B1D9B1}"/>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5C1B064-A49E-4989-8EF0-4B3889E562AC}" type="slidenum">
              <a:rPr kumimoji="0" lang="en-US" sz="1400" b="0" i="0" u="none" strike="noStrike" kern="1200" cap="none" spc="0" normalizeH="0" baseline="0" noProof="0" smtClean="0">
                <a:ln>
                  <a:noFill/>
                </a:ln>
                <a:solidFill>
                  <a:srgbClr val="0000FF"/>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sz="1400" b="0" i="0" u="none" strike="noStrike" kern="1200" cap="none" spc="0" normalizeH="0" baseline="0" noProof="0">
              <a:ln>
                <a:noFill/>
              </a:ln>
              <a:solidFill>
                <a:srgbClr val="0000FF"/>
              </a:solidFill>
              <a:effectLst/>
              <a:uLnTx/>
              <a:uFillTx/>
              <a:latin typeface="Times New Roman" pitchFamily="18" charset="0"/>
              <a:ea typeface="+mn-ea"/>
              <a:cs typeface="+mn-cs"/>
            </a:endParaRPr>
          </a:p>
        </p:txBody>
      </p:sp>
      <p:pic>
        <p:nvPicPr>
          <p:cNvPr id="6" name="Picture 5">
            <a:extLst>
              <a:ext uri="{FF2B5EF4-FFF2-40B4-BE49-F238E27FC236}">
                <a16:creationId xmlns:a16="http://schemas.microsoft.com/office/drawing/2014/main" id="{61C2DEB5-03F4-418C-83E6-5ACA01324F27}"/>
              </a:ext>
            </a:extLst>
          </p:cNvPr>
          <p:cNvPicPr>
            <a:picLocks noChangeAspect="1"/>
          </p:cNvPicPr>
          <p:nvPr/>
        </p:nvPicPr>
        <p:blipFill rotWithShape="1">
          <a:blip r:embed="rId2"/>
          <a:srcRect t="21113"/>
          <a:stretch/>
        </p:blipFill>
        <p:spPr>
          <a:xfrm>
            <a:off x="609600" y="1404258"/>
            <a:ext cx="8156713" cy="4615542"/>
          </a:xfrm>
          <a:prstGeom prst="rect">
            <a:avLst/>
          </a:prstGeom>
        </p:spPr>
      </p:pic>
    </p:spTree>
    <p:extLst>
      <p:ext uri="{BB962C8B-B14F-4D97-AF65-F5344CB8AC3E}">
        <p14:creationId xmlns:p14="http://schemas.microsoft.com/office/powerpoint/2010/main" val="4206972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90601" y="152400"/>
            <a:ext cx="7315200" cy="1143000"/>
          </a:xfrm>
        </p:spPr>
        <p:txBody>
          <a:bodyPr/>
          <a:lstStyle/>
          <a:p>
            <a:pPr algn="ctr" eaLnBrk="1" fontAlgn="auto" hangingPunct="1">
              <a:spcAft>
                <a:spcPts val="0"/>
              </a:spcAft>
              <a:defRPr/>
            </a:pPr>
            <a:r>
              <a:rPr lang="en-US" b="1" dirty="0"/>
              <a:t>Partial dependency</a:t>
            </a:r>
          </a:p>
        </p:txBody>
      </p:sp>
      <p:graphicFrame>
        <p:nvGraphicFramePr>
          <p:cNvPr id="5" name="Table 4"/>
          <p:cNvGraphicFramePr>
            <a:graphicFrameLocks noGrp="1"/>
          </p:cNvGraphicFramePr>
          <p:nvPr>
            <p:extLst>
              <p:ext uri="{D42A27DB-BD31-4B8C-83A1-F6EECF244321}">
                <p14:modId xmlns:p14="http://schemas.microsoft.com/office/powerpoint/2010/main" val="1951075149"/>
              </p:ext>
            </p:extLst>
          </p:nvPr>
        </p:nvGraphicFramePr>
        <p:xfrm>
          <a:off x="1828800" y="1295400"/>
          <a:ext cx="5562600" cy="2498090"/>
        </p:xfrm>
        <a:graphic>
          <a:graphicData uri="http://schemas.openxmlformats.org/drawingml/2006/table">
            <a:tbl>
              <a:tblPr/>
              <a:tblGrid>
                <a:gridCol w="1072267">
                  <a:extLst>
                    <a:ext uri="{9D8B030D-6E8A-4147-A177-3AD203B41FA5}">
                      <a16:colId xmlns:a16="http://schemas.microsoft.com/office/drawing/2014/main" val="20000"/>
                    </a:ext>
                  </a:extLst>
                </a:gridCol>
                <a:gridCol w="1072267">
                  <a:extLst>
                    <a:ext uri="{9D8B030D-6E8A-4147-A177-3AD203B41FA5}">
                      <a16:colId xmlns:a16="http://schemas.microsoft.com/office/drawing/2014/main" val="20001"/>
                    </a:ext>
                  </a:extLst>
                </a:gridCol>
                <a:gridCol w="1165959">
                  <a:extLst>
                    <a:ext uri="{9D8B030D-6E8A-4147-A177-3AD203B41FA5}">
                      <a16:colId xmlns:a16="http://schemas.microsoft.com/office/drawing/2014/main" val="20002"/>
                    </a:ext>
                  </a:extLst>
                </a:gridCol>
                <a:gridCol w="1179840">
                  <a:extLst>
                    <a:ext uri="{9D8B030D-6E8A-4147-A177-3AD203B41FA5}">
                      <a16:colId xmlns:a16="http://schemas.microsoft.com/office/drawing/2014/main" val="20003"/>
                    </a:ext>
                  </a:extLst>
                </a:gridCol>
                <a:gridCol w="1072267">
                  <a:extLst>
                    <a:ext uri="{9D8B030D-6E8A-4147-A177-3AD203B41FA5}">
                      <a16:colId xmlns:a16="http://schemas.microsoft.com/office/drawing/2014/main" val="20004"/>
                    </a:ext>
                  </a:extLst>
                </a:gridCol>
              </a:tblGrid>
              <a:tr h="406400">
                <a:tc>
                  <a:txBody>
                    <a:bodyPr/>
                    <a:lstStyle/>
                    <a:p>
                      <a:pPr algn="l" fontAlgn="b"/>
                      <a:r>
                        <a:rPr lang="en-US" sz="1400" b="1" i="0" u="sng" strike="noStrike" dirty="0" err="1">
                          <a:solidFill>
                            <a:srgbClr val="FFFFFF"/>
                          </a:solidFill>
                          <a:latin typeface="Calibri"/>
                        </a:rPr>
                        <a:t>Student_ID</a:t>
                      </a:r>
                      <a:endParaRPr lang="en-US" sz="1400" b="1" i="0" u="sng" strike="noStrike" dirty="0">
                        <a:solidFill>
                          <a:srgbClr val="FFFFFF"/>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1400" b="1" i="0" u="sng" strike="noStrike" dirty="0" err="1">
                          <a:solidFill>
                            <a:srgbClr val="FFFFFF"/>
                          </a:solidFill>
                          <a:latin typeface="Calibri"/>
                        </a:rPr>
                        <a:t>Course_ID</a:t>
                      </a:r>
                      <a:endParaRPr lang="en-US" sz="1400" b="1" i="0" u="sng" strike="noStrike" dirty="0">
                        <a:solidFill>
                          <a:srgbClr val="FFFFFF"/>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1400" b="1" i="0" u="none" strike="noStrike">
                          <a:solidFill>
                            <a:srgbClr val="FFFFFF"/>
                          </a:solidFill>
                          <a:latin typeface="Calibri"/>
                        </a:rPr>
                        <a:t>Student_name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1400" b="1" i="0" u="none" strike="noStrike">
                          <a:solidFill>
                            <a:srgbClr val="FFFFFF"/>
                          </a:solidFill>
                          <a:latin typeface="Calibri"/>
                        </a:rPr>
                        <a:t>Course_Title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1400" b="1" i="0" u="none" strike="noStrike">
                          <a:solidFill>
                            <a:srgbClr val="FFFFFF"/>
                          </a:solidFill>
                          <a:latin typeface="Calibri"/>
                        </a:rPr>
                        <a:t>Grade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06400">
                <a:tc>
                  <a:txBody>
                    <a:bodyPr/>
                    <a:lstStyle/>
                    <a:p>
                      <a:pPr algn="r" fontAlgn="b"/>
                      <a:r>
                        <a:rPr lang="en-US" sz="1400" b="0" i="0" u="none" strike="noStrike">
                          <a:solidFill>
                            <a:srgbClr val="000000"/>
                          </a:solidFill>
                          <a:latin typeface="Calibri"/>
                        </a:rPr>
                        <a:t>54025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400" b="0" i="0" u="none" strike="noStrike">
                          <a:solidFill>
                            <a:srgbClr val="000000"/>
                          </a:solidFill>
                          <a:latin typeface="Calibri"/>
                        </a:rPr>
                        <a:t>FIN 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400" b="0" i="0" u="none" strike="noStrike" dirty="0">
                          <a:solidFill>
                            <a:srgbClr val="000000"/>
                          </a:solidFill>
                          <a:latin typeface="Calibri"/>
                        </a:rPr>
                        <a:t>Jones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400" b="0" i="0" u="none" strike="noStrike">
                          <a:solidFill>
                            <a:srgbClr val="000000"/>
                          </a:solidFill>
                          <a:latin typeface="Calibri"/>
                        </a:rPr>
                        <a:t>Intro Finance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400" b="0" i="0" u="none" strike="noStrike">
                          <a:solidFill>
                            <a:srgbClr val="000000"/>
                          </a:solidFill>
                          <a:latin typeface="Calibri"/>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406400">
                <a:tc>
                  <a:txBody>
                    <a:bodyPr/>
                    <a:lstStyle/>
                    <a:p>
                      <a:pPr algn="r" fontAlgn="b"/>
                      <a:r>
                        <a:rPr lang="en-US" sz="1400" b="0" i="0" u="none" strike="noStrike">
                          <a:solidFill>
                            <a:srgbClr val="000000"/>
                          </a:solidFill>
                          <a:latin typeface="Calibri"/>
                        </a:rPr>
                        <a:t>45011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solidFill>
                            <a:srgbClr val="000000"/>
                          </a:solidFill>
                          <a:latin typeface="Calibri"/>
                        </a:rPr>
                        <a:t>FIN 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000000"/>
                          </a:solidFill>
                          <a:latin typeface="Calibri"/>
                        </a:rPr>
                        <a:t>Smith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000000"/>
                          </a:solidFill>
                          <a:latin typeface="Calibri"/>
                        </a:rPr>
                        <a:t>Intro Finance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solidFill>
                            <a:srgbClr val="000000"/>
                          </a:solidFill>
                          <a:latin typeface="Calibri"/>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6400">
                <a:tc>
                  <a:txBody>
                    <a:bodyPr/>
                    <a:lstStyle/>
                    <a:p>
                      <a:pPr algn="r" fontAlgn="b"/>
                      <a:r>
                        <a:rPr lang="en-US" sz="1400" b="0" i="0" u="none" strike="noStrike">
                          <a:solidFill>
                            <a:srgbClr val="000000"/>
                          </a:solidFill>
                          <a:latin typeface="Calibri"/>
                        </a:rPr>
                        <a:t>25632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400" b="0" i="0" u="none" strike="noStrike">
                          <a:solidFill>
                            <a:srgbClr val="000000"/>
                          </a:solidFill>
                          <a:latin typeface="Calibri"/>
                        </a:rPr>
                        <a:t>OPIM 203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400" b="0" i="0" u="none" strike="noStrike">
                          <a:solidFill>
                            <a:srgbClr val="000000"/>
                          </a:solidFill>
                          <a:latin typeface="Calibri"/>
                        </a:rPr>
                        <a:t>Lee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400" b="0" i="0" u="none" strike="noStrike" dirty="0" err="1">
                          <a:solidFill>
                            <a:srgbClr val="000000"/>
                          </a:solidFill>
                          <a:latin typeface="Calibri"/>
                        </a:rPr>
                        <a:t>Bus.info.systems</a:t>
                      </a:r>
                      <a:endParaRPr lang="en-US"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400" b="0" i="0" u="none" strike="noStrike" dirty="0">
                          <a:solidFill>
                            <a:srgbClr val="000000"/>
                          </a:solidFill>
                          <a:latin typeface="Calibri"/>
                        </a:rPr>
                        <a:t>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3"/>
                  </a:ext>
                </a:extLst>
              </a:tr>
              <a:tr h="406400">
                <a:tc>
                  <a:txBody>
                    <a:bodyPr/>
                    <a:lstStyle/>
                    <a:p>
                      <a:pPr algn="r" fontAlgn="b"/>
                      <a:r>
                        <a:rPr lang="en-US" sz="1400" b="0" i="0" u="none" strike="noStrike">
                          <a:solidFill>
                            <a:srgbClr val="000000"/>
                          </a:solidFill>
                          <a:latin typeface="Calibri"/>
                        </a:rPr>
                        <a:t>45011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solidFill>
                            <a:srgbClr val="000000"/>
                          </a:solidFill>
                          <a:latin typeface="Calibri"/>
                        </a:rPr>
                        <a:t>OPIM 203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solidFill>
                            <a:srgbClr val="000000"/>
                          </a:solidFill>
                          <a:latin typeface="Calibri"/>
                        </a:rPr>
                        <a:t>Smith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solidFill>
                            <a:srgbClr val="000000"/>
                          </a:solidFill>
                          <a:latin typeface="Calibri"/>
                        </a:rPr>
                        <a:t>Bus.info.systems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000000"/>
                          </a:solidFill>
                          <a:latin typeface="Calibri"/>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6400">
                <a:tc>
                  <a:txBody>
                    <a:bodyPr/>
                    <a:lstStyle/>
                    <a:p>
                      <a:pPr algn="r" fontAlgn="b"/>
                      <a:r>
                        <a:rPr lang="en-US" sz="1100" b="0" i="0" u="none" strike="noStrike">
                          <a:solidFill>
                            <a:srgbClr val="000000"/>
                          </a:solidFill>
                          <a:latin typeface="Calibri"/>
                        </a:rPr>
                        <a:t>98621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Calibri"/>
                        </a:rPr>
                        <a:t>OPIM 203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Calibri"/>
                        </a:rPr>
                        <a:t>Brown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Calibri"/>
                        </a:rPr>
                        <a:t>Bus.info.systems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Calibri"/>
                        </a:rPr>
                        <a:t>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5"/>
                  </a:ext>
                </a:extLst>
              </a:tr>
            </a:tbl>
          </a:graphicData>
        </a:graphic>
      </p:graphicFrame>
      <p:sp>
        <p:nvSpPr>
          <p:cNvPr id="32815" name="TextBox 5"/>
          <p:cNvSpPr txBox="1">
            <a:spLocks noChangeArrowheads="1"/>
          </p:cNvSpPr>
          <p:nvPr/>
        </p:nvSpPr>
        <p:spPr bwMode="auto">
          <a:xfrm>
            <a:off x="304800" y="4038600"/>
            <a:ext cx="8186738" cy="784830"/>
          </a:xfrm>
          <a:prstGeom prst="rect">
            <a:avLst/>
          </a:prstGeom>
          <a:noFill/>
          <a:ln w="9525">
            <a:noFill/>
            <a:miter lim="800000"/>
            <a:headEnd/>
            <a:tailEnd/>
          </a:ln>
        </p:spPr>
        <p:txBody>
          <a:bodyPr wrap="square">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dirty="0">
              <a:ln>
                <a:noFill/>
              </a:ln>
              <a:solidFill>
                <a:srgbClr val="0000FF"/>
              </a:solidFill>
              <a:effectLst/>
              <a:uLnTx/>
              <a:uFillTx/>
              <a:latin typeface="Lucida Sans Unicode" pitchFamily="34" charset="0"/>
              <a:ea typeface="+mn-ea"/>
              <a:cs typeface="+mn-cs"/>
            </a:endParaRPr>
          </a:p>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Lucida Sans Unicode" pitchFamily="34" charset="0"/>
                <a:ea typeface="+mn-ea"/>
                <a:cs typeface="+mn-cs"/>
              </a:rPr>
              <a:t>Are there any partial dependencies here?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B5762-5DCC-495C-A70D-A653E0840555}"/>
              </a:ext>
            </a:extLst>
          </p:cNvPr>
          <p:cNvSpPr>
            <a:spLocks noGrp="1"/>
          </p:cNvSpPr>
          <p:nvPr>
            <p:ph type="title"/>
          </p:nvPr>
        </p:nvSpPr>
        <p:spPr>
          <a:xfrm>
            <a:off x="533401" y="152400"/>
            <a:ext cx="7981950" cy="1143000"/>
          </a:xfrm>
        </p:spPr>
        <p:txBody>
          <a:bodyPr/>
          <a:lstStyle/>
          <a:p>
            <a:pPr algn="ctr"/>
            <a:r>
              <a:rPr lang="en-US" b="1" dirty="0"/>
              <a:t>Transitive Dependency</a:t>
            </a:r>
          </a:p>
        </p:txBody>
      </p:sp>
      <p:graphicFrame>
        <p:nvGraphicFramePr>
          <p:cNvPr id="5" name="Content Placeholder 4">
            <a:extLst>
              <a:ext uri="{FF2B5EF4-FFF2-40B4-BE49-F238E27FC236}">
                <a16:creationId xmlns:a16="http://schemas.microsoft.com/office/drawing/2014/main" id="{BD1AFC60-B3BB-4587-ACA0-6FFEF16F9B76}"/>
              </a:ext>
            </a:extLst>
          </p:cNvPr>
          <p:cNvGraphicFramePr>
            <a:graphicFrameLocks noGrp="1"/>
          </p:cNvGraphicFramePr>
          <p:nvPr>
            <p:ph idx="1"/>
            <p:extLst>
              <p:ext uri="{D42A27DB-BD31-4B8C-83A1-F6EECF244321}">
                <p14:modId xmlns:p14="http://schemas.microsoft.com/office/powerpoint/2010/main" val="3892762750"/>
              </p:ext>
            </p:extLst>
          </p:nvPr>
        </p:nvGraphicFramePr>
        <p:xfrm>
          <a:off x="533400" y="1676400"/>
          <a:ext cx="7543800" cy="3733800"/>
        </p:xfrm>
        <a:graphic>
          <a:graphicData uri="http://schemas.openxmlformats.org/drawingml/2006/table">
            <a:tbl>
              <a:tblPr/>
              <a:tblGrid>
                <a:gridCol w="1508760">
                  <a:extLst>
                    <a:ext uri="{9D8B030D-6E8A-4147-A177-3AD203B41FA5}">
                      <a16:colId xmlns:a16="http://schemas.microsoft.com/office/drawing/2014/main" val="4205820728"/>
                    </a:ext>
                  </a:extLst>
                </a:gridCol>
                <a:gridCol w="1508760">
                  <a:extLst>
                    <a:ext uri="{9D8B030D-6E8A-4147-A177-3AD203B41FA5}">
                      <a16:colId xmlns:a16="http://schemas.microsoft.com/office/drawing/2014/main" val="800752425"/>
                    </a:ext>
                  </a:extLst>
                </a:gridCol>
                <a:gridCol w="1508760">
                  <a:extLst>
                    <a:ext uri="{9D8B030D-6E8A-4147-A177-3AD203B41FA5}">
                      <a16:colId xmlns:a16="http://schemas.microsoft.com/office/drawing/2014/main" val="2341455020"/>
                    </a:ext>
                  </a:extLst>
                </a:gridCol>
                <a:gridCol w="1508760">
                  <a:extLst>
                    <a:ext uri="{9D8B030D-6E8A-4147-A177-3AD203B41FA5}">
                      <a16:colId xmlns:a16="http://schemas.microsoft.com/office/drawing/2014/main" val="3892873259"/>
                    </a:ext>
                  </a:extLst>
                </a:gridCol>
                <a:gridCol w="1508760">
                  <a:extLst>
                    <a:ext uri="{9D8B030D-6E8A-4147-A177-3AD203B41FA5}">
                      <a16:colId xmlns:a16="http://schemas.microsoft.com/office/drawing/2014/main" val="3804515608"/>
                    </a:ext>
                  </a:extLst>
                </a:gridCol>
              </a:tblGrid>
              <a:tr h="1235284">
                <a:tc>
                  <a:txBody>
                    <a:bodyPr/>
                    <a:lstStyle/>
                    <a:p>
                      <a:pPr algn="ctr" fontAlgn="t"/>
                      <a:r>
                        <a:rPr lang="en-US" sz="1800" b="1" dirty="0" err="1">
                          <a:effectLst/>
                        </a:rPr>
                        <a:t>Book_ID</a:t>
                      </a:r>
                      <a:endParaRPr lang="en-US" sz="1800" dirty="0">
                        <a:effectLst/>
                      </a:endParaRP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b="1" dirty="0" err="1">
                          <a:effectLst/>
                        </a:rPr>
                        <a:t>Authod_ID</a:t>
                      </a:r>
                      <a:endParaRPr lang="en-US" sz="1800" b="1" dirty="0">
                        <a:effectLst/>
                      </a:endParaRP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b="1" dirty="0">
                          <a:effectLst/>
                        </a:rPr>
                        <a:t>Author</a:t>
                      </a:r>
                      <a:endParaRPr lang="en-US" sz="1800" dirty="0">
                        <a:effectLst/>
                      </a:endParaRP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b="1" dirty="0">
                          <a:effectLst/>
                        </a:rPr>
                        <a:t>Book</a:t>
                      </a:r>
                      <a:endParaRPr lang="en-US" sz="1800" dirty="0">
                        <a:effectLst/>
                      </a:endParaRP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b="1" dirty="0" err="1">
                          <a:effectLst/>
                        </a:rPr>
                        <a:t>Author_Nationality</a:t>
                      </a:r>
                      <a:endParaRPr lang="en-US" sz="1800" dirty="0">
                        <a:effectLst/>
                      </a:endParaRP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73657760"/>
                  </a:ext>
                </a:extLst>
              </a:tr>
              <a:tr h="631616">
                <a:tc>
                  <a:txBody>
                    <a:bodyPr/>
                    <a:lstStyle/>
                    <a:p>
                      <a:pPr algn="ctr" fontAlgn="t"/>
                      <a:r>
                        <a:rPr lang="en-US" sz="1800" dirty="0">
                          <a:effectLst/>
                        </a:rPr>
                        <a:t>Book_001</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A01</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Orson Scott Card</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Ender's Game</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a:effectLst/>
                        </a:rPr>
                        <a:t>United States</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84837618"/>
                  </a:ext>
                </a:extLst>
              </a:tr>
              <a:tr h="631616">
                <a:tc>
                  <a:txBody>
                    <a:bodyPr/>
                    <a:lstStyle/>
                    <a:p>
                      <a:pPr algn="ctr" fontAlgn="t"/>
                      <a:r>
                        <a:rPr lang="en-US" sz="1800" dirty="0">
                          <a:effectLst/>
                        </a:rPr>
                        <a:t>Book_002</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A02</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Margaret Atwood</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Stone Mattress</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Canada</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13325567"/>
                  </a:ext>
                </a:extLst>
              </a:tr>
              <a:tr h="1235284">
                <a:tc>
                  <a:txBody>
                    <a:bodyPr/>
                    <a:lstStyle/>
                    <a:p>
                      <a:pPr algn="ctr" fontAlgn="t"/>
                      <a:r>
                        <a:rPr lang="en-US" sz="1800" dirty="0">
                          <a:effectLst/>
                        </a:rPr>
                        <a:t>Book_003</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A02</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Margaret Atwood</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The Handmaid's Tale</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en-US" sz="1800" dirty="0">
                          <a:effectLst/>
                        </a:rPr>
                        <a:t>Canada</a:t>
                      </a:r>
                    </a:p>
                  </a:txBody>
                  <a:tcPr marL="6350" marR="63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836480652"/>
                  </a:ext>
                </a:extLst>
              </a:tr>
            </a:tbl>
          </a:graphicData>
        </a:graphic>
      </p:graphicFrame>
      <p:sp>
        <p:nvSpPr>
          <p:cNvPr id="4" name="Slide Number Placeholder 3">
            <a:extLst>
              <a:ext uri="{FF2B5EF4-FFF2-40B4-BE49-F238E27FC236}">
                <a16:creationId xmlns:a16="http://schemas.microsoft.com/office/drawing/2014/main" id="{DB85A73F-7051-4D22-9A2B-3CD8F5C6C465}"/>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5C1B064-A49E-4989-8EF0-4B3889E562AC}" type="slidenum">
              <a:rPr kumimoji="0" lang="en-US" sz="1400" b="0" i="0" u="none" strike="noStrike" kern="1200" cap="none" spc="0" normalizeH="0" baseline="0" noProof="0" smtClean="0">
                <a:ln>
                  <a:noFill/>
                </a:ln>
                <a:solidFill>
                  <a:srgbClr val="0000FF"/>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sz="1400" b="0" i="0" u="none" strike="noStrike" kern="1200" cap="none" spc="0" normalizeH="0" baseline="0" noProof="0">
              <a:ln>
                <a:noFill/>
              </a:ln>
              <a:solidFill>
                <a:srgbClr val="0000FF"/>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564148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altLang="en-US" dirty="0"/>
              <a:t>The Normalization Process</a:t>
            </a:r>
          </a:p>
        </p:txBody>
      </p:sp>
      <p:sp>
        <p:nvSpPr>
          <p:cNvPr id="18435" name="Content Placeholder 2"/>
          <p:cNvSpPr>
            <a:spLocks noGrp="1"/>
          </p:cNvSpPr>
          <p:nvPr>
            <p:ph idx="1"/>
          </p:nvPr>
        </p:nvSpPr>
        <p:spPr>
          <a:xfrm>
            <a:off x="365125" y="1538818"/>
            <a:ext cx="8415338" cy="3539430"/>
          </a:xfrm>
        </p:spPr>
        <p:txBody>
          <a:bodyPr/>
          <a:lstStyle/>
          <a:p>
            <a:pPr eaLnBrk="1" hangingPunct="1"/>
            <a:r>
              <a:rPr lang="en-US" altLang="en-US" dirty="0"/>
              <a:t>Objective is to ensure that each table conforms to the concept of well-formed relations</a:t>
            </a:r>
          </a:p>
          <a:p>
            <a:pPr lvl="1" eaLnBrk="1" hangingPunct="1"/>
            <a:r>
              <a:rPr lang="en-US" altLang="en-US" sz="2000" dirty="0"/>
              <a:t>Each table represents a single subject</a:t>
            </a:r>
          </a:p>
          <a:p>
            <a:pPr lvl="1"/>
            <a:r>
              <a:rPr lang="en-US" sz="2000" dirty="0"/>
              <a:t>Each row/column intersection contains only one value and not a group of values</a:t>
            </a:r>
          </a:p>
          <a:p>
            <a:pPr lvl="1"/>
            <a:r>
              <a:rPr lang="en-US" altLang="en-US" sz="2000" dirty="0"/>
              <a:t>No data item will be unnecessarily stored in more than one table</a:t>
            </a:r>
          </a:p>
          <a:p>
            <a:pPr lvl="1" eaLnBrk="1" hangingPunct="1"/>
            <a:r>
              <a:rPr lang="en-US" altLang="en-US" sz="2000" dirty="0"/>
              <a:t>All nonprime attributes in a table are dependent on the primary key</a:t>
            </a:r>
          </a:p>
          <a:p>
            <a:pPr lvl="1" eaLnBrk="1" hangingPunct="1"/>
            <a:r>
              <a:rPr lang="en-US" altLang="en-US" sz="2000" dirty="0"/>
              <a:t>Each table has no insertion, update, or deletion anomalies</a:t>
            </a:r>
          </a:p>
          <a:p>
            <a:pPr eaLnBrk="1" hangingPunct="1"/>
            <a:r>
              <a:rPr lang="en-US" altLang="en-US" dirty="0"/>
              <a:t>Ensures that all tables are in at least 3NF</a:t>
            </a:r>
          </a:p>
          <a:p>
            <a:pPr lvl="1"/>
            <a:r>
              <a:rPr lang="en-US" altLang="en-US" sz="2000" dirty="0"/>
              <a:t>Higher forms are not likely to be encountered in business environment</a:t>
            </a:r>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t>The Normalization Process (3 of 5)</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687127874"/>
              </p:ext>
            </p:extLst>
          </p:nvPr>
        </p:nvGraphicFramePr>
        <p:xfrm>
          <a:off x="373061" y="1905000"/>
          <a:ext cx="8237539" cy="3577590"/>
        </p:xfrm>
        <a:graphic>
          <a:graphicData uri="http://schemas.openxmlformats.org/drawingml/2006/table">
            <a:tbl>
              <a:tblPr firstRow="1" bandRow="1">
                <a:tableStyleId>{5C22544A-7EE6-4342-B048-85BDC9FD1C3A}</a:tableStyleId>
              </a:tblPr>
              <a:tblGrid>
                <a:gridCol w="3123777">
                  <a:extLst>
                    <a:ext uri="{9D8B030D-6E8A-4147-A177-3AD203B41FA5}">
                      <a16:colId xmlns:a16="http://schemas.microsoft.com/office/drawing/2014/main" val="2999388264"/>
                    </a:ext>
                  </a:extLst>
                </a:gridCol>
                <a:gridCol w="5113762">
                  <a:extLst>
                    <a:ext uri="{9D8B030D-6E8A-4147-A177-3AD203B41FA5}">
                      <a16:colId xmlns:a16="http://schemas.microsoft.com/office/drawing/2014/main" val="3966738875"/>
                    </a:ext>
                  </a:extLst>
                </a:gridCol>
              </a:tblGrid>
              <a:tr h="857250">
                <a:tc>
                  <a:txBody>
                    <a:bodyPr/>
                    <a:lstStyle/>
                    <a:p>
                      <a:r>
                        <a:rPr lang="en-US" sz="2000" b="1" i="0" u="none" strike="noStrike" kern="1200" baseline="0" dirty="0">
                          <a:solidFill>
                            <a:schemeClr val="bg1"/>
                          </a:solidFill>
                          <a:latin typeface="+mn-lt"/>
                          <a:ea typeface="+mn-ea"/>
                          <a:cs typeface="+mn-cs"/>
                        </a:rPr>
                        <a:t>Normal Form</a:t>
                      </a:r>
                      <a:endParaRPr lang="en-US" sz="2000" b="1" dirty="0">
                        <a:solidFill>
                          <a:schemeClr val="bg1"/>
                        </a:solidFill>
                      </a:endParaRPr>
                    </a:p>
                  </a:txBody>
                  <a:tcPr>
                    <a:solidFill>
                      <a:schemeClr val="accent1"/>
                    </a:solidFill>
                  </a:tcPr>
                </a:tc>
                <a:tc>
                  <a:txBody>
                    <a:bodyPr/>
                    <a:lstStyle/>
                    <a:p>
                      <a:r>
                        <a:rPr lang="en-US" sz="2000" b="1" i="0" u="none" strike="noStrike" kern="1200" baseline="0" dirty="0">
                          <a:solidFill>
                            <a:schemeClr val="bg1"/>
                          </a:solidFill>
                          <a:latin typeface="+mn-lt"/>
                          <a:ea typeface="+mn-ea"/>
                          <a:cs typeface="+mn-cs"/>
                        </a:rPr>
                        <a:t>Characteristic</a:t>
                      </a:r>
                      <a:endParaRPr lang="en-US" sz="2000" b="1" dirty="0">
                        <a:solidFill>
                          <a:schemeClr val="bg1"/>
                        </a:solidFill>
                      </a:endParaRPr>
                    </a:p>
                  </a:txBody>
                  <a:tcPr>
                    <a:solidFill>
                      <a:schemeClr val="accent1"/>
                    </a:solidFill>
                  </a:tcPr>
                </a:tc>
                <a:extLst>
                  <a:ext uri="{0D108BD9-81ED-4DB2-BD59-A6C34878D82A}">
                    <a16:rowId xmlns:a16="http://schemas.microsoft.com/office/drawing/2014/main" val="3910724042"/>
                  </a:ext>
                </a:extLst>
              </a:tr>
              <a:tr h="857250">
                <a:tc>
                  <a:txBody>
                    <a:bodyPr/>
                    <a:lstStyle/>
                    <a:p>
                      <a:r>
                        <a:rPr lang="en-US" sz="2000" b="0" i="0" u="none" strike="noStrike" kern="1200" baseline="0" dirty="0">
                          <a:solidFill>
                            <a:schemeClr val="dk1"/>
                          </a:solidFill>
                          <a:latin typeface="+mn-lt"/>
                          <a:ea typeface="+mn-ea"/>
                          <a:cs typeface="+mn-cs"/>
                        </a:rPr>
                        <a:t>First normal form (1NF)</a:t>
                      </a:r>
                      <a:endParaRPr lang="en-US" sz="2000" dirty="0"/>
                    </a:p>
                  </a:txBody>
                  <a:tcPr/>
                </a:tc>
                <a:tc>
                  <a:txBody>
                    <a:bodyPr/>
                    <a:lstStyle/>
                    <a:p>
                      <a:r>
                        <a:rPr lang="en-US" sz="2000" b="0" i="0" u="none" strike="noStrike" kern="1200" baseline="0" dirty="0">
                          <a:solidFill>
                            <a:schemeClr val="dk1"/>
                          </a:solidFill>
                          <a:latin typeface="+mn-lt"/>
                          <a:ea typeface="+mn-ea"/>
                          <a:cs typeface="+mn-cs"/>
                        </a:rPr>
                        <a:t>No composite attributes, no multivalued attribute, no repeating groups, and PK identified</a:t>
                      </a:r>
                      <a:endParaRPr lang="en-US" sz="2000" dirty="0"/>
                    </a:p>
                  </a:txBody>
                  <a:tcPr/>
                </a:tc>
                <a:extLst>
                  <a:ext uri="{0D108BD9-81ED-4DB2-BD59-A6C34878D82A}">
                    <a16:rowId xmlns:a16="http://schemas.microsoft.com/office/drawing/2014/main" val="3530957826"/>
                  </a:ext>
                </a:extLst>
              </a:tr>
              <a:tr h="857250">
                <a:tc>
                  <a:txBody>
                    <a:bodyPr/>
                    <a:lstStyle/>
                    <a:p>
                      <a:r>
                        <a:rPr lang="en-US" sz="2000" b="0" i="0" u="none" strike="noStrike" kern="1200" baseline="0" dirty="0">
                          <a:solidFill>
                            <a:schemeClr val="dk1"/>
                          </a:solidFill>
                          <a:latin typeface="+mn-lt"/>
                          <a:ea typeface="+mn-ea"/>
                          <a:cs typeface="+mn-cs"/>
                        </a:rPr>
                        <a:t>Second normal form (2NF)</a:t>
                      </a:r>
                      <a:endParaRPr lang="en-US" sz="2000" dirty="0"/>
                    </a:p>
                  </a:txBody>
                  <a:tcPr/>
                </a:tc>
                <a:tc>
                  <a:txBody>
                    <a:bodyPr/>
                    <a:lstStyle/>
                    <a:p>
                      <a:r>
                        <a:rPr lang="en-US" sz="2000" b="0" i="0" u="none" strike="noStrike" kern="1200" baseline="0" dirty="0">
                          <a:solidFill>
                            <a:schemeClr val="dk1"/>
                          </a:solidFill>
                          <a:latin typeface="+mn-lt"/>
                          <a:ea typeface="+mn-ea"/>
                          <a:cs typeface="+mn-cs"/>
                        </a:rPr>
                        <a:t>1NF and no partial dependencies</a:t>
                      </a:r>
                      <a:endParaRPr lang="en-US" sz="2000" dirty="0"/>
                    </a:p>
                  </a:txBody>
                  <a:tcPr/>
                </a:tc>
                <a:extLst>
                  <a:ext uri="{0D108BD9-81ED-4DB2-BD59-A6C34878D82A}">
                    <a16:rowId xmlns:a16="http://schemas.microsoft.com/office/drawing/2014/main" val="680370793"/>
                  </a:ext>
                </a:extLst>
              </a:tr>
              <a:tr h="857250">
                <a:tc>
                  <a:txBody>
                    <a:bodyPr/>
                    <a:lstStyle/>
                    <a:p>
                      <a:r>
                        <a:rPr lang="en-US" sz="2000" b="0" i="0" u="none" strike="noStrike" kern="1200" baseline="0" dirty="0">
                          <a:solidFill>
                            <a:schemeClr val="dk1"/>
                          </a:solidFill>
                          <a:latin typeface="+mn-lt"/>
                          <a:ea typeface="+mn-ea"/>
                          <a:cs typeface="+mn-cs"/>
                        </a:rPr>
                        <a:t>Third normal form (3NF)</a:t>
                      </a:r>
                      <a:endParaRPr lang="en-US" sz="2000" dirty="0"/>
                    </a:p>
                  </a:txBody>
                  <a:tcPr/>
                </a:tc>
                <a:tc>
                  <a:txBody>
                    <a:bodyPr/>
                    <a:lstStyle/>
                    <a:p>
                      <a:r>
                        <a:rPr lang="en-US" sz="2000" b="0" i="0" u="none" strike="noStrike" kern="1200" baseline="0" dirty="0">
                          <a:solidFill>
                            <a:schemeClr val="dk1"/>
                          </a:solidFill>
                          <a:latin typeface="+mn-lt"/>
                          <a:ea typeface="+mn-ea"/>
                          <a:cs typeface="+mn-cs"/>
                        </a:rPr>
                        <a:t>2NF and no transitive dependencies</a:t>
                      </a:r>
                      <a:endParaRPr lang="en-US" sz="2000" dirty="0"/>
                    </a:p>
                  </a:txBody>
                  <a:tcPr/>
                </a:tc>
                <a:extLst>
                  <a:ext uri="{0D108BD9-81ED-4DB2-BD59-A6C34878D82A}">
                    <a16:rowId xmlns:a16="http://schemas.microsoft.com/office/drawing/2014/main" val="339887401"/>
                  </a:ext>
                </a:extLst>
              </a:tr>
            </a:tbl>
          </a:graphicData>
        </a:graphic>
      </p:graphicFrame>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dirty="0"/>
              <a:t>Conversion to First Normal Form (1NF) (1 of 3)</a:t>
            </a:r>
          </a:p>
        </p:txBody>
      </p:sp>
      <p:sp>
        <p:nvSpPr>
          <p:cNvPr id="23555" name="Content Placeholder 2"/>
          <p:cNvSpPr>
            <a:spLocks noGrp="1"/>
          </p:cNvSpPr>
          <p:nvPr>
            <p:ph idx="1"/>
          </p:nvPr>
        </p:nvSpPr>
        <p:spPr>
          <a:xfrm>
            <a:off x="365125" y="1538819"/>
            <a:ext cx="8415338" cy="4150367"/>
          </a:xfrm>
        </p:spPr>
        <p:txBody>
          <a:bodyPr/>
          <a:lstStyle/>
          <a:p>
            <a:r>
              <a:rPr lang="en-US" altLang="en-US" dirty="0"/>
              <a:t>Repeating group: group of multiple entries of same type can exist for any single key attribute occurrence</a:t>
            </a:r>
          </a:p>
          <a:p>
            <a:pPr lvl="1"/>
            <a:r>
              <a:rPr lang="en-US" altLang="en-US" dirty="0"/>
              <a:t>Reduces data redundancies</a:t>
            </a:r>
          </a:p>
          <a:p>
            <a:r>
              <a:rPr lang="en-US" altLang="en-US" dirty="0"/>
              <a:t>Three step procedure </a:t>
            </a:r>
          </a:p>
          <a:p>
            <a:pPr lvl="1"/>
            <a:r>
              <a:rPr lang="en-US" altLang="en-US" dirty="0"/>
              <a:t>Eliminate the repeating groups </a:t>
            </a:r>
          </a:p>
          <a:p>
            <a:pPr lvl="1"/>
            <a:r>
              <a:rPr lang="en-US" altLang="en-US" dirty="0"/>
              <a:t>Identify the primary key </a:t>
            </a:r>
          </a:p>
          <a:p>
            <a:pPr lvl="1"/>
            <a:r>
              <a:rPr lang="en-US" altLang="en-US" dirty="0"/>
              <a:t>Identify all dependencies</a:t>
            </a:r>
          </a:p>
          <a:p>
            <a:r>
              <a:rPr lang="en-US" altLang="en-US" dirty="0"/>
              <a:t>Dependency diagram: depicts all dependencies found within given table structure</a:t>
            </a:r>
          </a:p>
          <a:p>
            <a:pPr lvl="1"/>
            <a:r>
              <a:rPr lang="en-US" altLang="en-US" dirty="0"/>
              <a:t>Helps to get an overview of all relationships among table’s attributes</a:t>
            </a:r>
          </a:p>
          <a:p>
            <a:pPr lvl="1"/>
            <a:r>
              <a:rPr lang="en-US" altLang="en-US" dirty="0"/>
              <a:t>Makes it less likely that an important dependency will be overlooked</a:t>
            </a:r>
          </a:p>
          <a:p>
            <a:pPr lvl="1"/>
            <a:endParaRPr lang="en-US" altLang="en-US" dirty="0"/>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3" name="Rectangle 3"/>
          <p:cNvSpPr>
            <a:spLocks noGrp="1" noChangeArrowheads="1"/>
          </p:cNvSpPr>
          <p:nvPr>
            <p:ph type="title"/>
          </p:nvPr>
        </p:nvSpPr>
        <p:spPr>
          <a:xfrm>
            <a:off x="685800" y="436563"/>
            <a:ext cx="7772400" cy="609600"/>
          </a:xfrm>
          <a:noFill/>
        </p:spPr>
        <p:txBody>
          <a:bodyPr/>
          <a:lstStyle/>
          <a:p>
            <a:r>
              <a:rPr lang="en-US" b="1" dirty="0"/>
              <a:t>First Normal Form</a:t>
            </a:r>
          </a:p>
        </p:txBody>
      </p:sp>
      <p:sp>
        <p:nvSpPr>
          <p:cNvPr id="292868" name="Rectangle 4"/>
          <p:cNvSpPr>
            <a:spLocks noGrp="1" noChangeArrowheads="1"/>
          </p:cNvSpPr>
          <p:nvPr>
            <p:ph idx="1"/>
          </p:nvPr>
        </p:nvSpPr>
        <p:spPr>
          <a:xfrm>
            <a:off x="1703388" y="1320800"/>
            <a:ext cx="6948487" cy="3392488"/>
          </a:xfrm>
        </p:spPr>
        <p:txBody>
          <a:bodyPr/>
          <a:lstStyle/>
          <a:p>
            <a:pPr>
              <a:spcBef>
                <a:spcPct val="35000"/>
              </a:spcBef>
            </a:pPr>
            <a:r>
              <a:rPr lang="en-US" sz="1800" dirty="0"/>
              <a:t>A primary key candidate defined.</a:t>
            </a:r>
          </a:p>
          <a:p>
            <a:pPr>
              <a:spcBef>
                <a:spcPct val="35000"/>
              </a:spcBef>
            </a:pPr>
            <a:r>
              <a:rPr lang="en-US" sz="1800" dirty="0"/>
              <a:t>All attributes are atomic.</a:t>
            </a:r>
          </a:p>
          <a:p>
            <a:pPr>
              <a:spcBef>
                <a:spcPct val="35000"/>
              </a:spcBef>
            </a:pPr>
            <a:r>
              <a:rPr lang="en-US" sz="1800" dirty="0"/>
              <a:t>No attribute contains multiple values in a row (multivalued attribute).</a:t>
            </a:r>
          </a:p>
          <a:p>
            <a:pPr>
              <a:spcBef>
                <a:spcPct val="35000"/>
              </a:spcBef>
            </a:pPr>
            <a:r>
              <a:rPr lang="en-US" sz="1800" dirty="0"/>
              <a:t>There are no repeating groups of data.</a:t>
            </a:r>
          </a:p>
          <a:p>
            <a:pPr>
              <a:spcBef>
                <a:spcPct val="35000"/>
              </a:spcBef>
            </a:pPr>
            <a:endParaRPr lang="en-US" sz="1800" dirty="0"/>
          </a:p>
          <a:p>
            <a:pPr>
              <a:spcBef>
                <a:spcPct val="35000"/>
              </a:spcBef>
            </a:pPr>
            <a:endParaRPr lang="en-US" sz="1800" dirty="0"/>
          </a:p>
          <a:p>
            <a:pPr>
              <a:spcBef>
                <a:spcPct val="35000"/>
              </a:spcBef>
            </a:pPr>
            <a:endParaRPr lang="en-US" sz="1800" dirty="0"/>
          </a:p>
        </p:txBody>
      </p:sp>
      <p:sp>
        <p:nvSpPr>
          <p:cNvPr id="1536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DFE1DFD-1F1C-45EB-AA8B-36A010FDAFE7}" type="slidenum">
              <a:rPr kumimoji="0" lang="en-US" sz="1400" b="0" i="0" u="none" strike="noStrike" kern="1200" cap="none" spc="0" normalizeH="0" baseline="0" noProof="0" smtClean="0">
                <a:ln>
                  <a:noFill/>
                </a:ln>
                <a:solidFill>
                  <a:srgbClr val="0000FF"/>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sz="1400" b="0" i="0" u="none" strike="noStrike" kern="1200" cap="none" spc="0" normalizeH="0" baseline="0" noProof="0" dirty="0">
              <a:ln>
                <a:noFill/>
              </a:ln>
              <a:solidFill>
                <a:srgbClr val="0000FF"/>
              </a:solidFill>
              <a:effectLst/>
              <a:uLnTx/>
              <a:uFillTx/>
              <a:latin typeface="Times New Roman" pitchFamily="18" charset="0"/>
              <a:ea typeface="+mn-ea"/>
              <a:cs typeface="+mn-cs"/>
            </a:endParaRPr>
          </a:p>
        </p:txBody>
      </p:sp>
      <p:grpSp>
        <p:nvGrpSpPr>
          <p:cNvPr id="2" name="Group 1"/>
          <p:cNvGrpSpPr/>
          <p:nvPr/>
        </p:nvGrpSpPr>
        <p:grpSpPr>
          <a:xfrm>
            <a:off x="1981200" y="5093378"/>
            <a:ext cx="5154613" cy="1612222"/>
            <a:chOff x="1981200" y="5093378"/>
            <a:chExt cx="5154613" cy="1612222"/>
          </a:xfrm>
        </p:grpSpPr>
        <p:graphicFrame>
          <p:nvGraphicFramePr>
            <p:cNvPr id="18" name="Group 84"/>
            <p:cNvGraphicFramePr>
              <a:graphicFrameLocks/>
            </p:cNvGraphicFramePr>
            <p:nvPr/>
          </p:nvGraphicFramePr>
          <p:xfrm>
            <a:off x="1981200" y="5181600"/>
            <a:ext cx="5154613" cy="1371600"/>
          </p:xfrm>
          <a:graphic>
            <a:graphicData uri="http://schemas.openxmlformats.org/drawingml/2006/table">
              <a:tbl>
                <a:tblPr/>
                <a:tblGrid>
                  <a:gridCol w="620713">
                    <a:extLst>
                      <a:ext uri="{9D8B030D-6E8A-4147-A177-3AD203B41FA5}">
                        <a16:colId xmlns:a16="http://schemas.microsoft.com/office/drawing/2014/main" val="20000"/>
                      </a:ext>
                    </a:extLst>
                  </a:gridCol>
                  <a:gridCol w="2201862">
                    <a:extLst>
                      <a:ext uri="{9D8B030D-6E8A-4147-A177-3AD203B41FA5}">
                        <a16:colId xmlns:a16="http://schemas.microsoft.com/office/drawing/2014/main" val="20001"/>
                      </a:ext>
                    </a:extLst>
                  </a:gridCol>
                  <a:gridCol w="1149350">
                    <a:extLst>
                      <a:ext uri="{9D8B030D-6E8A-4147-A177-3AD203B41FA5}">
                        <a16:colId xmlns:a16="http://schemas.microsoft.com/office/drawing/2014/main" val="20002"/>
                      </a:ext>
                    </a:extLst>
                  </a:gridCol>
                  <a:gridCol w="1182688">
                    <a:extLst>
                      <a:ext uri="{9D8B030D-6E8A-4147-A177-3AD203B41FA5}">
                        <a16:colId xmlns:a16="http://schemas.microsoft.com/office/drawing/2014/main" val="20003"/>
                      </a:ext>
                    </a:extLst>
                  </a:gridCol>
                </a:tblGrid>
                <a:tr h="415925">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CID</a:t>
                        </a:r>
                        <a:endParaRPr kumimoji="0" lang="en-US" sz="1800" b="0" i="0" u="none" strike="noStrike" cap="none" normalizeH="0" baseline="0" dirty="0">
                          <a:ln>
                            <a:noFill/>
                          </a:ln>
                          <a:solidFill>
                            <a:srgbClr val="006600"/>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Name: First + Last</a:t>
                        </a:r>
                        <a:endParaRPr kumimoji="0" lang="en-US" sz="1800" b="0" i="0" u="none" strike="noStrike" cap="none" normalizeH="0" baseline="0" dirty="0">
                          <a:ln>
                            <a:noFill/>
                          </a:ln>
                          <a:solidFill>
                            <a:srgbClr val="006600"/>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rgbClr val="006600"/>
                            </a:solidFill>
                            <a:effectLst/>
                            <a:latin typeface="Times New Roman" pitchFamily="18" charset="0"/>
                            <a:cs typeface="Times New Roman" pitchFamily="18" charset="0"/>
                          </a:rPr>
                          <a:t>Phones</a:t>
                        </a:r>
                        <a:endParaRPr kumimoji="0" lang="en-US" sz="1800" b="0" i="0" u="none" strike="noStrike" cap="none" normalizeH="0" baseline="0">
                          <a:ln>
                            <a:noFill/>
                          </a:ln>
                          <a:solidFill>
                            <a:srgbClr val="006600"/>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rgbClr val="006600"/>
                            </a:solidFill>
                            <a:effectLst/>
                            <a:latin typeface="Times New Roman" pitchFamily="18" charset="0"/>
                            <a:cs typeface="Times New Roman" pitchFamily="18" charset="0"/>
                          </a:rPr>
                          <a:t>Address</a:t>
                        </a:r>
                        <a:endParaRPr kumimoji="0" lang="en-US" sz="1800" b="0" i="0" u="none" strike="noStrike" cap="none" normalizeH="0" baseline="0">
                          <a:ln>
                            <a:noFill/>
                          </a:ln>
                          <a:solidFill>
                            <a:srgbClr val="006600"/>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55675">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rgbClr val="006600"/>
                            </a:solidFill>
                            <a:effectLst/>
                            <a:latin typeface="Times New Roman" pitchFamily="18" charset="0"/>
                            <a:cs typeface="Times New Roman" pitchFamily="18" charset="0"/>
                          </a:rPr>
                          <a:t>111</a:t>
                        </a:r>
                        <a:endParaRPr kumimoji="0" lang="en-US" sz="1800" b="0" i="0" u="none" strike="noStrike" cap="none" normalizeH="0" baseline="0">
                          <a:ln>
                            <a:noFill/>
                          </a:ln>
                          <a:solidFill>
                            <a:srgbClr val="006600"/>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Joe Jones</a:t>
                        </a:r>
                        <a:endParaRPr kumimoji="0" lang="en-US" sz="1800" b="0" i="0" u="none" strike="noStrike" cap="none" normalizeH="0" baseline="0" dirty="0">
                          <a:ln>
                            <a:noFill/>
                          </a:ln>
                          <a:solidFill>
                            <a:srgbClr val="006600"/>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rgbClr val="006600"/>
                            </a:solidFill>
                            <a:effectLst/>
                            <a:latin typeface="Times New Roman" pitchFamily="18" charset="0"/>
                            <a:cs typeface="Times New Roman" pitchFamily="18" charset="0"/>
                          </a:rPr>
                          <a:t>111-2223</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rgbClr val="006600"/>
                            </a:solidFill>
                            <a:effectLst/>
                            <a:latin typeface="Times New Roman" pitchFamily="18" charset="0"/>
                            <a:cs typeface="Times New Roman" pitchFamily="18" charset="0"/>
                          </a:rPr>
                          <a:t>111-3393</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rgbClr val="006600"/>
                            </a:solidFill>
                            <a:effectLst/>
                            <a:latin typeface="Times New Roman" pitchFamily="18" charset="0"/>
                            <a:cs typeface="Times New Roman" pitchFamily="18" charset="0"/>
                          </a:rPr>
                          <a:t>112-4582</a:t>
                        </a:r>
                        <a:endParaRPr kumimoji="0" lang="en-US" sz="1800" b="0" i="0" u="none" strike="noStrike" cap="none" normalizeH="0" baseline="0">
                          <a:ln>
                            <a:noFill/>
                          </a:ln>
                          <a:solidFill>
                            <a:srgbClr val="006600"/>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123 Main</a:t>
                        </a:r>
                        <a:endParaRPr kumimoji="0" lang="en-US" sz="1800" b="0" i="0" u="none" strike="noStrike" cap="none" normalizeH="0" baseline="0" dirty="0">
                          <a:ln>
                            <a:noFill/>
                          </a:ln>
                          <a:solidFill>
                            <a:srgbClr val="006600"/>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5385" name="Oval 85"/>
            <p:cNvSpPr>
              <a:spLocks noChangeArrowheads="1"/>
            </p:cNvSpPr>
            <p:nvPr/>
          </p:nvSpPr>
          <p:spPr bwMode="auto">
            <a:xfrm>
              <a:off x="3276600" y="5093378"/>
              <a:ext cx="1219200" cy="533400"/>
            </a:xfrm>
            <a:prstGeom prst="ellipse">
              <a:avLst/>
            </a:prstGeom>
            <a:noFill/>
            <a:ln w="127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Arial" charset="0"/>
                <a:ea typeface="+mn-ea"/>
                <a:cs typeface="+mn-cs"/>
              </a:endParaRPr>
            </a:p>
          </p:txBody>
        </p:sp>
        <p:sp>
          <p:nvSpPr>
            <p:cNvPr id="15386" name="Oval 86"/>
            <p:cNvSpPr>
              <a:spLocks noChangeArrowheads="1"/>
            </p:cNvSpPr>
            <p:nvPr/>
          </p:nvSpPr>
          <p:spPr bwMode="auto">
            <a:xfrm>
              <a:off x="4800600" y="5486400"/>
              <a:ext cx="1143000" cy="1219200"/>
            </a:xfrm>
            <a:prstGeom prst="ellipse">
              <a:avLst/>
            </a:prstGeom>
            <a:noFill/>
            <a:ln w="127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Arial" charset="0"/>
                <a:ea typeface="+mn-ea"/>
                <a:cs typeface="+mn-cs"/>
              </a:endParaRPr>
            </a:p>
          </p:txBody>
        </p:sp>
      </p:grpSp>
      <p:sp>
        <p:nvSpPr>
          <p:cNvPr id="15384" name="Text Box 6"/>
          <p:cNvSpPr txBox="1">
            <a:spLocks noChangeArrowheads="1"/>
          </p:cNvSpPr>
          <p:nvPr/>
        </p:nvSpPr>
        <p:spPr bwMode="auto">
          <a:xfrm>
            <a:off x="1219200" y="4191000"/>
            <a:ext cx="70104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1" i="0" u="sng" strike="noStrike" kern="1200" cap="none" spc="0" normalizeH="0" baseline="0" noProof="0" dirty="0">
                <a:ln>
                  <a:noFill/>
                </a:ln>
                <a:solidFill>
                  <a:srgbClr val="006600"/>
                </a:solidFill>
                <a:effectLst/>
                <a:uLnTx/>
                <a:uFillTx/>
                <a:latin typeface="Arial" charset="0"/>
                <a:ea typeface="+mn-ea"/>
                <a:cs typeface="+mn-cs"/>
              </a:rPr>
              <a:t>Example:</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6600"/>
                </a:solidFill>
                <a:effectLst/>
                <a:uLnTx/>
                <a:uFillTx/>
                <a:latin typeface="Arial" charset="0"/>
                <a:ea typeface="+mn-ea"/>
                <a:cs typeface="+mn-cs"/>
              </a:rPr>
              <a:t>Customer(</a:t>
            </a:r>
            <a:r>
              <a:rPr kumimoji="0" lang="en-US" sz="1800" b="0" i="0" u="sng" strike="noStrike" kern="1200" cap="none" spc="0" normalizeH="0" baseline="0" noProof="0" dirty="0">
                <a:ln>
                  <a:noFill/>
                </a:ln>
                <a:solidFill>
                  <a:srgbClr val="006600"/>
                </a:solidFill>
                <a:effectLst/>
                <a:uLnTx/>
                <a:uFillTx/>
                <a:latin typeface="Arial" charset="0"/>
                <a:ea typeface="+mn-ea"/>
                <a:cs typeface="+mn-cs"/>
              </a:rPr>
              <a:t>CID</a:t>
            </a:r>
            <a:r>
              <a:rPr kumimoji="0" lang="en-US" sz="1800" b="0" i="0" u="none" strike="noStrike" kern="1200" cap="none" spc="0" normalizeH="0" baseline="0" noProof="0" dirty="0">
                <a:ln>
                  <a:noFill/>
                </a:ln>
                <a:solidFill>
                  <a:srgbClr val="006600"/>
                </a:solidFill>
                <a:effectLst/>
                <a:uLnTx/>
                <a:uFillTx/>
                <a:latin typeface="Arial" charset="0"/>
                <a:ea typeface="+mn-ea"/>
                <a:cs typeface="+mn-cs"/>
              </a:rPr>
              <a:t>, Name: First + Last, Phones, Address)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838200" y="304800"/>
            <a:ext cx="7772400" cy="730249"/>
          </a:xfrm>
        </p:spPr>
        <p:txBody>
          <a:bodyPr/>
          <a:lstStyle/>
          <a:p>
            <a:r>
              <a:rPr lang="en-US" b="1" dirty="0"/>
              <a:t>Second Normal Form</a:t>
            </a:r>
          </a:p>
        </p:txBody>
      </p:sp>
      <p:graphicFrame>
        <p:nvGraphicFramePr>
          <p:cNvPr id="155762" name="Group 114"/>
          <p:cNvGraphicFramePr>
            <a:graphicFrameLocks noGrp="1"/>
          </p:cNvGraphicFramePr>
          <p:nvPr>
            <p:ph type="tbl" idx="1"/>
            <p:extLst>
              <p:ext uri="{D42A27DB-BD31-4B8C-83A1-F6EECF244321}">
                <p14:modId xmlns:p14="http://schemas.microsoft.com/office/powerpoint/2010/main" val="2852751649"/>
              </p:ext>
            </p:extLst>
          </p:nvPr>
        </p:nvGraphicFramePr>
        <p:xfrm>
          <a:off x="990600" y="3200400"/>
          <a:ext cx="6934200" cy="2895600"/>
        </p:xfrm>
        <a:graphic>
          <a:graphicData uri="http://schemas.openxmlformats.org/drawingml/2006/table">
            <a:tbl>
              <a:tblPr/>
              <a:tblGrid>
                <a:gridCol w="1461296">
                  <a:extLst>
                    <a:ext uri="{9D8B030D-6E8A-4147-A177-3AD203B41FA5}">
                      <a16:colId xmlns:a16="http://schemas.microsoft.com/office/drawing/2014/main" val="20000"/>
                    </a:ext>
                  </a:extLst>
                </a:gridCol>
                <a:gridCol w="1510504">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tblGrid>
              <a:tr h="1066827">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sng" strike="noStrike" cap="none" normalizeH="0" baseline="0" dirty="0">
                          <a:ln>
                            <a:noFill/>
                          </a:ln>
                          <a:solidFill>
                            <a:srgbClr val="006600"/>
                          </a:solidFill>
                          <a:effectLst/>
                          <a:latin typeface="Times New Roman" pitchFamily="18" charset="0"/>
                          <a:cs typeface="Times New Roman" pitchFamily="18" charset="0"/>
                        </a:rPr>
                        <a:t>OrderID</a:t>
                      </a:r>
                      <a:endParaRPr kumimoji="0" lang="en-US" sz="2000" b="0" i="0" u="none" strike="noStrike" cap="none" normalizeH="0" baseline="0" dirty="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sng" strike="noStrike" cap="none" normalizeH="0" baseline="0">
                          <a:ln>
                            <a:noFill/>
                          </a:ln>
                          <a:solidFill>
                            <a:srgbClr val="006600"/>
                          </a:solidFill>
                          <a:effectLst/>
                          <a:latin typeface="Times New Roman" pitchFamily="18" charset="0"/>
                          <a:cs typeface="Times New Roman" pitchFamily="18" charset="0"/>
                        </a:rPr>
                        <a:t>ProductID</a:t>
                      </a:r>
                      <a:endParaRPr kumimoji="0" lang="en-US" sz="2000" b="0" i="0" u="none" strike="noStrike" cap="none" normalizeH="0" baseline="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err="1">
                          <a:ln>
                            <a:noFill/>
                          </a:ln>
                          <a:solidFill>
                            <a:srgbClr val="006600"/>
                          </a:solidFill>
                          <a:effectLst/>
                          <a:latin typeface="Times New Roman" pitchFamily="18" charset="0"/>
                          <a:cs typeface="Times New Roman" pitchFamily="18" charset="0"/>
                        </a:rPr>
                        <a:t>OrderQuantity</a:t>
                      </a:r>
                      <a:endParaRPr kumimoji="0" lang="en-US" sz="2000" b="0" i="0" u="none" strike="noStrike" cap="none" normalizeH="0" baseline="0" dirty="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lang="en-US" sz="2000" dirty="0" err="1">
                          <a:solidFill>
                            <a:srgbClr val="006600"/>
                          </a:solidFill>
                        </a:rPr>
                        <a:t>ProductDescription</a:t>
                      </a:r>
                      <a:endParaRPr kumimoji="0" lang="en-US" sz="2000" b="0" i="0" u="none" strike="noStrike" cap="none" normalizeH="0" baseline="0" dirty="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591">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rgbClr val="006600"/>
                          </a:solidFill>
                          <a:effectLst/>
                          <a:latin typeface="Times New Roman" pitchFamily="18" charset="0"/>
                          <a:cs typeface="Times New Roman" pitchFamily="18" charset="0"/>
                        </a:rPr>
                        <a:t>32</a:t>
                      </a:r>
                      <a:endParaRPr kumimoji="0" lang="en-US" sz="2000" b="0" i="0" u="none" strike="noStrike" cap="none" normalizeH="0" baseline="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rgbClr val="006600"/>
                          </a:solidFill>
                          <a:effectLst/>
                          <a:latin typeface="Times New Roman" pitchFamily="18" charset="0"/>
                          <a:cs typeface="Times New Roman" pitchFamily="18" charset="0"/>
                        </a:rPr>
                        <a:t>15</a:t>
                      </a:r>
                      <a:endParaRPr kumimoji="0" lang="en-US" sz="2000" b="0" i="0" u="none" strike="noStrike" cap="none" normalizeH="0" baseline="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rgbClr val="006600"/>
                          </a:solidFill>
                          <a:effectLst/>
                          <a:latin typeface="Times New Roman" pitchFamily="18" charset="0"/>
                          <a:cs typeface="Times New Roman" pitchFamily="18" charset="0"/>
                        </a:rPr>
                        <a:t>1</a:t>
                      </a:r>
                      <a:endParaRPr kumimoji="0" lang="en-US" sz="2000" b="0" i="0" u="none" strike="noStrike" cap="none" normalizeH="0" baseline="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rgbClr val="006600"/>
                          </a:solidFill>
                          <a:effectLst/>
                          <a:latin typeface="Times New Roman" pitchFamily="18" charset="0"/>
                          <a:cs typeface="Times New Roman" pitchFamily="18" charset="0"/>
                        </a:rPr>
                        <a:t>Blue Hose</a:t>
                      </a:r>
                      <a:endParaRPr kumimoji="0" lang="en-US" sz="2000" b="0" i="0" u="none" strike="noStrike" cap="none" normalizeH="0" baseline="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591">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rgbClr val="006600"/>
                          </a:solidFill>
                          <a:effectLst/>
                          <a:latin typeface="Times New Roman" pitchFamily="18" charset="0"/>
                          <a:cs typeface="Times New Roman" pitchFamily="18" charset="0"/>
                        </a:rPr>
                        <a:t>32</a:t>
                      </a:r>
                      <a:endParaRPr kumimoji="0" lang="en-US" sz="2000" b="0" i="0" u="none" strike="noStrike" cap="none" normalizeH="0" baseline="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6600"/>
                          </a:solidFill>
                          <a:effectLst/>
                          <a:latin typeface="Times New Roman" pitchFamily="18" charset="0"/>
                          <a:cs typeface="Times New Roman" pitchFamily="18" charset="0"/>
                        </a:rPr>
                        <a:t>16</a:t>
                      </a:r>
                      <a:endParaRPr kumimoji="0" lang="en-US" sz="2000" b="0" i="0" u="none" strike="noStrike" cap="none" normalizeH="0" baseline="0" dirty="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rgbClr val="006600"/>
                          </a:solidFill>
                          <a:effectLst/>
                          <a:latin typeface="Times New Roman" pitchFamily="18" charset="0"/>
                          <a:cs typeface="Times New Roman" pitchFamily="18" charset="0"/>
                        </a:rPr>
                        <a:t>2</a:t>
                      </a:r>
                      <a:endParaRPr kumimoji="0" lang="en-US" sz="2000" b="0" i="0" u="none" strike="noStrike" cap="none" normalizeH="0" baseline="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rgbClr val="006600"/>
                          </a:solidFill>
                          <a:effectLst/>
                          <a:latin typeface="Times New Roman" pitchFamily="18" charset="0"/>
                          <a:cs typeface="Times New Roman" pitchFamily="18" charset="0"/>
                        </a:rPr>
                        <a:t>Pliers</a:t>
                      </a:r>
                      <a:endParaRPr kumimoji="0" lang="en-US" sz="2000" b="0" i="0" u="none" strike="noStrike" cap="none" normalizeH="0" baseline="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591">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rgbClr val="006600"/>
                          </a:solidFill>
                          <a:effectLst/>
                          <a:latin typeface="Times New Roman" pitchFamily="18" charset="0"/>
                          <a:cs typeface="Times New Roman" pitchFamily="18" charset="0"/>
                        </a:rPr>
                        <a:t>33</a:t>
                      </a:r>
                      <a:endParaRPr kumimoji="0" lang="en-US" sz="2000" b="0" i="0" u="none" strike="noStrike" cap="none" normalizeH="0" baseline="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rgbClr val="006600"/>
                          </a:solidFill>
                          <a:effectLst/>
                          <a:latin typeface="Times New Roman" pitchFamily="18" charset="0"/>
                          <a:cs typeface="Times New Roman" pitchFamily="18" charset="0"/>
                        </a:rPr>
                        <a:t>15</a:t>
                      </a:r>
                      <a:endParaRPr kumimoji="0" lang="en-US" sz="2000" b="0" i="0" u="none" strike="noStrike" cap="none" normalizeH="0" baseline="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6600"/>
                          </a:solidFill>
                          <a:effectLst/>
                          <a:latin typeface="Times New Roman" pitchFamily="18" charset="0"/>
                          <a:cs typeface="Times New Roman" pitchFamily="18" charset="0"/>
                        </a:rPr>
                        <a:t>2</a:t>
                      </a:r>
                      <a:endParaRPr kumimoji="0" lang="en-US" sz="2000" b="0" i="0" u="none" strike="noStrike" cap="none" normalizeH="0" baseline="0" dirty="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6600"/>
                          </a:solidFill>
                          <a:effectLst/>
                          <a:latin typeface="Times New Roman" pitchFamily="18" charset="0"/>
                          <a:cs typeface="Times New Roman" pitchFamily="18" charset="0"/>
                        </a:rPr>
                        <a:t>Blue Hose</a:t>
                      </a:r>
                      <a:endParaRPr kumimoji="0" lang="en-US" sz="2000" b="0" i="0" u="none" strike="noStrike" cap="none" normalizeH="0" baseline="0" dirty="0">
                        <a:ln>
                          <a:noFill/>
                        </a:ln>
                        <a:solidFill>
                          <a:srgbClr val="006600"/>
                        </a:solidFill>
                        <a:effectLst/>
                        <a:latin typeface="Times New Roman" pitchFamily="18"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741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6598F96-3805-4F42-B58F-6CBF830BB2CA}" type="slidenum">
              <a:rPr kumimoji="0" lang="en-US" sz="1400" b="0" i="0" u="none" strike="noStrike" kern="1200" cap="none" spc="0" normalizeH="0" baseline="0" noProof="0" smtClean="0">
                <a:ln>
                  <a:noFill/>
                </a:ln>
                <a:solidFill>
                  <a:srgbClr val="0000FF"/>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sz="1400" b="0" i="0" u="none" strike="noStrike" kern="1200" cap="none" spc="0" normalizeH="0" baseline="0" noProof="0">
              <a:ln>
                <a:noFill/>
              </a:ln>
              <a:solidFill>
                <a:srgbClr val="0000FF"/>
              </a:solidFill>
              <a:effectLst/>
              <a:uLnTx/>
              <a:uFillTx/>
              <a:latin typeface="Times New Roman" pitchFamily="18" charset="0"/>
              <a:ea typeface="+mn-ea"/>
              <a:cs typeface="+mn-cs"/>
            </a:endParaRPr>
          </a:p>
        </p:txBody>
      </p:sp>
      <p:sp>
        <p:nvSpPr>
          <p:cNvPr id="17412" name="Text Box 5"/>
          <p:cNvSpPr txBox="1">
            <a:spLocks noChangeArrowheads="1"/>
          </p:cNvSpPr>
          <p:nvPr/>
        </p:nvSpPr>
        <p:spPr bwMode="auto">
          <a:xfrm>
            <a:off x="533400" y="1295400"/>
            <a:ext cx="7772400"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457200" marR="0" lvl="0" indent="-457200" algn="l" defTabSz="914400" rtl="0" eaLnBrk="0" fontAlgn="base" latinLnBrk="0" hangingPunct="0">
              <a:lnSpc>
                <a:spcPct val="100000"/>
              </a:lnSpc>
              <a:spcBef>
                <a:spcPct val="35000"/>
              </a:spcBef>
              <a:spcAft>
                <a:spcPct val="0"/>
              </a:spcAft>
              <a:buClr>
                <a:srgbClr val="6699FF"/>
              </a:buClr>
              <a:buSzTx/>
              <a:buFontTx/>
              <a:buAutoNum type="arabicPeriod"/>
              <a:tabLst/>
              <a:defRPr/>
            </a:pPr>
            <a:r>
              <a:rPr lang="en-US" dirty="0"/>
              <a:t>All relations must be in 1NF, and </a:t>
            </a:r>
          </a:p>
          <a:p>
            <a:pPr marL="457200" marR="0" lvl="0" indent="-457200" algn="l" defTabSz="914400" rtl="0" eaLnBrk="0" fontAlgn="base" latinLnBrk="0" hangingPunct="0">
              <a:lnSpc>
                <a:spcPct val="100000"/>
              </a:lnSpc>
              <a:spcBef>
                <a:spcPct val="35000"/>
              </a:spcBef>
              <a:spcAft>
                <a:spcPct val="0"/>
              </a:spcAft>
              <a:buClr>
                <a:srgbClr val="6699FF"/>
              </a:buClr>
              <a:buSzTx/>
              <a:buFontTx/>
              <a:buAutoNum type="arabicPeriod"/>
              <a:tabLst/>
              <a:defRPr/>
            </a:pPr>
            <a:r>
              <a:rPr lang="en-US" dirty="0"/>
              <a:t>Each relation must not have any partial dependency</a:t>
            </a:r>
            <a:endParaRPr kumimoji="0" lang="en-US" b="0" i="0" u="none" strike="noStrike" kern="1200" cap="none" spc="0" normalizeH="0" baseline="0" noProof="0" dirty="0">
              <a:ln>
                <a:noFill/>
              </a:ln>
              <a:solidFill>
                <a:srgbClr val="0000FF"/>
              </a:solidFill>
              <a:effectLst/>
              <a:uLnTx/>
              <a:uFillTx/>
              <a:latin typeface="Arial"/>
              <a:ea typeface="+mn-ea"/>
              <a:cs typeface="+mn-cs"/>
            </a:endParaRPr>
          </a:p>
          <a:p>
            <a:pPr marL="0" marR="0" lvl="0" indent="0" algn="l" defTabSz="914400" rtl="0" eaLnBrk="0" fontAlgn="base" latinLnBrk="0" hangingPunct="0">
              <a:lnSpc>
                <a:spcPct val="100000"/>
              </a:lnSpc>
              <a:spcBef>
                <a:spcPct val="35000"/>
              </a:spcBef>
              <a:spcAft>
                <a:spcPct val="0"/>
              </a:spcAft>
              <a:buClr>
                <a:srgbClr val="6699FF"/>
              </a:buClr>
              <a:buSzTx/>
              <a:buFontTx/>
              <a:buNone/>
              <a:tabLst/>
              <a:defRPr/>
            </a:pPr>
            <a:r>
              <a:rPr kumimoji="0" lang="en-US" b="0" i="0" u="none" strike="noStrike" kern="1200" cap="none" spc="0" normalizeH="0" baseline="0" noProof="0" dirty="0">
                <a:ln>
                  <a:noFill/>
                </a:ln>
                <a:solidFill>
                  <a:srgbClr val="0000FF"/>
                </a:solidFill>
                <a:effectLst/>
                <a:uLnTx/>
                <a:uFillTx/>
                <a:latin typeface="Arial"/>
                <a:ea typeface="+mn-ea"/>
                <a:cs typeface="+mn-cs"/>
              </a:rPr>
              <a:t>Example:</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b="0" i="0" u="none" strike="noStrike" kern="1200" cap="none" spc="0" normalizeH="0" baseline="0" noProof="0" dirty="0" err="1">
                <a:ln>
                  <a:noFill/>
                </a:ln>
                <a:solidFill>
                  <a:srgbClr val="006600"/>
                </a:solidFill>
                <a:effectLst/>
                <a:uLnTx/>
                <a:uFillTx/>
                <a:latin typeface="Arial" charset="0"/>
                <a:ea typeface="+mn-ea"/>
                <a:cs typeface="+mn-cs"/>
              </a:rPr>
              <a:t>OrderProduct</a:t>
            </a:r>
            <a:r>
              <a:rPr kumimoji="0" lang="en-US" b="0" i="0" u="none" strike="noStrike" kern="1200" cap="none" spc="0" normalizeH="0" baseline="0" noProof="0" dirty="0">
                <a:ln>
                  <a:noFill/>
                </a:ln>
                <a:solidFill>
                  <a:srgbClr val="006600"/>
                </a:solidFill>
                <a:effectLst/>
                <a:uLnTx/>
                <a:uFillTx/>
                <a:latin typeface="Arial" charset="0"/>
                <a:ea typeface="+mn-ea"/>
                <a:cs typeface="+mn-cs"/>
              </a:rPr>
              <a:t>(</a:t>
            </a:r>
            <a:r>
              <a:rPr kumimoji="0" lang="en-US" b="0" i="0" u="sng" strike="noStrike" kern="1200" cap="none" spc="0" normalizeH="0" baseline="0" noProof="0" dirty="0" err="1">
                <a:ln>
                  <a:noFill/>
                </a:ln>
                <a:solidFill>
                  <a:srgbClr val="006600"/>
                </a:solidFill>
                <a:effectLst/>
                <a:uLnTx/>
                <a:uFillTx/>
                <a:latin typeface="Arial" charset="0"/>
                <a:ea typeface="+mn-ea"/>
                <a:cs typeface="+mn-cs"/>
              </a:rPr>
              <a:t>OrderID</a:t>
            </a:r>
            <a:r>
              <a:rPr kumimoji="0" lang="en-US" b="0" i="0" u="none" strike="noStrike" kern="1200" cap="none" spc="0" normalizeH="0" baseline="0" noProof="0" dirty="0">
                <a:ln>
                  <a:noFill/>
                </a:ln>
                <a:solidFill>
                  <a:srgbClr val="006600"/>
                </a:solidFill>
                <a:effectLst/>
                <a:uLnTx/>
                <a:uFillTx/>
                <a:latin typeface="Arial" charset="0"/>
                <a:ea typeface="+mn-ea"/>
                <a:cs typeface="+mn-cs"/>
              </a:rPr>
              <a:t>, </a:t>
            </a:r>
            <a:r>
              <a:rPr kumimoji="0" lang="en-US" b="0" i="0" u="sng" strike="noStrike" kern="1200" cap="none" spc="0" normalizeH="0" baseline="0" noProof="0" dirty="0" err="1">
                <a:ln>
                  <a:noFill/>
                </a:ln>
                <a:solidFill>
                  <a:srgbClr val="006600"/>
                </a:solidFill>
                <a:effectLst/>
                <a:uLnTx/>
                <a:uFillTx/>
                <a:latin typeface="Arial" charset="0"/>
                <a:ea typeface="+mn-ea"/>
                <a:cs typeface="+mn-cs"/>
              </a:rPr>
              <a:t>ProductID</a:t>
            </a:r>
            <a:r>
              <a:rPr kumimoji="0" lang="en-US" b="0" i="0" u="none" strike="noStrike" kern="1200" cap="none" spc="0" normalizeH="0" baseline="0" noProof="0" dirty="0">
                <a:ln>
                  <a:noFill/>
                </a:ln>
                <a:solidFill>
                  <a:srgbClr val="006600"/>
                </a:solidFill>
                <a:effectLst/>
                <a:uLnTx/>
                <a:uFillTx/>
                <a:latin typeface="Arial" charset="0"/>
                <a:ea typeface="+mn-ea"/>
                <a:cs typeface="+mn-cs"/>
              </a:rPr>
              <a:t>, </a:t>
            </a:r>
            <a:r>
              <a:rPr kumimoji="0" lang="en-US" b="0" i="0" u="none" strike="noStrike" kern="1200" cap="none" spc="0" normalizeH="0" baseline="0" noProof="0" dirty="0" err="1">
                <a:ln>
                  <a:noFill/>
                </a:ln>
                <a:solidFill>
                  <a:srgbClr val="006600"/>
                </a:solidFill>
                <a:effectLst/>
                <a:uLnTx/>
                <a:uFillTx/>
                <a:latin typeface="Arial" charset="0"/>
                <a:ea typeface="+mn-ea"/>
                <a:cs typeface="+mn-cs"/>
              </a:rPr>
              <a:t>OrderQuantity</a:t>
            </a:r>
            <a:r>
              <a:rPr kumimoji="0" lang="en-US" b="0" i="0" u="none" strike="noStrike" kern="1200" cap="none" spc="0" normalizeH="0" baseline="0" noProof="0" dirty="0">
                <a:ln>
                  <a:noFill/>
                </a:ln>
                <a:solidFill>
                  <a:srgbClr val="006600"/>
                </a:solidFill>
                <a:effectLst/>
                <a:uLnTx/>
                <a:uFillTx/>
                <a:latin typeface="Arial" charset="0"/>
                <a:ea typeface="+mn-ea"/>
                <a:cs typeface="+mn-cs"/>
              </a:rPr>
              <a:t>, </a:t>
            </a:r>
            <a:r>
              <a:rPr kumimoji="0" lang="en-US" b="0" i="0" u="none" strike="noStrike" kern="1200" cap="none" spc="0" normalizeH="0" baseline="0" noProof="0" dirty="0" err="1">
                <a:ln>
                  <a:noFill/>
                </a:ln>
                <a:solidFill>
                  <a:srgbClr val="006600"/>
                </a:solidFill>
                <a:effectLst/>
                <a:uLnTx/>
                <a:uFillTx/>
                <a:latin typeface="Arial" charset="0"/>
                <a:ea typeface="+mn-ea"/>
                <a:cs typeface="+mn-cs"/>
              </a:rPr>
              <a:t>ProductDescription</a:t>
            </a:r>
            <a:r>
              <a:rPr kumimoji="0" lang="en-US" b="0" i="0" u="none" strike="noStrike" kern="1200" cap="none" spc="0" normalizeH="0" baseline="0" noProof="0" dirty="0">
                <a:ln>
                  <a:noFill/>
                </a:ln>
                <a:solidFill>
                  <a:srgbClr val="006600"/>
                </a:solidFill>
                <a:effectLst/>
                <a:uLnTx/>
                <a:uFillTx/>
                <a:latin typeface="Arial" charset="0"/>
                <a:ea typeface="+mn-ea"/>
                <a:cs typeface="+mn-cs"/>
              </a:rPr>
              <a:t>)</a:t>
            </a:r>
          </a:p>
        </p:txBody>
      </p:sp>
    </p:spTree>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6" name="Rectangle 3"/>
          <p:cNvSpPr>
            <a:spLocks noGrp="1" noChangeArrowheads="1"/>
          </p:cNvSpPr>
          <p:nvPr>
            <p:ph type="title"/>
          </p:nvPr>
        </p:nvSpPr>
        <p:spPr>
          <a:xfrm>
            <a:off x="990600" y="228600"/>
            <a:ext cx="7162800" cy="1143000"/>
          </a:xfrm>
          <a:noFill/>
        </p:spPr>
        <p:txBody>
          <a:bodyPr/>
          <a:lstStyle/>
          <a:p>
            <a:r>
              <a:rPr lang="en-US" b="1" dirty="0"/>
              <a:t>Third Normal Form</a:t>
            </a:r>
          </a:p>
        </p:txBody>
      </p:sp>
      <p:sp>
        <p:nvSpPr>
          <p:cNvPr id="294916" name="Rectangle 4"/>
          <p:cNvSpPr>
            <a:spLocks noGrp="1" noChangeArrowheads="1"/>
          </p:cNvSpPr>
          <p:nvPr>
            <p:ph idx="1"/>
          </p:nvPr>
        </p:nvSpPr>
        <p:spPr>
          <a:xfrm>
            <a:off x="838200" y="1771650"/>
            <a:ext cx="7162800" cy="2495550"/>
          </a:xfrm>
        </p:spPr>
        <p:txBody>
          <a:bodyPr>
            <a:normAutofit/>
          </a:bodyPr>
          <a:lstStyle/>
          <a:p>
            <a:pPr>
              <a:spcBef>
                <a:spcPct val="35000"/>
              </a:spcBef>
            </a:pPr>
            <a:r>
              <a:rPr lang="en-US" sz="2800" dirty="0"/>
              <a:t>Relation is in Second Normal Form.</a:t>
            </a:r>
          </a:p>
          <a:p>
            <a:pPr>
              <a:spcBef>
                <a:spcPct val="35000"/>
              </a:spcBef>
            </a:pPr>
            <a:r>
              <a:rPr lang="en-US" sz="2800" dirty="0"/>
              <a:t>No transitive dependencies (no non-key attributes functionally determine other non-key attributes).</a:t>
            </a:r>
          </a:p>
        </p:txBody>
      </p:sp>
      <p:sp>
        <p:nvSpPr>
          <p:cNvPr id="18434" name="Slide Number Placeholder 3"/>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0" fontAlgn="base" latinLnBrk="0" hangingPunct="0">
              <a:lnSpc>
                <a:spcPct val="100000"/>
              </a:lnSpc>
              <a:spcBef>
                <a:spcPct val="50000"/>
              </a:spcBef>
              <a:spcAft>
                <a:spcPct val="0"/>
              </a:spcAft>
              <a:buClrTx/>
              <a:buSzTx/>
              <a:buFontTx/>
              <a:buNone/>
              <a:tabLst/>
              <a:defRPr/>
            </a:pPr>
            <a:fld id="{E5C1B064-A49E-4989-8EF0-4B3889E562AC}" type="slidenum">
              <a:rPr kumimoji="0" lang="en-US" sz="1200" b="0" i="0" u="none" strike="noStrike" kern="1200" cap="none" spc="0" normalizeH="0" baseline="0" noProof="0" smtClean="0">
                <a:ln>
                  <a:noFill/>
                </a:ln>
                <a:solidFill>
                  <a:srgbClr val="0000FF">
                    <a:tint val="75000"/>
                  </a:srgbClr>
                </a:solidFill>
                <a:effectLst/>
                <a:uLnTx/>
                <a:uFillTx/>
                <a:latin typeface="Arial"/>
                <a:ea typeface="+mn-ea"/>
                <a:cs typeface="+mn-cs"/>
              </a:rPr>
              <a:pPr marL="0" marR="0" lvl="0" indent="0" algn="r" defTabSz="914400" rtl="0" eaLnBrk="0" fontAlgn="base" latinLnBrk="0" hangingPunct="0">
                <a:lnSpc>
                  <a:spcPct val="100000"/>
                </a:lnSpc>
                <a:spcBef>
                  <a:spcPct val="50000"/>
                </a:spcBef>
                <a:spcAft>
                  <a:spcPct val="0"/>
                </a:spcAft>
                <a:buClrTx/>
                <a:buSzTx/>
                <a:buFontTx/>
                <a:buNone/>
                <a:tabLst/>
                <a:defRPr/>
              </a:pPr>
              <a:t>31</a:t>
            </a:fld>
            <a:endParaRPr kumimoji="0" lang="en-US" sz="1200" b="0" i="0" u="none" strike="noStrike" kern="1200" cap="none" spc="0" normalizeH="0" baseline="0" noProof="0">
              <a:ln>
                <a:noFill/>
              </a:ln>
              <a:solidFill>
                <a:srgbClr val="0000FF"/>
              </a:solidFill>
              <a:effectLst/>
              <a:uLnTx/>
              <a:uFillTx/>
              <a:latin typeface="Times New Roman" pitchFamily="18" charset="0"/>
              <a:ea typeface="+mn-ea"/>
              <a:cs typeface="+mn-cs"/>
            </a:endParaRPr>
          </a:p>
        </p:txBody>
      </p:sp>
      <p:sp>
        <p:nvSpPr>
          <p:cNvPr id="18435" name="Picture 2" descr="sy00479_"/>
          <p:cNvSpPr>
            <a:spLocks noChangeAspect="1" noChangeArrowheads="1"/>
          </p:cNvSpPr>
          <p:nvPr/>
        </p:nvSpPr>
        <p:spPr bwMode="auto">
          <a:xfrm>
            <a:off x="1657350" y="1771650"/>
            <a:ext cx="887016"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Arial" charset="0"/>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4"/>
          <p:cNvSpPr>
            <a:spLocks noGrp="1" noChangeArrowheads="1"/>
          </p:cNvSpPr>
          <p:nvPr>
            <p:ph type="title"/>
          </p:nvPr>
        </p:nvSpPr>
        <p:spPr>
          <a:xfrm>
            <a:off x="1219200" y="381000"/>
            <a:ext cx="6153150" cy="1015663"/>
          </a:xfrm>
        </p:spPr>
        <p:txBody>
          <a:bodyPr/>
          <a:lstStyle/>
          <a:p>
            <a:r>
              <a:rPr lang="en-US" b="1" dirty="0"/>
              <a:t>Third Normal Form</a:t>
            </a:r>
          </a:p>
        </p:txBody>
      </p:sp>
      <p:graphicFrame>
        <p:nvGraphicFramePr>
          <p:cNvPr id="160919" name="Group 151"/>
          <p:cNvGraphicFramePr>
            <a:graphicFrameLocks noGrp="1"/>
          </p:cNvGraphicFramePr>
          <p:nvPr>
            <p:ph type="tbl" idx="1"/>
            <p:extLst>
              <p:ext uri="{D42A27DB-BD31-4B8C-83A1-F6EECF244321}">
                <p14:modId xmlns:p14="http://schemas.microsoft.com/office/powerpoint/2010/main" val="3436777988"/>
              </p:ext>
            </p:extLst>
          </p:nvPr>
        </p:nvGraphicFramePr>
        <p:xfrm>
          <a:off x="1371600" y="3048000"/>
          <a:ext cx="6172200" cy="3189513"/>
        </p:xfrm>
        <a:graphic>
          <a:graphicData uri="http://schemas.openxmlformats.org/drawingml/2006/table">
            <a:tbl>
              <a:tblPr/>
              <a:tblGrid>
                <a:gridCol w="15240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gridCol w="2514600">
                  <a:extLst>
                    <a:ext uri="{9D8B030D-6E8A-4147-A177-3AD203B41FA5}">
                      <a16:colId xmlns:a16="http://schemas.microsoft.com/office/drawing/2014/main" val="20004"/>
                    </a:ext>
                  </a:extLst>
                </a:gridCol>
              </a:tblGrid>
              <a:tr h="805245">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rgbClr val="006600"/>
                          </a:solidFill>
                          <a:effectLst/>
                          <a:latin typeface="Times New Roman" pitchFamily="18" charset="0"/>
                          <a:cs typeface="Times New Roman" pitchFamily="18" charset="0"/>
                        </a:rPr>
                        <a:t>EmployeeID</a:t>
                      </a:r>
                      <a:endParaRPr kumimoji="0" lang="en-US" sz="1800" b="0" i="0" u="none" strike="noStrike" cap="none" normalizeH="0" baseline="0" dirty="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Job</a:t>
                      </a:r>
                      <a:endParaRPr kumimoji="0" lang="en-US" sz="1800" b="0" i="0" u="none" strike="noStrike" cap="none" normalizeH="0" baseline="0" dirty="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kern="1200" cap="none" spc="0" normalizeH="0" baseline="0" noProof="0" dirty="0" err="1">
                          <a:ln>
                            <a:noFill/>
                          </a:ln>
                          <a:solidFill>
                            <a:srgbClr val="006600"/>
                          </a:solidFill>
                          <a:effectLst/>
                          <a:uLnTx/>
                          <a:uFillTx/>
                          <a:latin typeface="Arial" charset="0"/>
                          <a:ea typeface="+mn-ea"/>
                          <a:cs typeface="+mn-cs"/>
                        </a:rPr>
                        <a:t>MinSalaryofJob</a:t>
                      </a:r>
                      <a:endParaRPr kumimoji="0" lang="en-US" sz="1800" b="0" i="0" u="none" strike="noStrike" cap="none" normalizeH="0" baseline="0" dirty="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94756">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rgbClr val="006600"/>
                          </a:solidFill>
                          <a:effectLst/>
                          <a:latin typeface="Times New Roman" pitchFamily="18" charset="0"/>
                          <a:cs typeface="Times New Roman" pitchFamily="18" charset="0"/>
                        </a:rPr>
                        <a:t>1</a:t>
                      </a:r>
                      <a:endParaRPr kumimoji="0" lang="en-US" sz="1800" b="0" i="0" u="none" strike="noStrike" cap="none" normalizeH="0" baseline="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rPr>
                        <a:t>Elec. Engineer</a:t>
                      </a: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90000</a:t>
                      </a:r>
                      <a:endParaRPr kumimoji="0" lang="en-US" sz="1800" b="0" i="0" u="none" strike="noStrike" cap="none" normalizeH="0" baseline="0" dirty="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4756">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rgbClr val="006600"/>
                          </a:solidFill>
                          <a:effectLst/>
                          <a:latin typeface="Times New Roman" pitchFamily="18" charset="0"/>
                          <a:cs typeface="Times New Roman" pitchFamily="18" charset="0"/>
                        </a:rPr>
                        <a:t>2</a:t>
                      </a:r>
                      <a:endParaRPr kumimoji="0" lang="en-US" sz="1800" b="0" i="0" u="none" strike="noStrike" cap="none" normalizeH="0" baseline="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Data Analyst</a:t>
                      </a:r>
                      <a:endParaRPr kumimoji="0" lang="en-US" sz="1800" b="0" i="0" u="none" strike="noStrike" cap="none" normalizeH="0" baseline="0" dirty="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110000</a:t>
                      </a:r>
                      <a:endParaRPr kumimoji="0" lang="en-US" sz="1800" b="0" i="0" u="none" strike="noStrike" cap="none" normalizeH="0" baseline="0" dirty="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4756">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3</a:t>
                      </a:r>
                      <a:endParaRPr kumimoji="0" lang="en-US" sz="1800" b="0" i="0" u="none" strike="noStrike" cap="none" normalizeH="0" baseline="0" dirty="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Chemical Engineer</a:t>
                      </a:r>
                      <a:endParaRPr kumimoji="0" lang="en-US" sz="1800" b="0" i="0" u="none" strike="noStrike" cap="none" normalizeH="0" baseline="0" dirty="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6600"/>
                          </a:solidFill>
                          <a:effectLst/>
                          <a:latin typeface="Times New Roman" pitchFamily="18" charset="0"/>
                          <a:cs typeface="Times New Roman" pitchFamily="18" charset="0"/>
                        </a:rPr>
                        <a:t>95000</a:t>
                      </a:r>
                      <a:endParaRPr kumimoji="0" lang="en-US" sz="1800" b="0" i="0" u="none" strike="noStrike" cap="none" normalizeH="0" baseline="0" dirty="0">
                        <a:ln>
                          <a:noFill/>
                        </a:ln>
                        <a:solidFill>
                          <a:srgbClr val="006600"/>
                        </a:solidFill>
                        <a:effectLst/>
                        <a:latin typeface="Times New Roman" pitchFamily="18" charset="0"/>
                      </a:endParaRPr>
                    </a:p>
                  </a:txBody>
                  <a:tcPr marL="68580" marR="6858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45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557213" indent="-214313">
              <a:defRPr>
                <a:solidFill>
                  <a:schemeClr val="tx1"/>
                </a:solidFill>
                <a:latin typeface="Arial" charset="0"/>
              </a:defRPr>
            </a:lvl2pPr>
            <a:lvl3pPr marL="857250" indent="-171450">
              <a:defRPr>
                <a:solidFill>
                  <a:schemeClr val="tx1"/>
                </a:solidFill>
                <a:latin typeface="Arial" charset="0"/>
              </a:defRPr>
            </a:lvl3pPr>
            <a:lvl4pPr marL="1200150" indent="-171450">
              <a:defRPr>
                <a:solidFill>
                  <a:schemeClr val="tx1"/>
                </a:solidFill>
                <a:latin typeface="Arial" charset="0"/>
              </a:defRPr>
            </a:lvl4pPr>
            <a:lvl5pPr marL="1543050" indent="-171450">
              <a:defRPr>
                <a:solidFill>
                  <a:schemeClr val="tx1"/>
                </a:solidFill>
                <a:latin typeface="Arial" charset="0"/>
              </a:defRPr>
            </a:lvl5pPr>
            <a:lvl6pPr marL="1885950" indent="-171450" algn="ctr" eaLnBrk="0" fontAlgn="base" hangingPunct="0">
              <a:spcBef>
                <a:spcPct val="50000"/>
              </a:spcBef>
              <a:spcAft>
                <a:spcPct val="0"/>
              </a:spcAft>
              <a:defRPr>
                <a:solidFill>
                  <a:schemeClr val="tx1"/>
                </a:solidFill>
                <a:latin typeface="Arial" charset="0"/>
              </a:defRPr>
            </a:lvl6pPr>
            <a:lvl7pPr marL="2228850" indent="-171450" algn="ctr" eaLnBrk="0" fontAlgn="base" hangingPunct="0">
              <a:spcBef>
                <a:spcPct val="50000"/>
              </a:spcBef>
              <a:spcAft>
                <a:spcPct val="0"/>
              </a:spcAft>
              <a:defRPr>
                <a:solidFill>
                  <a:schemeClr val="tx1"/>
                </a:solidFill>
                <a:latin typeface="Arial" charset="0"/>
              </a:defRPr>
            </a:lvl7pPr>
            <a:lvl8pPr marL="2571750" indent="-171450" algn="ctr" eaLnBrk="0" fontAlgn="base" hangingPunct="0">
              <a:spcBef>
                <a:spcPct val="50000"/>
              </a:spcBef>
              <a:spcAft>
                <a:spcPct val="0"/>
              </a:spcAft>
              <a:defRPr>
                <a:solidFill>
                  <a:schemeClr val="tx1"/>
                </a:solidFill>
                <a:latin typeface="Arial" charset="0"/>
              </a:defRPr>
            </a:lvl8pPr>
            <a:lvl9pPr marL="2914650" indent="-171450" algn="ctr" eaLnBrk="0" fontAlgn="base" hangingPunct="0">
              <a:spcBef>
                <a:spcPct val="50000"/>
              </a:spcBef>
              <a:spcAft>
                <a:spcPct val="0"/>
              </a:spcAft>
              <a:defRPr>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CC3AB95-9D7F-4142-97C9-321787A9EA59}" type="slidenum">
              <a:rPr kumimoji="0" lang="en-US" sz="1400" b="0" i="0" u="none" strike="noStrike" kern="1200" cap="none" spc="0" normalizeH="0" baseline="0" noProof="0">
                <a:ln>
                  <a:noFill/>
                </a:ln>
                <a:solidFill>
                  <a:srgbClr val="0000FF"/>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US" sz="1400" b="0" i="0" u="none" strike="noStrike" kern="1200" cap="none" spc="0" normalizeH="0" baseline="0" noProof="0">
              <a:ln>
                <a:noFill/>
              </a:ln>
              <a:solidFill>
                <a:srgbClr val="0000FF"/>
              </a:solidFill>
              <a:effectLst/>
              <a:uLnTx/>
              <a:uFillTx/>
              <a:latin typeface="Times New Roman" pitchFamily="18" charset="0"/>
              <a:ea typeface="+mn-ea"/>
              <a:cs typeface="+mn-cs"/>
            </a:endParaRPr>
          </a:p>
        </p:txBody>
      </p:sp>
      <p:sp>
        <p:nvSpPr>
          <p:cNvPr id="19460" name="Text Box 6"/>
          <p:cNvSpPr txBox="1">
            <a:spLocks noChangeArrowheads="1"/>
          </p:cNvSpPr>
          <p:nvPr/>
        </p:nvSpPr>
        <p:spPr bwMode="auto">
          <a:xfrm>
            <a:off x="914400" y="1396664"/>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35000"/>
              </a:spcBef>
              <a:spcAft>
                <a:spcPct val="0"/>
              </a:spcAft>
              <a:buClr>
                <a:srgbClr val="6699FF"/>
              </a:buClr>
              <a:buSzTx/>
              <a:buFontTx/>
              <a:buNone/>
              <a:tabLst/>
              <a:defRPr/>
            </a:pPr>
            <a:r>
              <a:rPr kumimoji="0" lang="en-US" sz="2400" b="0" i="0" u="none" strike="noStrike" kern="1200" cap="none" spc="0" normalizeH="0" baseline="0" noProof="0" dirty="0">
                <a:ln>
                  <a:noFill/>
                </a:ln>
                <a:solidFill>
                  <a:srgbClr val="0000FF"/>
                </a:solidFill>
                <a:effectLst/>
                <a:uLnTx/>
                <a:uFillTx/>
                <a:latin typeface="Arial"/>
                <a:ea typeface="+mn-ea"/>
                <a:cs typeface="+mn-cs"/>
              </a:rPr>
              <a:t>Relation below is not in third normal form.</a:t>
            </a:r>
          </a:p>
        </p:txBody>
      </p:sp>
      <p:sp>
        <p:nvSpPr>
          <p:cNvPr id="19461" name="Text Box 7"/>
          <p:cNvSpPr txBox="1">
            <a:spLocks noChangeArrowheads="1"/>
          </p:cNvSpPr>
          <p:nvPr/>
        </p:nvSpPr>
        <p:spPr bwMode="auto">
          <a:xfrm>
            <a:off x="1219200" y="2000250"/>
            <a:ext cx="649605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50000"/>
              </a:spcBef>
              <a:spcAft>
                <a:spcPct val="0"/>
              </a:spcAft>
              <a:defRPr>
                <a:solidFill>
                  <a:schemeClr val="tx1"/>
                </a:solidFill>
                <a:latin typeface="Arial" charset="0"/>
              </a:defRPr>
            </a:lvl6pPr>
            <a:lvl7pPr marL="2971800" indent="-228600" algn="ctr" eaLnBrk="0" fontAlgn="base" hangingPunct="0">
              <a:spcBef>
                <a:spcPct val="50000"/>
              </a:spcBef>
              <a:spcAft>
                <a:spcPct val="0"/>
              </a:spcAft>
              <a:defRPr>
                <a:solidFill>
                  <a:schemeClr val="tx1"/>
                </a:solidFill>
                <a:latin typeface="Arial" charset="0"/>
              </a:defRPr>
            </a:lvl7pPr>
            <a:lvl8pPr marL="3429000" indent="-228600" algn="ctr" eaLnBrk="0" fontAlgn="base" hangingPunct="0">
              <a:spcBef>
                <a:spcPct val="50000"/>
              </a:spcBef>
              <a:spcAft>
                <a:spcPct val="0"/>
              </a:spcAft>
              <a:defRPr>
                <a:solidFill>
                  <a:schemeClr val="tx1"/>
                </a:solidFill>
                <a:latin typeface="Arial" charset="0"/>
              </a:defRPr>
            </a:lvl8pPr>
            <a:lvl9pPr marL="3886200" indent="-228600" algn="ctr" eaLnBrk="0" fontAlgn="base" hangingPunct="0">
              <a:spcBef>
                <a:spcPct val="5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35000"/>
              </a:spcBef>
              <a:spcAft>
                <a:spcPct val="0"/>
              </a:spcAft>
              <a:buClr>
                <a:srgbClr val="6699FF"/>
              </a:buClr>
              <a:buSzTx/>
              <a:buFontTx/>
              <a:buNone/>
              <a:tabLst/>
              <a:defRPr/>
            </a:pPr>
            <a:r>
              <a:rPr kumimoji="0" lang="en-US" sz="1500" b="0" i="0" u="none" strike="noStrike" kern="1200" cap="none" spc="0" normalizeH="0" baseline="0" noProof="0" dirty="0">
                <a:ln>
                  <a:noFill/>
                </a:ln>
                <a:solidFill>
                  <a:srgbClr val="0000FF"/>
                </a:solidFill>
                <a:effectLst/>
                <a:uLnTx/>
                <a:uFillTx/>
                <a:latin typeface="Arial"/>
                <a:ea typeface="+mn-ea"/>
                <a:cs typeface="+mn-cs"/>
              </a:rPr>
              <a:t>Example:</a:t>
            </a:r>
          </a:p>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6600"/>
                </a:solidFill>
                <a:effectLst/>
                <a:uLnTx/>
                <a:uFillTx/>
                <a:latin typeface="Arial" charset="0"/>
                <a:ea typeface="+mn-ea"/>
                <a:cs typeface="+mn-cs"/>
              </a:rPr>
              <a:t>Order(</a:t>
            </a:r>
            <a:r>
              <a:rPr kumimoji="0" lang="en-US" sz="1800" b="0" i="0" u="sng" strike="noStrike" kern="1200" cap="none" spc="0" normalizeH="0" baseline="0" noProof="0" dirty="0" err="1">
                <a:ln>
                  <a:noFill/>
                </a:ln>
                <a:solidFill>
                  <a:srgbClr val="006600"/>
                </a:solidFill>
                <a:effectLst/>
                <a:uLnTx/>
                <a:uFillTx/>
                <a:latin typeface="Arial" charset="0"/>
                <a:ea typeface="+mn-ea"/>
                <a:cs typeface="+mn-cs"/>
              </a:rPr>
              <a:t>EmployeeID</a:t>
            </a:r>
            <a:r>
              <a:rPr kumimoji="0" lang="en-US" sz="1800" b="0" i="0" u="none" strike="noStrike" kern="1200" cap="none" spc="0" normalizeH="0" baseline="0" noProof="0" dirty="0">
                <a:ln>
                  <a:noFill/>
                </a:ln>
                <a:solidFill>
                  <a:srgbClr val="006600"/>
                </a:solidFill>
                <a:effectLst/>
                <a:uLnTx/>
                <a:uFillTx/>
                <a:latin typeface="Arial" charset="0"/>
                <a:ea typeface="+mn-ea"/>
                <a:cs typeface="+mn-cs"/>
              </a:rPr>
              <a:t>, Job, </a:t>
            </a:r>
            <a:r>
              <a:rPr kumimoji="0" lang="en-US" sz="1800" b="0" i="0" u="none" strike="noStrike" kern="1200" cap="none" spc="0" normalizeH="0" baseline="0" noProof="0" dirty="0" err="1">
                <a:ln>
                  <a:noFill/>
                </a:ln>
                <a:solidFill>
                  <a:srgbClr val="006600"/>
                </a:solidFill>
                <a:effectLst/>
                <a:uLnTx/>
                <a:uFillTx/>
                <a:latin typeface="Arial" charset="0"/>
                <a:ea typeface="+mn-ea"/>
                <a:cs typeface="+mn-cs"/>
              </a:rPr>
              <a:t>MinSalaryofJob</a:t>
            </a:r>
            <a:r>
              <a:rPr kumimoji="0" lang="en-US" sz="1800" b="0" i="0" u="none" strike="noStrike" kern="1200" cap="none" spc="0" normalizeH="0" baseline="0" noProof="0" dirty="0">
                <a:ln>
                  <a:noFill/>
                </a:ln>
                <a:solidFill>
                  <a:srgbClr val="006600"/>
                </a:solidFill>
                <a:effectLst/>
                <a:uLnTx/>
                <a:uFillTx/>
                <a:latin typeface="Arial" charset="0"/>
                <a:ea typeface="+mn-ea"/>
                <a:cs typeface="+mn-cs"/>
              </a:rPr>
              <a:t>)</a:t>
            </a:r>
          </a:p>
        </p:txBody>
      </p:sp>
      <p:sp>
        <p:nvSpPr>
          <p:cNvPr id="19495" name="Freeform 145"/>
          <p:cNvSpPr>
            <a:spLocks/>
          </p:cNvSpPr>
          <p:nvPr/>
        </p:nvSpPr>
        <p:spPr bwMode="auto">
          <a:xfrm>
            <a:off x="4457700" y="4514850"/>
            <a:ext cx="1143000" cy="369332"/>
          </a:xfrm>
          <a:custGeom>
            <a:avLst/>
            <a:gdLst>
              <a:gd name="T0" fmla="*/ 0 w 960"/>
              <a:gd name="T1" fmla="*/ 0 h 96"/>
              <a:gd name="T2" fmla="*/ 2147483647 w 960"/>
              <a:gd name="T3" fmla="*/ 2147483647 h 96"/>
              <a:gd name="T4" fmla="*/ 2147483647 w 960"/>
              <a:gd name="T5" fmla="*/ 0 h 96"/>
              <a:gd name="T6" fmla="*/ 0 60000 65536"/>
              <a:gd name="T7" fmla="*/ 0 60000 65536"/>
              <a:gd name="T8" fmla="*/ 0 60000 65536"/>
              <a:gd name="T9" fmla="*/ 0 w 960"/>
              <a:gd name="T10" fmla="*/ 0 h 96"/>
              <a:gd name="T11" fmla="*/ 960 w 960"/>
              <a:gd name="T12" fmla="*/ 96 h 96"/>
            </a:gdLst>
            <a:ahLst/>
            <a:cxnLst>
              <a:cxn ang="T6">
                <a:pos x="T0" y="T1"/>
              </a:cxn>
              <a:cxn ang="T7">
                <a:pos x="T2" y="T3"/>
              </a:cxn>
              <a:cxn ang="T8">
                <a:pos x="T4" y="T5"/>
              </a:cxn>
            </a:cxnLst>
            <a:rect l="T9" t="T10" r="T11" b="T12"/>
            <a:pathLst>
              <a:path w="960" h="96">
                <a:moveTo>
                  <a:pt x="0" y="0"/>
                </a:moveTo>
                <a:cubicBezTo>
                  <a:pt x="280" y="48"/>
                  <a:pt x="560" y="96"/>
                  <a:pt x="720" y="96"/>
                </a:cubicBezTo>
                <a:cubicBezTo>
                  <a:pt x="880" y="96"/>
                  <a:pt x="920" y="48"/>
                  <a:pt x="960" y="0"/>
                </a:cubicBez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Arial" charset="0"/>
              <a:ea typeface="+mn-ea"/>
              <a:cs typeface="+mn-cs"/>
            </a:endParaRPr>
          </a:p>
        </p:txBody>
      </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A4F27-51BD-442F-AC1E-E01C2DE58FB3}"/>
              </a:ext>
            </a:extLst>
          </p:cNvPr>
          <p:cNvSpPr>
            <a:spLocks noGrp="1"/>
          </p:cNvSpPr>
          <p:nvPr>
            <p:ph type="title"/>
          </p:nvPr>
        </p:nvSpPr>
        <p:spPr>
          <a:xfrm>
            <a:off x="628650" y="365127"/>
            <a:ext cx="7886700" cy="854074"/>
          </a:xfrm>
        </p:spPr>
        <p:txBody>
          <a:bodyPr/>
          <a:lstStyle/>
          <a:p>
            <a:r>
              <a:rPr lang="en-US" b="1" dirty="0"/>
              <a:t>Book Example</a:t>
            </a:r>
          </a:p>
        </p:txBody>
      </p:sp>
      <p:sp>
        <p:nvSpPr>
          <p:cNvPr id="3" name="Content Placeholder 2">
            <a:extLst>
              <a:ext uri="{FF2B5EF4-FFF2-40B4-BE49-F238E27FC236}">
                <a16:creationId xmlns:a16="http://schemas.microsoft.com/office/drawing/2014/main" id="{F525482F-16BD-400F-8AA1-A47826ACE700}"/>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UNF</a:t>
            </a:r>
          </a:p>
          <a:p>
            <a:pPr marL="0" indent="0">
              <a:buNone/>
            </a:pPr>
            <a:r>
              <a:rPr lang="en-US" dirty="0"/>
              <a:t>(PROJ_NUM, PROJ_NAME, EMP_NUM, EMP_NAME, JOB_CLASS, CHG_HOURS, HOURS)</a:t>
            </a:r>
          </a:p>
          <a:p>
            <a:endParaRPr lang="en-US" dirty="0"/>
          </a:p>
        </p:txBody>
      </p:sp>
      <p:sp>
        <p:nvSpPr>
          <p:cNvPr id="4" name="Footer Placeholder 3">
            <a:extLst>
              <a:ext uri="{FF2B5EF4-FFF2-40B4-BE49-F238E27FC236}">
                <a16:creationId xmlns:a16="http://schemas.microsoft.com/office/drawing/2014/main" id="{11AA1B48-79A0-4EE9-A4BF-6362946C34AA}"/>
              </a:ext>
            </a:extLst>
          </p:cNvPr>
          <p:cNvSpPr>
            <a:spLocks noGrp="1"/>
          </p:cNvSpPr>
          <p:nvPr>
            <p:ph type="ftr" sz="quarter" idx="11"/>
          </p:nvPr>
        </p:nvSpPr>
        <p:spPr/>
        <p:txBody>
          <a:bodyPr/>
          <a:lstStyle/>
          <a:p>
            <a:endParaRPr lang="en-US"/>
          </a:p>
        </p:txBody>
      </p:sp>
      <p:pic>
        <p:nvPicPr>
          <p:cNvPr id="10" name="Picture 9">
            <a:extLst>
              <a:ext uri="{FF2B5EF4-FFF2-40B4-BE49-F238E27FC236}">
                <a16:creationId xmlns:a16="http://schemas.microsoft.com/office/drawing/2014/main" id="{404D289D-1F43-4448-BFDB-3F884F71194A}"/>
              </a:ext>
            </a:extLst>
          </p:cNvPr>
          <p:cNvPicPr>
            <a:picLocks noChangeAspect="1"/>
          </p:cNvPicPr>
          <p:nvPr/>
        </p:nvPicPr>
        <p:blipFill rotWithShape="1">
          <a:blip r:embed="rId2"/>
          <a:srcRect l="24167" t="26838" r="17500" b="31658"/>
          <a:stretch/>
        </p:blipFill>
        <p:spPr>
          <a:xfrm>
            <a:off x="990600" y="1219201"/>
            <a:ext cx="7064829" cy="3581399"/>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047486B-416A-03A3-5855-26F126B562C3}"/>
                  </a:ext>
                </a:extLst>
              </p14:cNvPr>
              <p14:cNvContentPartPr/>
              <p14:nvPr/>
            </p14:nvContentPartPr>
            <p14:xfrm>
              <a:off x="11149590" y="4372404"/>
              <a:ext cx="24840" cy="24120"/>
            </p14:xfrm>
          </p:contentPart>
        </mc:Choice>
        <mc:Fallback xmlns="">
          <p:pic>
            <p:nvPicPr>
              <p:cNvPr id="5" name="Ink 4">
                <a:extLst>
                  <a:ext uri="{FF2B5EF4-FFF2-40B4-BE49-F238E27FC236}">
                    <a16:creationId xmlns:a16="http://schemas.microsoft.com/office/drawing/2014/main" id="{6047486B-416A-03A3-5855-26F126B562C3}"/>
                  </a:ext>
                </a:extLst>
              </p:cNvPr>
              <p:cNvPicPr/>
              <p:nvPr/>
            </p:nvPicPr>
            <p:blipFill>
              <a:blip r:embed="rId4"/>
              <a:stretch>
                <a:fillRect/>
              </a:stretch>
            </p:blipFill>
            <p:spPr>
              <a:xfrm>
                <a:off x="11143470" y="4366284"/>
                <a:ext cx="37080" cy="36360"/>
              </a:xfrm>
              <a:prstGeom prst="rect">
                <a:avLst/>
              </a:prstGeom>
            </p:spPr>
          </p:pic>
        </mc:Fallback>
      </mc:AlternateContent>
      <p:grpSp>
        <p:nvGrpSpPr>
          <p:cNvPr id="31" name="Group 30">
            <a:extLst>
              <a:ext uri="{FF2B5EF4-FFF2-40B4-BE49-F238E27FC236}">
                <a16:creationId xmlns:a16="http://schemas.microsoft.com/office/drawing/2014/main" id="{4B0044D0-9B9D-0CF4-CD99-FCF523145A47}"/>
              </a:ext>
            </a:extLst>
          </p:cNvPr>
          <p:cNvGrpSpPr/>
          <p:nvPr/>
        </p:nvGrpSpPr>
        <p:grpSpPr>
          <a:xfrm>
            <a:off x="4188990" y="5003124"/>
            <a:ext cx="1061280" cy="273600"/>
            <a:chOff x="4188990" y="5003124"/>
            <a:chExt cx="1061280" cy="273600"/>
          </a:xfrm>
        </p:grpSpPr>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79C34A97-8425-BD2F-4D9E-BAFB8AD12A75}"/>
                    </a:ext>
                  </a:extLst>
                </p14:cNvPr>
                <p14:cNvContentPartPr/>
                <p14:nvPr/>
              </p14:nvContentPartPr>
              <p14:xfrm>
                <a:off x="4188990" y="5057124"/>
                <a:ext cx="51120" cy="219600"/>
              </p14:xfrm>
            </p:contentPart>
          </mc:Choice>
          <mc:Fallback xmlns="">
            <p:pic>
              <p:nvPicPr>
                <p:cNvPr id="24" name="Ink 23">
                  <a:extLst>
                    <a:ext uri="{FF2B5EF4-FFF2-40B4-BE49-F238E27FC236}">
                      <a16:creationId xmlns:a16="http://schemas.microsoft.com/office/drawing/2014/main" id="{79C34A97-8425-BD2F-4D9E-BAFB8AD12A75}"/>
                    </a:ext>
                  </a:extLst>
                </p:cNvPr>
                <p:cNvPicPr/>
                <p:nvPr/>
              </p:nvPicPr>
              <p:blipFill>
                <a:blip r:embed="rId6"/>
                <a:stretch>
                  <a:fillRect/>
                </a:stretch>
              </p:blipFill>
              <p:spPr>
                <a:xfrm>
                  <a:off x="4182870" y="5051004"/>
                  <a:ext cx="6336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1D5A5EA9-39AF-86FC-A734-D650E12531EE}"/>
                    </a:ext>
                  </a:extLst>
                </p14:cNvPr>
                <p14:cNvContentPartPr/>
                <p14:nvPr/>
              </p14:nvContentPartPr>
              <p14:xfrm>
                <a:off x="4196550" y="5003124"/>
                <a:ext cx="248400" cy="67320"/>
              </p14:xfrm>
            </p:contentPart>
          </mc:Choice>
          <mc:Fallback xmlns="">
            <p:pic>
              <p:nvPicPr>
                <p:cNvPr id="25" name="Ink 24">
                  <a:extLst>
                    <a:ext uri="{FF2B5EF4-FFF2-40B4-BE49-F238E27FC236}">
                      <a16:creationId xmlns:a16="http://schemas.microsoft.com/office/drawing/2014/main" id="{1D5A5EA9-39AF-86FC-A734-D650E12531EE}"/>
                    </a:ext>
                  </a:extLst>
                </p:cNvPr>
                <p:cNvPicPr/>
                <p:nvPr/>
              </p:nvPicPr>
              <p:blipFill>
                <a:blip r:embed="rId8"/>
                <a:stretch>
                  <a:fillRect/>
                </a:stretch>
              </p:blipFill>
              <p:spPr>
                <a:xfrm>
                  <a:off x="4190430" y="4997004"/>
                  <a:ext cx="2606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6" name="Ink 25">
                  <a:extLst>
                    <a:ext uri="{FF2B5EF4-FFF2-40B4-BE49-F238E27FC236}">
                      <a16:creationId xmlns:a16="http://schemas.microsoft.com/office/drawing/2014/main" id="{759958C3-6003-B3E4-543C-7B6E2E5C6ADA}"/>
                    </a:ext>
                  </a:extLst>
                </p14:cNvPr>
                <p14:cNvContentPartPr/>
                <p14:nvPr/>
              </p14:nvContentPartPr>
              <p14:xfrm>
                <a:off x="4190430" y="5128044"/>
                <a:ext cx="180720" cy="59760"/>
              </p14:xfrm>
            </p:contentPart>
          </mc:Choice>
          <mc:Fallback xmlns="">
            <p:pic>
              <p:nvPicPr>
                <p:cNvPr id="26" name="Ink 25">
                  <a:extLst>
                    <a:ext uri="{FF2B5EF4-FFF2-40B4-BE49-F238E27FC236}">
                      <a16:creationId xmlns:a16="http://schemas.microsoft.com/office/drawing/2014/main" id="{759958C3-6003-B3E4-543C-7B6E2E5C6ADA}"/>
                    </a:ext>
                  </a:extLst>
                </p:cNvPr>
                <p:cNvPicPr/>
                <p:nvPr/>
              </p:nvPicPr>
              <p:blipFill>
                <a:blip r:embed="rId10"/>
                <a:stretch>
                  <a:fillRect/>
                </a:stretch>
              </p:blipFill>
              <p:spPr>
                <a:xfrm>
                  <a:off x="4184310" y="5121924"/>
                  <a:ext cx="1929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7" name="Ink 26">
                  <a:extLst>
                    <a:ext uri="{FF2B5EF4-FFF2-40B4-BE49-F238E27FC236}">
                      <a16:creationId xmlns:a16="http://schemas.microsoft.com/office/drawing/2014/main" id="{71750BBD-FF47-AEFC-5DE1-857942E36911}"/>
                    </a:ext>
                  </a:extLst>
                </p14:cNvPr>
                <p14:cNvContentPartPr/>
                <p14:nvPr/>
              </p14:nvContentPartPr>
              <p14:xfrm>
                <a:off x="4440990" y="5072244"/>
                <a:ext cx="125280" cy="176760"/>
              </p14:xfrm>
            </p:contentPart>
          </mc:Choice>
          <mc:Fallback xmlns="">
            <p:pic>
              <p:nvPicPr>
                <p:cNvPr id="27" name="Ink 26">
                  <a:extLst>
                    <a:ext uri="{FF2B5EF4-FFF2-40B4-BE49-F238E27FC236}">
                      <a16:creationId xmlns:a16="http://schemas.microsoft.com/office/drawing/2014/main" id="{71750BBD-FF47-AEFC-5DE1-857942E36911}"/>
                    </a:ext>
                  </a:extLst>
                </p:cNvPr>
                <p:cNvPicPr/>
                <p:nvPr/>
              </p:nvPicPr>
              <p:blipFill>
                <a:blip r:embed="rId12"/>
                <a:stretch>
                  <a:fillRect/>
                </a:stretch>
              </p:blipFill>
              <p:spPr>
                <a:xfrm>
                  <a:off x="4434870" y="5066124"/>
                  <a:ext cx="1375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8" name="Ink 27">
                  <a:extLst>
                    <a:ext uri="{FF2B5EF4-FFF2-40B4-BE49-F238E27FC236}">
                      <a16:creationId xmlns:a16="http://schemas.microsoft.com/office/drawing/2014/main" id="{D0387394-0A03-5B57-B398-B28D4CA2792D}"/>
                    </a:ext>
                  </a:extLst>
                </p14:cNvPr>
                <p14:cNvContentPartPr/>
                <p14:nvPr/>
              </p14:nvContentPartPr>
              <p14:xfrm>
                <a:off x="4653390" y="5061804"/>
                <a:ext cx="41400" cy="200160"/>
              </p14:xfrm>
            </p:contentPart>
          </mc:Choice>
          <mc:Fallback xmlns="">
            <p:pic>
              <p:nvPicPr>
                <p:cNvPr id="28" name="Ink 27">
                  <a:extLst>
                    <a:ext uri="{FF2B5EF4-FFF2-40B4-BE49-F238E27FC236}">
                      <a16:creationId xmlns:a16="http://schemas.microsoft.com/office/drawing/2014/main" id="{D0387394-0A03-5B57-B398-B28D4CA2792D}"/>
                    </a:ext>
                  </a:extLst>
                </p:cNvPr>
                <p:cNvPicPr/>
                <p:nvPr/>
              </p:nvPicPr>
              <p:blipFill>
                <a:blip r:embed="rId14"/>
                <a:stretch>
                  <a:fillRect/>
                </a:stretch>
              </p:blipFill>
              <p:spPr>
                <a:xfrm>
                  <a:off x="4647270" y="5055684"/>
                  <a:ext cx="5364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9" name="Ink 28">
                  <a:extLst>
                    <a:ext uri="{FF2B5EF4-FFF2-40B4-BE49-F238E27FC236}">
                      <a16:creationId xmlns:a16="http://schemas.microsoft.com/office/drawing/2014/main" id="{86E108D6-199E-B451-97DF-42FAD2904652}"/>
                    </a:ext>
                  </a:extLst>
                </p14:cNvPr>
                <p14:cNvContentPartPr/>
                <p14:nvPr/>
              </p14:nvContentPartPr>
              <p14:xfrm>
                <a:off x="4682910" y="5034084"/>
                <a:ext cx="142560" cy="190800"/>
              </p14:xfrm>
            </p:contentPart>
          </mc:Choice>
          <mc:Fallback xmlns="">
            <p:pic>
              <p:nvPicPr>
                <p:cNvPr id="29" name="Ink 28">
                  <a:extLst>
                    <a:ext uri="{FF2B5EF4-FFF2-40B4-BE49-F238E27FC236}">
                      <a16:creationId xmlns:a16="http://schemas.microsoft.com/office/drawing/2014/main" id="{86E108D6-199E-B451-97DF-42FAD2904652}"/>
                    </a:ext>
                  </a:extLst>
                </p:cNvPr>
                <p:cNvPicPr/>
                <p:nvPr/>
              </p:nvPicPr>
              <p:blipFill>
                <a:blip r:embed="rId16"/>
                <a:stretch>
                  <a:fillRect/>
                </a:stretch>
              </p:blipFill>
              <p:spPr>
                <a:xfrm>
                  <a:off x="4676790" y="5027964"/>
                  <a:ext cx="15480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0" name="Ink 29">
                  <a:extLst>
                    <a:ext uri="{FF2B5EF4-FFF2-40B4-BE49-F238E27FC236}">
                      <a16:creationId xmlns:a16="http://schemas.microsoft.com/office/drawing/2014/main" id="{5D7FBB4E-944D-9585-61D9-8EBE961B4A2F}"/>
                    </a:ext>
                  </a:extLst>
                </p14:cNvPr>
                <p14:cNvContentPartPr/>
                <p14:nvPr/>
              </p14:nvContentPartPr>
              <p14:xfrm>
                <a:off x="4858230" y="5018244"/>
                <a:ext cx="392040" cy="226080"/>
              </p14:xfrm>
            </p:contentPart>
          </mc:Choice>
          <mc:Fallback xmlns="">
            <p:pic>
              <p:nvPicPr>
                <p:cNvPr id="30" name="Ink 29">
                  <a:extLst>
                    <a:ext uri="{FF2B5EF4-FFF2-40B4-BE49-F238E27FC236}">
                      <a16:creationId xmlns:a16="http://schemas.microsoft.com/office/drawing/2014/main" id="{5D7FBB4E-944D-9585-61D9-8EBE961B4A2F}"/>
                    </a:ext>
                  </a:extLst>
                </p:cNvPr>
                <p:cNvPicPr/>
                <p:nvPr/>
              </p:nvPicPr>
              <p:blipFill>
                <a:blip r:embed="rId18"/>
                <a:stretch>
                  <a:fillRect/>
                </a:stretch>
              </p:blipFill>
              <p:spPr>
                <a:xfrm>
                  <a:off x="4852110" y="5012124"/>
                  <a:ext cx="404280" cy="238320"/>
                </a:xfrm>
                <a:prstGeom prst="rect">
                  <a:avLst/>
                </a:prstGeom>
              </p:spPr>
            </p:pic>
          </mc:Fallback>
        </mc:AlternateContent>
      </p:grpSp>
      <p:grpSp>
        <p:nvGrpSpPr>
          <p:cNvPr id="82" name="Group 81">
            <a:extLst>
              <a:ext uri="{FF2B5EF4-FFF2-40B4-BE49-F238E27FC236}">
                <a16:creationId xmlns:a16="http://schemas.microsoft.com/office/drawing/2014/main" id="{21ED4AF0-4103-A951-FB36-47539E9F1A61}"/>
              </a:ext>
            </a:extLst>
          </p:cNvPr>
          <p:cNvGrpSpPr/>
          <p:nvPr/>
        </p:nvGrpSpPr>
        <p:grpSpPr>
          <a:xfrm>
            <a:off x="4145430" y="52404"/>
            <a:ext cx="4603320" cy="686880"/>
            <a:chOff x="4145430" y="52404"/>
            <a:chExt cx="4603320" cy="686880"/>
          </a:xfrm>
        </p:grpSpPr>
        <mc:AlternateContent xmlns:mc="http://schemas.openxmlformats.org/markup-compatibility/2006" xmlns:p14="http://schemas.microsoft.com/office/powerpoint/2010/main">
          <mc:Choice Requires="p14">
            <p:contentPart p14:bwMode="auto" r:id="rId19">
              <p14:nvContentPartPr>
                <p14:cNvPr id="33" name="Ink 32">
                  <a:extLst>
                    <a:ext uri="{FF2B5EF4-FFF2-40B4-BE49-F238E27FC236}">
                      <a16:creationId xmlns:a16="http://schemas.microsoft.com/office/drawing/2014/main" id="{3188A1FC-9519-2818-8F6B-9B32C2223C91}"/>
                    </a:ext>
                  </a:extLst>
                </p14:cNvPr>
                <p14:cNvContentPartPr/>
                <p14:nvPr/>
              </p14:nvContentPartPr>
              <p14:xfrm>
                <a:off x="4145430" y="52404"/>
                <a:ext cx="101520" cy="203400"/>
              </p14:xfrm>
            </p:contentPart>
          </mc:Choice>
          <mc:Fallback xmlns="">
            <p:pic>
              <p:nvPicPr>
                <p:cNvPr id="33" name="Ink 32">
                  <a:extLst>
                    <a:ext uri="{FF2B5EF4-FFF2-40B4-BE49-F238E27FC236}">
                      <a16:creationId xmlns:a16="http://schemas.microsoft.com/office/drawing/2014/main" id="{3188A1FC-9519-2818-8F6B-9B32C2223C91}"/>
                    </a:ext>
                  </a:extLst>
                </p:cNvPr>
                <p:cNvPicPr/>
                <p:nvPr/>
              </p:nvPicPr>
              <p:blipFill>
                <a:blip r:embed="rId20"/>
                <a:stretch>
                  <a:fillRect/>
                </a:stretch>
              </p:blipFill>
              <p:spPr>
                <a:xfrm>
                  <a:off x="4139310" y="46284"/>
                  <a:ext cx="1137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4" name="Ink 33">
                  <a:extLst>
                    <a:ext uri="{FF2B5EF4-FFF2-40B4-BE49-F238E27FC236}">
                      <a16:creationId xmlns:a16="http://schemas.microsoft.com/office/drawing/2014/main" id="{FB1513C1-119B-70C6-761B-379DCD57FE0E}"/>
                    </a:ext>
                  </a:extLst>
                </p14:cNvPr>
                <p14:cNvContentPartPr/>
                <p14:nvPr/>
              </p14:nvContentPartPr>
              <p14:xfrm>
                <a:off x="4169190" y="199284"/>
                <a:ext cx="203400" cy="51480"/>
              </p14:xfrm>
            </p:contentPart>
          </mc:Choice>
          <mc:Fallback xmlns="">
            <p:pic>
              <p:nvPicPr>
                <p:cNvPr id="34" name="Ink 33">
                  <a:extLst>
                    <a:ext uri="{FF2B5EF4-FFF2-40B4-BE49-F238E27FC236}">
                      <a16:creationId xmlns:a16="http://schemas.microsoft.com/office/drawing/2014/main" id="{FB1513C1-119B-70C6-761B-379DCD57FE0E}"/>
                    </a:ext>
                  </a:extLst>
                </p:cNvPr>
                <p:cNvPicPr/>
                <p:nvPr/>
              </p:nvPicPr>
              <p:blipFill>
                <a:blip r:embed="rId22"/>
                <a:stretch>
                  <a:fillRect/>
                </a:stretch>
              </p:blipFill>
              <p:spPr>
                <a:xfrm>
                  <a:off x="4163070" y="193164"/>
                  <a:ext cx="21564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5" name="Ink 34">
                  <a:extLst>
                    <a:ext uri="{FF2B5EF4-FFF2-40B4-BE49-F238E27FC236}">
                      <a16:creationId xmlns:a16="http://schemas.microsoft.com/office/drawing/2014/main" id="{2ACE80BE-7688-6B41-E0A1-9F703B26FC9B}"/>
                    </a:ext>
                  </a:extLst>
                </p14:cNvPr>
                <p14:cNvContentPartPr/>
                <p14:nvPr/>
              </p14:nvContentPartPr>
              <p14:xfrm>
                <a:off x="4427310" y="174084"/>
                <a:ext cx="35640" cy="43560"/>
              </p14:xfrm>
            </p:contentPart>
          </mc:Choice>
          <mc:Fallback xmlns="">
            <p:pic>
              <p:nvPicPr>
                <p:cNvPr id="35" name="Ink 34">
                  <a:extLst>
                    <a:ext uri="{FF2B5EF4-FFF2-40B4-BE49-F238E27FC236}">
                      <a16:creationId xmlns:a16="http://schemas.microsoft.com/office/drawing/2014/main" id="{2ACE80BE-7688-6B41-E0A1-9F703B26FC9B}"/>
                    </a:ext>
                  </a:extLst>
                </p:cNvPr>
                <p:cNvPicPr/>
                <p:nvPr/>
              </p:nvPicPr>
              <p:blipFill>
                <a:blip r:embed="rId24"/>
                <a:stretch>
                  <a:fillRect/>
                </a:stretch>
              </p:blipFill>
              <p:spPr>
                <a:xfrm>
                  <a:off x="4421190" y="167964"/>
                  <a:ext cx="478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6" name="Ink 35">
                  <a:extLst>
                    <a:ext uri="{FF2B5EF4-FFF2-40B4-BE49-F238E27FC236}">
                      <a16:creationId xmlns:a16="http://schemas.microsoft.com/office/drawing/2014/main" id="{D7616FEF-45A9-1832-9E49-6C988C6EE397}"/>
                    </a:ext>
                  </a:extLst>
                </p14:cNvPr>
                <p14:cNvContentPartPr/>
                <p14:nvPr/>
              </p14:nvContentPartPr>
              <p14:xfrm>
                <a:off x="4626750" y="68964"/>
                <a:ext cx="150120" cy="160560"/>
              </p14:xfrm>
            </p:contentPart>
          </mc:Choice>
          <mc:Fallback xmlns="">
            <p:pic>
              <p:nvPicPr>
                <p:cNvPr id="36" name="Ink 35">
                  <a:extLst>
                    <a:ext uri="{FF2B5EF4-FFF2-40B4-BE49-F238E27FC236}">
                      <a16:creationId xmlns:a16="http://schemas.microsoft.com/office/drawing/2014/main" id="{D7616FEF-45A9-1832-9E49-6C988C6EE397}"/>
                    </a:ext>
                  </a:extLst>
                </p:cNvPr>
                <p:cNvPicPr/>
                <p:nvPr/>
              </p:nvPicPr>
              <p:blipFill>
                <a:blip r:embed="rId26"/>
                <a:stretch>
                  <a:fillRect/>
                </a:stretch>
              </p:blipFill>
              <p:spPr>
                <a:xfrm>
                  <a:off x="4620630" y="62844"/>
                  <a:ext cx="1623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7" name="Ink 36">
                  <a:extLst>
                    <a:ext uri="{FF2B5EF4-FFF2-40B4-BE49-F238E27FC236}">
                      <a16:creationId xmlns:a16="http://schemas.microsoft.com/office/drawing/2014/main" id="{9DDD96C3-C57A-5D3F-09F2-49BC7CD9E9B1}"/>
                    </a:ext>
                  </a:extLst>
                </p14:cNvPr>
                <p14:cNvContentPartPr/>
                <p14:nvPr/>
              </p14:nvContentPartPr>
              <p14:xfrm>
                <a:off x="4795590" y="84444"/>
                <a:ext cx="178200" cy="154440"/>
              </p14:xfrm>
            </p:contentPart>
          </mc:Choice>
          <mc:Fallback xmlns="">
            <p:pic>
              <p:nvPicPr>
                <p:cNvPr id="37" name="Ink 36">
                  <a:extLst>
                    <a:ext uri="{FF2B5EF4-FFF2-40B4-BE49-F238E27FC236}">
                      <a16:creationId xmlns:a16="http://schemas.microsoft.com/office/drawing/2014/main" id="{9DDD96C3-C57A-5D3F-09F2-49BC7CD9E9B1}"/>
                    </a:ext>
                  </a:extLst>
                </p:cNvPr>
                <p:cNvPicPr/>
                <p:nvPr/>
              </p:nvPicPr>
              <p:blipFill>
                <a:blip r:embed="rId28"/>
                <a:stretch>
                  <a:fillRect/>
                </a:stretch>
              </p:blipFill>
              <p:spPr>
                <a:xfrm>
                  <a:off x="4789470" y="78324"/>
                  <a:ext cx="1904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8" name="Ink 37">
                  <a:extLst>
                    <a:ext uri="{FF2B5EF4-FFF2-40B4-BE49-F238E27FC236}">
                      <a16:creationId xmlns:a16="http://schemas.microsoft.com/office/drawing/2014/main" id="{A528CE56-7BF7-80BA-CCB2-C07C5ABE4B99}"/>
                    </a:ext>
                  </a:extLst>
                </p14:cNvPr>
                <p14:cNvContentPartPr/>
                <p14:nvPr/>
              </p14:nvContentPartPr>
              <p14:xfrm>
                <a:off x="4979910" y="79404"/>
                <a:ext cx="103680" cy="82800"/>
              </p14:xfrm>
            </p:contentPart>
          </mc:Choice>
          <mc:Fallback xmlns="">
            <p:pic>
              <p:nvPicPr>
                <p:cNvPr id="38" name="Ink 37">
                  <a:extLst>
                    <a:ext uri="{FF2B5EF4-FFF2-40B4-BE49-F238E27FC236}">
                      <a16:creationId xmlns:a16="http://schemas.microsoft.com/office/drawing/2014/main" id="{A528CE56-7BF7-80BA-CCB2-C07C5ABE4B99}"/>
                    </a:ext>
                  </a:extLst>
                </p:cNvPr>
                <p:cNvPicPr/>
                <p:nvPr/>
              </p:nvPicPr>
              <p:blipFill>
                <a:blip r:embed="rId30"/>
                <a:stretch>
                  <a:fillRect/>
                </a:stretch>
              </p:blipFill>
              <p:spPr>
                <a:xfrm>
                  <a:off x="4973790" y="73284"/>
                  <a:ext cx="1159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9" name="Ink 38">
                  <a:extLst>
                    <a:ext uri="{FF2B5EF4-FFF2-40B4-BE49-F238E27FC236}">
                      <a16:creationId xmlns:a16="http://schemas.microsoft.com/office/drawing/2014/main" id="{16E8D4C8-ECBC-91E7-2F84-3A63639DFF5D}"/>
                    </a:ext>
                  </a:extLst>
                </p14:cNvPr>
                <p14:cNvContentPartPr/>
                <p14:nvPr/>
              </p14:nvContentPartPr>
              <p14:xfrm>
                <a:off x="5064870" y="104964"/>
                <a:ext cx="21600" cy="149040"/>
              </p14:xfrm>
            </p:contentPart>
          </mc:Choice>
          <mc:Fallback xmlns="">
            <p:pic>
              <p:nvPicPr>
                <p:cNvPr id="39" name="Ink 38">
                  <a:extLst>
                    <a:ext uri="{FF2B5EF4-FFF2-40B4-BE49-F238E27FC236}">
                      <a16:creationId xmlns:a16="http://schemas.microsoft.com/office/drawing/2014/main" id="{16E8D4C8-ECBC-91E7-2F84-3A63639DFF5D}"/>
                    </a:ext>
                  </a:extLst>
                </p:cNvPr>
                <p:cNvPicPr/>
                <p:nvPr/>
              </p:nvPicPr>
              <p:blipFill>
                <a:blip r:embed="rId32"/>
                <a:stretch>
                  <a:fillRect/>
                </a:stretch>
              </p:blipFill>
              <p:spPr>
                <a:xfrm>
                  <a:off x="5058750" y="98844"/>
                  <a:ext cx="338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0" name="Ink 39">
                  <a:extLst>
                    <a:ext uri="{FF2B5EF4-FFF2-40B4-BE49-F238E27FC236}">
                      <a16:creationId xmlns:a16="http://schemas.microsoft.com/office/drawing/2014/main" id="{84F1B29A-DFA7-EA22-39A0-6D69BF624FA6}"/>
                    </a:ext>
                  </a:extLst>
                </p14:cNvPr>
                <p14:cNvContentPartPr/>
                <p14:nvPr/>
              </p14:nvContentPartPr>
              <p14:xfrm>
                <a:off x="5071710" y="68244"/>
                <a:ext cx="221040" cy="38520"/>
              </p14:xfrm>
            </p:contentPart>
          </mc:Choice>
          <mc:Fallback xmlns="">
            <p:pic>
              <p:nvPicPr>
                <p:cNvPr id="40" name="Ink 39">
                  <a:extLst>
                    <a:ext uri="{FF2B5EF4-FFF2-40B4-BE49-F238E27FC236}">
                      <a16:creationId xmlns:a16="http://schemas.microsoft.com/office/drawing/2014/main" id="{84F1B29A-DFA7-EA22-39A0-6D69BF624FA6}"/>
                    </a:ext>
                  </a:extLst>
                </p:cNvPr>
                <p:cNvPicPr/>
                <p:nvPr/>
              </p:nvPicPr>
              <p:blipFill>
                <a:blip r:embed="rId34"/>
                <a:stretch>
                  <a:fillRect/>
                </a:stretch>
              </p:blipFill>
              <p:spPr>
                <a:xfrm>
                  <a:off x="5065590" y="62124"/>
                  <a:ext cx="2332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1" name="Ink 40">
                  <a:extLst>
                    <a:ext uri="{FF2B5EF4-FFF2-40B4-BE49-F238E27FC236}">
                      <a16:creationId xmlns:a16="http://schemas.microsoft.com/office/drawing/2014/main" id="{08413170-3535-C4F7-D66E-D5D59277FCF7}"/>
                    </a:ext>
                  </a:extLst>
                </p14:cNvPr>
                <p14:cNvContentPartPr/>
                <p14:nvPr/>
              </p14:nvContentPartPr>
              <p14:xfrm>
                <a:off x="5055870" y="124764"/>
                <a:ext cx="159120" cy="37440"/>
              </p14:xfrm>
            </p:contentPart>
          </mc:Choice>
          <mc:Fallback xmlns="">
            <p:pic>
              <p:nvPicPr>
                <p:cNvPr id="41" name="Ink 40">
                  <a:extLst>
                    <a:ext uri="{FF2B5EF4-FFF2-40B4-BE49-F238E27FC236}">
                      <a16:creationId xmlns:a16="http://schemas.microsoft.com/office/drawing/2014/main" id="{08413170-3535-C4F7-D66E-D5D59277FCF7}"/>
                    </a:ext>
                  </a:extLst>
                </p:cNvPr>
                <p:cNvPicPr/>
                <p:nvPr/>
              </p:nvPicPr>
              <p:blipFill>
                <a:blip r:embed="rId36"/>
                <a:stretch>
                  <a:fillRect/>
                </a:stretch>
              </p:blipFill>
              <p:spPr>
                <a:xfrm>
                  <a:off x="5049750" y="118644"/>
                  <a:ext cx="17136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4" name="Ink 43">
                  <a:extLst>
                    <a:ext uri="{FF2B5EF4-FFF2-40B4-BE49-F238E27FC236}">
                      <a16:creationId xmlns:a16="http://schemas.microsoft.com/office/drawing/2014/main" id="{107CC322-05F6-712C-C5F0-1FE72DCF24C6}"/>
                    </a:ext>
                  </a:extLst>
                </p14:cNvPr>
                <p14:cNvContentPartPr/>
                <p14:nvPr/>
              </p14:nvContentPartPr>
              <p14:xfrm>
                <a:off x="4188270" y="336084"/>
                <a:ext cx="152280" cy="159480"/>
              </p14:xfrm>
            </p:contentPart>
          </mc:Choice>
          <mc:Fallback xmlns="">
            <p:pic>
              <p:nvPicPr>
                <p:cNvPr id="44" name="Ink 43">
                  <a:extLst>
                    <a:ext uri="{FF2B5EF4-FFF2-40B4-BE49-F238E27FC236}">
                      <a16:creationId xmlns:a16="http://schemas.microsoft.com/office/drawing/2014/main" id="{107CC322-05F6-712C-C5F0-1FE72DCF24C6}"/>
                    </a:ext>
                  </a:extLst>
                </p:cNvPr>
                <p:cNvPicPr/>
                <p:nvPr/>
              </p:nvPicPr>
              <p:blipFill>
                <a:blip r:embed="rId38"/>
                <a:stretch>
                  <a:fillRect/>
                </a:stretch>
              </p:blipFill>
              <p:spPr>
                <a:xfrm>
                  <a:off x="4182150" y="329964"/>
                  <a:ext cx="16452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5" name="Ink 44">
                  <a:extLst>
                    <a:ext uri="{FF2B5EF4-FFF2-40B4-BE49-F238E27FC236}">
                      <a16:creationId xmlns:a16="http://schemas.microsoft.com/office/drawing/2014/main" id="{887D934D-E342-A83F-0F91-74D9830077A4}"/>
                    </a:ext>
                  </a:extLst>
                </p14:cNvPr>
                <p14:cNvContentPartPr/>
                <p14:nvPr/>
              </p14:nvContentPartPr>
              <p14:xfrm>
                <a:off x="4419390" y="448404"/>
                <a:ext cx="42840" cy="22320"/>
              </p14:xfrm>
            </p:contentPart>
          </mc:Choice>
          <mc:Fallback xmlns="">
            <p:pic>
              <p:nvPicPr>
                <p:cNvPr id="45" name="Ink 44">
                  <a:extLst>
                    <a:ext uri="{FF2B5EF4-FFF2-40B4-BE49-F238E27FC236}">
                      <a16:creationId xmlns:a16="http://schemas.microsoft.com/office/drawing/2014/main" id="{887D934D-E342-A83F-0F91-74D9830077A4}"/>
                    </a:ext>
                  </a:extLst>
                </p:cNvPr>
                <p:cNvPicPr/>
                <p:nvPr/>
              </p:nvPicPr>
              <p:blipFill>
                <a:blip r:embed="rId40"/>
                <a:stretch>
                  <a:fillRect/>
                </a:stretch>
              </p:blipFill>
              <p:spPr>
                <a:xfrm>
                  <a:off x="4413270" y="442284"/>
                  <a:ext cx="550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7" name="Ink 46">
                  <a:extLst>
                    <a:ext uri="{FF2B5EF4-FFF2-40B4-BE49-F238E27FC236}">
                      <a16:creationId xmlns:a16="http://schemas.microsoft.com/office/drawing/2014/main" id="{86FF6C12-E0A9-4960-76D1-CA2B7D68E9AA}"/>
                    </a:ext>
                  </a:extLst>
                </p14:cNvPr>
                <p14:cNvContentPartPr/>
                <p14:nvPr/>
              </p14:nvContentPartPr>
              <p14:xfrm>
                <a:off x="4597950" y="322764"/>
                <a:ext cx="123120" cy="162000"/>
              </p14:xfrm>
            </p:contentPart>
          </mc:Choice>
          <mc:Fallback xmlns="">
            <p:pic>
              <p:nvPicPr>
                <p:cNvPr id="47" name="Ink 46">
                  <a:extLst>
                    <a:ext uri="{FF2B5EF4-FFF2-40B4-BE49-F238E27FC236}">
                      <a16:creationId xmlns:a16="http://schemas.microsoft.com/office/drawing/2014/main" id="{86FF6C12-E0A9-4960-76D1-CA2B7D68E9AA}"/>
                    </a:ext>
                  </a:extLst>
                </p:cNvPr>
                <p:cNvPicPr/>
                <p:nvPr/>
              </p:nvPicPr>
              <p:blipFill>
                <a:blip r:embed="rId42"/>
                <a:stretch>
                  <a:fillRect/>
                </a:stretch>
              </p:blipFill>
              <p:spPr>
                <a:xfrm>
                  <a:off x="4591830" y="316644"/>
                  <a:ext cx="13536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8" name="Ink 47">
                  <a:extLst>
                    <a:ext uri="{FF2B5EF4-FFF2-40B4-BE49-F238E27FC236}">
                      <a16:creationId xmlns:a16="http://schemas.microsoft.com/office/drawing/2014/main" id="{63F69CBE-C9DE-3C9A-F6DB-A8D6D27FA930}"/>
                    </a:ext>
                  </a:extLst>
                </p14:cNvPr>
                <p14:cNvContentPartPr/>
                <p14:nvPr/>
              </p14:nvContentPartPr>
              <p14:xfrm>
                <a:off x="4633950" y="462444"/>
                <a:ext cx="173160" cy="66600"/>
              </p14:xfrm>
            </p:contentPart>
          </mc:Choice>
          <mc:Fallback xmlns="">
            <p:pic>
              <p:nvPicPr>
                <p:cNvPr id="48" name="Ink 47">
                  <a:extLst>
                    <a:ext uri="{FF2B5EF4-FFF2-40B4-BE49-F238E27FC236}">
                      <a16:creationId xmlns:a16="http://schemas.microsoft.com/office/drawing/2014/main" id="{63F69CBE-C9DE-3C9A-F6DB-A8D6D27FA930}"/>
                    </a:ext>
                  </a:extLst>
                </p:cNvPr>
                <p:cNvPicPr/>
                <p:nvPr/>
              </p:nvPicPr>
              <p:blipFill>
                <a:blip r:embed="rId44"/>
                <a:stretch>
                  <a:fillRect/>
                </a:stretch>
              </p:blipFill>
              <p:spPr>
                <a:xfrm>
                  <a:off x="4627830" y="456324"/>
                  <a:ext cx="18540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9" name="Ink 48">
                  <a:extLst>
                    <a:ext uri="{FF2B5EF4-FFF2-40B4-BE49-F238E27FC236}">
                      <a16:creationId xmlns:a16="http://schemas.microsoft.com/office/drawing/2014/main" id="{D2E036E3-7AF3-5FB3-25BE-54AB7E6E3D64}"/>
                    </a:ext>
                  </a:extLst>
                </p14:cNvPr>
                <p14:cNvContentPartPr/>
                <p14:nvPr/>
              </p14:nvContentPartPr>
              <p14:xfrm>
                <a:off x="4810350" y="367044"/>
                <a:ext cx="188280" cy="171720"/>
              </p14:xfrm>
            </p:contentPart>
          </mc:Choice>
          <mc:Fallback xmlns="">
            <p:pic>
              <p:nvPicPr>
                <p:cNvPr id="49" name="Ink 48">
                  <a:extLst>
                    <a:ext uri="{FF2B5EF4-FFF2-40B4-BE49-F238E27FC236}">
                      <a16:creationId xmlns:a16="http://schemas.microsoft.com/office/drawing/2014/main" id="{D2E036E3-7AF3-5FB3-25BE-54AB7E6E3D64}"/>
                    </a:ext>
                  </a:extLst>
                </p:cNvPr>
                <p:cNvPicPr/>
                <p:nvPr/>
              </p:nvPicPr>
              <p:blipFill>
                <a:blip r:embed="rId46"/>
                <a:stretch>
                  <a:fillRect/>
                </a:stretch>
              </p:blipFill>
              <p:spPr>
                <a:xfrm>
                  <a:off x="4804230" y="360924"/>
                  <a:ext cx="2005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0" name="Ink 49">
                  <a:extLst>
                    <a:ext uri="{FF2B5EF4-FFF2-40B4-BE49-F238E27FC236}">
                      <a16:creationId xmlns:a16="http://schemas.microsoft.com/office/drawing/2014/main" id="{FA6674A1-6A8B-FD48-DA91-D1537B09D8BD}"/>
                    </a:ext>
                  </a:extLst>
                </p14:cNvPr>
                <p14:cNvContentPartPr/>
                <p14:nvPr/>
              </p14:nvContentPartPr>
              <p14:xfrm>
                <a:off x="5025990" y="397284"/>
                <a:ext cx="65160" cy="144720"/>
              </p14:xfrm>
            </p:contentPart>
          </mc:Choice>
          <mc:Fallback xmlns="">
            <p:pic>
              <p:nvPicPr>
                <p:cNvPr id="50" name="Ink 49">
                  <a:extLst>
                    <a:ext uri="{FF2B5EF4-FFF2-40B4-BE49-F238E27FC236}">
                      <a16:creationId xmlns:a16="http://schemas.microsoft.com/office/drawing/2014/main" id="{FA6674A1-6A8B-FD48-DA91-D1537B09D8BD}"/>
                    </a:ext>
                  </a:extLst>
                </p:cNvPr>
                <p:cNvPicPr/>
                <p:nvPr/>
              </p:nvPicPr>
              <p:blipFill>
                <a:blip r:embed="rId48"/>
                <a:stretch>
                  <a:fillRect/>
                </a:stretch>
              </p:blipFill>
              <p:spPr>
                <a:xfrm>
                  <a:off x="5019870" y="391164"/>
                  <a:ext cx="7740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1" name="Ink 50">
                  <a:extLst>
                    <a:ext uri="{FF2B5EF4-FFF2-40B4-BE49-F238E27FC236}">
                      <a16:creationId xmlns:a16="http://schemas.microsoft.com/office/drawing/2014/main" id="{ADEF8485-774F-BA69-DF50-ED9BDCC35432}"/>
                    </a:ext>
                  </a:extLst>
                </p14:cNvPr>
                <p14:cNvContentPartPr/>
                <p14:nvPr/>
              </p14:nvContentPartPr>
              <p14:xfrm>
                <a:off x="5045070" y="367044"/>
                <a:ext cx="175320" cy="127440"/>
              </p14:xfrm>
            </p:contentPart>
          </mc:Choice>
          <mc:Fallback xmlns="">
            <p:pic>
              <p:nvPicPr>
                <p:cNvPr id="51" name="Ink 50">
                  <a:extLst>
                    <a:ext uri="{FF2B5EF4-FFF2-40B4-BE49-F238E27FC236}">
                      <a16:creationId xmlns:a16="http://schemas.microsoft.com/office/drawing/2014/main" id="{ADEF8485-774F-BA69-DF50-ED9BDCC35432}"/>
                    </a:ext>
                  </a:extLst>
                </p:cNvPr>
                <p:cNvPicPr/>
                <p:nvPr/>
              </p:nvPicPr>
              <p:blipFill>
                <a:blip r:embed="rId50"/>
                <a:stretch>
                  <a:fillRect/>
                </a:stretch>
              </p:blipFill>
              <p:spPr>
                <a:xfrm>
                  <a:off x="5038950" y="360924"/>
                  <a:ext cx="18756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3" name="Ink 52">
                  <a:extLst>
                    <a:ext uri="{FF2B5EF4-FFF2-40B4-BE49-F238E27FC236}">
                      <a16:creationId xmlns:a16="http://schemas.microsoft.com/office/drawing/2014/main" id="{5F600857-D637-7E93-131A-76A07079D8DC}"/>
                    </a:ext>
                  </a:extLst>
                </p14:cNvPr>
                <p14:cNvContentPartPr/>
                <p14:nvPr/>
              </p14:nvContentPartPr>
              <p14:xfrm>
                <a:off x="5326590" y="355524"/>
                <a:ext cx="90360" cy="209880"/>
              </p14:xfrm>
            </p:contentPart>
          </mc:Choice>
          <mc:Fallback xmlns="">
            <p:pic>
              <p:nvPicPr>
                <p:cNvPr id="53" name="Ink 52">
                  <a:extLst>
                    <a:ext uri="{FF2B5EF4-FFF2-40B4-BE49-F238E27FC236}">
                      <a16:creationId xmlns:a16="http://schemas.microsoft.com/office/drawing/2014/main" id="{5F600857-D637-7E93-131A-76A07079D8DC}"/>
                    </a:ext>
                  </a:extLst>
                </p:cNvPr>
                <p:cNvPicPr/>
                <p:nvPr/>
              </p:nvPicPr>
              <p:blipFill>
                <a:blip r:embed="rId52"/>
                <a:stretch>
                  <a:fillRect/>
                </a:stretch>
              </p:blipFill>
              <p:spPr>
                <a:xfrm>
                  <a:off x="5320470" y="349404"/>
                  <a:ext cx="1026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5" name="Ink 54">
                  <a:extLst>
                    <a:ext uri="{FF2B5EF4-FFF2-40B4-BE49-F238E27FC236}">
                      <a16:creationId xmlns:a16="http://schemas.microsoft.com/office/drawing/2014/main" id="{332BFB8F-CCB4-82D2-4B76-3CE38D61490D}"/>
                    </a:ext>
                  </a:extLst>
                </p14:cNvPr>
                <p14:cNvContentPartPr/>
                <p14:nvPr/>
              </p14:nvContentPartPr>
              <p14:xfrm>
                <a:off x="5437470" y="465684"/>
                <a:ext cx="172080" cy="141120"/>
              </p14:xfrm>
            </p:contentPart>
          </mc:Choice>
          <mc:Fallback xmlns="">
            <p:pic>
              <p:nvPicPr>
                <p:cNvPr id="55" name="Ink 54">
                  <a:extLst>
                    <a:ext uri="{FF2B5EF4-FFF2-40B4-BE49-F238E27FC236}">
                      <a16:creationId xmlns:a16="http://schemas.microsoft.com/office/drawing/2014/main" id="{332BFB8F-CCB4-82D2-4B76-3CE38D61490D}"/>
                    </a:ext>
                  </a:extLst>
                </p:cNvPr>
                <p:cNvPicPr/>
                <p:nvPr/>
              </p:nvPicPr>
              <p:blipFill>
                <a:blip r:embed="rId54"/>
                <a:stretch>
                  <a:fillRect/>
                </a:stretch>
              </p:blipFill>
              <p:spPr>
                <a:xfrm>
                  <a:off x="5431350" y="459564"/>
                  <a:ext cx="1843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6" name="Ink 55">
                  <a:extLst>
                    <a:ext uri="{FF2B5EF4-FFF2-40B4-BE49-F238E27FC236}">
                      <a16:creationId xmlns:a16="http://schemas.microsoft.com/office/drawing/2014/main" id="{85812887-883B-C757-A1D1-572FE397132B}"/>
                    </a:ext>
                  </a:extLst>
                </p14:cNvPr>
                <p14:cNvContentPartPr/>
                <p14:nvPr/>
              </p14:nvContentPartPr>
              <p14:xfrm>
                <a:off x="5622150" y="410244"/>
                <a:ext cx="207000" cy="157680"/>
              </p14:xfrm>
            </p:contentPart>
          </mc:Choice>
          <mc:Fallback xmlns="">
            <p:pic>
              <p:nvPicPr>
                <p:cNvPr id="56" name="Ink 55">
                  <a:extLst>
                    <a:ext uri="{FF2B5EF4-FFF2-40B4-BE49-F238E27FC236}">
                      <a16:creationId xmlns:a16="http://schemas.microsoft.com/office/drawing/2014/main" id="{85812887-883B-C757-A1D1-572FE397132B}"/>
                    </a:ext>
                  </a:extLst>
                </p:cNvPr>
                <p:cNvPicPr/>
                <p:nvPr/>
              </p:nvPicPr>
              <p:blipFill>
                <a:blip r:embed="rId56"/>
                <a:stretch>
                  <a:fillRect/>
                </a:stretch>
              </p:blipFill>
              <p:spPr>
                <a:xfrm>
                  <a:off x="5616030" y="404124"/>
                  <a:ext cx="21924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7" name="Ink 56">
                  <a:extLst>
                    <a:ext uri="{FF2B5EF4-FFF2-40B4-BE49-F238E27FC236}">
                      <a16:creationId xmlns:a16="http://schemas.microsoft.com/office/drawing/2014/main" id="{45598242-9954-6D81-EA53-F60A4954961F}"/>
                    </a:ext>
                  </a:extLst>
                </p14:cNvPr>
                <p14:cNvContentPartPr/>
                <p14:nvPr/>
              </p14:nvContentPartPr>
              <p14:xfrm>
                <a:off x="5841030" y="408444"/>
                <a:ext cx="84240" cy="148680"/>
              </p14:xfrm>
            </p:contentPart>
          </mc:Choice>
          <mc:Fallback xmlns="">
            <p:pic>
              <p:nvPicPr>
                <p:cNvPr id="57" name="Ink 56">
                  <a:extLst>
                    <a:ext uri="{FF2B5EF4-FFF2-40B4-BE49-F238E27FC236}">
                      <a16:creationId xmlns:a16="http://schemas.microsoft.com/office/drawing/2014/main" id="{45598242-9954-6D81-EA53-F60A4954961F}"/>
                    </a:ext>
                  </a:extLst>
                </p:cNvPr>
                <p:cNvPicPr/>
                <p:nvPr/>
              </p:nvPicPr>
              <p:blipFill>
                <a:blip r:embed="rId58"/>
                <a:stretch>
                  <a:fillRect/>
                </a:stretch>
              </p:blipFill>
              <p:spPr>
                <a:xfrm>
                  <a:off x="5834910" y="402324"/>
                  <a:ext cx="964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8" name="Ink 57">
                  <a:extLst>
                    <a:ext uri="{FF2B5EF4-FFF2-40B4-BE49-F238E27FC236}">
                      <a16:creationId xmlns:a16="http://schemas.microsoft.com/office/drawing/2014/main" id="{61592464-2E2F-EC17-69E3-42F80856A51E}"/>
                    </a:ext>
                  </a:extLst>
                </p14:cNvPr>
                <p14:cNvContentPartPr/>
                <p14:nvPr/>
              </p14:nvContentPartPr>
              <p14:xfrm>
                <a:off x="5931030" y="418164"/>
                <a:ext cx="32400" cy="149400"/>
              </p14:xfrm>
            </p:contentPart>
          </mc:Choice>
          <mc:Fallback xmlns="">
            <p:pic>
              <p:nvPicPr>
                <p:cNvPr id="58" name="Ink 57">
                  <a:extLst>
                    <a:ext uri="{FF2B5EF4-FFF2-40B4-BE49-F238E27FC236}">
                      <a16:creationId xmlns:a16="http://schemas.microsoft.com/office/drawing/2014/main" id="{61592464-2E2F-EC17-69E3-42F80856A51E}"/>
                    </a:ext>
                  </a:extLst>
                </p:cNvPr>
                <p:cNvPicPr/>
                <p:nvPr/>
              </p:nvPicPr>
              <p:blipFill>
                <a:blip r:embed="rId60"/>
                <a:stretch>
                  <a:fillRect/>
                </a:stretch>
              </p:blipFill>
              <p:spPr>
                <a:xfrm>
                  <a:off x="5924910" y="412044"/>
                  <a:ext cx="4464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9" name="Ink 58">
                  <a:extLst>
                    <a:ext uri="{FF2B5EF4-FFF2-40B4-BE49-F238E27FC236}">
                      <a16:creationId xmlns:a16="http://schemas.microsoft.com/office/drawing/2014/main" id="{3211A82F-EE69-00FB-6A96-6D95CDE1EB95}"/>
                    </a:ext>
                  </a:extLst>
                </p14:cNvPr>
                <p14:cNvContentPartPr/>
                <p14:nvPr/>
              </p14:nvContentPartPr>
              <p14:xfrm>
                <a:off x="6017790" y="468204"/>
                <a:ext cx="108360" cy="124560"/>
              </p14:xfrm>
            </p:contentPart>
          </mc:Choice>
          <mc:Fallback xmlns="">
            <p:pic>
              <p:nvPicPr>
                <p:cNvPr id="59" name="Ink 58">
                  <a:extLst>
                    <a:ext uri="{FF2B5EF4-FFF2-40B4-BE49-F238E27FC236}">
                      <a16:creationId xmlns:a16="http://schemas.microsoft.com/office/drawing/2014/main" id="{3211A82F-EE69-00FB-6A96-6D95CDE1EB95}"/>
                    </a:ext>
                  </a:extLst>
                </p:cNvPr>
                <p:cNvPicPr/>
                <p:nvPr/>
              </p:nvPicPr>
              <p:blipFill>
                <a:blip r:embed="rId62"/>
                <a:stretch>
                  <a:fillRect/>
                </a:stretch>
              </p:blipFill>
              <p:spPr>
                <a:xfrm>
                  <a:off x="6011670" y="462084"/>
                  <a:ext cx="12060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0" name="Ink 59">
                  <a:extLst>
                    <a:ext uri="{FF2B5EF4-FFF2-40B4-BE49-F238E27FC236}">
                      <a16:creationId xmlns:a16="http://schemas.microsoft.com/office/drawing/2014/main" id="{62234D43-2200-EE91-7499-4821B4FB36B0}"/>
                    </a:ext>
                  </a:extLst>
                </p14:cNvPr>
                <p14:cNvContentPartPr/>
                <p14:nvPr/>
              </p14:nvContentPartPr>
              <p14:xfrm>
                <a:off x="6119670" y="473604"/>
                <a:ext cx="129240" cy="128160"/>
              </p14:xfrm>
            </p:contentPart>
          </mc:Choice>
          <mc:Fallback xmlns="">
            <p:pic>
              <p:nvPicPr>
                <p:cNvPr id="60" name="Ink 59">
                  <a:extLst>
                    <a:ext uri="{FF2B5EF4-FFF2-40B4-BE49-F238E27FC236}">
                      <a16:creationId xmlns:a16="http://schemas.microsoft.com/office/drawing/2014/main" id="{62234D43-2200-EE91-7499-4821B4FB36B0}"/>
                    </a:ext>
                  </a:extLst>
                </p:cNvPr>
                <p:cNvPicPr/>
                <p:nvPr/>
              </p:nvPicPr>
              <p:blipFill>
                <a:blip r:embed="rId64"/>
                <a:stretch>
                  <a:fillRect/>
                </a:stretch>
              </p:blipFill>
              <p:spPr>
                <a:xfrm>
                  <a:off x="6113550" y="467484"/>
                  <a:ext cx="1414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1" name="Ink 60">
                  <a:extLst>
                    <a:ext uri="{FF2B5EF4-FFF2-40B4-BE49-F238E27FC236}">
                      <a16:creationId xmlns:a16="http://schemas.microsoft.com/office/drawing/2014/main" id="{F1D62DFE-0349-A85E-AC7C-7D0895938488}"/>
                    </a:ext>
                  </a:extLst>
                </p14:cNvPr>
                <p14:cNvContentPartPr/>
                <p14:nvPr/>
              </p14:nvContentPartPr>
              <p14:xfrm>
                <a:off x="6258630" y="427884"/>
                <a:ext cx="20880" cy="173160"/>
              </p14:xfrm>
            </p:contentPart>
          </mc:Choice>
          <mc:Fallback xmlns="">
            <p:pic>
              <p:nvPicPr>
                <p:cNvPr id="61" name="Ink 60">
                  <a:extLst>
                    <a:ext uri="{FF2B5EF4-FFF2-40B4-BE49-F238E27FC236}">
                      <a16:creationId xmlns:a16="http://schemas.microsoft.com/office/drawing/2014/main" id="{F1D62DFE-0349-A85E-AC7C-7D0895938488}"/>
                    </a:ext>
                  </a:extLst>
                </p:cNvPr>
                <p:cNvPicPr/>
                <p:nvPr/>
              </p:nvPicPr>
              <p:blipFill>
                <a:blip r:embed="rId66"/>
                <a:stretch>
                  <a:fillRect/>
                </a:stretch>
              </p:blipFill>
              <p:spPr>
                <a:xfrm>
                  <a:off x="6252510" y="421764"/>
                  <a:ext cx="331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2" name="Ink 61">
                  <a:extLst>
                    <a:ext uri="{FF2B5EF4-FFF2-40B4-BE49-F238E27FC236}">
                      <a16:creationId xmlns:a16="http://schemas.microsoft.com/office/drawing/2014/main" id="{3348862B-CFC7-29E8-9A6E-2D5CBD6FFD36}"/>
                    </a:ext>
                  </a:extLst>
                </p14:cNvPr>
                <p14:cNvContentPartPr/>
                <p14:nvPr/>
              </p14:nvContentPartPr>
              <p14:xfrm>
                <a:off x="6294990" y="601404"/>
                <a:ext cx="29160" cy="113760"/>
              </p14:xfrm>
            </p:contentPart>
          </mc:Choice>
          <mc:Fallback xmlns="">
            <p:pic>
              <p:nvPicPr>
                <p:cNvPr id="62" name="Ink 61">
                  <a:extLst>
                    <a:ext uri="{FF2B5EF4-FFF2-40B4-BE49-F238E27FC236}">
                      <a16:creationId xmlns:a16="http://schemas.microsoft.com/office/drawing/2014/main" id="{3348862B-CFC7-29E8-9A6E-2D5CBD6FFD36}"/>
                    </a:ext>
                  </a:extLst>
                </p:cNvPr>
                <p:cNvPicPr/>
                <p:nvPr/>
              </p:nvPicPr>
              <p:blipFill>
                <a:blip r:embed="rId68"/>
                <a:stretch>
                  <a:fillRect/>
                </a:stretch>
              </p:blipFill>
              <p:spPr>
                <a:xfrm>
                  <a:off x="6288870" y="595284"/>
                  <a:ext cx="41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3" name="Ink 62">
                  <a:extLst>
                    <a:ext uri="{FF2B5EF4-FFF2-40B4-BE49-F238E27FC236}">
                      <a16:creationId xmlns:a16="http://schemas.microsoft.com/office/drawing/2014/main" id="{AD4C7B30-81AC-E1C7-0085-767987A6840B}"/>
                    </a:ext>
                  </a:extLst>
                </p14:cNvPr>
                <p14:cNvContentPartPr/>
                <p14:nvPr/>
              </p14:nvContentPartPr>
              <p14:xfrm>
                <a:off x="6378870" y="472164"/>
                <a:ext cx="102960" cy="155520"/>
              </p14:xfrm>
            </p:contentPart>
          </mc:Choice>
          <mc:Fallback xmlns="">
            <p:pic>
              <p:nvPicPr>
                <p:cNvPr id="63" name="Ink 62">
                  <a:extLst>
                    <a:ext uri="{FF2B5EF4-FFF2-40B4-BE49-F238E27FC236}">
                      <a16:creationId xmlns:a16="http://schemas.microsoft.com/office/drawing/2014/main" id="{AD4C7B30-81AC-E1C7-0085-767987A6840B}"/>
                    </a:ext>
                  </a:extLst>
                </p:cNvPr>
                <p:cNvPicPr/>
                <p:nvPr/>
              </p:nvPicPr>
              <p:blipFill>
                <a:blip r:embed="rId70"/>
                <a:stretch>
                  <a:fillRect/>
                </a:stretch>
              </p:blipFill>
              <p:spPr>
                <a:xfrm>
                  <a:off x="6372750" y="466044"/>
                  <a:ext cx="11520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4" name="Ink 63">
                  <a:extLst>
                    <a:ext uri="{FF2B5EF4-FFF2-40B4-BE49-F238E27FC236}">
                      <a16:creationId xmlns:a16="http://schemas.microsoft.com/office/drawing/2014/main" id="{B9B9C85A-1292-DD7D-9EBF-FA84EC4A7876}"/>
                    </a:ext>
                  </a:extLst>
                </p14:cNvPr>
                <p14:cNvContentPartPr/>
                <p14:nvPr/>
              </p14:nvContentPartPr>
              <p14:xfrm>
                <a:off x="6482910" y="511764"/>
                <a:ext cx="84240" cy="107280"/>
              </p14:xfrm>
            </p:contentPart>
          </mc:Choice>
          <mc:Fallback xmlns="">
            <p:pic>
              <p:nvPicPr>
                <p:cNvPr id="64" name="Ink 63">
                  <a:extLst>
                    <a:ext uri="{FF2B5EF4-FFF2-40B4-BE49-F238E27FC236}">
                      <a16:creationId xmlns:a16="http://schemas.microsoft.com/office/drawing/2014/main" id="{B9B9C85A-1292-DD7D-9EBF-FA84EC4A7876}"/>
                    </a:ext>
                  </a:extLst>
                </p:cNvPr>
                <p:cNvPicPr/>
                <p:nvPr/>
              </p:nvPicPr>
              <p:blipFill>
                <a:blip r:embed="rId72"/>
                <a:stretch>
                  <a:fillRect/>
                </a:stretch>
              </p:blipFill>
              <p:spPr>
                <a:xfrm>
                  <a:off x="6476790" y="505644"/>
                  <a:ext cx="964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5" name="Ink 64">
                  <a:extLst>
                    <a:ext uri="{FF2B5EF4-FFF2-40B4-BE49-F238E27FC236}">
                      <a16:creationId xmlns:a16="http://schemas.microsoft.com/office/drawing/2014/main" id="{1B9B0C7F-5CE1-33E8-F102-828984C537E2}"/>
                    </a:ext>
                  </a:extLst>
                </p14:cNvPr>
                <p14:cNvContentPartPr/>
                <p14:nvPr/>
              </p14:nvContentPartPr>
              <p14:xfrm>
                <a:off x="6563550" y="506364"/>
                <a:ext cx="190440" cy="108360"/>
              </p14:xfrm>
            </p:contentPart>
          </mc:Choice>
          <mc:Fallback xmlns="">
            <p:pic>
              <p:nvPicPr>
                <p:cNvPr id="65" name="Ink 64">
                  <a:extLst>
                    <a:ext uri="{FF2B5EF4-FFF2-40B4-BE49-F238E27FC236}">
                      <a16:creationId xmlns:a16="http://schemas.microsoft.com/office/drawing/2014/main" id="{1B9B0C7F-5CE1-33E8-F102-828984C537E2}"/>
                    </a:ext>
                  </a:extLst>
                </p:cNvPr>
                <p:cNvPicPr/>
                <p:nvPr/>
              </p:nvPicPr>
              <p:blipFill>
                <a:blip r:embed="rId74"/>
                <a:stretch>
                  <a:fillRect/>
                </a:stretch>
              </p:blipFill>
              <p:spPr>
                <a:xfrm>
                  <a:off x="6557430" y="500244"/>
                  <a:ext cx="2026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6" name="Ink 65">
                  <a:extLst>
                    <a:ext uri="{FF2B5EF4-FFF2-40B4-BE49-F238E27FC236}">
                      <a16:creationId xmlns:a16="http://schemas.microsoft.com/office/drawing/2014/main" id="{15E1BD56-F742-99FE-E8B5-CD52A57AF2C5}"/>
                    </a:ext>
                  </a:extLst>
                </p14:cNvPr>
                <p14:cNvContentPartPr/>
                <p14:nvPr/>
              </p14:nvContentPartPr>
              <p14:xfrm>
                <a:off x="6755790" y="464604"/>
                <a:ext cx="124920" cy="210600"/>
              </p14:xfrm>
            </p:contentPart>
          </mc:Choice>
          <mc:Fallback xmlns="">
            <p:pic>
              <p:nvPicPr>
                <p:cNvPr id="66" name="Ink 65">
                  <a:extLst>
                    <a:ext uri="{FF2B5EF4-FFF2-40B4-BE49-F238E27FC236}">
                      <a16:creationId xmlns:a16="http://schemas.microsoft.com/office/drawing/2014/main" id="{15E1BD56-F742-99FE-E8B5-CD52A57AF2C5}"/>
                    </a:ext>
                  </a:extLst>
                </p:cNvPr>
                <p:cNvPicPr/>
                <p:nvPr/>
              </p:nvPicPr>
              <p:blipFill>
                <a:blip r:embed="rId76"/>
                <a:stretch>
                  <a:fillRect/>
                </a:stretch>
              </p:blipFill>
              <p:spPr>
                <a:xfrm>
                  <a:off x="6749670" y="458484"/>
                  <a:ext cx="13716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7" name="Ink 66">
                  <a:extLst>
                    <a:ext uri="{FF2B5EF4-FFF2-40B4-BE49-F238E27FC236}">
                      <a16:creationId xmlns:a16="http://schemas.microsoft.com/office/drawing/2014/main" id="{317B495F-736B-8B42-D7B0-DA60454B2B16}"/>
                    </a:ext>
                  </a:extLst>
                </p14:cNvPr>
                <p14:cNvContentPartPr/>
                <p14:nvPr/>
              </p14:nvContentPartPr>
              <p14:xfrm>
                <a:off x="6891150" y="504204"/>
                <a:ext cx="82440" cy="96840"/>
              </p14:xfrm>
            </p:contentPart>
          </mc:Choice>
          <mc:Fallback xmlns="">
            <p:pic>
              <p:nvPicPr>
                <p:cNvPr id="67" name="Ink 66">
                  <a:extLst>
                    <a:ext uri="{FF2B5EF4-FFF2-40B4-BE49-F238E27FC236}">
                      <a16:creationId xmlns:a16="http://schemas.microsoft.com/office/drawing/2014/main" id="{317B495F-736B-8B42-D7B0-DA60454B2B16}"/>
                    </a:ext>
                  </a:extLst>
                </p:cNvPr>
                <p:cNvPicPr/>
                <p:nvPr/>
              </p:nvPicPr>
              <p:blipFill>
                <a:blip r:embed="rId78"/>
                <a:stretch>
                  <a:fillRect/>
                </a:stretch>
              </p:blipFill>
              <p:spPr>
                <a:xfrm>
                  <a:off x="6885030" y="498084"/>
                  <a:ext cx="9468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8" name="Ink 67">
                  <a:extLst>
                    <a:ext uri="{FF2B5EF4-FFF2-40B4-BE49-F238E27FC236}">
                      <a16:creationId xmlns:a16="http://schemas.microsoft.com/office/drawing/2014/main" id="{9F15F013-7029-D4EE-4B3C-CF35B6C743B0}"/>
                    </a:ext>
                  </a:extLst>
                </p14:cNvPr>
                <p14:cNvContentPartPr/>
                <p14:nvPr/>
              </p14:nvContentPartPr>
              <p14:xfrm>
                <a:off x="6953430" y="513924"/>
                <a:ext cx="111600" cy="130680"/>
              </p14:xfrm>
            </p:contentPart>
          </mc:Choice>
          <mc:Fallback xmlns="">
            <p:pic>
              <p:nvPicPr>
                <p:cNvPr id="68" name="Ink 67">
                  <a:extLst>
                    <a:ext uri="{FF2B5EF4-FFF2-40B4-BE49-F238E27FC236}">
                      <a16:creationId xmlns:a16="http://schemas.microsoft.com/office/drawing/2014/main" id="{9F15F013-7029-D4EE-4B3C-CF35B6C743B0}"/>
                    </a:ext>
                  </a:extLst>
                </p:cNvPr>
                <p:cNvPicPr/>
                <p:nvPr/>
              </p:nvPicPr>
              <p:blipFill>
                <a:blip r:embed="rId80"/>
                <a:stretch>
                  <a:fillRect/>
                </a:stretch>
              </p:blipFill>
              <p:spPr>
                <a:xfrm>
                  <a:off x="6947310" y="507804"/>
                  <a:ext cx="12384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9" name="Ink 68">
                  <a:extLst>
                    <a:ext uri="{FF2B5EF4-FFF2-40B4-BE49-F238E27FC236}">
                      <a16:creationId xmlns:a16="http://schemas.microsoft.com/office/drawing/2014/main" id="{E4554D66-BD3E-6CC3-C17F-770019D69752}"/>
                    </a:ext>
                  </a:extLst>
                </p14:cNvPr>
                <p14:cNvContentPartPr/>
                <p14:nvPr/>
              </p14:nvContentPartPr>
              <p14:xfrm>
                <a:off x="7063950" y="593844"/>
                <a:ext cx="52200" cy="127440"/>
              </p14:xfrm>
            </p:contentPart>
          </mc:Choice>
          <mc:Fallback xmlns="">
            <p:pic>
              <p:nvPicPr>
                <p:cNvPr id="69" name="Ink 68">
                  <a:extLst>
                    <a:ext uri="{FF2B5EF4-FFF2-40B4-BE49-F238E27FC236}">
                      <a16:creationId xmlns:a16="http://schemas.microsoft.com/office/drawing/2014/main" id="{E4554D66-BD3E-6CC3-C17F-770019D69752}"/>
                    </a:ext>
                  </a:extLst>
                </p:cNvPr>
                <p:cNvPicPr/>
                <p:nvPr/>
              </p:nvPicPr>
              <p:blipFill>
                <a:blip r:embed="rId82"/>
                <a:stretch>
                  <a:fillRect/>
                </a:stretch>
              </p:blipFill>
              <p:spPr>
                <a:xfrm>
                  <a:off x="7057830" y="587724"/>
                  <a:ext cx="644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0" name="Ink 69">
                  <a:extLst>
                    <a:ext uri="{FF2B5EF4-FFF2-40B4-BE49-F238E27FC236}">
                      <a16:creationId xmlns:a16="http://schemas.microsoft.com/office/drawing/2014/main" id="{7B612F1E-39D2-AA04-49B8-999A7E48115E}"/>
                    </a:ext>
                  </a:extLst>
                </p14:cNvPr>
                <p14:cNvContentPartPr/>
                <p14:nvPr/>
              </p14:nvContentPartPr>
              <p14:xfrm>
                <a:off x="7214790" y="479724"/>
                <a:ext cx="115560" cy="168480"/>
              </p14:xfrm>
            </p:contentPart>
          </mc:Choice>
          <mc:Fallback xmlns="">
            <p:pic>
              <p:nvPicPr>
                <p:cNvPr id="70" name="Ink 69">
                  <a:extLst>
                    <a:ext uri="{FF2B5EF4-FFF2-40B4-BE49-F238E27FC236}">
                      <a16:creationId xmlns:a16="http://schemas.microsoft.com/office/drawing/2014/main" id="{7B612F1E-39D2-AA04-49B8-999A7E48115E}"/>
                    </a:ext>
                  </a:extLst>
                </p:cNvPr>
                <p:cNvPicPr/>
                <p:nvPr/>
              </p:nvPicPr>
              <p:blipFill>
                <a:blip r:embed="rId84"/>
                <a:stretch>
                  <a:fillRect/>
                </a:stretch>
              </p:blipFill>
              <p:spPr>
                <a:xfrm>
                  <a:off x="7208670" y="473604"/>
                  <a:ext cx="12780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1" name="Ink 70">
                  <a:extLst>
                    <a:ext uri="{FF2B5EF4-FFF2-40B4-BE49-F238E27FC236}">
                      <a16:creationId xmlns:a16="http://schemas.microsoft.com/office/drawing/2014/main" id="{C3442C3E-29F7-0C5A-B798-7F93B022DE21}"/>
                    </a:ext>
                  </a:extLst>
                </p14:cNvPr>
                <p14:cNvContentPartPr/>
                <p14:nvPr/>
              </p14:nvContentPartPr>
              <p14:xfrm>
                <a:off x="7314150" y="525444"/>
                <a:ext cx="104400" cy="142560"/>
              </p14:xfrm>
            </p:contentPart>
          </mc:Choice>
          <mc:Fallback xmlns="">
            <p:pic>
              <p:nvPicPr>
                <p:cNvPr id="71" name="Ink 70">
                  <a:extLst>
                    <a:ext uri="{FF2B5EF4-FFF2-40B4-BE49-F238E27FC236}">
                      <a16:creationId xmlns:a16="http://schemas.microsoft.com/office/drawing/2014/main" id="{C3442C3E-29F7-0C5A-B798-7F93B022DE21}"/>
                    </a:ext>
                  </a:extLst>
                </p:cNvPr>
                <p:cNvPicPr/>
                <p:nvPr/>
              </p:nvPicPr>
              <p:blipFill>
                <a:blip r:embed="rId86"/>
                <a:stretch>
                  <a:fillRect/>
                </a:stretch>
              </p:blipFill>
              <p:spPr>
                <a:xfrm>
                  <a:off x="7308030" y="519324"/>
                  <a:ext cx="1166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2" name="Ink 71">
                  <a:extLst>
                    <a:ext uri="{FF2B5EF4-FFF2-40B4-BE49-F238E27FC236}">
                      <a16:creationId xmlns:a16="http://schemas.microsoft.com/office/drawing/2014/main" id="{E840E5E9-42D4-2111-37F7-6091A4A3E933}"/>
                    </a:ext>
                  </a:extLst>
                </p14:cNvPr>
                <p14:cNvContentPartPr/>
                <p14:nvPr/>
              </p14:nvContentPartPr>
              <p14:xfrm>
                <a:off x="7450950" y="527604"/>
                <a:ext cx="267480" cy="184320"/>
              </p14:xfrm>
            </p:contentPart>
          </mc:Choice>
          <mc:Fallback xmlns="">
            <p:pic>
              <p:nvPicPr>
                <p:cNvPr id="72" name="Ink 71">
                  <a:extLst>
                    <a:ext uri="{FF2B5EF4-FFF2-40B4-BE49-F238E27FC236}">
                      <a16:creationId xmlns:a16="http://schemas.microsoft.com/office/drawing/2014/main" id="{E840E5E9-42D4-2111-37F7-6091A4A3E933}"/>
                    </a:ext>
                  </a:extLst>
                </p:cNvPr>
                <p:cNvPicPr/>
                <p:nvPr/>
              </p:nvPicPr>
              <p:blipFill>
                <a:blip r:embed="rId88"/>
                <a:stretch>
                  <a:fillRect/>
                </a:stretch>
              </p:blipFill>
              <p:spPr>
                <a:xfrm>
                  <a:off x="7444830" y="521484"/>
                  <a:ext cx="27972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3" name="Ink 72">
                  <a:extLst>
                    <a:ext uri="{FF2B5EF4-FFF2-40B4-BE49-F238E27FC236}">
                      <a16:creationId xmlns:a16="http://schemas.microsoft.com/office/drawing/2014/main" id="{61E6B174-E7CD-F297-19F7-33D55F7B361A}"/>
                    </a:ext>
                  </a:extLst>
                </p14:cNvPr>
                <p14:cNvContentPartPr/>
                <p14:nvPr/>
              </p14:nvContentPartPr>
              <p14:xfrm>
                <a:off x="7689990" y="472884"/>
                <a:ext cx="211680" cy="171000"/>
              </p14:xfrm>
            </p:contentPart>
          </mc:Choice>
          <mc:Fallback xmlns="">
            <p:pic>
              <p:nvPicPr>
                <p:cNvPr id="73" name="Ink 72">
                  <a:extLst>
                    <a:ext uri="{FF2B5EF4-FFF2-40B4-BE49-F238E27FC236}">
                      <a16:creationId xmlns:a16="http://schemas.microsoft.com/office/drawing/2014/main" id="{61E6B174-E7CD-F297-19F7-33D55F7B361A}"/>
                    </a:ext>
                  </a:extLst>
                </p:cNvPr>
                <p:cNvPicPr/>
                <p:nvPr/>
              </p:nvPicPr>
              <p:blipFill>
                <a:blip r:embed="rId90"/>
                <a:stretch>
                  <a:fillRect/>
                </a:stretch>
              </p:blipFill>
              <p:spPr>
                <a:xfrm>
                  <a:off x="7683870" y="466764"/>
                  <a:ext cx="22392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4" name="Ink 73">
                  <a:extLst>
                    <a:ext uri="{FF2B5EF4-FFF2-40B4-BE49-F238E27FC236}">
                      <a16:creationId xmlns:a16="http://schemas.microsoft.com/office/drawing/2014/main" id="{BD135DEE-FDE1-AC33-29A9-A93786CBBE68}"/>
                    </a:ext>
                  </a:extLst>
                </p14:cNvPr>
                <p14:cNvContentPartPr/>
                <p14:nvPr/>
              </p14:nvContentPartPr>
              <p14:xfrm>
                <a:off x="7850910" y="425724"/>
                <a:ext cx="136440" cy="207000"/>
              </p14:xfrm>
            </p:contentPart>
          </mc:Choice>
          <mc:Fallback xmlns="">
            <p:pic>
              <p:nvPicPr>
                <p:cNvPr id="74" name="Ink 73">
                  <a:extLst>
                    <a:ext uri="{FF2B5EF4-FFF2-40B4-BE49-F238E27FC236}">
                      <a16:creationId xmlns:a16="http://schemas.microsoft.com/office/drawing/2014/main" id="{BD135DEE-FDE1-AC33-29A9-A93786CBBE68}"/>
                    </a:ext>
                  </a:extLst>
                </p:cNvPr>
                <p:cNvPicPr/>
                <p:nvPr/>
              </p:nvPicPr>
              <p:blipFill>
                <a:blip r:embed="rId92"/>
                <a:stretch>
                  <a:fillRect/>
                </a:stretch>
              </p:blipFill>
              <p:spPr>
                <a:xfrm>
                  <a:off x="7844790" y="419604"/>
                  <a:ext cx="14868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6" name="Ink 75">
                  <a:extLst>
                    <a:ext uri="{FF2B5EF4-FFF2-40B4-BE49-F238E27FC236}">
                      <a16:creationId xmlns:a16="http://schemas.microsoft.com/office/drawing/2014/main" id="{E923E2AE-0915-3407-B82C-CEAC56AA7BB0}"/>
                    </a:ext>
                  </a:extLst>
                </p14:cNvPr>
                <p14:cNvContentPartPr/>
                <p14:nvPr/>
              </p14:nvContentPartPr>
              <p14:xfrm>
                <a:off x="8015430" y="533004"/>
                <a:ext cx="100080" cy="206280"/>
              </p14:xfrm>
            </p:contentPart>
          </mc:Choice>
          <mc:Fallback xmlns="">
            <p:pic>
              <p:nvPicPr>
                <p:cNvPr id="76" name="Ink 75">
                  <a:extLst>
                    <a:ext uri="{FF2B5EF4-FFF2-40B4-BE49-F238E27FC236}">
                      <a16:creationId xmlns:a16="http://schemas.microsoft.com/office/drawing/2014/main" id="{E923E2AE-0915-3407-B82C-CEAC56AA7BB0}"/>
                    </a:ext>
                  </a:extLst>
                </p:cNvPr>
                <p:cNvPicPr/>
                <p:nvPr/>
              </p:nvPicPr>
              <p:blipFill>
                <a:blip r:embed="rId94"/>
                <a:stretch>
                  <a:fillRect/>
                </a:stretch>
              </p:blipFill>
              <p:spPr>
                <a:xfrm>
                  <a:off x="8009310" y="526884"/>
                  <a:ext cx="11232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7" name="Ink 76">
                  <a:extLst>
                    <a:ext uri="{FF2B5EF4-FFF2-40B4-BE49-F238E27FC236}">
                      <a16:creationId xmlns:a16="http://schemas.microsoft.com/office/drawing/2014/main" id="{C2735954-6A48-0FCD-2E63-6206552066BC}"/>
                    </a:ext>
                  </a:extLst>
                </p14:cNvPr>
                <p14:cNvContentPartPr/>
                <p14:nvPr/>
              </p14:nvContentPartPr>
              <p14:xfrm>
                <a:off x="8112270" y="506364"/>
                <a:ext cx="116640" cy="178200"/>
              </p14:xfrm>
            </p:contentPart>
          </mc:Choice>
          <mc:Fallback xmlns="">
            <p:pic>
              <p:nvPicPr>
                <p:cNvPr id="77" name="Ink 76">
                  <a:extLst>
                    <a:ext uri="{FF2B5EF4-FFF2-40B4-BE49-F238E27FC236}">
                      <a16:creationId xmlns:a16="http://schemas.microsoft.com/office/drawing/2014/main" id="{C2735954-6A48-0FCD-2E63-6206552066BC}"/>
                    </a:ext>
                  </a:extLst>
                </p:cNvPr>
                <p:cNvPicPr/>
                <p:nvPr/>
              </p:nvPicPr>
              <p:blipFill>
                <a:blip r:embed="rId96"/>
                <a:stretch>
                  <a:fillRect/>
                </a:stretch>
              </p:blipFill>
              <p:spPr>
                <a:xfrm>
                  <a:off x="8106150" y="500244"/>
                  <a:ext cx="12888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8" name="Ink 77">
                  <a:extLst>
                    <a:ext uri="{FF2B5EF4-FFF2-40B4-BE49-F238E27FC236}">
                      <a16:creationId xmlns:a16="http://schemas.microsoft.com/office/drawing/2014/main" id="{D9669BA3-1426-5DF4-29D2-8B98ABAF2A1B}"/>
                    </a:ext>
                  </a:extLst>
                </p14:cNvPr>
                <p14:cNvContentPartPr/>
                <p14:nvPr/>
              </p14:nvContentPartPr>
              <p14:xfrm>
                <a:off x="8189310" y="584484"/>
                <a:ext cx="61920" cy="72000"/>
              </p14:xfrm>
            </p:contentPart>
          </mc:Choice>
          <mc:Fallback xmlns="">
            <p:pic>
              <p:nvPicPr>
                <p:cNvPr id="78" name="Ink 77">
                  <a:extLst>
                    <a:ext uri="{FF2B5EF4-FFF2-40B4-BE49-F238E27FC236}">
                      <a16:creationId xmlns:a16="http://schemas.microsoft.com/office/drawing/2014/main" id="{D9669BA3-1426-5DF4-29D2-8B98ABAF2A1B}"/>
                    </a:ext>
                  </a:extLst>
                </p:cNvPr>
                <p:cNvPicPr/>
                <p:nvPr/>
              </p:nvPicPr>
              <p:blipFill>
                <a:blip r:embed="rId98"/>
                <a:stretch>
                  <a:fillRect/>
                </a:stretch>
              </p:blipFill>
              <p:spPr>
                <a:xfrm>
                  <a:off x="8183190" y="578364"/>
                  <a:ext cx="741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79" name="Ink 78">
                  <a:extLst>
                    <a:ext uri="{FF2B5EF4-FFF2-40B4-BE49-F238E27FC236}">
                      <a16:creationId xmlns:a16="http://schemas.microsoft.com/office/drawing/2014/main" id="{7DB5E452-9C3C-DE4B-63AB-237CA4E762C9}"/>
                    </a:ext>
                  </a:extLst>
                </p14:cNvPr>
                <p14:cNvContentPartPr/>
                <p14:nvPr/>
              </p14:nvContentPartPr>
              <p14:xfrm>
                <a:off x="8268150" y="571524"/>
                <a:ext cx="124200" cy="91440"/>
              </p14:xfrm>
            </p:contentPart>
          </mc:Choice>
          <mc:Fallback xmlns="">
            <p:pic>
              <p:nvPicPr>
                <p:cNvPr id="79" name="Ink 78">
                  <a:extLst>
                    <a:ext uri="{FF2B5EF4-FFF2-40B4-BE49-F238E27FC236}">
                      <a16:creationId xmlns:a16="http://schemas.microsoft.com/office/drawing/2014/main" id="{7DB5E452-9C3C-DE4B-63AB-237CA4E762C9}"/>
                    </a:ext>
                  </a:extLst>
                </p:cNvPr>
                <p:cNvPicPr/>
                <p:nvPr/>
              </p:nvPicPr>
              <p:blipFill>
                <a:blip r:embed="rId100"/>
                <a:stretch>
                  <a:fillRect/>
                </a:stretch>
              </p:blipFill>
              <p:spPr>
                <a:xfrm>
                  <a:off x="8262030" y="565404"/>
                  <a:ext cx="1364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0" name="Ink 79">
                  <a:extLst>
                    <a:ext uri="{FF2B5EF4-FFF2-40B4-BE49-F238E27FC236}">
                      <a16:creationId xmlns:a16="http://schemas.microsoft.com/office/drawing/2014/main" id="{61780FE3-92E3-29B5-7EEC-CF29E066DAD9}"/>
                    </a:ext>
                  </a:extLst>
                </p14:cNvPr>
                <p14:cNvContentPartPr/>
                <p14:nvPr/>
              </p14:nvContentPartPr>
              <p14:xfrm>
                <a:off x="8395230" y="533364"/>
                <a:ext cx="115200" cy="178560"/>
              </p14:xfrm>
            </p:contentPart>
          </mc:Choice>
          <mc:Fallback xmlns="">
            <p:pic>
              <p:nvPicPr>
                <p:cNvPr id="80" name="Ink 79">
                  <a:extLst>
                    <a:ext uri="{FF2B5EF4-FFF2-40B4-BE49-F238E27FC236}">
                      <a16:creationId xmlns:a16="http://schemas.microsoft.com/office/drawing/2014/main" id="{61780FE3-92E3-29B5-7EEC-CF29E066DAD9}"/>
                    </a:ext>
                  </a:extLst>
                </p:cNvPr>
                <p:cNvPicPr/>
                <p:nvPr/>
              </p:nvPicPr>
              <p:blipFill>
                <a:blip r:embed="rId102"/>
                <a:stretch>
                  <a:fillRect/>
                </a:stretch>
              </p:blipFill>
              <p:spPr>
                <a:xfrm>
                  <a:off x="8389110" y="527244"/>
                  <a:ext cx="12744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1" name="Ink 80">
                  <a:extLst>
                    <a:ext uri="{FF2B5EF4-FFF2-40B4-BE49-F238E27FC236}">
                      <a16:creationId xmlns:a16="http://schemas.microsoft.com/office/drawing/2014/main" id="{2DC2DD80-DADD-5F58-79AD-9A7EC707F560}"/>
                    </a:ext>
                  </a:extLst>
                </p14:cNvPr>
                <p14:cNvContentPartPr/>
                <p14:nvPr/>
              </p14:nvContentPartPr>
              <p14:xfrm>
                <a:off x="8543910" y="401604"/>
                <a:ext cx="204840" cy="321840"/>
              </p14:xfrm>
            </p:contentPart>
          </mc:Choice>
          <mc:Fallback xmlns="">
            <p:pic>
              <p:nvPicPr>
                <p:cNvPr id="81" name="Ink 80">
                  <a:extLst>
                    <a:ext uri="{FF2B5EF4-FFF2-40B4-BE49-F238E27FC236}">
                      <a16:creationId xmlns:a16="http://schemas.microsoft.com/office/drawing/2014/main" id="{2DC2DD80-DADD-5F58-79AD-9A7EC707F560}"/>
                    </a:ext>
                  </a:extLst>
                </p:cNvPr>
                <p:cNvPicPr/>
                <p:nvPr/>
              </p:nvPicPr>
              <p:blipFill>
                <a:blip r:embed="rId104"/>
                <a:stretch>
                  <a:fillRect/>
                </a:stretch>
              </p:blipFill>
              <p:spPr>
                <a:xfrm>
                  <a:off x="8537790" y="395484"/>
                  <a:ext cx="217080" cy="33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5">
            <p14:nvContentPartPr>
              <p14:cNvPr id="106" name="Ink 105">
                <a:extLst>
                  <a:ext uri="{FF2B5EF4-FFF2-40B4-BE49-F238E27FC236}">
                    <a16:creationId xmlns:a16="http://schemas.microsoft.com/office/drawing/2014/main" id="{44610829-A2C7-83D8-95D2-6EBFB5B81F28}"/>
                  </a:ext>
                </a:extLst>
              </p14:cNvPr>
              <p14:cNvContentPartPr/>
              <p14:nvPr/>
            </p14:nvContentPartPr>
            <p14:xfrm>
              <a:off x="3684990" y="4616124"/>
              <a:ext cx="290880" cy="200160"/>
            </p14:xfrm>
          </p:contentPart>
        </mc:Choice>
        <mc:Fallback xmlns="">
          <p:pic>
            <p:nvPicPr>
              <p:cNvPr id="106" name="Ink 105">
                <a:extLst>
                  <a:ext uri="{FF2B5EF4-FFF2-40B4-BE49-F238E27FC236}">
                    <a16:creationId xmlns:a16="http://schemas.microsoft.com/office/drawing/2014/main" id="{44610829-A2C7-83D8-95D2-6EBFB5B81F28}"/>
                  </a:ext>
                </a:extLst>
              </p:cNvPr>
              <p:cNvPicPr/>
              <p:nvPr/>
            </p:nvPicPr>
            <p:blipFill>
              <a:blip r:embed="rId106"/>
              <a:stretch>
                <a:fillRect/>
              </a:stretch>
            </p:blipFill>
            <p:spPr>
              <a:xfrm>
                <a:off x="3678870" y="4610004"/>
                <a:ext cx="303120" cy="212400"/>
              </a:xfrm>
              <a:prstGeom prst="rect">
                <a:avLst/>
              </a:prstGeom>
            </p:spPr>
          </p:pic>
        </mc:Fallback>
      </mc:AlternateContent>
      <p:grpSp>
        <p:nvGrpSpPr>
          <p:cNvPr id="122" name="Group 121">
            <a:extLst>
              <a:ext uri="{FF2B5EF4-FFF2-40B4-BE49-F238E27FC236}">
                <a16:creationId xmlns:a16="http://schemas.microsoft.com/office/drawing/2014/main" id="{7FE65BFF-D222-832C-4ED6-E32C88865852}"/>
              </a:ext>
            </a:extLst>
          </p:cNvPr>
          <p:cNvGrpSpPr/>
          <p:nvPr/>
        </p:nvGrpSpPr>
        <p:grpSpPr>
          <a:xfrm>
            <a:off x="5310750" y="4522524"/>
            <a:ext cx="428400" cy="407880"/>
            <a:chOff x="5310750" y="4522524"/>
            <a:chExt cx="428400" cy="407880"/>
          </a:xfrm>
        </p:grpSpPr>
        <mc:AlternateContent xmlns:mc="http://schemas.openxmlformats.org/markup-compatibility/2006" xmlns:p14="http://schemas.microsoft.com/office/powerpoint/2010/main">
          <mc:Choice Requires="p14">
            <p:contentPart p14:bwMode="auto" r:id="rId107">
              <p14:nvContentPartPr>
                <p14:cNvPr id="114" name="Ink 113">
                  <a:extLst>
                    <a:ext uri="{FF2B5EF4-FFF2-40B4-BE49-F238E27FC236}">
                      <a16:creationId xmlns:a16="http://schemas.microsoft.com/office/drawing/2014/main" id="{6DF0D60E-D4C2-4D03-3708-DA9256FDCBC1}"/>
                    </a:ext>
                  </a:extLst>
                </p14:cNvPr>
                <p14:cNvContentPartPr/>
                <p14:nvPr/>
              </p14:nvContentPartPr>
              <p14:xfrm>
                <a:off x="5442870" y="4522524"/>
                <a:ext cx="16920" cy="170280"/>
              </p14:xfrm>
            </p:contentPart>
          </mc:Choice>
          <mc:Fallback xmlns="">
            <p:pic>
              <p:nvPicPr>
                <p:cNvPr id="114" name="Ink 113">
                  <a:extLst>
                    <a:ext uri="{FF2B5EF4-FFF2-40B4-BE49-F238E27FC236}">
                      <a16:creationId xmlns:a16="http://schemas.microsoft.com/office/drawing/2014/main" id="{6DF0D60E-D4C2-4D03-3708-DA9256FDCBC1}"/>
                    </a:ext>
                  </a:extLst>
                </p:cNvPr>
                <p:cNvPicPr/>
                <p:nvPr/>
              </p:nvPicPr>
              <p:blipFill>
                <a:blip r:embed="rId108"/>
                <a:stretch>
                  <a:fillRect/>
                </a:stretch>
              </p:blipFill>
              <p:spPr>
                <a:xfrm>
                  <a:off x="5436750" y="4516404"/>
                  <a:ext cx="291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15" name="Ink 114">
                  <a:extLst>
                    <a:ext uri="{FF2B5EF4-FFF2-40B4-BE49-F238E27FC236}">
                      <a16:creationId xmlns:a16="http://schemas.microsoft.com/office/drawing/2014/main" id="{CCEE7A37-C3A1-7E19-00F7-78540CF724D1}"/>
                    </a:ext>
                  </a:extLst>
                </p14:cNvPr>
                <p14:cNvContentPartPr/>
                <p14:nvPr/>
              </p14:nvContentPartPr>
              <p14:xfrm>
                <a:off x="5315790" y="4698204"/>
                <a:ext cx="139320" cy="35280"/>
              </p14:xfrm>
            </p:contentPart>
          </mc:Choice>
          <mc:Fallback xmlns="">
            <p:pic>
              <p:nvPicPr>
                <p:cNvPr id="115" name="Ink 114">
                  <a:extLst>
                    <a:ext uri="{FF2B5EF4-FFF2-40B4-BE49-F238E27FC236}">
                      <a16:creationId xmlns:a16="http://schemas.microsoft.com/office/drawing/2014/main" id="{CCEE7A37-C3A1-7E19-00F7-78540CF724D1}"/>
                    </a:ext>
                  </a:extLst>
                </p:cNvPr>
                <p:cNvPicPr/>
                <p:nvPr/>
              </p:nvPicPr>
              <p:blipFill>
                <a:blip r:embed="rId110"/>
                <a:stretch>
                  <a:fillRect/>
                </a:stretch>
              </p:blipFill>
              <p:spPr>
                <a:xfrm>
                  <a:off x="5309670" y="4692084"/>
                  <a:ext cx="1515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16" name="Ink 115">
                  <a:extLst>
                    <a:ext uri="{FF2B5EF4-FFF2-40B4-BE49-F238E27FC236}">
                      <a16:creationId xmlns:a16="http://schemas.microsoft.com/office/drawing/2014/main" id="{A09EFA57-0333-6995-9400-CC44E17853A8}"/>
                    </a:ext>
                  </a:extLst>
                </p14:cNvPr>
                <p14:cNvContentPartPr/>
                <p14:nvPr/>
              </p14:nvContentPartPr>
              <p14:xfrm>
                <a:off x="5310750" y="4704324"/>
                <a:ext cx="101160" cy="155520"/>
              </p14:xfrm>
            </p:contentPart>
          </mc:Choice>
          <mc:Fallback xmlns="">
            <p:pic>
              <p:nvPicPr>
                <p:cNvPr id="116" name="Ink 115">
                  <a:extLst>
                    <a:ext uri="{FF2B5EF4-FFF2-40B4-BE49-F238E27FC236}">
                      <a16:creationId xmlns:a16="http://schemas.microsoft.com/office/drawing/2014/main" id="{A09EFA57-0333-6995-9400-CC44E17853A8}"/>
                    </a:ext>
                  </a:extLst>
                </p:cNvPr>
                <p:cNvPicPr/>
                <p:nvPr/>
              </p:nvPicPr>
              <p:blipFill>
                <a:blip r:embed="rId112"/>
                <a:stretch>
                  <a:fillRect/>
                </a:stretch>
              </p:blipFill>
              <p:spPr>
                <a:xfrm>
                  <a:off x="5304630" y="4698204"/>
                  <a:ext cx="11340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17" name="Ink 116">
                  <a:extLst>
                    <a:ext uri="{FF2B5EF4-FFF2-40B4-BE49-F238E27FC236}">
                      <a16:creationId xmlns:a16="http://schemas.microsoft.com/office/drawing/2014/main" id="{63C15276-079F-B371-37F5-794C927738EA}"/>
                    </a:ext>
                  </a:extLst>
                </p14:cNvPr>
                <p14:cNvContentPartPr/>
                <p14:nvPr/>
              </p14:nvContentPartPr>
              <p14:xfrm>
                <a:off x="5435670" y="4709004"/>
                <a:ext cx="99000" cy="119880"/>
              </p14:xfrm>
            </p:contentPart>
          </mc:Choice>
          <mc:Fallback xmlns="">
            <p:pic>
              <p:nvPicPr>
                <p:cNvPr id="117" name="Ink 116">
                  <a:extLst>
                    <a:ext uri="{FF2B5EF4-FFF2-40B4-BE49-F238E27FC236}">
                      <a16:creationId xmlns:a16="http://schemas.microsoft.com/office/drawing/2014/main" id="{63C15276-079F-B371-37F5-794C927738EA}"/>
                    </a:ext>
                  </a:extLst>
                </p:cNvPr>
                <p:cNvPicPr/>
                <p:nvPr/>
              </p:nvPicPr>
              <p:blipFill>
                <a:blip r:embed="rId114"/>
                <a:stretch>
                  <a:fillRect/>
                </a:stretch>
              </p:blipFill>
              <p:spPr>
                <a:xfrm>
                  <a:off x="5429550" y="4702884"/>
                  <a:ext cx="1112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18" name="Ink 117">
                  <a:extLst>
                    <a:ext uri="{FF2B5EF4-FFF2-40B4-BE49-F238E27FC236}">
                      <a16:creationId xmlns:a16="http://schemas.microsoft.com/office/drawing/2014/main" id="{CB13346E-469C-9893-A346-2387C2C436DF}"/>
                    </a:ext>
                  </a:extLst>
                </p14:cNvPr>
                <p14:cNvContentPartPr/>
                <p14:nvPr/>
              </p14:nvContentPartPr>
              <p14:xfrm>
                <a:off x="5591190" y="4667964"/>
                <a:ext cx="12600" cy="133560"/>
              </p14:xfrm>
            </p:contentPart>
          </mc:Choice>
          <mc:Fallback xmlns="">
            <p:pic>
              <p:nvPicPr>
                <p:cNvPr id="118" name="Ink 117">
                  <a:extLst>
                    <a:ext uri="{FF2B5EF4-FFF2-40B4-BE49-F238E27FC236}">
                      <a16:creationId xmlns:a16="http://schemas.microsoft.com/office/drawing/2014/main" id="{CB13346E-469C-9893-A346-2387C2C436DF}"/>
                    </a:ext>
                  </a:extLst>
                </p:cNvPr>
                <p:cNvPicPr/>
                <p:nvPr/>
              </p:nvPicPr>
              <p:blipFill>
                <a:blip r:embed="rId116"/>
                <a:stretch>
                  <a:fillRect/>
                </a:stretch>
              </p:blipFill>
              <p:spPr>
                <a:xfrm>
                  <a:off x="5585070" y="4661844"/>
                  <a:ext cx="2484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19" name="Ink 118">
                  <a:extLst>
                    <a:ext uri="{FF2B5EF4-FFF2-40B4-BE49-F238E27FC236}">
                      <a16:creationId xmlns:a16="http://schemas.microsoft.com/office/drawing/2014/main" id="{1299A7C2-2F4D-A164-19EB-B853C9053CCD}"/>
                    </a:ext>
                  </a:extLst>
                </p14:cNvPr>
                <p14:cNvContentPartPr/>
                <p14:nvPr/>
              </p14:nvContentPartPr>
              <p14:xfrm>
                <a:off x="5594070" y="4662924"/>
                <a:ext cx="121680" cy="179280"/>
              </p14:xfrm>
            </p:contentPart>
          </mc:Choice>
          <mc:Fallback xmlns="">
            <p:pic>
              <p:nvPicPr>
                <p:cNvPr id="119" name="Ink 118">
                  <a:extLst>
                    <a:ext uri="{FF2B5EF4-FFF2-40B4-BE49-F238E27FC236}">
                      <a16:creationId xmlns:a16="http://schemas.microsoft.com/office/drawing/2014/main" id="{1299A7C2-2F4D-A164-19EB-B853C9053CCD}"/>
                    </a:ext>
                  </a:extLst>
                </p:cNvPr>
                <p:cNvPicPr/>
                <p:nvPr/>
              </p:nvPicPr>
              <p:blipFill>
                <a:blip r:embed="rId118"/>
                <a:stretch>
                  <a:fillRect/>
                </a:stretch>
              </p:blipFill>
              <p:spPr>
                <a:xfrm>
                  <a:off x="5587950" y="4656804"/>
                  <a:ext cx="13392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21" name="Ink 120">
                  <a:extLst>
                    <a:ext uri="{FF2B5EF4-FFF2-40B4-BE49-F238E27FC236}">
                      <a16:creationId xmlns:a16="http://schemas.microsoft.com/office/drawing/2014/main" id="{05B5260A-2E2C-12CE-ACB0-6C12905EC8CB}"/>
                    </a:ext>
                  </a:extLst>
                </p14:cNvPr>
                <p14:cNvContentPartPr/>
                <p14:nvPr/>
              </p14:nvContentPartPr>
              <p14:xfrm>
                <a:off x="5341710" y="4894404"/>
                <a:ext cx="397440" cy="36000"/>
              </p14:xfrm>
            </p:contentPart>
          </mc:Choice>
          <mc:Fallback xmlns="">
            <p:pic>
              <p:nvPicPr>
                <p:cNvPr id="121" name="Ink 120">
                  <a:extLst>
                    <a:ext uri="{FF2B5EF4-FFF2-40B4-BE49-F238E27FC236}">
                      <a16:creationId xmlns:a16="http://schemas.microsoft.com/office/drawing/2014/main" id="{05B5260A-2E2C-12CE-ACB0-6C12905EC8CB}"/>
                    </a:ext>
                  </a:extLst>
                </p:cNvPr>
                <p:cNvPicPr/>
                <p:nvPr/>
              </p:nvPicPr>
              <p:blipFill>
                <a:blip r:embed="rId120"/>
                <a:stretch>
                  <a:fillRect/>
                </a:stretch>
              </p:blipFill>
              <p:spPr>
                <a:xfrm>
                  <a:off x="5335590" y="4888284"/>
                  <a:ext cx="409680" cy="48240"/>
                </a:xfrm>
                <a:prstGeom prst="rect">
                  <a:avLst/>
                </a:prstGeom>
              </p:spPr>
            </p:pic>
          </mc:Fallback>
        </mc:AlternateContent>
      </p:grpSp>
      <p:grpSp>
        <p:nvGrpSpPr>
          <p:cNvPr id="127" name="Group 126">
            <a:extLst>
              <a:ext uri="{FF2B5EF4-FFF2-40B4-BE49-F238E27FC236}">
                <a16:creationId xmlns:a16="http://schemas.microsoft.com/office/drawing/2014/main" id="{7C6FBBFA-2F1C-F13A-E5BB-E3A528EBE005}"/>
              </a:ext>
            </a:extLst>
          </p:cNvPr>
          <p:cNvGrpSpPr/>
          <p:nvPr/>
        </p:nvGrpSpPr>
        <p:grpSpPr>
          <a:xfrm>
            <a:off x="1497630" y="4517484"/>
            <a:ext cx="2320200" cy="743040"/>
            <a:chOff x="1497630" y="4517484"/>
            <a:chExt cx="2320200" cy="743040"/>
          </a:xfrm>
        </p:grpSpPr>
        <mc:AlternateContent xmlns:mc="http://schemas.openxmlformats.org/markup-compatibility/2006" xmlns:p14="http://schemas.microsoft.com/office/powerpoint/2010/main">
          <mc:Choice Requires="p14">
            <p:contentPart p14:bwMode="auto" r:id="rId121">
              <p14:nvContentPartPr>
                <p14:cNvPr id="8" name="Ink 7">
                  <a:extLst>
                    <a:ext uri="{FF2B5EF4-FFF2-40B4-BE49-F238E27FC236}">
                      <a16:creationId xmlns:a16="http://schemas.microsoft.com/office/drawing/2014/main" id="{D1A6CD5B-DCF8-9A48-7D44-100F511907C7}"/>
                    </a:ext>
                  </a:extLst>
                </p14:cNvPr>
                <p14:cNvContentPartPr/>
                <p14:nvPr/>
              </p14:nvContentPartPr>
              <p14:xfrm>
                <a:off x="1497630" y="5016084"/>
                <a:ext cx="171000" cy="233280"/>
              </p14:xfrm>
            </p:contentPart>
          </mc:Choice>
          <mc:Fallback xmlns="">
            <p:pic>
              <p:nvPicPr>
                <p:cNvPr id="8" name="Ink 7">
                  <a:extLst>
                    <a:ext uri="{FF2B5EF4-FFF2-40B4-BE49-F238E27FC236}">
                      <a16:creationId xmlns:a16="http://schemas.microsoft.com/office/drawing/2014/main" id="{D1A6CD5B-DCF8-9A48-7D44-100F511907C7}"/>
                    </a:ext>
                  </a:extLst>
                </p:cNvPr>
                <p:cNvPicPr/>
                <p:nvPr/>
              </p:nvPicPr>
              <p:blipFill>
                <a:blip r:embed="rId122"/>
                <a:stretch>
                  <a:fillRect/>
                </a:stretch>
              </p:blipFill>
              <p:spPr>
                <a:xfrm>
                  <a:off x="1491510" y="5009964"/>
                  <a:ext cx="18324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9" name="Ink 8">
                  <a:extLst>
                    <a:ext uri="{FF2B5EF4-FFF2-40B4-BE49-F238E27FC236}">
                      <a16:creationId xmlns:a16="http://schemas.microsoft.com/office/drawing/2014/main" id="{3BC673B1-5028-F4B8-2BE8-CD1C34353E26}"/>
                    </a:ext>
                  </a:extLst>
                </p14:cNvPr>
                <p14:cNvContentPartPr/>
                <p14:nvPr/>
              </p14:nvContentPartPr>
              <p14:xfrm>
                <a:off x="1722270" y="5039484"/>
                <a:ext cx="139680" cy="180720"/>
              </p14:xfrm>
            </p:contentPart>
          </mc:Choice>
          <mc:Fallback xmlns="">
            <p:pic>
              <p:nvPicPr>
                <p:cNvPr id="9" name="Ink 8">
                  <a:extLst>
                    <a:ext uri="{FF2B5EF4-FFF2-40B4-BE49-F238E27FC236}">
                      <a16:creationId xmlns:a16="http://schemas.microsoft.com/office/drawing/2014/main" id="{3BC673B1-5028-F4B8-2BE8-CD1C34353E26}"/>
                    </a:ext>
                  </a:extLst>
                </p:cNvPr>
                <p:cNvPicPr/>
                <p:nvPr/>
              </p:nvPicPr>
              <p:blipFill>
                <a:blip r:embed="rId124"/>
                <a:stretch>
                  <a:fillRect/>
                </a:stretch>
              </p:blipFill>
              <p:spPr>
                <a:xfrm>
                  <a:off x="1716150" y="5033364"/>
                  <a:ext cx="15192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1" name="Ink 10">
                  <a:extLst>
                    <a:ext uri="{FF2B5EF4-FFF2-40B4-BE49-F238E27FC236}">
                      <a16:creationId xmlns:a16="http://schemas.microsoft.com/office/drawing/2014/main" id="{19615F1E-42AD-E586-B3D3-C8ECEA24816B}"/>
                    </a:ext>
                  </a:extLst>
                </p14:cNvPr>
                <p14:cNvContentPartPr/>
                <p14:nvPr/>
              </p14:nvContentPartPr>
              <p14:xfrm>
                <a:off x="1923510" y="5060004"/>
                <a:ext cx="114840" cy="169200"/>
              </p14:xfrm>
            </p:contentPart>
          </mc:Choice>
          <mc:Fallback xmlns="">
            <p:pic>
              <p:nvPicPr>
                <p:cNvPr id="11" name="Ink 10">
                  <a:extLst>
                    <a:ext uri="{FF2B5EF4-FFF2-40B4-BE49-F238E27FC236}">
                      <a16:creationId xmlns:a16="http://schemas.microsoft.com/office/drawing/2014/main" id="{19615F1E-42AD-E586-B3D3-C8ECEA24816B}"/>
                    </a:ext>
                  </a:extLst>
                </p:cNvPr>
                <p:cNvPicPr/>
                <p:nvPr/>
              </p:nvPicPr>
              <p:blipFill>
                <a:blip r:embed="rId126"/>
                <a:stretch>
                  <a:fillRect/>
                </a:stretch>
              </p:blipFill>
              <p:spPr>
                <a:xfrm>
                  <a:off x="1917390" y="5053884"/>
                  <a:ext cx="1270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2" name="Ink 11">
                  <a:extLst>
                    <a:ext uri="{FF2B5EF4-FFF2-40B4-BE49-F238E27FC236}">
                      <a16:creationId xmlns:a16="http://schemas.microsoft.com/office/drawing/2014/main" id="{D6E9258E-2510-CEFE-9C9B-6AA609E4CC22}"/>
                    </a:ext>
                  </a:extLst>
                </p14:cNvPr>
                <p14:cNvContentPartPr/>
                <p14:nvPr/>
              </p14:nvContentPartPr>
              <p14:xfrm>
                <a:off x="2075070" y="5067924"/>
                <a:ext cx="55800" cy="173880"/>
              </p14:xfrm>
            </p:contentPart>
          </mc:Choice>
          <mc:Fallback xmlns="">
            <p:pic>
              <p:nvPicPr>
                <p:cNvPr id="12" name="Ink 11">
                  <a:extLst>
                    <a:ext uri="{FF2B5EF4-FFF2-40B4-BE49-F238E27FC236}">
                      <a16:creationId xmlns:a16="http://schemas.microsoft.com/office/drawing/2014/main" id="{D6E9258E-2510-CEFE-9C9B-6AA609E4CC22}"/>
                    </a:ext>
                  </a:extLst>
                </p:cNvPr>
                <p:cNvPicPr/>
                <p:nvPr/>
              </p:nvPicPr>
              <p:blipFill>
                <a:blip r:embed="rId128"/>
                <a:stretch>
                  <a:fillRect/>
                </a:stretch>
              </p:blipFill>
              <p:spPr>
                <a:xfrm>
                  <a:off x="2068950" y="5061804"/>
                  <a:ext cx="6804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3" name="Ink 12">
                  <a:extLst>
                    <a:ext uri="{FF2B5EF4-FFF2-40B4-BE49-F238E27FC236}">
                      <a16:creationId xmlns:a16="http://schemas.microsoft.com/office/drawing/2014/main" id="{2E249D37-B744-70DB-7B4D-2B6F9B4A40BE}"/>
                    </a:ext>
                  </a:extLst>
                </p14:cNvPr>
                <p14:cNvContentPartPr/>
                <p14:nvPr/>
              </p14:nvContentPartPr>
              <p14:xfrm>
                <a:off x="2121870" y="5047764"/>
                <a:ext cx="133920" cy="145080"/>
              </p14:xfrm>
            </p:contentPart>
          </mc:Choice>
          <mc:Fallback xmlns="">
            <p:pic>
              <p:nvPicPr>
                <p:cNvPr id="13" name="Ink 12">
                  <a:extLst>
                    <a:ext uri="{FF2B5EF4-FFF2-40B4-BE49-F238E27FC236}">
                      <a16:creationId xmlns:a16="http://schemas.microsoft.com/office/drawing/2014/main" id="{2E249D37-B744-70DB-7B4D-2B6F9B4A40BE}"/>
                    </a:ext>
                  </a:extLst>
                </p:cNvPr>
                <p:cNvPicPr/>
                <p:nvPr/>
              </p:nvPicPr>
              <p:blipFill>
                <a:blip r:embed="rId130"/>
                <a:stretch>
                  <a:fillRect/>
                </a:stretch>
              </p:blipFill>
              <p:spPr>
                <a:xfrm>
                  <a:off x="2115750" y="5041644"/>
                  <a:ext cx="1461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4" name="Ink 13">
                  <a:extLst>
                    <a:ext uri="{FF2B5EF4-FFF2-40B4-BE49-F238E27FC236}">
                      <a16:creationId xmlns:a16="http://schemas.microsoft.com/office/drawing/2014/main" id="{DA610093-0248-DE5A-0E17-3DA40DAED3AE}"/>
                    </a:ext>
                  </a:extLst>
                </p14:cNvPr>
                <p14:cNvContentPartPr/>
                <p14:nvPr/>
              </p14:nvContentPartPr>
              <p14:xfrm>
                <a:off x="2280630" y="5023644"/>
                <a:ext cx="235440" cy="208800"/>
              </p14:xfrm>
            </p:contentPart>
          </mc:Choice>
          <mc:Fallback xmlns="">
            <p:pic>
              <p:nvPicPr>
                <p:cNvPr id="14" name="Ink 13">
                  <a:extLst>
                    <a:ext uri="{FF2B5EF4-FFF2-40B4-BE49-F238E27FC236}">
                      <a16:creationId xmlns:a16="http://schemas.microsoft.com/office/drawing/2014/main" id="{DA610093-0248-DE5A-0E17-3DA40DAED3AE}"/>
                    </a:ext>
                  </a:extLst>
                </p:cNvPr>
                <p:cNvPicPr/>
                <p:nvPr/>
              </p:nvPicPr>
              <p:blipFill>
                <a:blip r:embed="rId132"/>
                <a:stretch>
                  <a:fillRect/>
                </a:stretch>
              </p:blipFill>
              <p:spPr>
                <a:xfrm>
                  <a:off x="2274510" y="5017524"/>
                  <a:ext cx="2476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5" name="Ink 14">
                  <a:extLst>
                    <a:ext uri="{FF2B5EF4-FFF2-40B4-BE49-F238E27FC236}">
                      <a16:creationId xmlns:a16="http://schemas.microsoft.com/office/drawing/2014/main" id="{68B08883-C246-CA28-7D34-14D53E7C453F}"/>
                    </a:ext>
                  </a:extLst>
                </p14:cNvPr>
                <p14:cNvContentPartPr/>
                <p14:nvPr/>
              </p14:nvContentPartPr>
              <p14:xfrm>
                <a:off x="2530470" y="4970364"/>
                <a:ext cx="153000" cy="268200"/>
              </p14:xfrm>
            </p:contentPart>
          </mc:Choice>
          <mc:Fallback xmlns="">
            <p:pic>
              <p:nvPicPr>
                <p:cNvPr id="15" name="Ink 14">
                  <a:extLst>
                    <a:ext uri="{FF2B5EF4-FFF2-40B4-BE49-F238E27FC236}">
                      <a16:creationId xmlns:a16="http://schemas.microsoft.com/office/drawing/2014/main" id="{68B08883-C246-CA28-7D34-14D53E7C453F}"/>
                    </a:ext>
                  </a:extLst>
                </p:cNvPr>
                <p:cNvPicPr/>
                <p:nvPr/>
              </p:nvPicPr>
              <p:blipFill>
                <a:blip r:embed="rId134"/>
                <a:stretch>
                  <a:fillRect/>
                </a:stretch>
              </p:blipFill>
              <p:spPr>
                <a:xfrm>
                  <a:off x="2524350" y="4964244"/>
                  <a:ext cx="16524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6" name="Ink 15">
                  <a:extLst>
                    <a:ext uri="{FF2B5EF4-FFF2-40B4-BE49-F238E27FC236}">
                      <a16:creationId xmlns:a16="http://schemas.microsoft.com/office/drawing/2014/main" id="{18A441F6-5B71-E32D-FD82-F85DC6E59053}"/>
                    </a:ext>
                  </a:extLst>
                </p14:cNvPr>
                <p14:cNvContentPartPr/>
                <p14:nvPr/>
              </p14:nvContentPartPr>
              <p14:xfrm>
                <a:off x="2617230" y="5096004"/>
                <a:ext cx="113040" cy="111960"/>
              </p14:xfrm>
            </p:contentPart>
          </mc:Choice>
          <mc:Fallback xmlns="">
            <p:pic>
              <p:nvPicPr>
                <p:cNvPr id="16" name="Ink 15">
                  <a:extLst>
                    <a:ext uri="{FF2B5EF4-FFF2-40B4-BE49-F238E27FC236}">
                      <a16:creationId xmlns:a16="http://schemas.microsoft.com/office/drawing/2014/main" id="{18A441F6-5B71-E32D-FD82-F85DC6E59053}"/>
                    </a:ext>
                  </a:extLst>
                </p:cNvPr>
                <p:cNvPicPr/>
                <p:nvPr/>
              </p:nvPicPr>
              <p:blipFill>
                <a:blip r:embed="rId136"/>
                <a:stretch>
                  <a:fillRect/>
                </a:stretch>
              </p:blipFill>
              <p:spPr>
                <a:xfrm>
                  <a:off x="2611110" y="5089884"/>
                  <a:ext cx="1252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7" name="Ink 16">
                  <a:extLst>
                    <a:ext uri="{FF2B5EF4-FFF2-40B4-BE49-F238E27FC236}">
                      <a16:creationId xmlns:a16="http://schemas.microsoft.com/office/drawing/2014/main" id="{16897A74-14D3-8875-D482-73DE55CD8C86}"/>
                    </a:ext>
                  </a:extLst>
                </p14:cNvPr>
                <p14:cNvContentPartPr/>
                <p14:nvPr/>
              </p14:nvContentPartPr>
              <p14:xfrm>
                <a:off x="2755470" y="5031204"/>
                <a:ext cx="159480" cy="185400"/>
              </p14:xfrm>
            </p:contentPart>
          </mc:Choice>
          <mc:Fallback xmlns="">
            <p:pic>
              <p:nvPicPr>
                <p:cNvPr id="17" name="Ink 16">
                  <a:extLst>
                    <a:ext uri="{FF2B5EF4-FFF2-40B4-BE49-F238E27FC236}">
                      <a16:creationId xmlns:a16="http://schemas.microsoft.com/office/drawing/2014/main" id="{16897A74-14D3-8875-D482-73DE55CD8C86}"/>
                    </a:ext>
                  </a:extLst>
                </p:cNvPr>
                <p:cNvPicPr/>
                <p:nvPr/>
              </p:nvPicPr>
              <p:blipFill>
                <a:blip r:embed="rId138"/>
                <a:stretch>
                  <a:fillRect/>
                </a:stretch>
              </p:blipFill>
              <p:spPr>
                <a:xfrm>
                  <a:off x="2749350" y="5025084"/>
                  <a:ext cx="171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8" name="Ink 17">
                  <a:extLst>
                    <a:ext uri="{FF2B5EF4-FFF2-40B4-BE49-F238E27FC236}">
                      <a16:creationId xmlns:a16="http://schemas.microsoft.com/office/drawing/2014/main" id="{D619BB22-1A98-451F-A515-39F0EFBAD1F4}"/>
                    </a:ext>
                  </a:extLst>
                </p14:cNvPr>
                <p14:cNvContentPartPr/>
                <p14:nvPr/>
              </p14:nvContentPartPr>
              <p14:xfrm>
                <a:off x="2938350" y="5028324"/>
                <a:ext cx="131040" cy="205560"/>
              </p14:xfrm>
            </p:contentPart>
          </mc:Choice>
          <mc:Fallback xmlns="">
            <p:pic>
              <p:nvPicPr>
                <p:cNvPr id="18" name="Ink 17">
                  <a:extLst>
                    <a:ext uri="{FF2B5EF4-FFF2-40B4-BE49-F238E27FC236}">
                      <a16:creationId xmlns:a16="http://schemas.microsoft.com/office/drawing/2014/main" id="{D619BB22-1A98-451F-A515-39F0EFBAD1F4}"/>
                    </a:ext>
                  </a:extLst>
                </p:cNvPr>
                <p:cNvPicPr/>
                <p:nvPr/>
              </p:nvPicPr>
              <p:blipFill>
                <a:blip r:embed="rId140"/>
                <a:stretch>
                  <a:fillRect/>
                </a:stretch>
              </p:blipFill>
              <p:spPr>
                <a:xfrm>
                  <a:off x="2932230" y="5022204"/>
                  <a:ext cx="14328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9" name="Ink 18">
                  <a:extLst>
                    <a:ext uri="{FF2B5EF4-FFF2-40B4-BE49-F238E27FC236}">
                      <a16:creationId xmlns:a16="http://schemas.microsoft.com/office/drawing/2014/main" id="{CFD7F75F-5DA9-0552-2FD5-2E90677B5F6E}"/>
                    </a:ext>
                  </a:extLst>
                </p14:cNvPr>
                <p14:cNvContentPartPr/>
                <p14:nvPr/>
              </p14:nvContentPartPr>
              <p14:xfrm>
                <a:off x="2943390" y="5156124"/>
                <a:ext cx="141120" cy="52920"/>
              </p14:xfrm>
            </p:contentPart>
          </mc:Choice>
          <mc:Fallback xmlns="">
            <p:pic>
              <p:nvPicPr>
                <p:cNvPr id="19" name="Ink 18">
                  <a:extLst>
                    <a:ext uri="{FF2B5EF4-FFF2-40B4-BE49-F238E27FC236}">
                      <a16:creationId xmlns:a16="http://schemas.microsoft.com/office/drawing/2014/main" id="{CFD7F75F-5DA9-0552-2FD5-2E90677B5F6E}"/>
                    </a:ext>
                  </a:extLst>
                </p:cNvPr>
                <p:cNvPicPr/>
                <p:nvPr/>
              </p:nvPicPr>
              <p:blipFill>
                <a:blip r:embed="rId142"/>
                <a:stretch>
                  <a:fillRect/>
                </a:stretch>
              </p:blipFill>
              <p:spPr>
                <a:xfrm>
                  <a:off x="2937270" y="5150004"/>
                  <a:ext cx="1533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20" name="Ink 19">
                  <a:extLst>
                    <a:ext uri="{FF2B5EF4-FFF2-40B4-BE49-F238E27FC236}">
                      <a16:creationId xmlns:a16="http://schemas.microsoft.com/office/drawing/2014/main" id="{32CEFF94-BCFF-8299-3334-370DE4D07A01}"/>
                    </a:ext>
                  </a:extLst>
                </p14:cNvPr>
                <p14:cNvContentPartPr/>
                <p14:nvPr/>
              </p14:nvContentPartPr>
              <p14:xfrm>
                <a:off x="3093150" y="5066844"/>
                <a:ext cx="203400" cy="193680"/>
              </p14:xfrm>
            </p:contentPart>
          </mc:Choice>
          <mc:Fallback xmlns="">
            <p:pic>
              <p:nvPicPr>
                <p:cNvPr id="20" name="Ink 19">
                  <a:extLst>
                    <a:ext uri="{FF2B5EF4-FFF2-40B4-BE49-F238E27FC236}">
                      <a16:creationId xmlns:a16="http://schemas.microsoft.com/office/drawing/2014/main" id="{32CEFF94-BCFF-8299-3334-370DE4D07A01}"/>
                    </a:ext>
                  </a:extLst>
                </p:cNvPr>
                <p:cNvPicPr/>
                <p:nvPr/>
              </p:nvPicPr>
              <p:blipFill>
                <a:blip r:embed="rId144"/>
                <a:stretch>
                  <a:fillRect/>
                </a:stretch>
              </p:blipFill>
              <p:spPr>
                <a:xfrm>
                  <a:off x="3087030" y="5060724"/>
                  <a:ext cx="21564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21" name="Ink 20">
                  <a:extLst>
                    <a:ext uri="{FF2B5EF4-FFF2-40B4-BE49-F238E27FC236}">
                      <a16:creationId xmlns:a16="http://schemas.microsoft.com/office/drawing/2014/main" id="{98DA2319-2C59-713B-A74A-A570C5214D60}"/>
                    </a:ext>
                  </a:extLst>
                </p14:cNvPr>
                <p14:cNvContentPartPr/>
                <p14:nvPr/>
              </p14:nvContentPartPr>
              <p14:xfrm>
                <a:off x="3354150" y="5006364"/>
                <a:ext cx="189000" cy="230040"/>
              </p14:xfrm>
            </p:contentPart>
          </mc:Choice>
          <mc:Fallback xmlns="">
            <p:pic>
              <p:nvPicPr>
                <p:cNvPr id="21" name="Ink 20">
                  <a:extLst>
                    <a:ext uri="{FF2B5EF4-FFF2-40B4-BE49-F238E27FC236}">
                      <a16:creationId xmlns:a16="http://schemas.microsoft.com/office/drawing/2014/main" id="{98DA2319-2C59-713B-A74A-A570C5214D60}"/>
                    </a:ext>
                  </a:extLst>
                </p:cNvPr>
                <p:cNvPicPr/>
                <p:nvPr/>
              </p:nvPicPr>
              <p:blipFill>
                <a:blip r:embed="rId146"/>
                <a:stretch>
                  <a:fillRect/>
                </a:stretch>
              </p:blipFill>
              <p:spPr>
                <a:xfrm>
                  <a:off x="3348030" y="5000244"/>
                  <a:ext cx="2012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22" name="Ink 21">
                  <a:extLst>
                    <a:ext uri="{FF2B5EF4-FFF2-40B4-BE49-F238E27FC236}">
                      <a16:creationId xmlns:a16="http://schemas.microsoft.com/office/drawing/2014/main" id="{CE8B49B4-F405-AA89-CA86-594AC29541A2}"/>
                    </a:ext>
                  </a:extLst>
                </p14:cNvPr>
                <p14:cNvContentPartPr/>
                <p14:nvPr/>
              </p14:nvContentPartPr>
              <p14:xfrm>
                <a:off x="3376110" y="5011044"/>
                <a:ext cx="252000" cy="244440"/>
              </p14:xfrm>
            </p:contentPart>
          </mc:Choice>
          <mc:Fallback xmlns="">
            <p:pic>
              <p:nvPicPr>
                <p:cNvPr id="22" name="Ink 21">
                  <a:extLst>
                    <a:ext uri="{FF2B5EF4-FFF2-40B4-BE49-F238E27FC236}">
                      <a16:creationId xmlns:a16="http://schemas.microsoft.com/office/drawing/2014/main" id="{CE8B49B4-F405-AA89-CA86-594AC29541A2}"/>
                    </a:ext>
                  </a:extLst>
                </p:cNvPr>
                <p:cNvPicPr/>
                <p:nvPr/>
              </p:nvPicPr>
              <p:blipFill>
                <a:blip r:embed="rId148"/>
                <a:stretch>
                  <a:fillRect/>
                </a:stretch>
              </p:blipFill>
              <p:spPr>
                <a:xfrm>
                  <a:off x="3369990" y="5004924"/>
                  <a:ext cx="26424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23" name="Ink 22">
                  <a:extLst>
                    <a:ext uri="{FF2B5EF4-FFF2-40B4-BE49-F238E27FC236}">
                      <a16:creationId xmlns:a16="http://schemas.microsoft.com/office/drawing/2014/main" id="{AEC32219-B29A-D39D-C583-09F6CC374524}"/>
                    </a:ext>
                  </a:extLst>
                </p14:cNvPr>
                <p14:cNvContentPartPr/>
                <p14:nvPr/>
              </p14:nvContentPartPr>
              <p14:xfrm>
                <a:off x="3639990" y="5002044"/>
                <a:ext cx="177840" cy="242640"/>
              </p14:xfrm>
            </p:contentPart>
          </mc:Choice>
          <mc:Fallback xmlns="">
            <p:pic>
              <p:nvPicPr>
                <p:cNvPr id="23" name="Ink 22">
                  <a:extLst>
                    <a:ext uri="{FF2B5EF4-FFF2-40B4-BE49-F238E27FC236}">
                      <a16:creationId xmlns:a16="http://schemas.microsoft.com/office/drawing/2014/main" id="{AEC32219-B29A-D39D-C583-09F6CC374524}"/>
                    </a:ext>
                  </a:extLst>
                </p:cNvPr>
                <p:cNvPicPr/>
                <p:nvPr/>
              </p:nvPicPr>
              <p:blipFill>
                <a:blip r:embed="rId150"/>
                <a:stretch>
                  <a:fillRect/>
                </a:stretch>
              </p:blipFill>
              <p:spPr>
                <a:xfrm>
                  <a:off x="3633870" y="4995924"/>
                  <a:ext cx="19008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9" name="Ink 88">
                  <a:extLst>
                    <a:ext uri="{FF2B5EF4-FFF2-40B4-BE49-F238E27FC236}">
                      <a16:creationId xmlns:a16="http://schemas.microsoft.com/office/drawing/2014/main" id="{21AA9B9C-9F62-5E9C-0A1F-903051456072}"/>
                    </a:ext>
                  </a:extLst>
                </p14:cNvPr>
                <p14:cNvContentPartPr/>
                <p14:nvPr/>
              </p14:nvContentPartPr>
              <p14:xfrm>
                <a:off x="1677630" y="4517484"/>
                <a:ext cx="412200" cy="262440"/>
              </p14:xfrm>
            </p:contentPart>
          </mc:Choice>
          <mc:Fallback xmlns="">
            <p:pic>
              <p:nvPicPr>
                <p:cNvPr id="89" name="Ink 88">
                  <a:extLst>
                    <a:ext uri="{FF2B5EF4-FFF2-40B4-BE49-F238E27FC236}">
                      <a16:creationId xmlns:a16="http://schemas.microsoft.com/office/drawing/2014/main" id="{21AA9B9C-9F62-5E9C-0A1F-903051456072}"/>
                    </a:ext>
                  </a:extLst>
                </p:cNvPr>
                <p:cNvPicPr/>
                <p:nvPr/>
              </p:nvPicPr>
              <p:blipFill>
                <a:blip r:embed="rId152"/>
                <a:stretch>
                  <a:fillRect/>
                </a:stretch>
              </p:blipFill>
              <p:spPr>
                <a:xfrm>
                  <a:off x="1671510" y="4511364"/>
                  <a:ext cx="42444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0" name="Ink 89">
                  <a:extLst>
                    <a:ext uri="{FF2B5EF4-FFF2-40B4-BE49-F238E27FC236}">
                      <a16:creationId xmlns:a16="http://schemas.microsoft.com/office/drawing/2014/main" id="{3476BB3B-34A6-0EE9-FD28-027772F3E298}"/>
                    </a:ext>
                  </a:extLst>
                </p14:cNvPr>
                <p14:cNvContentPartPr/>
                <p14:nvPr/>
              </p14:nvContentPartPr>
              <p14:xfrm>
                <a:off x="2174790" y="4700004"/>
                <a:ext cx="31320" cy="167040"/>
              </p14:xfrm>
            </p:contentPart>
          </mc:Choice>
          <mc:Fallback xmlns="">
            <p:pic>
              <p:nvPicPr>
                <p:cNvPr id="90" name="Ink 89">
                  <a:extLst>
                    <a:ext uri="{FF2B5EF4-FFF2-40B4-BE49-F238E27FC236}">
                      <a16:creationId xmlns:a16="http://schemas.microsoft.com/office/drawing/2014/main" id="{3476BB3B-34A6-0EE9-FD28-027772F3E298}"/>
                    </a:ext>
                  </a:extLst>
                </p:cNvPr>
                <p:cNvPicPr/>
                <p:nvPr/>
              </p:nvPicPr>
              <p:blipFill>
                <a:blip r:embed="rId154"/>
                <a:stretch>
                  <a:fillRect/>
                </a:stretch>
              </p:blipFill>
              <p:spPr>
                <a:xfrm>
                  <a:off x="2168670" y="4693884"/>
                  <a:ext cx="4356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1" name="Ink 90">
                  <a:extLst>
                    <a:ext uri="{FF2B5EF4-FFF2-40B4-BE49-F238E27FC236}">
                      <a16:creationId xmlns:a16="http://schemas.microsoft.com/office/drawing/2014/main" id="{FF7916CA-938A-C51E-7AC4-00698A4B318A}"/>
                    </a:ext>
                  </a:extLst>
                </p14:cNvPr>
                <p14:cNvContentPartPr/>
                <p14:nvPr/>
              </p14:nvContentPartPr>
              <p14:xfrm>
                <a:off x="2192070" y="4678764"/>
                <a:ext cx="127800" cy="110160"/>
              </p14:xfrm>
            </p:contentPart>
          </mc:Choice>
          <mc:Fallback xmlns="">
            <p:pic>
              <p:nvPicPr>
                <p:cNvPr id="91" name="Ink 90">
                  <a:extLst>
                    <a:ext uri="{FF2B5EF4-FFF2-40B4-BE49-F238E27FC236}">
                      <a16:creationId xmlns:a16="http://schemas.microsoft.com/office/drawing/2014/main" id="{FF7916CA-938A-C51E-7AC4-00698A4B318A}"/>
                    </a:ext>
                  </a:extLst>
                </p:cNvPr>
                <p:cNvPicPr/>
                <p:nvPr/>
              </p:nvPicPr>
              <p:blipFill>
                <a:blip r:embed="rId156"/>
                <a:stretch>
                  <a:fillRect/>
                </a:stretch>
              </p:blipFill>
              <p:spPr>
                <a:xfrm>
                  <a:off x="2185950" y="4672644"/>
                  <a:ext cx="14004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2" name="Ink 91">
                  <a:extLst>
                    <a:ext uri="{FF2B5EF4-FFF2-40B4-BE49-F238E27FC236}">
                      <a16:creationId xmlns:a16="http://schemas.microsoft.com/office/drawing/2014/main" id="{9AB604EE-B4E3-66FC-7097-175D8A70634F}"/>
                    </a:ext>
                  </a:extLst>
                </p14:cNvPr>
                <p14:cNvContentPartPr/>
                <p14:nvPr/>
              </p14:nvContentPartPr>
              <p14:xfrm>
                <a:off x="2348670" y="4683804"/>
                <a:ext cx="60480" cy="144360"/>
              </p14:xfrm>
            </p:contentPart>
          </mc:Choice>
          <mc:Fallback xmlns="">
            <p:pic>
              <p:nvPicPr>
                <p:cNvPr id="92" name="Ink 91">
                  <a:extLst>
                    <a:ext uri="{FF2B5EF4-FFF2-40B4-BE49-F238E27FC236}">
                      <a16:creationId xmlns:a16="http://schemas.microsoft.com/office/drawing/2014/main" id="{9AB604EE-B4E3-66FC-7097-175D8A70634F}"/>
                    </a:ext>
                  </a:extLst>
                </p:cNvPr>
                <p:cNvPicPr/>
                <p:nvPr/>
              </p:nvPicPr>
              <p:blipFill>
                <a:blip r:embed="rId158"/>
                <a:stretch>
                  <a:fillRect/>
                </a:stretch>
              </p:blipFill>
              <p:spPr>
                <a:xfrm>
                  <a:off x="2342550" y="4677684"/>
                  <a:ext cx="7272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3" name="Ink 92">
                  <a:extLst>
                    <a:ext uri="{FF2B5EF4-FFF2-40B4-BE49-F238E27FC236}">
                      <a16:creationId xmlns:a16="http://schemas.microsoft.com/office/drawing/2014/main" id="{550258EB-F429-5226-7846-47E6920ECE26}"/>
                    </a:ext>
                  </a:extLst>
                </p14:cNvPr>
                <p14:cNvContentPartPr/>
                <p14:nvPr/>
              </p14:nvContentPartPr>
              <p14:xfrm>
                <a:off x="2421030" y="4680564"/>
                <a:ext cx="128880" cy="119880"/>
              </p14:xfrm>
            </p:contentPart>
          </mc:Choice>
          <mc:Fallback xmlns="">
            <p:pic>
              <p:nvPicPr>
                <p:cNvPr id="93" name="Ink 92">
                  <a:extLst>
                    <a:ext uri="{FF2B5EF4-FFF2-40B4-BE49-F238E27FC236}">
                      <a16:creationId xmlns:a16="http://schemas.microsoft.com/office/drawing/2014/main" id="{550258EB-F429-5226-7846-47E6920ECE26}"/>
                    </a:ext>
                  </a:extLst>
                </p:cNvPr>
                <p:cNvPicPr/>
                <p:nvPr/>
              </p:nvPicPr>
              <p:blipFill>
                <a:blip r:embed="rId160"/>
                <a:stretch>
                  <a:fillRect/>
                </a:stretch>
              </p:blipFill>
              <p:spPr>
                <a:xfrm>
                  <a:off x="2414910" y="4674444"/>
                  <a:ext cx="1411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4" name="Ink 93">
                  <a:extLst>
                    <a:ext uri="{FF2B5EF4-FFF2-40B4-BE49-F238E27FC236}">
                      <a16:creationId xmlns:a16="http://schemas.microsoft.com/office/drawing/2014/main" id="{E84F8ACA-68AA-5FCE-5308-39EE48BE34DA}"/>
                    </a:ext>
                  </a:extLst>
                </p14:cNvPr>
                <p14:cNvContentPartPr/>
                <p14:nvPr/>
              </p14:nvContentPartPr>
              <p14:xfrm>
                <a:off x="2567190" y="4665804"/>
                <a:ext cx="97200" cy="172800"/>
              </p14:xfrm>
            </p:contentPart>
          </mc:Choice>
          <mc:Fallback xmlns="">
            <p:pic>
              <p:nvPicPr>
                <p:cNvPr id="94" name="Ink 93">
                  <a:extLst>
                    <a:ext uri="{FF2B5EF4-FFF2-40B4-BE49-F238E27FC236}">
                      <a16:creationId xmlns:a16="http://schemas.microsoft.com/office/drawing/2014/main" id="{E84F8ACA-68AA-5FCE-5308-39EE48BE34DA}"/>
                    </a:ext>
                  </a:extLst>
                </p:cNvPr>
                <p:cNvPicPr/>
                <p:nvPr/>
              </p:nvPicPr>
              <p:blipFill>
                <a:blip r:embed="rId162"/>
                <a:stretch>
                  <a:fillRect/>
                </a:stretch>
              </p:blipFill>
              <p:spPr>
                <a:xfrm>
                  <a:off x="2561070" y="4659684"/>
                  <a:ext cx="1094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5" name="Ink 94">
                  <a:extLst>
                    <a:ext uri="{FF2B5EF4-FFF2-40B4-BE49-F238E27FC236}">
                      <a16:creationId xmlns:a16="http://schemas.microsoft.com/office/drawing/2014/main" id="{3092D0C7-DEE8-5461-9D67-12EDF761903D}"/>
                    </a:ext>
                  </a:extLst>
                </p14:cNvPr>
                <p14:cNvContentPartPr/>
                <p14:nvPr/>
              </p14:nvContentPartPr>
              <p14:xfrm>
                <a:off x="2701110" y="4669044"/>
                <a:ext cx="199440" cy="57600"/>
              </p14:xfrm>
            </p:contentPart>
          </mc:Choice>
          <mc:Fallback xmlns="">
            <p:pic>
              <p:nvPicPr>
                <p:cNvPr id="95" name="Ink 94">
                  <a:extLst>
                    <a:ext uri="{FF2B5EF4-FFF2-40B4-BE49-F238E27FC236}">
                      <a16:creationId xmlns:a16="http://schemas.microsoft.com/office/drawing/2014/main" id="{3092D0C7-DEE8-5461-9D67-12EDF761903D}"/>
                    </a:ext>
                  </a:extLst>
                </p:cNvPr>
                <p:cNvPicPr/>
                <p:nvPr/>
              </p:nvPicPr>
              <p:blipFill>
                <a:blip r:embed="rId164"/>
                <a:stretch>
                  <a:fillRect/>
                </a:stretch>
              </p:blipFill>
              <p:spPr>
                <a:xfrm>
                  <a:off x="2694990" y="4662924"/>
                  <a:ext cx="21168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6" name="Ink 95">
                  <a:extLst>
                    <a:ext uri="{FF2B5EF4-FFF2-40B4-BE49-F238E27FC236}">
                      <a16:creationId xmlns:a16="http://schemas.microsoft.com/office/drawing/2014/main" id="{A1EEA073-9973-F090-775F-0BACAC717EB8}"/>
                    </a:ext>
                  </a:extLst>
                </p14:cNvPr>
                <p14:cNvContentPartPr/>
                <p14:nvPr/>
              </p14:nvContentPartPr>
              <p14:xfrm>
                <a:off x="2801910" y="4685244"/>
                <a:ext cx="41760" cy="173880"/>
              </p14:xfrm>
            </p:contentPart>
          </mc:Choice>
          <mc:Fallback xmlns="">
            <p:pic>
              <p:nvPicPr>
                <p:cNvPr id="96" name="Ink 95">
                  <a:extLst>
                    <a:ext uri="{FF2B5EF4-FFF2-40B4-BE49-F238E27FC236}">
                      <a16:creationId xmlns:a16="http://schemas.microsoft.com/office/drawing/2014/main" id="{A1EEA073-9973-F090-775F-0BACAC717EB8}"/>
                    </a:ext>
                  </a:extLst>
                </p:cNvPr>
                <p:cNvPicPr/>
                <p:nvPr/>
              </p:nvPicPr>
              <p:blipFill>
                <a:blip r:embed="rId166"/>
                <a:stretch>
                  <a:fillRect/>
                </a:stretch>
              </p:blipFill>
              <p:spPr>
                <a:xfrm>
                  <a:off x="2795790" y="4679124"/>
                  <a:ext cx="5400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8" name="Ink 97">
                  <a:extLst>
                    <a:ext uri="{FF2B5EF4-FFF2-40B4-BE49-F238E27FC236}">
                      <a16:creationId xmlns:a16="http://schemas.microsoft.com/office/drawing/2014/main" id="{DA3F692E-994B-4E26-982C-BBE0ECAFBB12}"/>
                    </a:ext>
                  </a:extLst>
                </p14:cNvPr>
                <p14:cNvContentPartPr/>
                <p14:nvPr/>
              </p14:nvContentPartPr>
              <p14:xfrm>
                <a:off x="3214110" y="4522884"/>
                <a:ext cx="32400" cy="241560"/>
              </p14:xfrm>
            </p:contentPart>
          </mc:Choice>
          <mc:Fallback xmlns="">
            <p:pic>
              <p:nvPicPr>
                <p:cNvPr id="98" name="Ink 97">
                  <a:extLst>
                    <a:ext uri="{FF2B5EF4-FFF2-40B4-BE49-F238E27FC236}">
                      <a16:creationId xmlns:a16="http://schemas.microsoft.com/office/drawing/2014/main" id="{DA3F692E-994B-4E26-982C-BBE0ECAFBB12}"/>
                    </a:ext>
                  </a:extLst>
                </p:cNvPr>
                <p:cNvPicPr/>
                <p:nvPr/>
              </p:nvPicPr>
              <p:blipFill>
                <a:blip r:embed="rId168"/>
                <a:stretch>
                  <a:fillRect/>
                </a:stretch>
              </p:blipFill>
              <p:spPr>
                <a:xfrm>
                  <a:off x="3207990" y="4516764"/>
                  <a:ext cx="4464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9" name="Ink 98">
                  <a:extLst>
                    <a:ext uri="{FF2B5EF4-FFF2-40B4-BE49-F238E27FC236}">
                      <a16:creationId xmlns:a16="http://schemas.microsoft.com/office/drawing/2014/main" id="{D473D96F-73EA-D0B9-5388-D56813BAA27E}"/>
                    </a:ext>
                  </a:extLst>
                </p14:cNvPr>
                <p14:cNvContentPartPr/>
                <p14:nvPr/>
              </p14:nvContentPartPr>
              <p14:xfrm>
                <a:off x="3169110" y="4748604"/>
                <a:ext cx="16920" cy="178920"/>
              </p14:xfrm>
            </p:contentPart>
          </mc:Choice>
          <mc:Fallback xmlns="">
            <p:pic>
              <p:nvPicPr>
                <p:cNvPr id="99" name="Ink 98">
                  <a:extLst>
                    <a:ext uri="{FF2B5EF4-FFF2-40B4-BE49-F238E27FC236}">
                      <a16:creationId xmlns:a16="http://schemas.microsoft.com/office/drawing/2014/main" id="{D473D96F-73EA-D0B9-5388-D56813BAA27E}"/>
                    </a:ext>
                  </a:extLst>
                </p:cNvPr>
                <p:cNvPicPr/>
                <p:nvPr/>
              </p:nvPicPr>
              <p:blipFill>
                <a:blip r:embed="rId170"/>
                <a:stretch>
                  <a:fillRect/>
                </a:stretch>
              </p:blipFill>
              <p:spPr>
                <a:xfrm>
                  <a:off x="3162990" y="4742484"/>
                  <a:ext cx="2916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0" name="Ink 99">
                  <a:extLst>
                    <a:ext uri="{FF2B5EF4-FFF2-40B4-BE49-F238E27FC236}">
                      <a16:creationId xmlns:a16="http://schemas.microsoft.com/office/drawing/2014/main" id="{A49A56FD-FC7A-17F8-9392-F53D84AA7159}"/>
                    </a:ext>
                  </a:extLst>
                </p14:cNvPr>
                <p14:cNvContentPartPr/>
                <p14:nvPr/>
              </p14:nvContentPartPr>
              <p14:xfrm>
                <a:off x="3151830" y="4738524"/>
                <a:ext cx="147240" cy="57960"/>
              </p14:xfrm>
            </p:contentPart>
          </mc:Choice>
          <mc:Fallback xmlns="">
            <p:pic>
              <p:nvPicPr>
                <p:cNvPr id="100" name="Ink 99">
                  <a:extLst>
                    <a:ext uri="{FF2B5EF4-FFF2-40B4-BE49-F238E27FC236}">
                      <a16:creationId xmlns:a16="http://schemas.microsoft.com/office/drawing/2014/main" id="{A49A56FD-FC7A-17F8-9392-F53D84AA7159}"/>
                    </a:ext>
                  </a:extLst>
                </p:cNvPr>
                <p:cNvPicPr/>
                <p:nvPr/>
              </p:nvPicPr>
              <p:blipFill>
                <a:blip r:embed="rId172"/>
                <a:stretch>
                  <a:fillRect/>
                </a:stretch>
              </p:blipFill>
              <p:spPr>
                <a:xfrm>
                  <a:off x="3145710" y="4732404"/>
                  <a:ext cx="15948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1" name="Ink 100">
                  <a:extLst>
                    <a:ext uri="{FF2B5EF4-FFF2-40B4-BE49-F238E27FC236}">
                      <a16:creationId xmlns:a16="http://schemas.microsoft.com/office/drawing/2014/main" id="{9DE997ED-B011-4F63-95B0-1ABE6AE0C37C}"/>
                    </a:ext>
                  </a:extLst>
                </p14:cNvPr>
                <p14:cNvContentPartPr/>
                <p14:nvPr/>
              </p14:nvContentPartPr>
              <p14:xfrm>
                <a:off x="3163350" y="4810164"/>
                <a:ext cx="126000" cy="124200"/>
              </p14:xfrm>
            </p:contentPart>
          </mc:Choice>
          <mc:Fallback xmlns="">
            <p:pic>
              <p:nvPicPr>
                <p:cNvPr id="101" name="Ink 100">
                  <a:extLst>
                    <a:ext uri="{FF2B5EF4-FFF2-40B4-BE49-F238E27FC236}">
                      <a16:creationId xmlns:a16="http://schemas.microsoft.com/office/drawing/2014/main" id="{9DE997ED-B011-4F63-95B0-1ABE6AE0C37C}"/>
                    </a:ext>
                  </a:extLst>
                </p:cNvPr>
                <p:cNvPicPr/>
                <p:nvPr/>
              </p:nvPicPr>
              <p:blipFill>
                <a:blip r:embed="rId174"/>
                <a:stretch>
                  <a:fillRect/>
                </a:stretch>
              </p:blipFill>
              <p:spPr>
                <a:xfrm>
                  <a:off x="3157230" y="4804044"/>
                  <a:ext cx="1382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2" name="Ink 101">
                  <a:extLst>
                    <a:ext uri="{FF2B5EF4-FFF2-40B4-BE49-F238E27FC236}">
                      <a16:creationId xmlns:a16="http://schemas.microsoft.com/office/drawing/2014/main" id="{32F4F0FB-6962-8E1A-21D1-461423C0854C}"/>
                    </a:ext>
                  </a:extLst>
                </p14:cNvPr>
                <p14:cNvContentPartPr/>
                <p14:nvPr/>
              </p14:nvContentPartPr>
              <p14:xfrm>
                <a:off x="3290790" y="4758324"/>
                <a:ext cx="137880" cy="140400"/>
              </p14:xfrm>
            </p:contentPart>
          </mc:Choice>
          <mc:Fallback xmlns="">
            <p:pic>
              <p:nvPicPr>
                <p:cNvPr id="102" name="Ink 101">
                  <a:extLst>
                    <a:ext uri="{FF2B5EF4-FFF2-40B4-BE49-F238E27FC236}">
                      <a16:creationId xmlns:a16="http://schemas.microsoft.com/office/drawing/2014/main" id="{32F4F0FB-6962-8E1A-21D1-461423C0854C}"/>
                    </a:ext>
                  </a:extLst>
                </p:cNvPr>
                <p:cNvPicPr/>
                <p:nvPr/>
              </p:nvPicPr>
              <p:blipFill>
                <a:blip r:embed="rId176"/>
                <a:stretch>
                  <a:fillRect/>
                </a:stretch>
              </p:blipFill>
              <p:spPr>
                <a:xfrm>
                  <a:off x="3284670" y="4752204"/>
                  <a:ext cx="15012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3" name="Ink 102">
                  <a:extLst>
                    <a:ext uri="{FF2B5EF4-FFF2-40B4-BE49-F238E27FC236}">
                      <a16:creationId xmlns:a16="http://schemas.microsoft.com/office/drawing/2014/main" id="{7B017F27-C14F-55DD-8544-0603D9C6C843}"/>
                    </a:ext>
                  </a:extLst>
                </p14:cNvPr>
                <p14:cNvContentPartPr/>
                <p14:nvPr/>
              </p14:nvContentPartPr>
              <p14:xfrm>
                <a:off x="3459630" y="4732764"/>
                <a:ext cx="55080" cy="153360"/>
              </p14:xfrm>
            </p:contentPart>
          </mc:Choice>
          <mc:Fallback xmlns="">
            <p:pic>
              <p:nvPicPr>
                <p:cNvPr id="103" name="Ink 102">
                  <a:extLst>
                    <a:ext uri="{FF2B5EF4-FFF2-40B4-BE49-F238E27FC236}">
                      <a16:creationId xmlns:a16="http://schemas.microsoft.com/office/drawing/2014/main" id="{7B017F27-C14F-55DD-8544-0603D9C6C843}"/>
                    </a:ext>
                  </a:extLst>
                </p:cNvPr>
                <p:cNvPicPr/>
                <p:nvPr/>
              </p:nvPicPr>
              <p:blipFill>
                <a:blip r:embed="rId178"/>
                <a:stretch>
                  <a:fillRect/>
                </a:stretch>
              </p:blipFill>
              <p:spPr>
                <a:xfrm>
                  <a:off x="3453510" y="4726644"/>
                  <a:ext cx="673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4" name="Ink 103">
                  <a:extLst>
                    <a:ext uri="{FF2B5EF4-FFF2-40B4-BE49-F238E27FC236}">
                      <a16:creationId xmlns:a16="http://schemas.microsoft.com/office/drawing/2014/main" id="{BF5B83EF-F782-05CA-2E7D-D73F1B3AAB8D}"/>
                    </a:ext>
                  </a:extLst>
                </p14:cNvPr>
                <p14:cNvContentPartPr/>
                <p14:nvPr/>
              </p14:nvContentPartPr>
              <p14:xfrm>
                <a:off x="3497070" y="4711884"/>
                <a:ext cx="123840" cy="90000"/>
              </p14:xfrm>
            </p:contentPart>
          </mc:Choice>
          <mc:Fallback xmlns="">
            <p:pic>
              <p:nvPicPr>
                <p:cNvPr id="104" name="Ink 103">
                  <a:extLst>
                    <a:ext uri="{FF2B5EF4-FFF2-40B4-BE49-F238E27FC236}">
                      <a16:creationId xmlns:a16="http://schemas.microsoft.com/office/drawing/2014/main" id="{BF5B83EF-F782-05CA-2E7D-D73F1B3AAB8D}"/>
                    </a:ext>
                  </a:extLst>
                </p:cNvPr>
                <p:cNvPicPr/>
                <p:nvPr/>
              </p:nvPicPr>
              <p:blipFill>
                <a:blip r:embed="rId180"/>
                <a:stretch>
                  <a:fillRect/>
                </a:stretch>
              </p:blipFill>
              <p:spPr>
                <a:xfrm>
                  <a:off x="3490950" y="4705764"/>
                  <a:ext cx="1360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23" name="Ink 122">
                  <a:extLst>
                    <a:ext uri="{FF2B5EF4-FFF2-40B4-BE49-F238E27FC236}">
                      <a16:creationId xmlns:a16="http://schemas.microsoft.com/office/drawing/2014/main" id="{5ABB7BCB-CF98-59C3-A05A-E44E8FA944E8}"/>
                    </a:ext>
                  </a:extLst>
                </p14:cNvPr>
                <p14:cNvContentPartPr/>
                <p14:nvPr/>
              </p14:nvContentPartPr>
              <p14:xfrm>
                <a:off x="3210510" y="4958844"/>
                <a:ext cx="322200" cy="29160"/>
              </p14:xfrm>
            </p:contentPart>
          </mc:Choice>
          <mc:Fallback xmlns="">
            <p:pic>
              <p:nvPicPr>
                <p:cNvPr id="123" name="Ink 122">
                  <a:extLst>
                    <a:ext uri="{FF2B5EF4-FFF2-40B4-BE49-F238E27FC236}">
                      <a16:creationId xmlns:a16="http://schemas.microsoft.com/office/drawing/2014/main" id="{5ABB7BCB-CF98-59C3-A05A-E44E8FA944E8}"/>
                    </a:ext>
                  </a:extLst>
                </p:cNvPr>
                <p:cNvPicPr/>
                <p:nvPr/>
              </p:nvPicPr>
              <p:blipFill>
                <a:blip r:embed="rId182"/>
                <a:stretch>
                  <a:fillRect/>
                </a:stretch>
              </p:blipFill>
              <p:spPr>
                <a:xfrm>
                  <a:off x="3204390" y="4952724"/>
                  <a:ext cx="3344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25" name="Ink 124">
                  <a:extLst>
                    <a:ext uri="{FF2B5EF4-FFF2-40B4-BE49-F238E27FC236}">
                      <a16:creationId xmlns:a16="http://schemas.microsoft.com/office/drawing/2014/main" id="{B2668D55-E342-8C49-0EBF-2A55EF843B8D}"/>
                    </a:ext>
                  </a:extLst>
                </p14:cNvPr>
                <p14:cNvContentPartPr/>
                <p14:nvPr/>
              </p14:nvContentPartPr>
              <p14:xfrm>
                <a:off x="2214390" y="4873524"/>
                <a:ext cx="774000" cy="62280"/>
              </p14:xfrm>
            </p:contentPart>
          </mc:Choice>
          <mc:Fallback xmlns="">
            <p:pic>
              <p:nvPicPr>
                <p:cNvPr id="125" name="Ink 124">
                  <a:extLst>
                    <a:ext uri="{FF2B5EF4-FFF2-40B4-BE49-F238E27FC236}">
                      <a16:creationId xmlns:a16="http://schemas.microsoft.com/office/drawing/2014/main" id="{B2668D55-E342-8C49-0EBF-2A55EF843B8D}"/>
                    </a:ext>
                  </a:extLst>
                </p:cNvPr>
                <p:cNvPicPr/>
                <p:nvPr/>
              </p:nvPicPr>
              <p:blipFill>
                <a:blip r:embed="rId184"/>
                <a:stretch>
                  <a:fillRect/>
                </a:stretch>
              </p:blipFill>
              <p:spPr>
                <a:xfrm>
                  <a:off x="2208270" y="4867404"/>
                  <a:ext cx="78624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26" name="Ink 125">
                  <a:extLst>
                    <a:ext uri="{FF2B5EF4-FFF2-40B4-BE49-F238E27FC236}">
                      <a16:creationId xmlns:a16="http://schemas.microsoft.com/office/drawing/2014/main" id="{B4D39924-477C-8097-601D-F15D6150F5CF}"/>
                    </a:ext>
                  </a:extLst>
                </p14:cNvPr>
                <p14:cNvContentPartPr/>
                <p14:nvPr/>
              </p14:nvContentPartPr>
              <p14:xfrm>
                <a:off x="2588070" y="4718364"/>
                <a:ext cx="68040" cy="96840"/>
              </p14:xfrm>
            </p:contentPart>
          </mc:Choice>
          <mc:Fallback xmlns="">
            <p:pic>
              <p:nvPicPr>
                <p:cNvPr id="126" name="Ink 125">
                  <a:extLst>
                    <a:ext uri="{FF2B5EF4-FFF2-40B4-BE49-F238E27FC236}">
                      <a16:creationId xmlns:a16="http://schemas.microsoft.com/office/drawing/2014/main" id="{B4D39924-477C-8097-601D-F15D6150F5CF}"/>
                    </a:ext>
                  </a:extLst>
                </p:cNvPr>
                <p:cNvPicPr/>
                <p:nvPr/>
              </p:nvPicPr>
              <p:blipFill>
                <a:blip r:embed="rId186"/>
                <a:stretch>
                  <a:fillRect/>
                </a:stretch>
              </p:blipFill>
              <p:spPr>
                <a:xfrm>
                  <a:off x="2581950" y="4712244"/>
                  <a:ext cx="80280" cy="109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7">
            <p14:nvContentPartPr>
              <p14:cNvPr id="128" name="Ink 127">
                <a:extLst>
                  <a:ext uri="{FF2B5EF4-FFF2-40B4-BE49-F238E27FC236}">
                    <a16:creationId xmlns:a16="http://schemas.microsoft.com/office/drawing/2014/main" id="{97952446-7FE2-9A8A-2B48-79209A82A3E9}"/>
                  </a:ext>
                </a:extLst>
              </p14:cNvPr>
              <p14:cNvContentPartPr/>
              <p14:nvPr/>
            </p14:nvContentPartPr>
            <p14:xfrm>
              <a:off x="6577230" y="4679484"/>
              <a:ext cx="147960" cy="95040"/>
            </p14:xfrm>
          </p:contentPart>
        </mc:Choice>
        <mc:Fallback xmlns="">
          <p:pic>
            <p:nvPicPr>
              <p:cNvPr id="128" name="Ink 127">
                <a:extLst>
                  <a:ext uri="{FF2B5EF4-FFF2-40B4-BE49-F238E27FC236}">
                    <a16:creationId xmlns:a16="http://schemas.microsoft.com/office/drawing/2014/main" id="{97952446-7FE2-9A8A-2B48-79209A82A3E9}"/>
                  </a:ext>
                </a:extLst>
              </p:cNvPr>
              <p:cNvPicPr/>
              <p:nvPr/>
            </p:nvPicPr>
            <p:blipFill>
              <a:blip r:embed="rId188"/>
              <a:stretch>
                <a:fillRect/>
              </a:stretch>
            </p:blipFill>
            <p:spPr>
              <a:xfrm>
                <a:off x="6571110" y="4673364"/>
                <a:ext cx="1602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29" name="Ink 128">
                <a:extLst>
                  <a:ext uri="{FF2B5EF4-FFF2-40B4-BE49-F238E27FC236}">
                    <a16:creationId xmlns:a16="http://schemas.microsoft.com/office/drawing/2014/main" id="{A9271895-923B-D919-62F5-17A2509AD01D}"/>
                  </a:ext>
                </a:extLst>
              </p14:cNvPr>
              <p14:cNvContentPartPr/>
              <p14:nvPr/>
            </p14:nvContentPartPr>
            <p14:xfrm>
              <a:off x="6666150" y="4908084"/>
              <a:ext cx="16200" cy="46080"/>
            </p14:xfrm>
          </p:contentPart>
        </mc:Choice>
        <mc:Fallback xmlns="">
          <p:pic>
            <p:nvPicPr>
              <p:cNvPr id="129" name="Ink 128">
                <a:extLst>
                  <a:ext uri="{FF2B5EF4-FFF2-40B4-BE49-F238E27FC236}">
                    <a16:creationId xmlns:a16="http://schemas.microsoft.com/office/drawing/2014/main" id="{A9271895-923B-D919-62F5-17A2509AD01D}"/>
                  </a:ext>
                </a:extLst>
              </p:cNvPr>
              <p:cNvPicPr/>
              <p:nvPr/>
            </p:nvPicPr>
            <p:blipFill>
              <a:blip r:embed="rId190"/>
              <a:stretch>
                <a:fillRect/>
              </a:stretch>
            </p:blipFill>
            <p:spPr>
              <a:xfrm>
                <a:off x="6660030" y="4901964"/>
                <a:ext cx="2844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30" name="Ink 129">
                <a:extLst>
                  <a:ext uri="{FF2B5EF4-FFF2-40B4-BE49-F238E27FC236}">
                    <a16:creationId xmlns:a16="http://schemas.microsoft.com/office/drawing/2014/main" id="{22F65268-EFA9-082D-C9EA-A3B5707D15D5}"/>
                  </a:ext>
                </a:extLst>
              </p14:cNvPr>
              <p14:cNvContentPartPr/>
              <p14:nvPr/>
            </p14:nvContentPartPr>
            <p14:xfrm>
              <a:off x="7237470" y="4675524"/>
              <a:ext cx="160200" cy="143280"/>
            </p14:xfrm>
          </p:contentPart>
        </mc:Choice>
        <mc:Fallback xmlns="">
          <p:pic>
            <p:nvPicPr>
              <p:cNvPr id="130" name="Ink 129">
                <a:extLst>
                  <a:ext uri="{FF2B5EF4-FFF2-40B4-BE49-F238E27FC236}">
                    <a16:creationId xmlns:a16="http://schemas.microsoft.com/office/drawing/2014/main" id="{22F65268-EFA9-082D-C9EA-A3B5707D15D5}"/>
                  </a:ext>
                </a:extLst>
              </p:cNvPr>
              <p:cNvPicPr/>
              <p:nvPr/>
            </p:nvPicPr>
            <p:blipFill>
              <a:blip r:embed="rId192"/>
              <a:stretch>
                <a:fillRect/>
              </a:stretch>
            </p:blipFill>
            <p:spPr>
              <a:xfrm>
                <a:off x="7231350" y="4669404"/>
                <a:ext cx="1724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31" name="Ink 130">
                <a:extLst>
                  <a:ext uri="{FF2B5EF4-FFF2-40B4-BE49-F238E27FC236}">
                    <a16:creationId xmlns:a16="http://schemas.microsoft.com/office/drawing/2014/main" id="{6AF54318-B3C1-6462-C7B9-F908D4C599D0}"/>
                  </a:ext>
                </a:extLst>
              </p14:cNvPr>
              <p14:cNvContentPartPr/>
              <p14:nvPr/>
            </p14:nvContentPartPr>
            <p14:xfrm>
              <a:off x="7334670" y="4931844"/>
              <a:ext cx="39240" cy="49680"/>
            </p14:xfrm>
          </p:contentPart>
        </mc:Choice>
        <mc:Fallback xmlns="">
          <p:pic>
            <p:nvPicPr>
              <p:cNvPr id="131" name="Ink 130">
                <a:extLst>
                  <a:ext uri="{FF2B5EF4-FFF2-40B4-BE49-F238E27FC236}">
                    <a16:creationId xmlns:a16="http://schemas.microsoft.com/office/drawing/2014/main" id="{6AF54318-B3C1-6462-C7B9-F908D4C599D0}"/>
                  </a:ext>
                </a:extLst>
              </p:cNvPr>
              <p:cNvPicPr/>
              <p:nvPr/>
            </p:nvPicPr>
            <p:blipFill>
              <a:blip r:embed="rId194"/>
              <a:stretch>
                <a:fillRect/>
              </a:stretch>
            </p:blipFill>
            <p:spPr>
              <a:xfrm>
                <a:off x="7328550" y="4925724"/>
                <a:ext cx="51480" cy="61920"/>
              </a:xfrm>
              <a:prstGeom prst="rect">
                <a:avLst/>
              </a:prstGeom>
            </p:spPr>
          </p:pic>
        </mc:Fallback>
      </mc:AlternateContent>
      <p:grpSp>
        <p:nvGrpSpPr>
          <p:cNvPr id="144" name="Group 143">
            <a:extLst>
              <a:ext uri="{FF2B5EF4-FFF2-40B4-BE49-F238E27FC236}">
                <a16:creationId xmlns:a16="http://schemas.microsoft.com/office/drawing/2014/main" id="{0882379B-F075-3051-C470-766F1B7DF056}"/>
              </a:ext>
            </a:extLst>
          </p:cNvPr>
          <p:cNvGrpSpPr/>
          <p:nvPr/>
        </p:nvGrpSpPr>
        <p:grpSpPr>
          <a:xfrm>
            <a:off x="1590870" y="652524"/>
            <a:ext cx="3101760" cy="1598760"/>
            <a:chOff x="1590870" y="652524"/>
            <a:chExt cx="3101760" cy="1598760"/>
          </a:xfrm>
        </p:grpSpPr>
        <mc:AlternateContent xmlns:mc="http://schemas.openxmlformats.org/markup-compatibility/2006" xmlns:p14="http://schemas.microsoft.com/office/powerpoint/2010/main">
          <mc:Choice Requires="p14">
            <p:contentPart p14:bwMode="auto" r:id="rId195">
              <p14:nvContentPartPr>
                <p14:cNvPr id="107" name="Ink 106">
                  <a:extLst>
                    <a:ext uri="{FF2B5EF4-FFF2-40B4-BE49-F238E27FC236}">
                      <a16:creationId xmlns:a16="http://schemas.microsoft.com/office/drawing/2014/main" id="{3317D721-82C4-AB88-8D35-E97951F42807}"/>
                    </a:ext>
                  </a:extLst>
                </p14:cNvPr>
                <p14:cNvContentPartPr/>
                <p14:nvPr/>
              </p14:nvContentPartPr>
              <p14:xfrm>
                <a:off x="3693630" y="1946724"/>
                <a:ext cx="161640" cy="181800"/>
              </p14:xfrm>
            </p:contentPart>
          </mc:Choice>
          <mc:Fallback xmlns="">
            <p:pic>
              <p:nvPicPr>
                <p:cNvPr id="107" name="Ink 106">
                  <a:extLst>
                    <a:ext uri="{FF2B5EF4-FFF2-40B4-BE49-F238E27FC236}">
                      <a16:creationId xmlns:a16="http://schemas.microsoft.com/office/drawing/2014/main" id="{3317D721-82C4-AB88-8D35-E97951F42807}"/>
                    </a:ext>
                  </a:extLst>
                </p:cNvPr>
                <p:cNvPicPr/>
                <p:nvPr/>
              </p:nvPicPr>
              <p:blipFill>
                <a:blip r:embed="rId196"/>
                <a:stretch>
                  <a:fillRect/>
                </a:stretch>
              </p:blipFill>
              <p:spPr>
                <a:xfrm>
                  <a:off x="3687510" y="1940604"/>
                  <a:ext cx="1738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08" name="Ink 107">
                  <a:extLst>
                    <a:ext uri="{FF2B5EF4-FFF2-40B4-BE49-F238E27FC236}">
                      <a16:creationId xmlns:a16="http://schemas.microsoft.com/office/drawing/2014/main" id="{76F2ED33-D265-9527-164D-3AD38502891E}"/>
                    </a:ext>
                  </a:extLst>
                </p14:cNvPr>
                <p14:cNvContentPartPr/>
                <p14:nvPr/>
              </p14:nvContentPartPr>
              <p14:xfrm>
                <a:off x="3871110" y="2014044"/>
                <a:ext cx="53280" cy="127800"/>
              </p14:xfrm>
            </p:contentPart>
          </mc:Choice>
          <mc:Fallback xmlns="">
            <p:pic>
              <p:nvPicPr>
                <p:cNvPr id="108" name="Ink 107">
                  <a:extLst>
                    <a:ext uri="{FF2B5EF4-FFF2-40B4-BE49-F238E27FC236}">
                      <a16:creationId xmlns:a16="http://schemas.microsoft.com/office/drawing/2014/main" id="{76F2ED33-D265-9527-164D-3AD38502891E}"/>
                    </a:ext>
                  </a:extLst>
                </p:cNvPr>
                <p:cNvPicPr/>
                <p:nvPr/>
              </p:nvPicPr>
              <p:blipFill>
                <a:blip r:embed="rId198"/>
                <a:stretch>
                  <a:fillRect/>
                </a:stretch>
              </p:blipFill>
              <p:spPr>
                <a:xfrm>
                  <a:off x="3864990" y="2007924"/>
                  <a:ext cx="6552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09" name="Ink 108">
                  <a:extLst>
                    <a:ext uri="{FF2B5EF4-FFF2-40B4-BE49-F238E27FC236}">
                      <a16:creationId xmlns:a16="http://schemas.microsoft.com/office/drawing/2014/main" id="{2D1A7BE3-695F-D34F-79E9-0F959966C6CC}"/>
                    </a:ext>
                  </a:extLst>
                </p14:cNvPr>
                <p14:cNvContentPartPr/>
                <p14:nvPr/>
              </p14:nvContentPartPr>
              <p14:xfrm>
                <a:off x="3929790" y="1990284"/>
                <a:ext cx="279000" cy="189720"/>
              </p14:xfrm>
            </p:contentPart>
          </mc:Choice>
          <mc:Fallback xmlns="">
            <p:pic>
              <p:nvPicPr>
                <p:cNvPr id="109" name="Ink 108">
                  <a:extLst>
                    <a:ext uri="{FF2B5EF4-FFF2-40B4-BE49-F238E27FC236}">
                      <a16:creationId xmlns:a16="http://schemas.microsoft.com/office/drawing/2014/main" id="{2D1A7BE3-695F-D34F-79E9-0F959966C6CC}"/>
                    </a:ext>
                  </a:extLst>
                </p:cNvPr>
                <p:cNvPicPr/>
                <p:nvPr/>
              </p:nvPicPr>
              <p:blipFill>
                <a:blip r:embed="rId200"/>
                <a:stretch>
                  <a:fillRect/>
                </a:stretch>
              </p:blipFill>
              <p:spPr>
                <a:xfrm>
                  <a:off x="3923670" y="1984164"/>
                  <a:ext cx="2912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10" name="Ink 109">
                  <a:extLst>
                    <a:ext uri="{FF2B5EF4-FFF2-40B4-BE49-F238E27FC236}">
                      <a16:creationId xmlns:a16="http://schemas.microsoft.com/office/drawing/2014/main" id="{50E1A161-7E26-C259-238D-E34BAB80C376}"/>
                    </a:ext>
                  </a:extLst>
                </p14:cNvPr>
                <p14:cNvContentPartPr/>
                <p14:nvPr/>
              </p14:nvContentPartPr>
              <p14:xfrm>
                <a:off x="4316070" y="1931964"/>
                <a:ext cx="144720" cy="184680"/>
              </p14:xfrm>
            </p:contentPart>
          </mc:Choice>
          <mc:Fallback xmlns="">
            <p:pic>
              <p:nvPicPr>
                <p:cNvPr id="110" name="Ink 109">
                  <a:extLst>
                    <a:ext uri="{FF2B5EF4-FFF2-40B4-BE49-F238E27FC236}">
                      <a16:creationId xmlns:a16="http://schemas.microsoft.com/office/drawing/2014/main" id="{50E1A161-7E26-C259-238D-E34BAB80C376}"/>
                    </a:ext>
                  </a:extLst>
                </p:cNvPr>
                <p:cNvPicPr/>
                <p:nvPr/>
              </p:nvPicPr>
              <p:blipFill>
                <a:blip r:embed="rId202"/>
                <a:stretch>
                  <a:fillRect/>
                </a:stretch>
              </p:blipFill>
              <p:spPr>
                <a:xfrm>
                  <a:off x="4309950" y="1925844"/>
                  <a:ext cx="15696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11" name="Ink 110">
                  <a:extLst>
                    <a:ext uri="{FF2B5EF4-FFF2-40B4-BE49-F238E27FC236}">
                      <a16:creationId xmlns:a16="http://schemas.microsoft.com/office/drawing/2014/main" id="{FA60E1AF-B3B2-938C-DEB4-31934F86D27C}"/>
                    </a:ext>
                  </a:extLst>
                </p14:cNvPr>
                <p14:cNvContentPartPr/>
                <p14:nvPr/>
              </p14:nvContentPartPr>
              <p14:xfrm>
                <a:off x="4448910" y="2024844"/>
                <a:ext cx="170640" cy="109800"/>
              </p14:xfrm>
            </p:contentPart>
          </mc:Choice>
          <mc:Fallback xmlns="">
            <p:pic>
              <p:nvPicPr>
                <p:cNvPr id="111" name="Ink 110">
                  <a:extLst>
                    <a:ext uri="{FF2B5EF4-FFF2-40B4-BE49-F238E27FC236}">
                      <a16:creationId xmlns:a16="http://schemas.microsoft.com/office/drawing/2014/main" id="{FA60E1AF-B3B2-938C-DEB4-31934F86D27C}"/>
                    </a:ext>
                  </a:extLst>
                </p:cNvPr>
                <p:cNvPicPr/>
                <p:nvPr/>
              </p:nvPicPr>
              <p:blipFill>
                <a:blip r:embed="rId204"/>
                <a:stretch>
                  <a:fillRect/>
                </a:stretch>
              </p:blipFill>
              <p:spPr>
                <a:xfrm>
                  <a:off x="4442790" y="2018724"/>
                  <a:ext cx="18288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12" name="Ink 111">
                  <a:extLst>
                    <a:ext uri="{FF2B5EF4-FFF2-40B4-BE49-F238E27FC236}">
                      <a16:creationId xmlns:a16="http://schemas.microsoft.com/office/drawing/2014/main" id="{5EB8BBAD-025F-323C-8110-991EE012E0C4}"/>
                    </a:ext>
                  </a:extLst>
                </p14:cNvPr>
                <p14:cNvContentPartPr/>
                <p14:nvPr/>
              </p14:nvContentPartPr>
              <p14:xfrm>
                <a:off x="4671750" y="1890924"/>
                <a:ext cx="20880" cy="223920"/>
              </p14:xfrm>
            </p:contentPart>
          </mc:Choice>
          <mc:Fallback xmlns="">
            <p:pic>
              <p:nvPicPr>
                <p:cNvPr id="112" name="Ink 111">
                  <a:extLst>
                    <a:ext uri="{FF2B5EF4-FFF2-40B4-BE49-F238E27FC236}">
                      <a16:creationId xmlns:a16="http://schemas.microsoft.com/office/drawing/2014/main" id="{5EB8BBAD-025F-323C-8110-991EE012E0C4}"/>
                    </a:ext>
                  </a:extLst>
                </p:cNvPr>
                <p:cNvPicPr/>
                <p:nvPr/>
              </p:nvPicPr>
              <p:blipFill>
                <a:blip r:embed="rId206"/>
                <a:stretch>
                  <a:fillRect/>
                </a:stretch>
              </p:blipFill>
              <p:spPr>
                <a:xfrm>
                  <a:off x="4665630" y="1884804"/>
                  <a:ext cx="331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32" name="Ink 131">
                  <a:extLst>
                    <a:ext uri="{FF2B5EF4-FFF2-40B4-BE49-F238E27FC236}">
                      <a16:creationId xmlns:a16="http://schemas.microsoft.com/office/drawing/2014/main" id="{E736A1E5-A6F8-F530-9DE4-8F398A126E96}"/>
                    </a:ext>
                  </a:extLst>
                </p14:cNvPr>
                <p14:cNvContentPartPr/>
                <p14:nvPr/>
              </p14:nvContentPartPr>
              <p14:xfrm>
                <a:off x="1590870" y="1532724"/>
                <a:ext cx="1339200" cy="718560"/>
              </p14:xfrm>
            </p:contentPart>
          </mc:Choice>
          <mc:Fallback xmlns="">
            <p:pic>
              <p:nvPicPr>
                <p:cNvPr id="132" name="Ink 131">
                  <a:extLst>
                    <a:ext uri="{FF2B5EF4-FFF2-40B4-BE49-F238E27FC236}">
                      <a16:creationId xmlns:a16="http://schemas.microsoft.com/office/drawing/2014/main" id="{E736A1E5-A6F8-F530-9DE4-8F398A126E96}"/>
                    </a:ext>
                  </a:extLst>
                </p:cNvPr>
                <p:cNvPicPr/>
                <p:nvPr/>
              </p:nvPicPr>
              <p:blipFill>
                <a:blip r:embed="rId208"/>
                <a:stretch>
                  <a:fillRect/>
                </a:stretch>
              </p:blipFill>
              <p:spPr>
                <a:xfrm>
                  <a:off x="1584750" y="1526604"/>
                  <a:ext cx="1351440" cy="7308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33" name="Ink 132">
                  <a:extLst>
                    <a:ext uri="{FF2B5EF4-FFF2-40B4-BE49-F238E27FC236}">
                      <a16:creationId xmlns:a16="http://schemas.microsoft.com/office/drawing/2014/main" id="{9E090E5C-4168-1568-CAA0-4EEC011669DF}"/>
                    </a:ext>
                  </a:extLst>
                </p14:cNvPr>
                <p14:cNvContentPartPr/>
                <p14:nvPr/>
              </p14:nvContentPartPr>
              <p14:xfrm>
                <a:off x="2287470" y="1271004"/>
                <a:ext cx="85680" cy="236880"/>
              </p14:xfrm>
            </p:contentPart>
          </mc:Choice>
          <mc:Fallback xmlns="">
            <p:pic>
              <p:nvPicPr>
                <p:cNvPr id="133" name="Ink 132">
                  <a:extLst>
                    <a:ext uri="{FF2B5EF4-FFF2-40B4-BE49-F238E27FC236}">
                      <a16:creationId xmlns:a16="http://schemas.microsoft.com/office/drawing/2014/main" id="{9E090E5C-4168-1568-CAA0-4EEC011669DF}"/>
                    </a:ext>
                  </a:extLst>
                </p:cNvPr>
                <p:cNvPicPr/>
                <p:nvPr/>
              </p:nvPicPr>
              <p:blipFill>
                <a:blip r:embed="rId210"/>
                <a:stretch>
                  <a:fillRect/>
                </a:stretch>
              </p:blipFill>
              <p:spPr>
                <a:xfrm>
                  <a:off x="2281350" y="1264884"/>
                  <a:ext cx="9792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34" name="Ink 133">
                  <a:extLst>
                    <a:ext uri="{FF2B5EF4-FFF2-40B4-BE49-F238E27FC236}">
                      <a16:creationId xmlns:a16="http://schemas.microsoft.com/office/drawing/2014/main" id="{6808FB1C-807B-885B-6FED-63EC74EE0DE9}"/>
                    </a:ext>
                  </a:extLst>
                </p14:cNvPr>
                <p14:cNvContentPartPr/>
                <p14:nvPr/>
              </p14:nvContentPartPr>
              <p14:xfrm>
                <a:off x="2289630" y="1141764"/>
                <a:ext cx="203040" cy="277920"/>
              </p14:xfrm>
            </p:contentPart>
          </mc:Choice>
          <mc:Fallback xmlns="">
            <p:pic>
              <p:nvPicPr>
                <p:cNvPr id="134" name="Ink 133">
                  <a:extLst>
                    <a:ext uri="{FF2B5EF4-FFF2-40B4-BE49-F238E27FC236}">
                      <a16:creationId xmlns:a16="http://schemas.microsoft.com/office/drawing/2014/main" id="{6808FB1C-807B-885B-6FED-63EC74EE0DE9}"/>
                    </a:ext>
                  </a:extLst>
                </p:cNvPr>
                <p:cNvPicPr/>
                <p:nvPr/>
              </p:nvPicPr>
              <p:blipFill>
                <a:blip r:embed="rId212"/>
                <a:stretch>
                  <a:fillRect/>
                </a:stretch>
              </p:blipFill>
              <p:spPr>
                <a:xfrm>
                  <a:off x="2283510" y="1135644"/>
                  <a:ext cx="21528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35" name="Ink 134">
                  <a:extLst>
                    <a:ext uri="{FF2B5EF4-FFF2-40B4-BE49-F238E27FC236}">
                      <a16:creationId xmlns:a16="http://schemas.microsoft.com/office/drawing/2014/main" id="{AE631FB9-3942-191A-CDEB-BEC262398172}"/>
                    </a:ext>
                  </a:extLst>
                </p14:cNvPr>
                <p14:cNvContentPartPr/>
                <p14:nvPr/>
              </p14:nvContentPartPr>
              <p14:xfrm>
                <a:off x="2532990" y="790764"/>
                <a:ext cx="775800" cy="636120"/>
              </p14:xfrm>
            </p:contentPart>
          </mc:Choice>
          <mc:Fallback xmlns="">
            <p:pic>
              <p:nvPicPr>
                <p:cNvPr id="135" name="Ink 134">
                  <a:extLst>
                    <a:ext uri="{FF2B5EF4-FFF2-40B4-BE49-F238E27FC236}">
                      <a16:creationId xmlns:a16="http://schemas.microsoft.com/office/drawing/2014/main" id="{AE631FB9-3942-191A-CDEB-BEC262398172}"/>
                    </a:ext>
                  </a:extLst>
                </p:cNvPr>
                <p:cNvPicPr/>
                <p:nvPr/>
              </p:nvPicPr>
              <p:blipFill>
                <a:blip r:embed="rId214"/>
                <a:stretch>
                  <a:fillRect/>
                </a:stretch>
              </p:blipFill>
              <p:spPr>
                <a:xfrm>
                  <a:off x="2526870" y="784644"/>
                  <a:ext cx="788040" cy="6483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36" name="Ink 135">
                  <a:extLst>
                    <a:ext uri="{FF2B5EF4-FFF2-40B4-BE49-F238E27FC236}">
                      <a16:creationId xmlns:a16="http://schemas.microsoft.com/office/drawing/2014/main" id="{D4E30D04-3736-9508-7B21-A6750783FC12}"/>
                    </a:ext>
                  </a:extLst>
                </p14:cNvPr>
                <p14:cNvContentPartPr/>
                <p14:nvPr/>
              </p14:nvContentPartPr>
              <p14:xfrm>
                <a:off x="3309870" y="859164"/>
                <a:ext cx="53640" cy="120600"/>
              </p14:xfrm>
            </p:contentPart>
          </mc:Choice>
          <mc:Fallback xmlns="">
            <p:pic>
              <p:nvPicPr>
                <p:cNvPr id="136" name="Ink 135">
                  <a:extLst>
                    <a:ext uri="{FF2B5EF4-FFF2-40B4-BE49-F238E27FC236}">
                      <a16:creationId xmlns:a16="http://schemas.microsoft.com/office/drawing/2014/main" id="{D4E30D04-3736-9508-7B21-A6750783FC12}"/>
                    </a:ext>
                  </a:extLst>
                </p:cNvPr>
                <p:cNvPicPr/>
                <p:nvPr/>
              </p:nvPicPr>
              <p:blipFill>
                <a:blip r:embed="rId216"/>
                <a:stretch>
                  <a:fillRect/>
                </a:stretch>
              </p:blipFill>
              <p:spPr>
                <a:xfrm>
                  <a:off x="3303750" y="853044"/>
                  <a:ext cx="658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37" name="Ink 136">
                  <a:extLst>
                    <a:ext uri="{FF2B5EF4-FFF2-40B4-BE49-F238E27FC236}">
                      <a16:creationId xmlns:a16="http://schemas.microsoft.com/office/drawing/2014/main" id="{49D7447D-124F-257F-A2F5-98CACF0BFBC2}"/>
                    </a:ext>
                  </a:extLst>
                </p14:cNvPr>
                <p14:cNvContentPartPr/>
                <p14:nvPr/>
              </p14:nvContentPartPr>
              <p14:xfrm>
                <a:off x="3278190" y="652524"/>
                <a:ext cx="33840" cy="106920"/>
              </p14:xfrm>
            </p:contentPart>
          </mc:Choice>
          <mc:Fallback xmlns="">
            <p:pic>
              <p:nvPicPr>
                <p:cNvPr id="137" name="Ink 136">
                  <a:extLst>
                    <a:ext uri="{FF2B5EF4-FFF2-40B4-BE49-F238E27FC236}">
                      <a16:creationId xmlns:a16="http://schemas.microsoft.com/office/drawing/2014/main" id="{49D7447D-124F-257F-A2F5-98CACF0BFBC2}"/>
                    </a:ext>
                  </a:extLst>
                </p:cNvPr>
                <p:cNvPicPr/>
                <p:nvPr/>
              </p:nvPicPr>
              <p:blipFill>
                <a:blip r:embed="rId218"/>
                <a:stretch>
                  <a:fillRect/>
                </a:stretch>
              </p:blipFill>
              <p:spPr>
                <a:xfrm>
                  <a:off x="3272070" y="646404"/>
                  <a:ext cx="460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38" name="Ink 137">
                  <a:extLst>
                    <a:ext uri="{FF2B5EF4-FFF2-40B4-BE49-F238E27FC236}">
                      <a16:creationId xmlns:a16="http://schemas.microsoft.com/office/drawing/2014/main" id="{D4D4ECDD-FF7C-35E4-6AAF-7CB9599324FB}"/>
                    </a:ext>
                  </a:extLst>
                </p14:cNvPr>
                <p14:cNvContentPartPr/>
                <p14:nvPr/>
              </p14:nvContentPartPr>
              <p14:xfrm>
                <a:off x="3387630" y="722004"/>
                <a:ext cx="365400" cy="354240"/>
              </p14:xfrm>
            </p:contentPart>
          </mc:Choice>
          <mc:Fallback xmlns="">
            <p:pic>
              <p:nvPicPr>
                <p:cNvPr id="138" name="Ink 137">
                  <a:extLst>
                    <a:ext uri="{FF2B5EF4-FFF2-40B4-BE49-F238E27FC236}">
                      <a16:creationId xmlns:a16="http://schemas.microsoft.com/office/drawing/2014/main" id="{D4D4ECDD-FF7C-35E4-6AAF-7CB9599324FB}"/>
                    </a:ext>
                  </a:extLst>
                </p:cNvPr>
                <p:cNvPicPr/>
                <p:nvPr/>
              </p:nvPicPr>
              <p:blipFill>
                <a:blip r:embed="rId220"/>
                <a:stretch>
                  <a:fillRect/>
                </a:stretch>
              </p:blipFill>
              <p:spPr>
                <a:xfrm>
                  <a:off x="3381510" y="715884"/>
                  <a:ext cx="37764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39" name="Ink 138">
                  <a:extLst>
                    <a:ext uri="{FF2B5EF4-FFF2-40B4-BE49-F238E27FC236}">
                      <a16:creationId xmlns:a16="http://schemas.microsoft.com/office/drawing/2014/main" id="{3DB80643-B1B8-89FD-8709-A7DB6F2440BA}"/>
                    </a:ext>
                  </a:extLst>
                </p14:cNvPr>
                <p14:cNvContentPartPr/>
                <p14:nvPr/>
              </p14:nvContentPartPr>
              <p14:xfrm>
                <a:off x="2738910" y="1495284"/>
                <a:ext cx="247320" cy="311400"/>
              </p14:xfrm>
            </p:contentPart>
          </mc:Choice>
          <mc:Fallback xmlns="">
            <p:pic>
              <p:nvPicPr>
                <p:cNvPr id="139" name="Ink 138">
                  <a:extLst>
                    <a:ext uri="{FF2B5EF4-FFF2-40B4-BE49-F238E27FC236}">
                      <a16:creationId xmlns:a16="http://schemas.microsoft.com/office/drawing/2014/main" id="{3DB80643-B1B8-89FD-8709-A7DB6F2440BA}"/>
                    </a:ext>
                  </a:extLst>
                </p:cNvPr>
                <p:cNvPicPr/>
                <p:nvPr/>
              </p:nvPicPr>
              <p:blipFill>
                <a:blip r:embed="rId222"/>
                <a:stretch>
                  <a:fillRect/>
                </a:stretch>
              </p:blipFill>
              <p:spPr>
                <a:xfrm>
                  <a:off x="2732790" y="1489164"/>
                  <a:ext cx="25956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40" name="Ink 139">
                  <a:extLst>
                    <a:ext uri="{FF2B5EF4-FFF2-40B4-BE49-F238E27FC236}">
                      <a16:creationId xmlns:a16="http://schemas.microsoft.com/office/drawing/2014/main" id="{467062D1-163E-BC93-B529-11E6F9A5827E}"/>
                    </a:ext>
                  </a:extLst>
                </p14:cNvPr>
                <p14:cNvContentPartPr/>
                <p14:nvPr/>
              </p14:nvContentPartPr>
              <p14:xfrm>
                <a:off x="2898750" y="1434804"/>
                <a:ext cx="272520" cy="236880"/>
              </p14:xfrm>
            </p:contentPart>
          </mc:Choice>
          <mc:Fallback xmlns="">
            <p:pic>
              <p:nvPicPr>
                <p:cNvPr id="140" name="Ink 139">
                  <a:extLst>
                    <a:ext uri="{FF2B5EF4-FFF2-40B4-BE49-F238E27FC236}">
                      <a16:creationId xmlns:a16="http://schemas.microsoft.com/office/drawing/2014/main" id="{467062D1-163E-BC93-B529-11E6F9A5827E}"/>
                    </a:ext>
                  </a:extLst>
                </p:cNvPr>
                <p:cNvPicPr/>
                <p:nvPr/>
              </p:nvPicPr>
              <p:blipFill>
                <a:blip r:embed="rId224"/>
                <a:stretch>
                  <a:fillRect/>
                </a:stretch>
              </p:blipFill>
              <p:spPr>
                <a:xfrm>
                  <a:off x="2892630" y="1428684"/>
                  <a:ext cx="2847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41" name="Ink 140">
                  <a:extLst>
                    <a:ext uri="{FF2B5EF4-FFF2-40B4-BE49-F238E27FC236}">
                      <a16:creationId xmlns:a16="http://schemas.microsoft.com/office/drawing/2014/main" id="{487045EA-66A7-084B-F0A6-6C0A8E09A210}"/>
                    </a:ext>
                  </a:extLst>
                </p14:cNvPr>
                <p14:cNvContentPartPr/>
                <p14:nvPr/>
              </p14:nvContentPartPr>
              <p14:xfrm>
                <a:off x="3165870" y="1448484"/>
                <a:ext cx="115920" cy="108360"/>
              </p14:xfrm>
            </p:contentPart>
          </mc:Choice>
          <mc:Fallback xmlns="">
            <p:pic>
              <p:nvPicPr>
                <p:cNvPr id="141" name="Ink 140">
                  <a:extLst>
                    <a:ext uri="{FF2B5EF4-FFF2-40B4-BE49-F238E27FC236}">
                      <a16:creationId xmlns:a16="http://schemas.microsoft.com/office/drawing/2014/main" id="{487045EA-66A7-084B-F0A6-6C0A8E09A210}"/>
                    </a:ext>
                  </a:extLst>
                </p:cNvPr>
                <p:cNvPicPr/>
                <p:nvPr/>
              </p:nvPicPr>
              <p:blipFill>
                <a:blip r:embed="rId226"/>
                <a:stretch>
                  <a:fillRect/>
                </a:stretch>
              </p:blipFill>
              <p:spPr>
                <a:xfrm>
                  <a:off x="3159750" y="1442364"/>
                  <a:ext cx="1281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43" name="Ink 142">
                  <a:extLst>
                    <a:ext uri="{FF2B5EF4-FFF2-40B4-BE49-F238E27FC236}">
                      <a16:creationId xmlns:a16="http://schemas.microsoft.com/office/drawing/2014/main" id="{58156B33-C881-C610-D1BE-7CB390EAF08C}"/>
                    </a:ext>
                  </a:extLst>
                </p14:cNvPr>
                <p14:cNvContentPartPr/>
                <p14:nvPr/>
              </p14:nvContentPartPr>
              <p14:xfrm>
                <a:off x="3293310" y="1119444"/>
                <a:ext cx="482760" cy="470880"/>
              </p14:xfrm>
            </p:contentPart>
          </mc:Choice>
          <mc:Fallback xmlns="">
            <p:pic>
              <p:nvPicPr>
                <p:cNvPr id="143" name="Ink 142">
                  <a:extLst>
                    <a:ext uri="{FF2B5EF4-FFF2-40B4-BE49-F238E27FC236}">
                      <a16:creationId xmlns:a16="http://schemas.microsoft.com/office/drawing/2014/main" id="{58156B33-C881-C610-D1BE-7CB390EAF08C}"/>
                    </a:ext>
                  </a:extLst>
                </p:cNvPr>
                <p:cNvPicPr/>
                <p:nvPr/>
              </p:nvPicPr>
              <p:blipFill>
                <a:blip r:embed="rId228"/>
                <a:stretch>
                  <a:fillRect/>
                </a:stretch>
              </p:blipFill>
              <p:spPr>
                <a:xfrm>
                  <a:off x="3287190" y="1113324"/>
                  <a:ext cx="495000" cy="483120"/>
                </a:xfrm>
                <a:prstGeom prst="rect">
                  <a:avLst/>
                </a:prstGeom>
              </p:spPr>
            </p:pic>
          </mc:Fallback>
        </mc:AlternateContent>
      </p:grpSp>
    </p:spTree>
    <p:extLst>
      <p:ext uri="{BB962C8B-B14F-4D97-AF65-F5344CB8AC3E}">
        <p14:creationId xmlns:p14="http://schemas.microsoft.com/office/powerpoint/2010/main" val="18774775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777A7-0FB0-4D8C-B4AC-8A79C1B05644}"/>
              </a:ext>
            </a:extLst>
          </p:cNvPr>
          <p:cNvSpPr>
            <a:spLocks noGrp="1"/>
          </p:cNvSpPr>
          <p:nvPr>
            <p:ph type="title"/>
          </p:nvPr>
        </p:nvSpPr>
        <p:spPr>
          <a:xfrm>
            <a:off x="628650" y="365127"/>
            <a:ext cx="7886700" cy="701674"/>
          </a:xfrm>
        </p:spPr>
        <p:txBody>
          <a:bodyPr/>
          <a:lstStyle/>
          <a:p>
            <a:r>
              <a:rPr lang="en-US" altLang="en-US" b="1" dirty="0"/>
              <a:t>Conversion to First Normal Form (1NF)</a:t>
            </a:r>
            <a:endParaRPr lang="en-US" b="1" dirty="0"/>
          </a:p>
        </p:txBody>
      </p:sp>
      <p:sp>
        <p:nvSpPr>
          <p:cNvPr id="3" name="Content Placeholder 2">
            <a:extLst>
              <a:ext uri="{FF2B5EF4-FFF2-40B4-BE49-F238E27FC236}">
                <a16:creationId xmlns:a16="http://schemas.microsoft.com/office/drawing/2014/main" id="{256E547E-F855-402A-B593-4B5003FC68AB}"/>
              </a:ext>
            </a:extLst>
          </p:cNvPr>
          <p:cNvSpPr>
            <a:spLocks noGrp="1"/>
          </p:cNvSpPr>
          <p:nvPr>
            <p:ph idx="1"/>
          </p:nvPr>
        </p:nvSpPr>
        <p:spPr>
          <a:xfrm>
            <a:off x="628650" y="1371600"/>
            <a:ext cx="7886700" cy="4805363"/>
          </a:xfrm>
        </p:spPr>
        <p:txBody>
          <a:bodyPr/>
          <a:lstStyle/>
          <a:p>
            <a:pPr marL="0" indent="0">
              <a:buNone/>
            </a:pPr>
            <a:r>
              <a:rPr lang="en-US" dirty="0"/>
              <a:t>Analysis: </a:t>
            </a:r>
          </a:p>
          <a:p>
            <a:r>
              <a:rPr lang="en-US" dirty="0"/>
              <a:t>There are repeating groups starting from EMP_NUMBER. Isolate these into its own relation.</a:t>
            </a:r>
          </a:p>
          <a:p>
            <a:r>
              <a:rPr lang="en-US" dirty="0"/>
              <a:t>EMP_NAME is a composite attribute, break it down to simple attributes.</a:t>
            </a:r>
          </a:p>
          <a:p>
            <a:r>
              <a:rPr lang="en-US" dirty="0"/>
              <a:t>Carry a copy of Original table key in the isolated part to maintain the link.</a:t>
            </a:r>
          </a:p>
          <a:p>
            <a:endParaRPr lang="en-US" dirty="0"/>
          </a:p>
          <a:p>
            <a:pPr marL="0" indent="0">
              <a:buNone/>
            </a:pPr>
            <a:r>
              <a:rPr lang="en-US" b="1" u="sng" dirty="0"/>
              <a:t>1NF</a:t>
            </a:r>
          </a:p>
          <a:p>
            <a:r>
              <a:rPr lang="en-US" dirty="0"/>
              <a:t>PROJECT (</a:t>
            </a:r>
            <a:r>
              <a:rPr lang="en-US" u="sng" dirty="0"/>
              <a:t>PROJ_NUM</a:t>
            </a:r>
            <a:r>
              <a:rPr lang="en-US" dirty="0"/>
              <a:t>, PROJ_NAME)</a:t>
            </a:r>
          </a:p>
          <a:p>
            <a:r>
              <a:rPr lang="en-US" dirty="0"/>
              <a:t>EMPLOYEE_ASSIGN (</a:t>
            </a:r>
            <a:r>
              <a:rPr lang="en-US" u="sng" dirty="0"/>
              <a:t>EMP_NUM</a:t>
            </a:r>
            <a:r>
              <a:rPr lang="en-US" dirty="0"/>
              <a:t>, </a:t>
            </a:r>
            <a:r>
              <a:rPr lang="en-US" i="1" u="sng" dirty="0"/>
              <a:t>PROJ_NUM</a:t>
            </a:r>
            <a:r>
              <a:rPr lang="en-US" dirty="0"/>
              <a:t>, EMP_FNAME, EMP_LNAME, JOB_CLASS, CHG_HOURS, HOURS_BILLED)</a:t>
            </a:r>
          </a:p>
        </p:txBody>
      </p:sp>
      <p:sp>
        <p:nvSpPr>
          <p:cNvPr id="4" name="Footer Placeholder 3">
            <a:extLst>
              <a:ext uri="{FF2B5EF4-FFF2-40B4-BE49-F238E27FC236}">
                <a16:creationId xmlns:a16="http://schemas.microsoft.com/office/drawing/2014/main" id="{7FBB1659-1C32-4289-B335-0D6B669B792C}"/>
              </a:ext>
            </a:extLst>
          </p:cNvPr>
          <p:cNvSpPr>
            <a:spLocks noGrp="1"/>
          </p:cNvSpPr>
          <p:nvPr>
            <p:ph type="ftr" sz="quarter" idx="11"/>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B389B38B-45F5-9596-F9F8-119AB8BF6AB0}"/>
                  </a:ext>
                </a:extLst>
              </p14:cNvPr>
              <p14:cNvContentPartPr/>
              <p14:nvPr/>
            </p14:nvContentPartPr>
            <p14:xfrm>
              <a:off x="7060710" y="2146884"/>
              <a:ext cx="840960" cy="46440"/>
            </p14:xfrm>
          </p:contentPart>
        </mc:Choice>
        <mc:Fallback xmlns="">
          <p:pic>
            <p:nvPicPr>
              <p:cNvPr id="5" name="Ink 4">
                <a:extLst>
                  <a:ext uri="{FF2B5EF4-FFF2-40B4-BE49-F238E27FC236}">
                    <a16:creationId xmlns:a16="http://schemas.microsoft.com/office/drawing/2014/main" id="{B389B38B-45F5-9596-F9F8-119AB8BF6AB0}"/>
                  </a:ext>
                </a:extLst>
              </p:cNvPr>
              <p:cNvPicPr/>
              <p:nvPr/>
            </p:nvPicPr>
            <p:blipFill>
              <a:blip r:embed="rId3"/>
              <a:stretch>
                <a:fillRect/>
              </a:stretch>
            </p:blipFill>
            <p:spPr>
              <a:xfrm>
                <a:off x="7054590" y="2140764"/>
                <a:ext cx="8532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D3858A-AE7F-2A39-945C-49E1E77D4F0F}"/>
                  </a:ext>
                </a:extLst>
              </p14:cNvPr>
              <p14:cNvContentPartPr/>
              <p14:nvPr/>
            </p14:nvContentPartPr>
            <p14:xfrm>
              <a:off x="919470" y="2381244"/>
              <a:ext cx="2859840" cy="148320"/>
            </p14:xfrm>
          </p:contentPart>
        </mc:Choice>
        <mc:Fallback xmlns="">
          <p:pic>
            <p:nvPicPr>
              <p:cNvPr id="6" name="Ink 5">
                <a:extLst>
                  <a:ext uri="{FF2B5EF4-FFF2-40B4-BE49-F238E27FC236}">
                    <a16:creationId xmlns:a16="http://schemas.microsoft.com/office/drawing/2014/main" id="{FFD3858A-AE7F-2A39-945C-49E1E77D4F0F}"/>
                  </a:ext>
                </a:extLst>
              </p:cNvPr>
              <p:cNvPicPr/>
              <p:nvPr/>
            </p:nvPicPr>
            <p:blipFill>
              <a:blip r:embed="rId5"/>
              <a:stretch>
                <a:fillRect/>
              </a:stretch>
            </p:blipFill>
            <p:spPr>
              <a:xfrm>
                <a:off x="913350" y="2375124"/>
                <a:ext cx="28720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8A275E8A-C838-19F7-6FB0-83A92B4E87C6}"/>
                  </a:ext>
                </a:extLst>
              </p14:cNvPr>
              <p14:cNvContentPartPr/>
              <p14:nvPr/>
            </p14:nvContentPartPr>
            <p14:xfrm>
              <a:off x="2619390" y="2818644"/>
              <a:ext cx="1245600" cy="80280"/>
            </p14:xfrm>
          </p:contentPart>
        </mc:Choice>
        <mc:Fallback xmlns="">
          <p:pic>
            <p:nvPicPr>
              <p:cNvPr id="7" name="Ink 6">
                <a:extLst>
                  <a:ext uri="{FF2B5EF4-FFF2-40B4-BE49-F238E27FC236}">
                    <a16:creationId xmlns:a16="http://schemas.microsoft.com/office/drawing/2014/main" id="{8A275E8A-C838-19F7-6FB0-83A92B4E87C6}"/>
                  </a:ext>
                </a:extLst>
              </p:cNvPr>
              <p:cNvPicPr/>
              <p:nvPr/>
            </p:nvPicPr>
            <p:blipFill>
              <a:blip r:embed="rId7"/>
              <a:stretch>
                <a:fillRect/>
              </a:stretch>
            </p:blipFill>
            <p:spPr>
              <a:xfrm>
                <a:off x="2613270" y="2812524"/>
                <a:ext cx="1257840" cy="92520"/>
              </a:xfrm>
              <a:prstGeom prst="rect">
                <a:avLst/>
              </a:prstGeom>
            </p:spPr>
          </p:pic>
        </mc:Fallback>
      </mc:AlternateContent>
      <p:grpSp>
        <p:nvGrpSpPr>
          <p:cNvPr id="10" name="Group 9">
            <a:extLst>
              <a:ext uri="{FF2B5EF4-FFF2-40B4-BE49-F238E27FC236}">
                <a16:creationId xmlns:a16="http://schemas.microsoft.com/office/drawing/2014/main" id="{D229AF22-9724-816B-5FA8-545E289FCB53}"/>
              </a:ext>
            </a:extLst>
          </p:cNvPr>
          <p:cNvGrpSpPr/>
          <p:nvPr/>
        </p:nvGrpSpPr>
        <p:grpSpPr>
          <a:xfrm>
            <a:off x="2682390" y="3478164"/>
            <a:ext cx="3941280" cy="126720"/>
            <a:chOff x="2682390" y="3478164"/>
            <a:chExt cx="3941280" cy="126720"/>
          </a:xfrm>
        </p:grpSpPr>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54E4896-B6EA-3D17-0BE8-48B4C3268803}"/>
                    </a:ext>
                  </a:extLst>
                </p14:cNvPr>
                <p14:cNvContentPartPr/>
                <p14:nvPr/>
              </p14:nvContentPartPr>
              <p14:xfrm>
                <a:off x="2682390" y="3478164"/>
                <a:ext cx="1697760" cy="85320"/>
              </p14:xfrm>
            </p:contentPart>
          </mc:Choice>
          <mc:Fallback xmlns="">
            <p:pic>
              <p:nvPicPr>
                <p:cNvPr id="8" name="Ink 7">
                  <a:extLst>
                    <a:ext uri="{FF2B5EF4-FFF2-40B4-BE49-F238E27FC236}">
                      <a16:creationId xmlns:a16="http://schemas.microsoft.com/office/drawing/2014/main" id="{554E4896-B6EA-3D17-0BE8-48B4C3268803}"/>
                    </a:ext>
                  </a:extLst>
                </p:cNvPr>
                <p:cNvPicPr/>
                <p:nvPr/>
              </p:nvPicPr>
              <p:blipFill>
                <a:blip r:embed="rId9"/>
                <a:stretch>
                  <a:fillRect/>
                </a:stretch>
              </p:blipFill>
              <p:spPr>
                <a:xfrm>
                  <a:off x="2676270" y="3472044"/>
                  <a:ext cx="171000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C81FF891-209F-B47C-A2E9-1F4A39F784EC}"/>
                    </a:ext>
                  </a:extLst>
                </p14:cNvPr>
                <p14:cNvContentPartPr/>
                <p14:nvPr/>
              </p14:nvContentPartPr>
              <p14:xfrm>
                <a:off x="5163870" y="3501924"/>
                <a:ext cx="1459800" cy="102960"/>
              </p14:xfrm>
            </p:contentPart>
          </mc:Choice>
          <mc:Fallback xmlns="">
            <p:pic>
              <p:nvPicPr>
                <p:cNvPr id="9" name="Ink 8">
                  <a:extLst>
                    <a:ext uri="{FF2B5EF4-FFF2-40B4-BE49-F238E27FC236}">
                      <a16:creationId xmlns:a16="http://schemas.microsoft.com/office/drawing/2014/main" id="{C81FF891-209F-B47C-A2E9-1F4A39F784EC}"/>
                    </a:ext>
                  </a:extLst>
                </p:cNvPr>
                <p:cNvPicPr/>
                <p:nvPr/>
              </p:nvPicPr>
              <p:blipFill>
                <a:blip r:embed="rId11"/>
                <a:stretch>
                  <a:fillRect/>
                </a:stretch>
              </p:blipFill>
              <p:spPr>
                <a:xfrm>
                  <a:off x="5157750" y="3495804"/>
                  <a:ext cx="1472040" cy="115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3643E0C8-465A-DD6A-67C0-1A1C7F1C46A6}"/>
                  </a:ext>
                </a:extLst>
              </p14:cNvPr>
              <p14:cNvContentPartPr/>
              <p14:nvPr/>
            </p14:nvContentPartPr>
            <p14:xfrm>
              <a:off x="2935470" y="4235244"/>
              <a:ext cx="2069280" cy="839880"/>
            </p14:xfrm>
          </p:contentPart>
        </mc:Choice>
        <mc:Fallback xmlns="">
          <p:pic>
            <p:nvPicPr>
              <p:cNvPr id="22" name="Ink 21">
                <a:extLst>
                  <a:ext uri="{FF2B5EF4-FFF2-40B4-BE49-F238E27FC236}">
                    <a16:creationId xmlns:a16="http://schemas.microsoft.com/office/drawing/2014/main" id="{3643E0C8-465A-DD6A-67C0-1A1C7F1C46A6}"/>
                  </a:ext>
                </a:extLst>
              </p:cNvPr>
              <p:cNvPicPr/>
              <p:nvPr/>
            </p:nvPicPr>
            <p:blipFill>
              <a:blip r:embed="rId13"/>
              <a:stretch>
                <a:fillRect/>
              </a:stretch>
            </p:blipFill>
            <p:spPr>
              <a:xfrm>
                <a:off x="2929350" y="4229124"/>
                <a:ext cx="2081520" cy="852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DF4DEA03-2138-92D7-4D4F-8E3644F1EA1A}"/>
                  </a:ext>
                </a:extLst>
              </p14:cNvPr>
              <p14:cNvContentPartPr/>
              <p14:nvPr/>
            </p14:nvContentPartPr>
            <p14:xfrm>
              <a:off x="5020230" y="4864164"/>
              <a:ext cx="207360" cy="189000"/>
            </p14:xfrm>
          </p:contentPart>
        </mc:Choice>
        <mc:Fallback xmlns="">
          <p:pic>
            <p:nvPicPr>
              <p:cNvPr id="23" name="Ink 22">
                <a:extLst>
                  <a:ext uri="{FF2B5EF4-FFF2-40B4-BE49-F238E27FC236}">
                    <a16:creationId xmlns:a16="http://schemas.microsoft.com/office/drawing/2014/main" id="{DF4DEA03-2138-92D7-4D4F-8E3644F1EA1A}"/>
                  </a:ext>
                </a:extLst>
              </p:cNvPr>
              <p:cNvPicPr/>
              <p:nvPr/>
            </p:nvPicPr>
            <p:blipFill>
              <a:blip r:embed="rId15"/>
              <a:stretch>
                <a:fillRect/>
              </a:stretch>
            </p:blipFill>
            <p:spPr>
              <a:xfrm>
                <a:off x="5014110" y="4858044"/>
                <a:ext cx="219600" cy="201240"/>
              </a:xfrm>
              <a:prstGeom prst="rect">
                <a:avLst/>
              </a:prstGeom>
            </p:spPr>
          </p:pic>
        </mc:Fallback>
      </mc:AlternateContent>
      <p:grpSp>
        <p:nvGrpSpPr>
          <p:cNvPr id="27" name="Group 26">
            <a:extLst>
              <a:ext uri="{FF2B5EF4-FFF2-40B4-BE49-F238E27FC236}">
                <a16:creationId xmlns:a16="http://schemas.microsoft.com/office/drawing/2014/main" id="{3944AFA3-AF79-1BB6-A75D-05BFDF4FFD66}"/>
              </a:ext>
            </a:extLst>
          </p:cNvPr>
          <p:cNvGrpSpPr/>
          <p:nvPr/>
        </p:nvGrpSpPr>
        <p:grpSpPr>
          <a:xfrm>
            <a:off x="3035190" y="3782724"/>
            <a:ext cx="2965320" cy="507600"/>
            <a:chOff x="3035190" y="3782724"/>
            <a:chExt cx="2965320" cy="507600"/>
          </a:xfrm>
        </p:grpSpPr>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838A93FA-9F5D-2EAB-3AF4-10F1D1F6ED75}"/>
                    </a:ext>
                  </a:extLst>
                </p14:cNvPr>
                <p14:cNvContentPartPr/>
                <p14:nvPr/>
              </p14:nvContentPartPr>
              <p14:xfrm>
                <a:off x="3035190" y="3890004"/>
                <a:ext cx="46080" cy="230760"/>
              </p14:xfrm>
            </p:contentPart>
          </mc:Choice>
          <mc:Fallback xmlns="">
            <p:pic>
              <p:nvPicPr>
                <p:cNvPr id="11" name="Ink 10">
                  <a:extLst>
                    <a:ext uri="{FF2B5EF4-FFF2-40B4-BE49-F238E27FC236}">
                      <a16:creationId xmlns:a16="http://schemas.microsoft.com/office/drawing/2014/main" id="{838A93FA-9F5D-2EAB-3AF4-10F1D1F6ED75}"/>
                    </a:ext>
                  </a:extLst>
                </p:cNvPr>
                <p:cNvPicPr/>
                <p:nvPr/>
              </p:nvPicPr>
              <p:blipFill>
                <a:blip r:embed="rId17"/>
                <a:stretch>
                  <a:fillRect/>
                </a:stretch>
              </p:blipFill>
              <p:spPr>
                <a:xfrm>
                  <a:off x="3029070" y="3883884"/>
                  <a:ext cx="5832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7FA1CC06-9B42-F2B1-2DB8-7D229D78496B}"/>
                    </a:ext>
                  </a:extLst>
                </p14:cNvPr>
                <p14:cNvContentPartPr/>
                <p14:nvPr/>
              </p14:nvContentPartPr>
              <p14:xfrm>
                <a:off x="3051030" y="3813324"/>
                <a:ext cx="199080" cy="191880"/>
              </p14:xfrm>
            </p:contentPart>
          </mc:Choice>
          <mc:Fallback xmlns="">
            <p:pic>
              <p:nvPicPr>
                <p:cNvPr id="12" name="Ink 11">
                  <a:extLst>
                    <a:ext uri="{FF2B5EF4-FFF2-40B4-BE49-F238E27FC236}">
                      <a16:creationId xmlns:a16="http://schemas.microsoft.com/office/drawing/2014/main" id="{7FA1CC06-9B42-F2B1-2DB8-7D229D78496B}"/>
                    </a:ext>
                  </a:extLst>
                </p:cNvPr>
                <p:cNvPicPr/>
                <p:nvPr/>
              </p:nvPicPr>
              <p:blipFill>
                <a:blip r:embed="rId19"/>
                <a:stretch>
                  <a:fillRect/>
                </a:stretch>
              </p:blipFill>
              <p:spPr>
                <a:xfrm>
                  <a:off x="3044910" y="3807204"/>
                  <a:ext cx="2113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761DD311-1640-D75C-D678-B602C35F6493}"/>
                    </a:ext>
                  </a:extLst>
                </p14:cNvPr>
                <p14:cNvContentPartPr/>
                <p14:nvPr/>
              </p14:nvContentPartPr>
              <p14:xfrm>
                <a:off x="3307710" y="3794964"/>
                <a:ext cx="40680" cy="291240"/>
              </p14:xfrm>
            </p:contentPart>
          </mc:Choice>
          <mc:Fallback xmlns="">
            <p:pic>
              <p:nvPicPr>
                <p:cNvPr id="13" name="Ink 12">
                  <a:extLst>
                    <a:ext uri="{FF2B5EF4-FFF2-40B4-BE49-F238E27FC236}">
                      <a16:creationId xmlns:a16="http://schemas.microsoft.com/office/drawing/2014/main" id="{761DD311-1640-D75C-D678-B602C35F6493}"/>
                    </a:ext>
                  </a:extLst>
                </p:cNvPr>
                <p:cNvPicPr/>
                <p:nvPr/>
              </p:nvPicPr>
              <p:blipFill>
                <a:blip r:embed="rId21"/>
                <a:stretch>
                  <a:fillRect/>
                </a:stretch>
              </p:blipFill>
              <p:spPr>
                <a:xfrm>
                  <a:off x="3301590" y="3788844"/>
                  <a:ext cx="5292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BC143F90-6797-7B9E-F106-7F3478F88C8E}"/>
                    </a:ext>
                  </a:extLst>
                </p14:cNvPr>
                <p14:cNvContentPartPr/>
                <p14:nvPr/>
              </p14:nvContentPartPr>
              <p14:xfrm>
                <a:off x="3348750" y="3817644"/>
                <a:ext cx="156960" cy="312120"/>
              </p14:xfrm>
            </p:contentPart>
          </mc:Choice>
          <mc:Fallback xmlns="">
            <p:pic>
              <p:nvPicPr>
                <p:cNvPr id="14" name="Ink 13">
                  <a:extLst>
                    <a:ext uri="{FF2B5EF4-FFF2-40B4-BE49-F238E27FC236}">
                      <a16:creationId xmlns:a16="http://schemas.microsoft.com/office/drawing/2014/main" id="{BC143F90-6797-7B9E-F106-7F3478F88C8E}"/>
                    </a:ext>
                  </a:extLst>
                </p:cNvPr>
                <p:cNvPicPr/>
                <p:nvPr/>
              </p:nvPicPr>
              <p:blipFill>
                <a:blip r:embed="rId23"/>
                <a:stretch>
                  <a:fillRect/>
                </a:stretch>
              </p:blipFill>
              <p:spPr>
                <a:xfrm>
                  <a:off x="3342630" y="3811524"/>
                  <a:ext cx="16920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FED72BCA-6444-5920-B51E-595A57A0733A}"/>
                    </a:ext>
                  </a:extLst>
                </p14:cNvPr>
                <p14:cNvContentPartPr/>
                <p14:nvPr/>
              </p14:nvContentPartPr>
              <p14:xfrm>
                <a:off x="5550150" y="3782724"/>
                <a:ext cx="55080" cy="273960"/>
              </p14:xfrm>
            </p:contentPart>
          </mc:Choice>
          <mc:Fallback xmlns="">
            <p:pic>
              <p:nvPicPr>
                <p:cNvPr id="15" name="Ink 14">
                  <a:extLst>
                    <a:ext uri="{FF2B5EF4-FFF2-40B4-BE49-F238E27FC236}">
                      <a16:creationId xmlns:a16="http://schemas.microsoft.com/office/drawing/2014/main" id="{FED72BCA-6444-5920-B51E-595A57A0733A}"/>
                    </a:ext>
                  </a:extLst>
                </p:cNvPr>
                <p:cNvPicPr/>
                <p:nvPr/>
              </p:nvPicPr>
              <p:blipFill>
                <a:blip r:embed="rId25"/>
                <a:stretch>
                  <a:fillRect/>
                </a:stretch>
              </p:blipFill>
              <p:spPr>
                <a:xfrm>
                  <a:off x="5544030" y="3776604"/>
                  <a:ext cx="6732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4D96C5E6-21E8-589F-2DCC-309E5AD21B2C}"/>
                    </a:ext>
                  </a:extLst>
                </p14:cNvPr>
                <p14:cNvContentPartPr/>
                <p14:nvPr/>
              </p14:nvContentPartPr>
              <p14:xfrm>
                <a:off x="5515230" y="3811164"/>
                <a:ext cx="287640" cy="119880"/>
              </p14:xfrm>
            </p:contentPart>
          </mc:Choice>
          <mc:Fallback xmlns="">
            <p:pic>
              <p:nvPicPr>
                <p:cNvPr id="16" name="Ink 15">
                  <a:extLst>
                    <a:ext uri="{FF2B5EF4-FFF2-40B4-BE49-F238E27FC236}">
                      <a16:creationId xmlns:a16="http://schemas.microsoft.com/office/drawing/2014/main" id="{4D96C5E6-21E8-589F-2DCC-309E5AD21B2C}"/>
                    </a:ext>
                  </a:extLst>
                </p:cNvPr>
                <p:cNvPicPr/>
                <p:nvPr/>
              </p:nvPicPr>
              <p:blipFill>
                <a:blip r:embed="rId27"/>
                <a:stretch>
                  <a:fillRect/>
                </a:stretch>
              </p:blipFill>
              <p:spPr>
                <a:xfrm>
                  <a:off x="5509110" y="3805044"/>
                  <a:ext cx="29988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7C894488-C6D4-6B92-9F8A-3C23F5155B31}"/>
                    </a:ext>
                  </a:extLst>
                </p14:cNvPr>
                <p14:cNvContentPartPr/>
                <p14:nvPr/>
              </p14:nvContentPartPr>
              <p14:xfrm>
                <a:off x="5536470" y="3814764"/>
                <a:ext cx="320400" cy="297720"/>
              </p14:xfrm>
            </p:contentPart>
          </mc:Choice>
          <mc:Fallback xmlns="">
            <p:pic>
              <p:nvPicPr>
                <p:cNvPr id="17" name="Ink 16">
                  <a:extLst>
                    <a:ext uri="{FF2B5EF4-FFF2-40B4-BE49-F238E27FC236}">
                      <a16:creationId xmlns:a16="http://schemas.microsoft.com/office/drawing/2014/main" id="{7C894488-C6D4-6B92-9F8A-3C23F5155B31}"/>
                    </a:ext>
                  </a:extLst>
                </p:cNvPr>
                <p:cNvPicPr/>
                <p:nvPr/>
              </p:nvPicPr>
              <p:blipFill>
                <a:blip r:embed="rId29"/>
                <a:stretch>
                  <a:fillRect/>
                </a:stretch>
              </p:blipFill>
              <p:spPr>
                <a:xfrm>
                  <a:off x="5530350" y="3808644"/>
                  <a:ext cx="33264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435627E1-C7F4-A609-13DA-AAC69363604D}"/>
                    </a:ext>
                  </a:extLst>
                </p14:cNvPr>
                <p14:cNvContentPartPr/>
                <p14:nvPr/>
              </p14:nvContentPartPr>
              <p14:xfrm>
                <a:off x="5851110" y="3794244"/>
                <a:ext cx="149400" cy="411120"/>
              </p14:xfrm>
            </p:contentPart>
          </mc:Choice>
          <mc:Fallback xmlns="">
            <p:pic>
              <p:nvPicPr>
                <p:cNvPr id="18" name="Ink 17">
                  <a:extLst>
                    <a:ext uri="{FF2B5EF4-FFF2-40B4-BE49-F238E27FC236}">
                      <a16:creationId xmlns:a16="http://schemas.microsoft.com/office/drawing/2014/main" id="{435627E1-C7F4-A609-13DA-AAC69363604D}"/>
                    </a:ext>
                  </a:extLst>
                </p:cNvPr>
                <p:cNvPicPr/>
                <p:nvPr/>
              </p:nvPicPr>
              <p:blipFill>
                <a:blip r:embed="rId31"/>
                <a:stretch>
                  <a:fillRect/>
                </a:stretch>
              </p:blipFill>
              <p:spPr>
                <a:xfrm>
                  <a:off x="5844990" y="3788124"/>
                  <a:ext cx="16164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5" name="Ink 24">
                  <a:extLst>
                    <a:ext uri="{FF2B5EF4-FFF2-40B4-BE49-F238E27FC236}">
                      <a16:creationId xmlns:a16="http://schemas.microsoft.com/office/drawing/2014/main" id="{A40D34C7-CD7A-0A4A-4BE7-6BB11FB323E2}"/>
                    </a:ext>
                  </a:extLst>
                </p14:cNvPr>
                <p14:cNvContentPartPr/>
                <p14:nvPr/>
              </p14:nvContentPartPr>
              <p14:xfrm>
                <a:off x="3642510" y="3948324"/>
                <a:ext cx="451080" cy="340560"/>
              </p14:xfrm>
            </p:contentPart>
          </mc:Choice>
          <mc:Fallback xmlns="">
            <p:pic>
              <p:nvPicPr>
                <p:cNvPr id="25" name="Ink 24">
                  <a:extLst>
                    <a:ext uri="{FF2B5EF4-FFF2-40B4-BE49-F238E27FC236}">
                      <a16:creationId xmlns:a16="http://schemas.microsoft.com/office/drawing/2014/main" id="{A40D34C7-CD7A-0A4A-4BE7-6BB11FB323E2}"/>
                    </a:ext>
                  </a:extLst>
                </p:cNvPr>
                <p:cNvPicPr/>
                <p:nvPr/>
              </p:nvPicPr>
              <p:blipFill>
                <a:blip r:embed="rId33"/>
                <a:stretch>
                  <a:fillRect/>
                </a:stretch>
              </p:blipFill>
              <p:spPr>
                <a:xfrm>
                  <a:off x="3636390" y="3942204"/>
                  <a:ext cx="46332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6" name="Ink 25">
                  <a:extLst>
                    <a:ext uri="{FF2B5EF4-FFF2-40B4-BE49-F238E27FC236}">
                      <a16:creationId xmlns:a16="http://schemas.microsoft.com/office/drawing/2014/main" id="{E1085B9C-45C0-8B46-E5F3-9FD7F966FC77}"/>
                    </a:ext>
                  </a:extLst>
                </p14:cNvPr>
                <p14:cNvContentPartPr/>
                <p14:nvPr/>
              </p14:nvContentPartPr>
              <p14:xfrm>
                <a:off x="4170630" y="3960204"/>
                <a:ext cx="1235160" cy="330120"/>
              </p14:xfrm>
            </p:contentPart>
          </mc:Choice>
          <mc:Fallback xmlns="">
            <p:pic>
              <p:nvPicPr>
                <p:cNvPr id="26" name="Ink 25">
                  <a:extLst>
                    <a:ext uri="{FF2B5EF4-FFF2-40B4-BE49-F238E27FC236}">
                      <a16:creationId xmlns:a16="http://schemas.microsoft.com/office/drawing/2014/main" id="{E1085B9C-45C0-8B46-E5F3-9FD7F966FC77}"/>
                    </a:ext>
                  </a:extLst>
                </p:cNvPr>
                <p:cNvPicPr/>
                <p:nvPr/>
              </p:nvPicPr>
              <p:blipFill>
                <a:blip r:embed="rId35"/>
                <a:stretch>
                  <a:fillRect/>
                </a:stretch>
              </p:blipFill>
              <p:spPr>
                <a:xfrm>
                  <a:off x="4164510" y="3954084"/>
                  <a:ext cx="1247400" cy="342360"/>
                </a:xfrm>
                <a:prstGeom prst="rect">
                  <a:avLst/>
                </a:prstGeom>
              </p:spPr>
            </p:pic>
          </mc:Fallback>
        </mc:AlternateContent>
      </p:grpSp>
      <p:grpSp>
        <p:nvGrpSpPr>
          <p:cNvPr id="56" name="Group 55">
            <a:extLst>
              <a:ext uri="{FF2B5EF4-FFF2-40B4-BE49-F238E27FC236}">
                <a16:creationId xmlns:a16="http://schemas.microsoft.com/office/drawing/2014/main" id="{33296CF4-4B52-51B4-7C66-0C4D0506BD64}"/>
              </a:ext>
            </a:extLst>
          </p:cNvPr>
          <p:cNvGrpSpPr/>
          <p:nvPr/>
        </p:nvGrpSpPr>
        <p:grpSpPr>
          <a:xfrm>
            <a:off x="195870" y="111804"/>
            <a:ext cx="6717600" cy="548280"/>
            <a:chOff x="195870" y="111804"/>
            <a:chExt cx="6717600" cy="548280"/>
          </a:xfrm>
        </p:grpSpPr>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93B443D0-0F89-6C94-BAD5-6413F22D5BE2}"/>
                    </a:ext>
                  </a:extLst>
                </p14:cNvPr>
                <p14:cNvContentPartPr/>
                <p14:nvPr/>
              </p14:nvContentPartPr>
              <p14:xfrm>
                <a:off x="304950" y="111804"/>
                <a:ext cx="42840" cy="251280"/>
              </p14:xfrm>
            </p:contentPart>
          </mc:Choice>
          <mc:Fallback xmlns="">
            <p:pic>
              <p:nvPicPr>
                <p:cNvPr id="28" name="Ink 27">
                  <a:extLst>
                    <a:ext uri="{FF2B5EF4-FFF2-40B4-BE49-F238E27FC236}">
                      <a16:creationId xmlns:a16="http://schemas.microsoft.com/office/drawing/2014/main" id="{93B443D0-0F89-6C94-BAD5-6413F22D5BE2}"/>
                    </a:ext>
                  </a:extLst>
                </p:cNvPr>
                <p:cNvPicPr/>
                <p:nvPr/>
              </p:nvPicPr>
              <p:blipFill>
                <a:blip r:embed="rId37"/>
                <a:stretch>
                  <a:fillRect/>
                </a:stretch>
              </p:blipFill>
              <p:spPr>
                <a:xfrm>
                  <a:off x="298830" y="105684"/>
                  <a:ext cx="550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406A4720-4108-2BCC-0859-1244A787F3E0}"/>
                    </a:ext>
                  </a:extLst>
                </p14:cNvPr>
                <p14:cNvContentPartPr/>
                <p14:nvPr/>
              </p14:nvContentPartPr>
              <p14:xfrm>
                <a:off x="195870" y="132684"/>
                <a:ext cx="309240" cy="102240"/>
              </p14:xfrm>
            </p:contentPart>
          </mc:Choice>
          <mc:Fallback xmlns="">
            <p:pic>
              <p:nvPicPr>
                <p:cNvPr id="29" name="Ink 28">
                  <a:extLst>
                    <a:ext uri="{FF2B5EF4-FFF2-40B4-BE49-F238E27FC236}">
                      <a16:creationId xmlns:a16="http://schemas.microsoft.com/office/drawing/2014/main" id="{406A4720-4108-2BCC-0859-1244A787F3E0}"/>
                    </a:ext>
                  </a:extLst>
                </p:cNvPr>
                <p:cNvPicPr/>
                <p:nvPr/>
              </p:nvPicPr>
              <p:blipFill>
                <a:blip r:embed="rId39"/>
                <a:stretch>
                  <a:fillRect/>
                </a:stretch>
              </p:blipFill>
              <p:spPr>
                <a:xfrm>
                  <a:off x="189750" y="126564"/>
                  <a:ext cx="3214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6ECA1384-5D98-C07A-24B6-D9ABB1656A1F}"/>
                    </a:ext>
                  </a:extLst>
                </p14:cNvPr>
                <p14:cNvContentPartPr/>
                <p14:nvPr/>
              </p14:nvContentPartPr>
              <p14:xfrm>
                <a:off x="232590" y="122964"/>
                <a:ext cx="210960" cy="289440"/>
              </p14:xfrm>
            </p:contentPart>
          </mc:Choice>
          <mc:Fallback xmlns="">
            <p:pic>
              <p:nvPicPr>
                <p:cNvPr id="30" name="Ink 29">
                  <a:extLst>
                    <a:ext uri="{FF2B5EF4-FFF2-40B4-BE49-F238E27FC236}">
                      <a16:creationId xmlns:a16="http://schemas.microsoft.com/office/drawing/2014/main" id="{6ECA1384-5D98-C07A-24B6-D9ABB1656A1F}"/>
                    </a:ext>
                  </a:extLst>
                </p:cNvPr>
                <p:cNvPicPr/>
                <p:nvPr/>
              </p:nvPicPr>
              <p:blipFill>
                <a:blip r:embed="rId41"/>
                <a:stretch>
                  <a:fillRect/>
                </a:stretch>
              </p:blipFill>
              <p:spPr>
                <a:xfrm>
                  <a:off x="226470" y="116844"/>
                  <a:ext cx="22320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C186584B-CF2C-4EBD-1E2D-7A8CDAE7AE56}"/>
                    </a:ext>
                  </a:extLst>
                </p14:cNvPr>
                <p14:cNvContentPartPr/>
                <p14:nvPr/>
              </p14:nvContentPartPr>
              <p14:xfrm>
                <a:off x="547950" y="116844"/>
                <a:ext cx="216000" cy="297720"/>
              </p14:xfrm>
            </p:contentPart>
          </mc:Choice>
          <mc:Fallback xmlns="">
            <p:pic>
              <p:nvPicPr>
                <p:cNvPr id="31" name="Ink 30">
                  <a:extLst>
                    <a:ext uri="{FF2B5EF4-FFF2-40B4-BE49-F238E27FC236}">
                      <a16:creationId xmlns:a16="http://schemas.microsoft.com/office/drawing/2014/main" id="{C186584B-CF2C-4EBD-1E2D-7A8CDAE7AE56}"/>
                    </a:ext>
                  </a:extLst>
                </p:cNvPr>
                <p:cNvPicPr/>
                <p:nvPr/>
              </p:nvPicPr>
              <p:blipFill>
                <a:blip r:embed="rId43"/>
                <a:stretch>
                  <a:fillRect/>
                </a:stretch>
              </p:blipFill>
              <p:spPr>
                <a:xfrm>
                  <a:off x="541830" y="110724"/>
                  <a:ext cx="22824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2" name="Ink 31">
                  <a:extLst>
                    <a:ext uri="{FF2B5EF4-FFF2-40B4-BE49-F238E27FC236}">
                      <a16:creationId xmlns:a16="http://schemas.microsoft.com/office/drawing/2014/main" id="{82F7835A-8F2E-D3B1-1151-E1489C83EBB3}"/>
                    </a:ext>
                  </a:extLst>
                </p14:cNvPr>
                <p14:cNvContentPartPr/>
                <p14:nvPr/>
              </p14:nvContentPartPr>
              <p14:xfrm>
                <a:off x="766470" y="199644"/>
                <a:ext cx="465120" cy="234360"/>
              </p14:xfrm>
            </p:contentPart>
          </mc:Choice>
          <mc:Fallback xmlns="">
            <p:pic>
              <p:nvPicPr>
                <p:cNvPr id="32" name="Ink 31">
                  <a:extLst>
                    <a:ext uri="{FF2B5EF4-FFF2-40B4-BE49-F238E27FC236}">
                      <a16:creationId xmlns:a16="http://schemas.microsoft.com/office/drawing/2014/main" id="{82F7835A-8F2E-D3B1-1151-E1489C83EBB3}"/>
                    </a:ext>
                  </a:extLst>
                </p:cNvPr>
                <p:cNvPicPr/>
                <p:nvPr/>
              </p:nvPicPr>
              <p:blipFill>
                <a:blip r:embed="rId45"/>
                <a:stretch>
                  <a:fillRect/>
                </a:stretch>
              </p:blipFill>
              <p:spPr>
                <a:xfrm>
                  <a:off x="760350" y="193524"/>
                  <a:ext cx="47736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F9F6E4F3-E5F2-EE79-F13A-D892F18A4AEC}"/>
                    </a:ext>
                  </a:extLst>
                </p14:cNvPr>
                <p14:cNvContentPartPr/>
                <p14:nvPr/>
              </p14:nvContentPartPr>
              <p14:xfrm>
                <a:off x="1320510" y="310164"/>
                <a:ext cx="205920" cy="125640"/>
              </p14:xfrm>
            </p:contentPart>
          </mc:Choice>
          <mc:Fallback xmlns="">
            <p:pic>
              <p:nvPicPr>
                <p:cNvPr id="33" name="Ink 32">
                  <a:extLst>
                    <a:ext uri="{FF2B5EF4-FFF2-40B4-BE49-F238E27FC236}">
                      <a16:creationId xmlns:a16="http://schemas.microsoft.com/office/drawing/2014/main" id="{F9F6E4F3-E5F2-EE79-F13A-D892F18A4AEC}"/>
                    </a:ext>
                  </a:extLst>
                </p:cNvPr>
                <p:cNvPicPr/>
                <p:nvPr/>
              </p:nvPicPr>
              <p:blipFill>
                <a:blip r:embed="rId47"/>
                <a:stretch>
                  <a:fillRect/>
                </a:stretch>
              </p:blipFill>
              <p:spPr>
                <a:xfrm>
                  <a:off x="1314390" y="304044"/>
                  <a:ext cx="2181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4" name="Ink 33">
                  <a:extLst>
                    <a:ext uri="{FF2B5EF4-FFF2-40B4-BE49-F238E27FC236}">
                      <a16:creationId xmlns:a16="http://schemas.microsoft.com/office/drawing/2014/main" id="{860151B7-1524-67D1-19D3-ADE8CD0115F2}"/>
                    </a:ext>
                  </a:extLst>
                </p14:cNvPr>
                <p14:cNvContentPartPr/>
                <p14:nvPr/>
              </p14:nvContentPartPr>
              <p14:xfrm>
                <a:off x="1538310" y="204324"/>
                <a:ext cx="36720" cy="258840"/>
              </p14:xfrm>
            </p:contentPart>
          </mc:Choice>
          <mc:Fallback xmlns="">
            <p:pic>
              <p:nvPicPr>
                <p:cNvPr id="34" name="Ink 33">
                  <a:extLst>
                    <a:ext uri="{FF2B5EF4-FFF2-40B4-BE49-F238E27FC236}">
                      <a16:creationId xmlns:a16="http://schemas.microsoft.com/office/drawing/2014/main" id="{860151B7-1524-67D1-19D3-ADE8CD0115F2}"/>
                    </a:ext>
                  </a:extLst>
                </p:cNvPr>
                <p:cNvPicPr/>
                <p:nvPr/>
              </p:nvPicPr>
              <p:blipFill>
                <a:blip r:embed="rId49"/>
                <a:stretch>
                  <a:fillRect/>
                </a:stretch>
              </p:blipFill>
              <p:spPr>
                <a:xfrm>
                  <a:off x="1532190" y="198204"/>
                  <a:ext cx="4896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DCBBAC39-710D-C31D-057F-95FCE6C0DADD}"/>
                    </a:ext>
                  </a:extLst>
                </p14:cNvPr>
                <p14:cNvContentPartPr/>
                <p14:nvPr/>
              </p14:nvContentPartPr>
              <p14:xfrm>
                <a:off x="1590870" y="338244"/>
                <a:ext cx="231480" cy="120240"/>
              </p14:xfrm>
            </p:contentPart>
          </mc:Choice>
          <mc:Fallback xmlns="">
            <p:pic>
              <p:nvPicPr>
                <p:cNvPr id="35" name="Ink 34">
                  <a:extLst>
                    <a:ext uri="{FF2B5EF4-FFF2-40B4-BE49-F238E27FC236}">
                      <a16:creationId xmlns:a16="http://schemas.microsoft.com/office/drawing/2014/main" id="{DCBBAC39-710D-C31D-057F-95FCE6C0DADD}"/>
                    </a:ext>
                  </a:extLst>
                </p:cNvPr>
                <p:cNvPicPr/>
                <p:nvPr/>
              </p:nvPicPr>
              <p:blipFill>
                <a:blip r:embed="rId51"/>
                <a:stretch>
                  <a:fillRect/>
                </a:stretch>
              </p:blipFill>
              <p:spPr>
                <a:xfrm>
                  <a:off x="1584750" y="332124"/>
                  <a:ext cx="24372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F994CAC7-B681-767E-EF7D-CF04B8FCFFFE}"/>
                    </a:ext>
                  </a:extLst>
                </p14:cNvPr>
                <p14:cNvContentPartPr/>
                <p14:nvPr/>
              </p14:nvContentPartPr>
              <p14:xfrm>
                <a:off x="1791030" y="314124"/>
                <a:ext cx="290160" cy="345960"/>
              </p14:xfrm>
            </p:contentPart>
          </mc:Choice>
          <mc:Fallback xmlns="">
            <p:pic>
              <p:nvPicPr>
                <p:cNvPr id="36" name="Ink 35">
                  <a:extLst>
                    <a:ext uri="{FF2B5EF4-FFF2-40B4-BE49-F238E27FC236}">
                      <a16:creationId xmlns:a16="http://schemas.microsoft.com/office/drawing/2014/main" id="{F994CAC7-B681-767E-EF7D-CF04B8FCFFFE}"/>
                    </a:ext>
                  </a:extLst>
                </p:cNvPr>
                <p:cNvPicPr/>
                <p:nvPr/>
              </p:nvPicPr>
              <p:blipFill>
                <a:blip r:embed="rId53"/>
                <a:stretch>
                  <a:fillRect/>
                </a:stretch>
              </p:blipFill>
              <p:spPr>
                <a:xfrm>
                  <a:off x="1784910" y="308004"/>
                  <a:ext cx="30240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63CAC264-99C4-5485-81F7-6E70E37BF51B}"/>
                    </a:ext>
                  </a:extLst>
                </p14:cNvPr>
                <p14:cNvContentPartPr/>
                <p14:nvPr/>
              </p14:nvContentPartPr>
              <p14:xfrm>
                <a:off x="2113950" y="354444"/>
                <a:ext cx="140400" cy="211320"/>
              </p14:xfrm>
            </p:contentPart>
          </mc:Choice>
          <mc:Fallback xmlns="">
            <p:pic>
              <p:nvPicPr>
                <p:cNvPr id="37" name="Ink 36">
                  <a:extLst>
                    <a:ext uri="{FF2B5EF4-FFF2-40B4-BE49-F238E27FC236}">
                      <a16:creationId xmlns:a16="http://schemas.microsoft.com/office/drawing/2014/main" id="{63CAC264-99C4-5485-81F7-6E70E37BF51B}"/>
                    </a:ext>
                  </a:extLst>
                </p:cNvPr>
                <p:cNvPicPr/>
                <p:nvPr/>
              </p:nvPicPr>
              <p:blipFill>
                <a:blip r:embed="rId55"/>
                <a:stretch>
                  <a:fillRect/>
                </a:stretch>
              </p:blipFill>
              <p:spPr>
                <a:xfrm>
                  <a:off x="2107830" y="348324"/>
                  <a:ext cx="15264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8" name="Ink 37">
                  <a:extLst>
                    <a:ext uri="{FF2B5EF4-FFF2-40B4-BE49-F238E27FC236}">
                      <a16:creationId xmlns:a16="http://schemas.microsoft.com/office/drawing/2014/main" id="{7F6FF412-DD9E-D1D7-DA1E-05B2BA1C8601}"/>
                    </a:ext>
                  </a:extLst>
                </p14:cNvPr>
                <p14:cNvContentPartPr/>
                <p14:nvPr/>
              </p14:nvContentPartPr>
              <p14:xfrm>
                <a:off x="2452350" y="216924"/>
                <a:ext cx="153000" cy="269640"/>
              </p14:xfrm>
            </p:contentPart>
          </mc:Choice>
          <mc:Fallback xmlns="">
            <p:pic>
              <p:nvPicPr>
                <p:cNvPr id="38" name="Ink 37">
                  <a:extLst>
                    <a:ext uri="{FF2B5EF4-FFF2-40B4-BE49-F238E27FC236}">
                      <a16:creationId xmlns:a16="http://schemas.microsoft.com/office/drawing/2014/main" id="{7F6FF412-DD9E-D1D7-DA1E-05B2BA1C8601}"/>
                    </a:ext>
                  </a:extLst>
                </p:cNvPr>
                <p:cNvPicPr/>
                <p:nvPr/>
              </p:nvPicPr>
              <p:blipFill>
                <a:blip r:embed="rId57"/>
                <a:stretch>
                  <a:fillRect/>
                </a:stretch>
              </p:blipFill>
              <p:spPr>
                <a:xfrm>
                  <a:off x="2446230" y="210804"/>
                  <a:ext cx="16524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0FE2867D-B856-CB40-3303-C09ECE7D79F5}"/>
                    </a:ext>
                  </a:extLst>
                </p14:cNvPr>
                <p14:cNvContentPartPr/>
                <p14:nvPr/>
              </p14:nvContentPartPr>
              <p14:xfrm>
                <a:off x="2603550" y="285684"/>
                <a:ext cx="131760" cy="160560"/>
              </p14:xfrm>
            </p:contentPart>
          </mc:Choice>
          <mc:Fallback xmlns="">
            <p:pic>
              <p:nvPicPr>
                <p:cNvPr id="39" name="Ink 38">
                  <a:extLst>
                    <a:ext uri="{FF2B5EF4-FFF2-40B4-BE49-F238E27FC236}">
                      <a16:creationId xmlns:a16="http://schemas.microsoft.com/office/drawing/2014/main" id="{0FE2867D-B856-CB40-3303-C09ECE7D79F5}"/>
                    </a:ext>
                  </a:extLst>
                </p:cNvPr>
                <p:cNvPicPr/>
                <p:nvPr/>
              </p:nvPicPr>
              <p:blipFill>
                <a:blip r:embed="rId59"/>
                <a:stretch>
                  <a:fillRect/>
                </a:stretch>
              </p:blipFill>
              <p:spPr>
                <a:xfrm>
                  <a:off x="2597430" y="279564"/>
                  <a:ext cx="14400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BFCFFB08-4FB0-08F9-4116-EFF21FA274AA}"/>
                    </a:ext>
                  </a:extLst>
                </p14:cNvPr>
                <p14:cNvContentPartPr/>
                <p14:nvPr/>
              </p14:nvContentPartPr>
              <p14:xfrm>
                <a:off x="2732070" y="279924"/>
                <a:ext cx="253080" cy="194400"/>
              </p14:xfrm>
            </p:contentPart>
          </mc:Choice>
          <mc:Fallback xmlns="">
            <p:pic>
              <p:nvPicPr>
                <p:cNvPr id="40" name="Ink 39">
                  <a:extLst>
                    <a:ext uri="{FF2B5EF4-FFF2-40B4-BE49-F238E27FC236}">
                      <a16:creationId xmlns:a16="http://schemas.microsoft.com/office/drawing/2014/main" id="{BFCFFB08-4FB0-08F9-4116-EFF21FA274AA}"/>
                    </a:ext>
                  </a:extLst>
                </p:cNvPr>
                <p:cNvPicPr/>
                <p:nvPr/>
              </p:nvPicPr>
              <p:blipFill>
                <a:blip r:embed="rId61"/>
                <a:stretch>
                  <a:fillRect/>
                </a:stretch>
              </p:blipFill>
              <p:spPr>
                <a:xfrm>
                  <a:off x="2725950" y="273804"/>
                  <a:ext cx="26532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D16A3979-7FE7-D32E-87AD-700E4DE5D353}"/>
                    </a:ext>
                  </a:extLst>
                </p14:cNvPr>
                <p14:cNvContentPartPr/>
                <p14:nvPr/>
              </p14:nvContentPartPr>
              <p14:xfrm>
                <a:off x="2971470" y="220524"/>
                <a:ext cx="530640" cy="257400"/>
              </p14:xfrm>
            </p:contentPart>
          </mc:Choice>
          <mc:Fallback xmlns="">
            <p:pic>
              <p:nvPicPr>
                <p:cNvPr id="41" name="Ink 40">
                  <a:extLst>
                    <a:ext uri="{FF2B5EF4-FFF2-40B4-BE49-F238E27FC236}">
                      <a16:creationId xmlns:a16="http://schemas.microsoft.com/office/drawing/2014/main" id="{D16A3979-7FE7-D32E-87AD-700E4DE5D353}"/>
                    </a:ext>
                  </a:extLst>
                </p:cNvPr>
                <p:cNvPicPr/>
                <p:nvPr/>
              </p:nvPicPr>
              <p:blipFill>
                <a:blip r:embed="rId63"/>
                <a:stretch>
                  <a:fillRect/>
                </a:stretch>
              </p:blipFill>
              <p:spPr>
                <a:xfrm>
                  <a:off x="2965350" y="214404"/>
                  <a:ext cx="5428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39D22D39-B97F-FE2B-7140-AD7AC226728F}"/>
                    </a:ext>
                  </a:extLst>
                </p14:cNvPr>
                <p14:cNvContentPartPr/>
                <p14:nvPr/>
              </p14:nvContentPartPr>
              <p14:xfrm>
                <a:off x="3627390" y="140604"/>
                <a:ext cx="271440" cy="330480"/>
              </p14:xfrm>
            </p:contentPart>
          </mc:Choice>
          <mc:Fallback xmlns="">
            <p:pic>
              <p:nvPicPr>
                <p:cNvPr id="42" name="Ink 41">
                  <a:extLst>
                    <a:ext uri="{FF2B5EF4-FFF2-40B4-BE49-F238E27FC236}">
                      <a16:creationId xmlns:a16="http://schemas.microsoft.com/office/drawing/2014/main" id="{39D22D39-B97F-FE2B-7140-AD7AC226728F}"/>
                    </a:ext>
                  </a:extLst>
                </p:cNvPr>
                <p:cNvPicPr/>
                <p:nvPr/>
              </p:nvPicPr>
              <p:blipFill>
                <a:blip r:embed="rId65"/>
                <a:stretch>
                  <a:fillRect/>
                </a:stretch>
              </p:blipFill>
              <p:spPr>
                <a:xfrm>
                  <a:off x="3621270" y="134484"/>
                  <a:ext cx="28368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128E00E8-AEA1-0E3C-8C01-5DC7EBFB40DE}"/>
                    </a:ext>
                  </a:extLst>
                </p14:cNvPr>
                <p14:cNvContentPartPr/>
                <p14:nvPr/>
              </p14:nvContentPartPr>
              <p14:xfrm>
                <a:off x="3867510" y="304404"/>
                <a:ext cx="564120" cy="115560"/>
              </p14:xfrm>
            </p:contentPart>
          </mc:Choice>
          <mc:Fallback xmlns="">
            <p:pic>
              <p:nvPicPr>
                <p:cNvPr id="43" name="Ink 42">
                  <a:extLst>
                    <a:ext uri="{FF2B5EF4-FFF2-40B4-BE49-F238E27FC236}">
                      <a16:creationId xmlns:a16="http://schemas.microsoft.com/office/drawing/2014/main" id="{128E00E8-AEA1-0E3C-8C01-5DC7EBFB40DE}"/>
                    </a:ext>
                  </a:extLst>
                </p:cNvPr>
                <p:cNvPicPr/>
                <p:nvPr/>
              </p:nvPicPr>
              <p:blipFill>
                <a:blip r:embed="rId67"/>
                <a:stretch>
                  <a:fillRect/>
                </a:stretch>
              </p:blipFill>
              <p:spPr>
                <a:xfrm>
                  <a:off x="3861390" y="298284"/>
                  <a:ext cx="5763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6DDC9793-8AEC-9715-1F1B-B2C76A67E308}"/>
                    </a:ext>
                  </a:extLst>
                </p14:cNvPr>
                <p14:cNvContentPartPr/>
                <p14:nvPr/>
              </p14:nvContentPartPr>
              <p14:xfrm>
                <a:off x="4707390" y="162564"/>
                <a:ext cx="40680" cy="281880"/>
              </p14:xfrm>
            </p:contentPart>
          </mc:Choice>
          <mc:Fallback xmlns="">
            <p:pic>
              <p:nvPicPr>
                <p:cNvPr id="45" name="Ink 44">
                  <a:extLst>
                    <a:ext uri="{FF2B5EF4-FFF2-40B4-BE49-F238E27FC236}">
                      <a16:creationId xmlns:a16="http://schemas.microsoft.com/office/drawing/2014/main" id="{6DDC9793-8AEC-9715-1F1B-B2C76A67E308}"/>
                    </a:ext>
                  </a:extLst>
                </p:cNvPr>
                <p:cNvPicPr/>
                <p:nvPr/>
              </p:nvPicPr>
              <p:blipFill>
                <a:blip r:embed="rId69"/>
                <a:stretch>
                  <a:fillRect/>
                </a:stretch>
              </p:blipFill>
              <p:spPr>
                <a:xfrm>
                  <a:off x="4701270" y="156444"/>
                  <a:ext cx="5292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080471EE-0B77-24D5-7DA6-D14E61775F38}"/>
                    </a:ext>
                  </a:extLst>
                </p14:cNvPr>
                <p14:cNvContentPartPr/>
                <p14:nvPr/>
              </p14:nvContentPartPr>
              <p14:xfrm>
                <a:off x="4707390" y="169764"/>
                <a:ext cx="230040" cy="187560"/>
              </p14:xfrm>
            </p:contentPart>
          </mc:Choice>
          <mc:Fallback xmlns="">
            <p:pic>
              <p:nvPicPr>
                <p:cNvPr id="46" name="Ink 45">
                  <a:extLst>
                    <a:ext uri="{FF2B5EF4-FFF2-40B4-BE49-F238E27FC236}">
                      <a16:creationId xmlns:a16="http://schemas.microsoft.com/office/drawing/2014/main" id="{080471EE-0B77-24D5-7DA6-D14E61775F38}"/>
                    </a:ext>
                  </a:extLst>
                </p:cNvPr>
                <p:cNvPicPr/>
                <p:nvPr/>
              </p:nvPicPr>
              <p:blipFill>
                <a:blip r:embed="rId71"/>
                <a:stretch>
                  <a:fillRect/>
                </a:stretch>
              </p:blipFill>
              <p:spPr>
                <a:xfrm>
                  <a:off x="4701270" y="163644"/>
                  <a:ext cx="24228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FB95B435-A890-DDE6-2BC2-DC0BA0EA994B}"/>
                    </a:ext>
                  </a:extLst>
                </p14:cNvPr>
                <p14:cNvContentPartPr/>
                <p14:nvPr/>
              </p14:nvContentPartPr>
              <p14:xfrm>
                <a:off x="4979190" y="188484"/>
                <a:ext cx="132480" cy="234720"/>
              </p14:xfrm>
            </p:contentPart>
          </mc:Choice>
          <mc:Fallback xmlns="">
            <p:pic>
              <p:nvPicPr>
                <p:cNvPr id="47" name="Ink 46">
                  <a:extLst>
                    <a:ext uri="{FF2B5EF4-FFF2-40B4-BE49-F238E27FC236}">
                      <a16:creationId xmlns:a16="http://schemas.microsoft.com/office/drawing/2014/main" id="{FB95B435-A890-DDE6-2BC2-DC0BA0EA994B}"/>
                    </a:ext>
                  </a:extLst>
                </p:cNvPr>
                <p:cNvPicPr/>
                <p:nvPr/>
              </p:nvPicPr>
              <p:blipFill>
                <a:blip r:embed="rId73"/>
                <a:stretch>
                  <a:fillRect/>
                </a:stretch>
              </p:blipFill>
              <p:spPr>
                <a:xfrm>
                  <a:off x="4973070" y="182364"/>
                  <a:ext cx="14472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44EF171C-E8EF-1FDA-F4D5-93AA7FD33B17}"/>
                    </a:ext>
                  </a:extLst>
                </p14:cNvPr>
                <p14:cNvContentPartPr/>
                <p14:nvPr/>
              </p14:nvContentPartPr>
              <p14:xfrm>
                <a:off x="5130390" y="236724"/>
                <a:ext cx="198000" cy="144000"/>
              </p14:xfrm>
            </p:contentPart>
          </mc:Choice>
          <mc:Fallback xmlns="">
            <p:pic>
              <p:nvPicPr>
                <p:cNvPr id="48" name="Ink 47">
                  <a:extLst>
                    <a:ext uri="{FF2B5EF4-FFF2-40B4-BE49-F238E27FC236}">
                      <a16:creationId xmlns:a16="http://schemas.microsoft.com/office/drawing/2014/main" id="{44EF171C-E8EF-1FDA-F4D5-93AA7FD33B17}"/>
                    </a:ext>
                  </a:extLst>
                </p:cNvPr>
                <p:cNvPicPr/>
                <p:nvPr/>
              </p:nvPicPr>
              <p:blipFill>
                <a:blip r:embed="rId75"/>
                <a:stretch>
                  <a:fillRect/>
                </a:stretch>
              </p:blipFill>
              <p:spPr>
                <a:xfrm>
                  <a:off x="5124270" y="230604"/>
                  <a:ext cx="21024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0" name="Ink 49">
                  <a:extLst>
                    <a:ext uri="{FF2B5EF4-FFF2-40B4-BE49-F238E27FC236}">
                      <a16:creationId xmlns:a16="http://schemas.microsoft.com/office/drawing/2014/main" id="{AB583D82-AD6E-70CD-278D-90C4D2F6F8F0}"/>
                    </a:ext>
                  </a:extLst>
                </p14:cNvPr>
                <p14:cNvContentPartPr/>
                <p14:nvPr/>
              </p14:nvContentPartPr>
              <p14:xfrm>
                <a:off x="5604870" y="186324"/>
                <a:ext cx="333360" cy="238320"/>
              </p14:xfrm>
            </p:contentPart>
          </mc:Choice>
          <mc:Fallback xmlns="">
            <p:pic>
              <p:nvPicPr>
                <p:cNvPr id="50" name="Ink 49">
                  <a:extLst>
                    <a:ext uri="{FF2B5EF4-FFF2-40B4-BE49-F238E27FC236}">
                      <a16:creationId xmlns:a16="http://schemas.microsoft.com/office/drawing/2014/main" id="{AB583D82-AD6E-70CD-278D-90C4D2F6F8F0}"/>
                    </a:ext>
                  </a:extLst>
                </p:cNvPr>
                <p:cNvPicPr/>
                <p:nvPr/>
              </p:nvPicPr>
              <p:blipFill>
                <a:blip r:embed="rId77"/>
                <a:stretch>
                  <a:fillRect/>
                </a:stretch>
              </p:blipFill>
              <p:spPr>
                <a:xfrm>
                  <a:off x="5598750" y="180204"/>
                  <a:ext cx="34560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77E28D84-1CB2-3ECE-2A94-07FD89EFB62B}"/>
                    </a:ext>
                  </a:extLst>
                </p14:cNvPr>
                <p14:cNvContentPartPr/>
                <p14:nvPr/>
              </p14:nvContentPartPr>
              <p14:xfrm>
                <a:off x="6197070" y="151404"/>
                <a:ext cx="22320" cy="253440"/>
              </p14:xfrm>
            </p:contentPart>
          </mc:Choice>
          <mc:Fallback xmlns="">
            <p:pic>
              <p:nvPicPr>
                <p:cNvPr id="51" name="Ink 50">
                  <a:extLst>
                    <a:ext uri="{FF2B5EF4-FFF2-40B4-BE49-F238E27FC236}">
                      <a16:creationId xmlns:a16="http://schemas.microsoft.com/office/drawing/2014/main" id="{77E28D84-1CB2-3ECE-2A94-07FD89EFB62B}"/>
                    </a:ext>
                  </a:extLst>
                </p:cNvPr>
                <p:cNvPicPr/>
                <p:nvPr/>
              </p:nvPicPr>
              <p:blipFill>
                <a:blip r:embed="rId79"/>
                <a:stretch>
                  <a:fillRect/>
                </a:stretch>
              </p:blipFill>
              <p:spPr>
                <a:xfrm>
                  <a:off x="6190950" y="145284"/>
                  <a:ext cx="3456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2" name="Ink 51">
                  <a:extLst>
                    <a:ext uri="{FF2B5EF4-FFF2-40B4-BE49-F238E27FC236}">
                      <a16:creationId xmlns:a16="http://schemas.microsoft.com/office/drawing/2014/main" id="{4BD3A044-B93E-507C-A9E4-B3AC8FD80099}"/>
                    </a:ext>
                  </a:extLst>
                </p14:cNvPr>
                <p14:cNvContentPartPr/>
                <p14:nvPr/>
              </p14:nvContentPartPr>
              <p14:xfrm>
                <a:off x="6090150" y="125124"/>
                <a:ext cx="301680" cy="337320"/>
              </p14:xfrm>
            </p:contentPart>
          </mc:Choice>
          <mc:Fallback xmlns="">
            <p:pic>
              <p:nvPicPr>
                <p:cNvPr id="52" name="Ink 51">
                  <a:extLst>
                    <a:ext uri="{FF2B5EF4-FFF2-40B4-BE49-F238E27FC236}">
                      <a16:creationId xmlns:a16="http://schemas.microsoft.com/office/drawing/2014/main" id="{4BD3A044-B93E-507C-A9E4-B3AC8FD80099}"/>
                    </a:ext>
                  </a:extLst>
                </p:cNvPr>
                <p:cNvPicPr/>
                <p:nvPr/>
              </p:nvPicPr>
              <p:blipFill>
                <a:blip r:embed="rId81"/>
                <a:stretch>
                  <a:fillRect/>
                </a:stretch>
              </p:blipFill>
              <p:spPr>
                <a:xfrm>
                  <a:off x="6084030" y="119004"/>
                  <a:ext cx="31392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3" name="Ink 52">
                  <a:extLst>
                    <a:ext uri="{FF2B5EF4-FFF2-40B4-BE49-F238E27FC236}">
                      <a16:creationId xmlns:a16="http://schemas.microsoft.com/office/drawing/2014/main" id="{FEA2B479-A726-6A79-EF7A-8E93F2688959}"/>
                    </a:ext>
                  </a:extLst>
                </p14:cNvPr>
                <p14:cNvContentPartPr/>
                <p14:nvPr/>
              </p14:nvContentPartPr>
              <p14:xfrm>
                <a:off x="6344670" y="145284"/>
                <a:ext cx="201600" cy="283320"/>
              </p14:xfrm>
            </p:contentPart>
          </mc:Choice>
          <mc:Fallback xmlns="">
            <p:pic>
              <p:nvPicPr>
                <p:cNvPr id="53" name="Ink 52">
                  <a:extLst>
                    <a:ext uri="{FF2B5EF4-FFF2-40B4-BE49-F238E27FC236}">
                      <a16:creationId xmlns:a16="http://schemas.microsoft.com/office/drawing/2014/main" id="{FEA2B479-A726-6A79-EF7A-8E93F2688959}"/>
                    </a:ext>
                  </a:extLst>
                </p:cNvPr>
                <p:cNvPicPr/>
                <p:nvPr/>
              </p:nvPicPr>
              <p:blipFill>
                <a:blip r:embed="rId83"/>
                <a:stretch>
                  <a:fillRect/>
                </a:stretch>
              </p:blipFill>
              <p:spPr>
                <a:xfrm>
                  <a:off x="6338550" y="139164"/>
                  <a:ext cx="21384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4" name="Ink 53">
                  <a:extLst>
                    <a:ext uri="{FF2B5EF4-FFF2-40B4-BE49-F238E27FC236}">
                      <a16:creationId xmlns:a16="http://schemas.microsoft.com/office/drawing/2014/main" id="{A9268A41-6555-426E-F539-793EA737AB4E}"/>
                    </a:ext>
                  </a:extLst>
                </p14:cNvPr>
                <p14:cNvContentPartPr/>
                <p14:nvPr/>
              </p14:nvContentPartPr>
              <p14:xfrm>
                <a:off x="6612870" y="245364"/>
                <a:ext cx="47520" cy="189720"/>
              </p14:xfrm>
            </p:contentPart>
          </mc:Choice>
          <mc:Fallback xmlns="">
            <p:pic>
              <p:nvPicPr>
                <p:cNvPr id="54" name="Ink 53">
                  <a:extLst>
                    <a:ext uri="{FF2B5EF4-FFF2-40B4-BE49-F238E27FC236}">
                      <a16:creationId xmlns:a16="http://schemas.microsoft.com/office/drawing/2014/main" id="{A9268A41-6555-426E-F539-793EA737AB4E}"/>
                    </a:ext>
                  </a:extLst>
                </p:cNvPr>
                <p:cNvPicPr/>
                <p:nvPr/>
              </p:nvPicPr>
              <p:blipFill>
                <a:blip r:embed="rId85"/>
                <a:stretch>
                  <a:fillRect/>
                </a:stretch>
              </p:blipFill>
              <p:spPr>
                <a:xfrm>
                  <a:off x="6606750" y="239244"/>
                  <a:ext cx="5976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5" name="Ink 54">
                  <a:extLst>
                    <a:ext uri="{FF2B5EF4-FFF2-40B4-BE49-F238E27FC236}">
                      <a16:creationId xmlns:a16="http://schemas.microsoft.com/office/drawing/2014/main" id="{73C7D48B-E7F8-5537-A293-5AFE2378FB80}"/>
                    </a:ext>
                  </a:extLst>
                </p14:cNvPr>
                <p14:cNvContentPartPr/>
                <p14:nvPr/>
              </p14:nvContentPartPr>
              <p14:xfrm>
                <a:off x="6619710" y="169044"/>
                <a:ext cx="293760" cy="282240"/>
              </p14:xfrm>
            </p:contentPart>
          </mc:Choice>
          <mc:Fallback xmlns="">
            <p:pic>
              <p:nvPicPr>
                <p:cNvPr id="55" name="Ink 54">
                  <a:extLst>
                    <a:ext uri="{FF2B5EF4-FFF2-40B4-BE49-F238E27FC236}">
                      <a16:creationId xmlns:a16="http://schemas.microsoft.com/office/drawing/2014/main" id="{73C7D48B-E7F8-5537-A293-5AFE2378FB80}"/>
                    </a:ext>
                  </a:extLst>
                </p:cNvPr>
                <p:cNvPicPr/>
                <p:nvPr/>
              </p:nvPicPr>
              <p:blipFill>
                <a:blip r:embed="rId87"/>
                <a:stretch>
                  <a:fillRect/>
                </a:stretch>
              </p:blipFill>
              <p:spPr>
                <a:xfrm>
                  <a:off x="6613590" y="162924"/>
                  <a:ext cx="306000" cy="294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8">
            <p14:nvContentPartPr>
              <p14:cNvPr id="57" name="Ink 56">
                <a:extLst>
                  <a:ext uri="{FF2B5EF4-FFF2-40B4-BE49-F238E27FC236}">
                    <a16:creationId xmlns:a16="http://schemas.microsoft.com/office/drawing/2014/main" id="{F925E930-A706-6BE4-DD58-70940D8A3E9C}"/>
                  </a:ext>
                </a:extLst>
              </p14:cNvPr>
              <p14:cNvContentPartPr/>
              <p14:nvPr/>
            </p14:nvContentPartPr>
            <p14:xfrm>
              <a:off x="4424790" y="5309484"/>
              <a:ext cx="1379520" cy="56160"/>
            </p14:xfrm>
          </p:contentPart>
        </mc:Choice>
        <mc:Fallback xmlns="">
          <p:pic>
            <p:nvPicPr>
              <p:cNvPr id="57" name="Ink 56">
                <a:extLst>
                  <a:ext uri="{FF2B5EF4-FFF2-40B4-BE49-F238E27FC236}">
                    <a16:creationId xmlns:a16="http://schemas.microsoft.com/office/drawing/2014/main" id="{F925E930-A706-6BE4-DD58-70940D8A3E9C}"/>
                  </a:ext>
                </a:extLst>
              </p:cNvPr>
              <p:cNvPicPr/>
              <p:nvPr/>
            </p:nvPicPr>
            <p:blipFill>
              <a:blip r:embed="rId89"/>
              <a:stretch>
                <a:fillRect/>
              </a:stretch>
            </p:blipFill>
            <p:spPr>
              <a:xfrm>
                <a:off x="4418670" y="5303364"/>
                <a:ext cx="1391760" cy="68400"/>
              </a:xfrm>
              <a:prstGeom prst="rect">
                <a:avLst/>
              </a:prstGeom>
            </p:spPr>
          </p:pic>
        </mc:Fallback>
      </mc:AlternateContent>
    </p:spTree>
    <p:extLst>
      <p:ext uri="{BB962C8B-B14F-4D97-AF65-F5344CB8AC3E}">
        <p14:creationId xmlns:p14="http://schemas.microsoft.com/office/powerpoint/2010/main" val="1808566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51693-72B5-45A4-A008-7C593881F181}"/>
              </a:ext>
            </a:extLst>
          </p:cNvPr>
          <p:cNvSpPr>
            <a:spLocks noGrp="1"/>
          </p:cNvSpPr>
          <p:nvPr>
            <p:ph type="title"/>
          </p:nvPr>
        </p:nvSpPr>
        <p:spPr>
          <a:xfrm>
            <a:off x="628650" y="365127"/>
            <a:ext cx="7886700" cy="903286"/>
          </a:xfrm>
        </p:spPr>
        <p:txBody>
          <a:bodyPr/>
          <a:lstStyle/>
          <a:p>
            <a:r>
              <a:rPr lang="en-US" altLang="en-US" b="1" dirty="0"/>
              <a:t>Conversion to Second Normal Form (2NF</a:t>
            </a:r>
            <a:r>
              <a:rPr lang="en-US" altLang="en-US" dirty="0"/>
              <a:t>)</a:t>
            </a:r>
            <a:endParaRPr lang="en-US" dirty="0"/>
          </a:p>
        </p:txBody>
      </p:sp>
      <p:sp>
        <p:nvSpPr>
          <p:cNvPr id="3" name="Content Placeholder 2">
            <a:extLst>
              <a:ext uri="{FF2B5EF4-FFF2-40B4-BE49-F238E27FC236}">
                <a16:creationId xmlns:a16="http://schemas.microsoft.com/office/drawing/2014/main" id="{7D5AD16F-AEA6-4CA2-857B-E3DBB5B33EEB}"/>
              </a:ext>
            </a:extLst>
          </p:cNvPr>
          <p:cNvSpPr>
            <a:spLocks noGrp="1"/>
          </p:cNvSpPr>
          <p:nvPr>
            <p:ph idx="1"/>
          </p:nvPr>
        </p:nvSpPr>
        <p:spPr>
          <a:xfrm>
            <a:off x="628650" y="1447800"/>
            <a:ext cx="7886700" cy="4729163"/>
          </a:xfrm>
        </p:spPr>
        <p:txBody>
          <a:bodyPr/>
          <a:lstStyle/>
          <a:p>
            <a:pPr marL="0" indent="0">
              <a:buNone/>
            </a:pPr>
            <a:r>
              <a:rPr lang="en-US" dirty="0"/>
              <a:t>Analysis: </a:t>
            </a:r>
          </a:p>
          <a:p>
            <a:r>
              <a:rPr lang="en-US" dirty="0"/>
              <a:t>Partial dependency exists only when the PK is a composite key. </a:t>
            </a:r>
          </a:p>
          <a:p>
            <a:r>
              <a:rPr lang="en-US" dirty="0"/>
              <a:t>Only the EMPLOYEE_ASSIGN relation has a composite PK. So, it must be evaluated for partial dependency. </a:t>
            </a:r>
          </a:p>
          <a:p>
            <a:endParaRPr lang="en-US" dirty="0"/>
          </a:p>
          <a:p>
            <a:pPr marL="0" indent="0">
              <a:buNone/>
            </a:pPr>
            <a:r>
              <a:rPr lang="en-US" b="1" u="sng" dirty="0"/>
              <a:t>2NF</a:t>
            </a:r>
          </a:p>
          <a:p>
            <a:r>
              <a:rPr lang="en-US" dirty="0"/>
              <a:t>PROJECT (</a:t>
            </a:r>
            <a:r>
              <a:rPr lang="en-US" u="sng" dirty="0"/>
              <a:t>PROJ_NUM</a:t>
            </a:r>
            <a:r>
              <a:rPr lang="en-US" dirty="0"/>
              <a:t>, PROJ_NAME)</a:t>
            </a:r>
          </a:p>
          <a:p>
            <a:r>
              <a:rPr lang="en-US" dirty="0"/>
              <a:t>EMPLOYEE (</a:t>
            </a:r>
            <a:r>
              <a:rPr lang="en-US" u="sng" dirty="0"/>
              <a:t>EMP_NUM</a:t>
            </a:r>
            <a:r>
              <a:rPr lang="en-US" dirty="0"/>
              <a:t>, EMP_FNAME, EMP_LNAME, JOB_CLASS, CHG_HOURS)</a:t>
            </a:r>
          </a:p>
          <a:p>
            <a:r>
              <a:rPr lang="en-US" dirty="0"/>
              <a:t>ASSIGN (</a:t>
            </a:r>
            <a:r>
              <a:rPr lang="en-US" u="sng" dirty="0"/>
              <a:t>EMP_NUM</a:t>
            </a:r>
            <a:r>
              <a:rPr lang="en-US" dirty="0"/>
              <a:t>, </a:t>
            </a:r>
            <a:r>
              <a:rPr lang="en-US" u="sng" dirty="0"/>
              <a:t>PROJ_NUM</a:t>
            </a:r>
            <a:r>
              <a:rPr lang="en-US" dirty="0"/>
              <a:t>, HOURS_BILLED)</a:t>
            </a:r>
          </a:p>
          <a:p>
            <a:endParaRPr lang="en-US" dirty="0"/>
          </a:p>
          <a:p>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ED93ED83-3BED-431D-9460-DB7FFB4ECC03}"/>
              </a:ext>
            </a:extLst>
          </p:cNvPr>
          <p:cNvSpPr>
            <a:spLocks noGrp="1"/>
          </p:cNvSpPr>
          <p:nvPr>
            <p:ph type="ftr" sz="quarter" idx="11"/>
          </p:nvPr>
        </p:nvSpPr>
        <p:spPr/>
        <p:txBody>
          <a:bodyPr/>
          <a:lstStyle/>
          <a:p>
            <a:endParaRPr lang="en-US"/>
          </a:p>
        </p:txBody>
      </p:sp>
      <p:grpSp>
        <p:nvGrpSpPr>
          <p:cNvPr id="7" name="Group 6">
            <a:extLst>
              <a:ext uri="{FF2B5EF4-FFF2-40B4-BE49-F238E27FC236}">
                <a16:creationId xmlns:a16="http://schemas.microsoft.com/office/drawing/2014/main" id="{AA4FA3F4-D175-D95B-24F7-719391D5F516}"/>
              </a:ext>
            </a:extLst>
          </p:cNvPr>
          <p:cNvGrpSpPr/>
          <p:nvPr/>
        </p:nvGrpSpPr>
        <p:grpSpPr>
          <a:xfrm>
            <a:off x="5282310" y="2145084"/>
            <a:ext cx="2257560" cy="105840"/>
            <a:chOff x="5282310" y="2145084"/>
            <a:chExt cx="2257560" cy="10584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6346B723-0C7C-02AB-3686-2133F0AD7C54}"/>
                    </a:ext>
                  </a:extLst>
                </p14:cNvPr>
                <p14:cNvContentPartPr/>
                <p14:nvPr/>
              </p14:nvContentPartPr>
              <p14:xfrm>
                <a:off x="5282310" y="2216724"/>
                <a:ext cx="424800" cy="34200"/>
              </p14:xfrm>
            </p:contentPart>
          </mc:Choice>
          <mc:Fallback xmlns="">
            <p:pic>
              <p:nvPicPr>
                <p:cNvPr id="5" name="Ink 4">
                  <a:extLst>
                    <a:ext uri="{FF2B5EF4-FFF2-40B4-BE49-F238E27FC236}">
                      <a16:creationId xmlns:a16="http://schemas.microsoft.com/office/drawing/2014/main" id="{6346B723-0C7C-02AB-3686-2133F0AD7C54}"/>
                    </a:ext>
                  </a:extLst>
                </p:cNvPr>
                <p:cNvPicPr/>
                <p:nvPr/>
              </p:nvPicPr>
              <p:blipFill>
                <a:blip r:embed="rId3"/>
                <a:stretch>
                  <a:fillRect/>
                </a:stretch>
              </p:blipFill>
              <p:spPr>
                <a:xfrm>
                  <a:off x="5276190" y="2210604"/>
                  <a:ext cx="4370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8C7AF17D-9B9C-52DF-8C7F-05991CA7827D}"/>
                    </a:ext>
                  </a:extLst>
                </p14:cNvPr>
                <p14:cNvContentPartPr/>
                <p14:nvPr/>
              </p14:nvContentPartPr>
              <p14:xfrm>
                <a:off x="6122910" y="2145084"/>
                <a:ext cx="1416960" cy="99360"/>
              </p14:xfrm>
            </p:contentPart>
          </mc:Choice>
          <mc:Fallback xmlns="">
            <p:pic>
              <p:nvPicPr>
                <p:cNvPr id="6" name="Ink 5">
                  <a:extLst>
                    <a:ext uri="{FF2B5EF4-FFF2-40B4-BE49-F238E27FC236}">
                      <a16:creationId xmlns:a16="http://schemas.microsoft.com/office/drawing/2014/main" id="{8C7AF17D-9B9C-52DF-8C7F-05991CA7827D}"/>
                    </a:ext>
                  </a:extLst>
                </p:cNvPr>
                <p:cNvPicPr/>
                <p:nvPr/>
              </p:nvPicPr>
              <p:blipFill>
                <a:blip r:embed="rId5"/>
                <a:stretch>
                  <a:fillRect/>
                </a:stretch>
              </p:blipFill>
              <p:spPr>
                <a:xfrm>
                  <a:off x="6116790" y="2138964"/>
                  <a:ext cx="1429200" cy="11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1B7487E9-FC3A-9080-3BD3-028F16FAB6EF}"/>
                  </a:ext>
                </a:extLst>
              </p14:cNvPr>
              <p14:cNvContentPartPr/>
              <p14:nvPr/>
            </p14:nvContentPartPr>
            <p14:xfrm>
              <a:off x="3551430" y="1792644"/>
              <a:ext cx="695160" cy="473040"/>
            </p14:xfrm>
          </p:contentPart>
        </mc:Choice>
        <mc:Fallback xmlns="">
          <p:pic>
            <p:nvPicPr>
              <p:cNvPr id="8" name="Ink 7">
                <a:extLst>
                  <a:ext uri="{FF2B5EF4-FFF2-40B4-BE49-F238E27FC236}">
                    <a16:creationId xmlns:a16="http://schemas.microsoft.com/office/drawing/2014/main" id="{1B7487E9-FC3A-9080-3BD3-028F16FAB6EF}"/>
                  </a:ext>
                </a:extLst>
              </p:cNvPr>
              <p:cNvPicPr/>
              <p:nvPr/>
            </p:nvPicPr>
            <p:blipFill>
              <a:blip r:embed="rId7"/>
              <a:stretch>
                <a:fillRect/>
              </a:stretch>
            </p:blipFill>
            <p:spPr>
              <a:xfrm>
                <a:off x="3545310" y="1786524"/>
                <a:ext cx="707400" cy="485280"/>
              </a:xfrm>
              <a:prstGeom prst="rect">
                <a:avLst/>
              </a:prstGeom>
            </p:spPr>
          </p:pic>
        </mc:Fallback>
      </mc:AlternateContent>
      <p:grpSp>
        <p:nvGrpSpPr>
          <p:cNvPr id="11" name="Group 10">
            <a:extLst>
              <a:ext uri="{FF2B5EF4-FFF2-40B4-BE49-F238E27FC236}">
                <a16:creationId xmlns:a16="http://schemas.microsoft.com/office/drawing/2014/main" id="{F0582A15-00D0-D9A4-F182-5CA2D6CE47F4}"/>
              </a:ext>
            </a:extLst>
          </p:cNvPr>
          <p:cNvGrpSpPr/>
          <p:nvPr/>
        </p:nvGrpSpPr>
        <p:grpSpPr>
          <a:xfrm>
            <a:off x="1896510" y="2530284"/>
            <a:ext cx="5082480" cy="108360"/>
            <a:chOff x="1896510" y="2530284"/>
            <a:chExt cx="5082480" cy="108360"/>
          </a:xfrm>
        </p:grpSpPr>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0EDDC552-FEF2-3547-343F-793E4BF1B495}"/>
                    </a:ext>
                  </a:extLst>
                </p14:cNvPr>
                <p14:cNvContentPartPr/>
                <p14:nvPr/>
              </p14:nvContentPartPr>
              <p14:xfrm>
                <a:off x="1896510" y="2530284"/>
                <a:ext cx="2917800" cy="108360"/>
              </p14:xfrm>
            </p:contentPart>
          </mc:Choice>
          <mc:Fallback xmlns="">
            <p:pic>
              <p:nvPicPr>
                <p:cNvPr id="9" name="Ink 8">
                  <a:extLst>
                    <a:ext uri="{FF2B5EF4-FFF2-40B4-BE49-F238E27FC236}">
                      <a16:creationId xmlns:a16="http://schemas.microsoft.com/office/drawing/2014/main" id="{0EDDC552-FEF2-3547-343F-793E4BF1B495}"/>
                    </a:ext>
                  </a:extLst>
                </p:cNvPr>
                <p:cNvPicPr/>
                <p:nvPr/>
              </p:nvPicPr>
              <p:blipFill>
                <a:blip r:embed="rId9"/>
                <a:stretch>
                  <a:fillRect/>
                </a:stretch>
              </p:blipFill>
              <p:spPr>
                <a:xfrm>
                  <a:off x="1890390" y="2524164"/>
                  <a:ext cx="29300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B5C8235F-02DA-358D-9B3D-B4C7E15341C4}"/>
                    </a:ext>
                  </a:extLst>
                </p14:cNvPr>
                <p14:cNvContentPartPr/>
                <p14:nvPr/>
              </p14:nvContentPartPr>
              <p14:xfrm>
                <a:off x="5606670" y="2586084"/>
                <a:ext cx="1372320" cy="33480"/>
              </p14:xfrm>
            </p:contentPart>
          </mc:Choice>
          <mc:Fallback xmlns="">
            <p:pic>
              <p:nvPicPr>
                <p:cNvPr id="10" name="Ink 9">
                  <a:extLst>
                    <a:ext uri="{FF2B5EF4-FFF2-40B4-BE49-F238E27FC236}">
                      <a16:creationId xmlns:a16="http://schemas.microsoft.com/office/drawing/2014/main" id="{B5C8235F-02DA-358D-9B3D-B4C7E15341C4}"/>
                    </a:ext>
                  </a:extLst>
                </p:cNvPr>
                <p:cNvPicPr/>
                <p:nvPr/>
              </p:nvPicPr>
              <p:blipFill>
                <a:blip r:embed="rId11"/>
                <a:stretch>
                  <a:fillRect/>
                </a:stretch>
              </p:blipFill>
              <p:spPr>
                <a:xfrm>
                  <a:off x="5600550" y="2579964"/>
                  <a:ext cx="1384560" cy="45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4EA0809C-380F-7CE5-7052-511DD14ED482}"/>
                  </a:ext>
                </a:extLst>
              </p14:cNvPr>
              <p14:cNvContentPartPr/>
              <p14:nvPr/>
            </p14:nvContentPartPr>
            <p14:xfrm>
              <a:off x="2721270" y="2858244"/>
              <a:ext cx="2025360" cy="142200"/>
            </p14:xfrm>
          </p:contentPart>
        </mc:Choice>
        <mc:Fallback xmlns="">
          <p:pic>
            <p:nvPicPr>
              <p:cNvPr id="12" name="Ink 11">
                <a:extLst>
                  <a:ext uri="{FF2B5EF4-FFF2-40B4-BE49-F238E27FC236}">
                    <a16:creationId xmlns:a16="http://schemas.microsoft.com/office/drawing/2014/main" id="{4EA0809C-380F-7CE5-7052-511DD14ED482}"/>
                  </a:ext>
                </a:extLst>
              </p:cNvPr>
              <p:cNvPicPr/>
              <p:nvPr/>
            </p:nvPicPr>
            <p:blipFill>
              <a:blip r:embed="rId13"/>
              <a:stretch>
                <a:fillRect/>
              </a:stretch>
            </p:blipFill>
            <p:spPr>
              <a:xfrm>
                <a:off x="2715150" y="2852124"/>
                <a:ext cx="203760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9" name="Ink 38">
                <a:extLst>
                  <a:ext uri="{FF2B5EF4-FFF2-40B4-BE49-F238E27FC236}">
                    <a16:creationId xmlns:a16="http://schemas.microsoft.com/office/drawing/2014/main" id="{B6A3BAC2-2C9E-39D4-A033-EB2DCECD624A}"/>
                  </a:ext>
                </a:extLst>
              </p14:cNvPr>
              <p14:cNvContentPartPr/>
              <p14:nvPr/>
            </p14:nvContentPartPr>
            <p14:xfrm>
              <a:off x="6642750" y="4531884"/>
              <a:ext cx="1194480" cy="70200"/>
            </p14:xfrm>
          </p:contentPart>
        </mc:Choice>
        <mc:Fallback xmlns="">
          <p:pic>
            <p:nvPicPr>
              <p:cNvPr id="39" name="Ink 38">
                <a:extLst>
                  <a:ext uri="{FF2B5EF4-FFF2-40B4-BE49-F238E27FC236}">
                    <a16:creationId xmlns:a16="http://schemas.microsoft.com/office/drawing/2014/main" id="{B6A3BAC2-2C9E-39D4-A033-EB2DCECD624A}"/>
                  </a:ext>
                </a:extLst>
              </p:cNvPr>
              <p:cNvPicPr/>
              <p:nvPr/>
            </p:nvPicPr>
            <p:blipFill>
              <a:blip r:embed="rId15"/>
              <a:stretch>
                <a:fillRect/>
              </a:stretch>
            </p:blipFill>
            <p:spPr>
              <a:xfrm>
                <a:off x="6636630" y="4525764"/>
                <a:ext cx="120672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0" name="Ink 39">
                <a:extLst>
                  <a:ext uri="{FF2B5EF4-FFF2-40B4-BE49-F238E27FC236}">
                    <a16:creationId xmlns:a16="http://schemas.microsoft.com/office/drawing/2014/main" id="{9864BF33-F4CF-EA9C-B131-F0CA747E5F90}"/>
                  </a:ext>
                </a:extLst>
              </p14:cNvPr>
              <p14:cNvContentPartPr/>
              <p14:nvPr/>
            </p14:nvContentPartPr>
            <p14:xfrm>
              <a:off x="902550" y="4762644"/>
              <a:ext cx="1606320" cy="55440"/>
            </p14:xfrm>
          </p:contentPart>
        </mc:Choice>
        <mc:Fallback xmlns="">
          <p:pic>
            <p:nvPicPr>
              <p:cNvPr id="40" name="Ink 39">
                <a:extLst>
                  <a:ext uri="{FF2B5EF4-FFF2-40B4-BE49-F238E27FC236}">
                    <a16:creationId xmlns:a16="http://schemas.microsoft.com/office/drawing/2014/main" id="{9864BF33-F4CF-EA9C-B131-F0CA747E5F90}"/>
                  </a:ext>
                </a:extLst>
              </p:cNvPr>
              <p:cNvPicPr/>
              <p:nvPr/>
            </p:nvPicPr>
            <p:blipFill>
              <a:blip r:embed="rId17"/>
              <a:stretch>
                <a:fillRect/>
              </a:stretch>
            </p:blipFill>
            <p:spPr>
              <a:xfrm>
                <a:off x="896430" y="4756524"/>
                <a:ext cx="1618560" cy="67680"/>
              </a:xfrm>
              <a:prstGeom prst="rect">
                <a:avLst/>
              </a:prstGeom>
            </p:spPr>
          </p:pic>
        </mc:Fallback>
      </mc:AlternateContent>
    </p:spTree>
    <p:extLst>
      <p:ext uri="{BB962C8B-B14F-4D97-AF65-F5344CB8AC3E}">
        <p14:creationId xmlns:p14="http://schemas.microsoft.com/office/powerpoint/2010/main" val="1399239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0F59-67F6-4670-8F16-04E267BB34BB}"/>
              </a:ext>
            </a:extLst>
          </p:cNvPr>
          <p:cNvSpPr>
            <a:spLocks noGrp="1"/>
          </p:cNvSpPr>
          <p:nvPr>
            <p:ph type="title"/>
          </p:nvPr>
        </p:nvSpPr>
        <p:spPr>
          <a:xfrm>
            <a:off x="628650" y="365127"/>
            <a:ext cx="7886700" cy="1082674"/>
          </a:xfrm>
        </p:spPr>
        <p:txBody>
          <a:bodyPr/>
          <a:lstStyle/>
          <a:p>
            <a:r>
              <a:rPr lang="en-US" altLang="en-US" b="1" dirty="0"/>
              <a:t>Conversion to Third Normal Form (3NF</a:t>
            </a:r>
            <a:r>
              <a:rPr lang="en-US" altLang="en-US" dirty="0"/>
              <a:t>)</a:t>
            </a:r>
            <a:endParaRPr lang="en-US" dirty="0"/>
          </a:p>
        </p:txBody>
      </p:sp>
      <p:sp>
        <p:nvSpPr>
          <p:cNvPr id="3" name="Content Placeholder 2">
            <a:extLst>
              <a:ext uri="{FF2B5EF4-FFF2-40B4-BE49-F238E27FC236}">
                <a16:creationId xmlns:a16="http://schemas.microsoft.com/office/drawing/2014/main" id="{2F9D65BD-971A-4924-B62A-212E474D6E54}"/>
              </a:ext>
            </a:extLst>
          </p:cNvPr>
          <p:cNvSpPr>
            <a:spLocks noGrp="1"/>
          </p:cNvSpPr>
          <p:nvPr>
            <p:ph idx="1"/>
          </p:nvPr>
        </p:nvSpPr>
        <p:spPr>
          <a:xfrm>
            <a:off x="628650" y="1447801"/>
            <a:ext cx="7886700" cy="5045072"/>
          </a:xfrm>
        </p:spPr>
        <p:txBody>
          <a:bodyPr>
            <a:normAutofit lnSpcReduction="10000"/>
          </a:bodyPr>
          <a:lstStyle/>
          <a:p>
            <a:pPr marL="0" indent="0">
              <a:buNone/>
            </a:pPr>
            <a:r>
              <a:rPr lang="en-US" dirty="0"/>
              <a:t>Rules and Analysis </a:t>
            </a:r>
          </a:p>
          <a:p>
            <a:r>
              <a:rPr lang="en-US" dirty="0"/>
              <a:t>All relations must be in 2NF, and </a:t>
            </a:r>
          </a:p>
          <a:p>
            <a:r>
              <a:rPr lang="en-US" dirty="0"/>
              <a:t>Each relation must not have any transitive dependency, which exists only when a relation has more than one non-prime attribute. </a:t>
            </a:r>
          </a:p>
          <a:p>
            <a:r>
              <a:rPr lang="en-US" dirty="0"/>
              <a:t>Table EMPLOYEE has more than one non-prime attribute – so need to be evaluated for transitive dependency.</a:t>
            </a:r>
          </a:p>
          <a:p>
            <a:r>
              <a:rPr lang="en-US" dirty="0"/>
              <a:t>It is important the determinant remains in the original table to serve as foreign key.</a:t>
            </a:r>
          </a:p>
          <a:p>
            <a:pPr marL="0" indent="0">
              <a:buNone/>
            </a:pPr>
            <a:r>
              <a:rPr lang="en-US" b="1" u="sng" dirty="0"/>
              <a:t>3NF</a:t>
            </a:r>
          </a:p>
          <a:p>
            <a:r>
              <a:rPr lang="en-US" dirty="0"/>
              <a:t>PROJECT (</a:t>
            </a:r>
            <a:r>
              <a:rPr lang="en-US" u="sng" dirty="0"/>
              <a:t>PROJ_NUM</a:t>
            </a:r>
            <a:r>
              <a:rPr lang="en-US" dirty="0"/>
              <a:t>, PROJ_NAME)</a:t>
            </a:r>
          </a:p>
          <a:p>
            <a:r>
              <a:rPr lang="en-US" dirty="0"/>
              <a:t>EMPLOYEE (</a:t>
            </a:r>
            <a:r>
              <a:rPr lang="en-US" u="sng" dirty="0"/>
              <a:t>EMP_NUM</a:t>
            </a:r>
            <a:r>
              <a:rPr lang="en-US" dirty="0"/>
              <a:t>, EMP_FNAME, EMP_LNAME, </a:t>
            </a:r>
            <a:r>
              <a:rPr lang="en-US" i="1" dirty="0"/>
              <a:t>JOB_CLASS</a:t>
            </a:r>
            <a:r>
              <a:rPr lang="en-US" dirty="0"/>
              <a:t>)</a:t>
            </a:r>
          </a:p>
          <a:p>
            <a:r>
              <a:rPr lang="en-US" dirty="0"/>
              <a:t>JOB (</a:t>
            </a:r>
            <a:r>
              <a:rPr lang="en-US" u="sng" dirty="0"/>
              <a:t>JOB_CLASS</a:t>
            </a:r>
            <a:r>
              <a:rPr lang="en-US" dirty="0"/>
              <a:t>, CHG_HOURS)</a:t>
            </a:r>
          </a:p>
          <a:p>
            <a:r>
              <a:rPr lang="en-US" dirty="0"/>
              <a:t>ASSIGN (</a:t>
            </a:r>
            <a:r>
              <a:rPr lang="en-US" u="sng" dirty="0"/>
              <a:t>EMP_NUM</a:t>
            </a:r>
            <a:r>
              <a:rPr lang="en-US" dirty="0"/>
              <a:t>, </a:t>
            </a:r>
            <a:r>
              <a:rPr lang="en-US" u="sng" dirty="0"/>
              <a:t>PROJ_NUM</a:t>
            </a:r>
            <a:r>
              <a:rPr lang="en-US" dirty="0"/>
              <a:t>, HOURS_BILLED)</a:t>
            </a:r>
          </a:p>
          <a:p>
            <a:pPr marL="0" indent="0">
              <a:buNone/>
            </a:pPr>
            <a:r>
              <a:rPr lang="en-US" b="1" dirty="0"/>
              <a:t>Are we done??</a:t>
            </a:r>
          </a:p>
          <a:p>
            <a:endParaRPr lang="en-US" dirty="0"/>
          </a:p>
          <a:p>
            <a:endParaRPr lang="en-US" dirty="0"/>
          </a:p>
          <a:p>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D1D601B7-E5AC-4E2E-A694-DE044D0441D0}"/>
              </a:ext>
            </a:extLst>
          </p:cNvPr>
          <p:cNvSpPr>
            <a:spLocks noGrp="1"/>
          </p:cNvSpPr>
          <p:nvPr>
            <p:ph type="ftr" sz="quarter" idx="11"/>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163" name="Ink 162">
                <a:extLst>
                  <a:ext uri="{FF2B5EF4-FFF2-40B4-BE49-F238E27FC236}">
                    <a16:creationId xmlns:a16="http://schemas.microsoft.com/office/drawing/2014/main" id="{8AC8B0D7-4D73-6CCD-96FD-29BE9A1941BA}"/>
                  </a:ext>
                </a:extLst>
              </p14:cNvPr>
              <p14:cNvContentPartPr/>
              <p14:nvPr/>
            </p14:nvContentPartPr>
            <p14:xfrm>
              <a:off x="6610710" y="4754364"/>
              <a:ext cx="1346400" cy="340560"/>
            </p14:xfrm>
          </p:contentPart>
        </mc:Choice>
        <mc:Fallback xmlns="">
          <p:pic>
            <p:nvPicPr>
              <p:cNvPr id="163" name="Ink 162">
                <a:extLst>
                  <a:ext uri="{FF2B5EF4-FFF2-40B4-BE49-F238E27FC236}">
                    <a16:creationId xmlns:a16="http://schemas.microsoft.com/office/drawing/2014/main" id="{8AC8B0D7-4D73-6CCD-96FD-29BE9A1941BA}"/>
                  </a:ext>
                </a:extLst>
              </p:cNvPr>
              <p:cNvPicPr/>
              <p:nvPr/>
            </p:nvPicPr>
            <p:blipFill>
              <a:blip r:embed="rId3"/>
              <a:stretch>
                <a:fillRect/>
              </a:stretch>
            </p:blipFill>
            <p:spPr>
              <a:xfrm>
                <a:off x="6604590" y="4748244"/>
                <a:ext cx="135864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4" name="Ink 163">
                <a:extLst>
                  <a:ext uri="{FF2B5EF4-FFF2-40B4-BE49-F238E27FC236}">
                    <a16:creationId xmlns:a16="http://schemas.microsoft.com/office/drawing/2014/main" id="{747AF6D2-308D-B81B-681D-358B4569E467}"/>
                  </a:ext>
                </a:extLst>
              </p14:cNvPr>
              <p14:cNvContentPartPr/>
              <p14:nvPr/>
            </p14:nvContentPartPr>
            <p14:xfrm>
              <a:off x="1302870" y="5177724"/>
              <a:ext cx="2984040" cy="246600"/>
            </p14:xfrm>
          </p:contentPart>
        </mc:Choice>
        <mc:Fallback xmlns="">
          <p:pic>
            <p:nvPicPr>
              <p:cNvPr id="164" name="Ink 163">
                <a:extLst>
                  <a:ext uri="{FF2B5EF4-FFF2-40B4-BE49-F238E27FC236}">
                    <a16:creationId xmlns:a16="http://schemas.microsoft.com/office/drawing/2014/main" id="{747AF6D2-308D-B81B-681D-358B4569E467}"/>
                  </a:ext>
                </a:extLst>
              </p:cNvPr>
              <p:cNvPicPr/>
              <p:nvPr/>
            </p:nvPicPr>
            <p:blipFill>
              <a:blip r:embed="rId5"/>
              <a:stretch>
                <a:fillRect/>
              </a:stretch>
            </p:blipFill>
            <p:spPr>
              <a:xfrm>
                <a:off x="1296750" y="5171604"/>
                <a:ext cx="2996280" cy="258840"/>
              </a:xfrm>
              <a:prstGeom prst="rect">
                <a:avLst/>
              </a:prstGeom>
            </p:spPr>
          </p:pic>
        </mc:Fallback>
      </mc:AlternateContent>
      <p:grpSp>
        <p:nvGrpSpPr>
          <p:cNvPr id="169" name="Group 168">
            <a:extLst>
              <a:ext uri="{FF2B5EF4-FFF2-40B4-BE49-F238E27FC236}">
                <a16:creationId xmlns:a16="http://schemas.microsoft.com/office/drawing/2014/main" id="{E9943B91-CA84-C8A5-9ACA-9733A4BA1A85}"/>
              </a:ext>
            </a:extLst>
          </p:cNvPr>
          <p:cNvGrpSpPr/>
          <p:nvPr/>
        </p:nvGrpSpPr>
        <p:grpSpPr>
          <a:xfrm>
            <a:off x="7959990" y="4746804"/>
            <a:ext cx="1108440" cy="433800"/>
            <a:chOff x="7959990" y="4746804"/>
            <a:chExt cx="1108440" cy="433800"/>
          </a:xfrm>
        </p:grpSpPr>
        <mc:AlternateContent xmlns:mc="http://schemas.openxmlformats.org/markup-compatibility/2006" xmlns:p14="http://schemas.microsoft.com/office/powerpoint/2010/main">
          <mc:Choice Requires="p14">
            <p:contentPart p14:bwMode="auto" r:id="rId6">
              <p14:nvContentPartPr>
                <p14:cNvPr id="165" name="Ink 164">
                  <a:extLst>
                    <a:ext uri="{FF2B5EF4-FFF2-40B4-BE49-F238E27FC236}">
                      <a16:creationId xmlns:a16="http://schemas.microsoft.com/office/drawing/2014/main" id="{B813AB50-42F2-9A9F-03A1-8105703CF9B1}"/>
                    </a:ext>
                  </a:extLst>
                </p14:cNvPr>
                <p14:cNvContentPartPr/>
                <p14:nvPr/>
              </p14:nvContentPartPr>
              <p14:xfrm>
                <a:off x="7959990" y="4808364"/>
                <a:ext cx="642600" cy="372240"/>
              </p14:xfrm>
            </p:contentPart>
          </mc:Choice>
          <mc:Fallback xmlns="">
            <p:pic>
              <p:nvPicPr>
                <p:cNvPr id="165" name="Ink 164">
                  <a:extLst>
                    <a:ext uri="{FF2B5EF4-FFF2-40B4-BE49-F238E27FC236}">
                      <a16:creationId xmlns:a16="http://schemas.microsoft.com/office/drawing/2014/main" id="{B813AB50-42F2-9A9F-03A1-8105703CF9B1}"/>
                    </a:ext>
                  </a:extLst>
                </p:cNvPr>
                <p:cNvPicPr/>
                <p:nvPr/>
              </p:nvPicPr>
              <p:blipFill>
                <a:blip r:embed="rId7"/>
                <a:stretch>
                  <a:fillRect/>
                </a:stretch>
              </p:blipFill>
              <p:spPr>
                <a:xfrm>
                  <a:off x="7953870" y="4802244"/>
                  <a:ext cx="65484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6" name="Ink 165">
                  <a:extLst>
                    <a:ext uri="{FF2B5EF4-FFF2-40B4-BE49-F238E27FC236}">
                      <a16:creationId xmlns:a16="http://schemas.microsoft.com/office/drawing/2014/main" id="{EDF4FBC7-0976-1447-CB6E-96D65EA9357E}"/>
                    </a:ext>
                  </a:extLst>
                </p14:cNvPr>
                <p14:cNvContentPartPr/>
                <p14:nvPr/>
              </p14:nvContentPartPr>
              <p14:xfrm>
                <a:off x="8583870" y="5000244"/>
                <a:ext cx="111960" cy="50400"/>
              </p14:xfrm>
            </p:contentPart>
          </mc:Choice>
          <mc:Fallback xmlns="">
            <p:pic>
              <p:nvPicPr>
                <p:cNvPr id="166" name="Ink 165">
                  <a:extLst>
                    <a:ext uri="{FF2B5EF4-FFF2-40B4-BE49-F238E27FC236}">
                      <a16:creationId xmlns:a16="http://schemas.microsoft.com/office/drawing/2014/main" id="{EDF4FBC7-0976-1447-CB6E-96D65EA9357E}"/>
                    </a:ext>
                  </a:extLst>
                </p:cNvPr>
                <p:cNvPicPr/>
                <p:nvPr/>
              </p:nvPicPr>
              <p:blipFill>
                <a:blip r:embed="rId9"/>
                <a:stretch>
                  <a:fillRect/>
                </a:stretch>
              </p:blipFill>
              <p:spPr>
                <a:xfrm>
                  <a:off x="8577750" y="4994124"/>
                  <a:ext cx="1242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7" name="Ink 166">
                  <a:extLst>
                    <a:ext uri="{FF2B5EF4-FFF2-40B4-BE49-F238E27FC236}">
                      <a16:creationId xmlns:a16="http://schemas.microsoft.com/office/drawing/2014/main" id="{A93FA6EA-B41B-105E-1D65-EF40F1F7A1F5}"/>
                    </a:ext>
                  </a:extLst>
                </p14:cNvPr>
                <p14:cNvContentPartPr/>
                <p14:nvPr/>
              </p14:nvContentPartPr>
              <p14:xfrm>
                <a:off x="8660550" y="4746804"/>
                <a:ext cx="407880" cy="322560"/>
              </p14:xfrm>
            </p:contentPart>
          </mc:Choice>
          <mc:Fallback xmlns="">
            <p:pic>
              <p:nvPicPr>
                <p:cNvPr id="167" name="Ink 166">
                  <a:extLst>
                    <a:ext uri="{FF2B5EF4-FFF2-40B4-BE49-F238E27FC236}">
                      <a16:creationId xmlns:a16="http://schemas.microsoft.com/office/drawing/2014/main" id="{A93FA6EA-B41B-105E-1D65-EF40F1F7A1F5}"/>
                    </a:ext>
                  </a:extLst>
                </p:cNvPr>
                <p:cNvPicPr/>
                <p:nvPr/>
              </p:nvPicPr>
              <p:blipFill>
                <a:blip r:embed="rId11"/>
                <a:stretch>
                  <a:fillRect/>
                </a:stretch>
              </p:blipFill>
              <p:spPr>
                <a:xfrm>
                  <a:off x="8654430" y="4740684"/>
                  <a:ext cx="42012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8" name="Ink 167">
                  <a:extLst>
                    <a:ext uri="{FF2B5EF4-FFF2-40B4-BE49-F238E27FC236}">
                      <a16:creationId xmlns:a16="http://schemas.microsoft.com/office/drawing/2014/main" id="{F50E878F-A0D5-5BD2-2D18-011CE89093E8}"/>
                    </a:ext>
                  </a:extLst>
                </p14:cNvPr>
                <p14:cNvContentPartPr/>
                <p14:nvPr/>
              </p14:nvContentPartPr>
              <p14:xfrm>
                <a:off x="8821830" y="4846524"/>
                <a:ext cx="48960" cy="23760"/>
              </p14:xfrm>
            </p:contentPart>
          </mc:Choice>
          <mc:Fallback xmlns="">
            <p:pic>
              <p:nvPicPr>
                <p:cNvPr id="168" name="Ink 167">
                  <a:extLst>
                    <a:ext uri="{FF2B5EF4-FFF2-40B4-BE49-F238E27FC236}">
                      <a16:creationId xmlns:a16="http://schemas.microsoft.com/office/drawing/2014/main" id="{F50E878F-A0D5-5BD2-2D18-011CE89093E8}"/>
                    </a:ext>
                  </a:extLst>
                </p:cNvPr>
                <p:cNvPicPr/>
                <p:nvPr/>
              </p:nvPicPr>
              <p:blipFill>
                <a:blip r:embed="rId13"/>
                <a:stretch>
                  <a:fillRect/>
                </a:stretch>
              </p:blipFill>
              <p:spPr>
                <a:xfrm>
                  <a:off x="8815710" y="4840404"/>
                  <a:ext cx="61200" cy="36000"/>
                </a:xfrm>
                <a:prstGeom prst="rect">
                  <a:avLst/>
                </a:prstGeom>
              </p:spPr>
            </p:pic>
          </mc:Fallback>
        </mc:AlternateContent>
      </p:grpSp>
      <p:grpSp>
        <p:nvGrpSpPr>
          <p:cNvPr id="179" name="Group 178">
            <a:extLst>
              <a:ext uri="{FF2B5EF4-FFF2-40B4-BE49-F238E27FC236}">
                <a16:creationId xmlns:a16="http://schemas.microsoft.com/office/drawing/2014/main" id="{87B59380-D6FA-F13A-642D-501CB3C0E1C6}"/>
              </a:ext>
            </a:extLst>
          </p:cNvPr>
          <p:cNvGrpSpPr/>
          <p:nvPr/>
        </p:nvGrpSpPr>
        <p:grpSpPr>
          <a:xfrm>
            <a:off x="4350270" y="5111844"/>
            <a:ext cx="930600" cy="370800"/>
            <a:chOff x="4350270" y="5111844"/>
            <a:chExt cx="930600" cy="370800"/>
          </a:xfrm>
        </p:grpSpPr>
        <mc:AlternateContent xmlns:mc="http://schemas.openxmlformats.org/markup-compatibility/2006" xmlns:p14="http://schemas.microsoft.com/office/powerpoint/2010/main">
          <mc:Choice Requires="p14">
            <p:contentPart p14:bwMode="auto" r:id="rId14">
              <p14:nvContentPartPr>
                <p14:cNvPr id="170" name="Ink 169">
                  <a:extLst>
                    <a:ext uri="{FF2B5EF4-FFF2-40B4-BE49-F238E27FC236}">
                      <a16:creationId xmlns:a16="http://schemas.microsoft.com/office/drawing/2014/main" id="{478EB13A-1EB1-18E7-CBD7-704788DB2508}"/>
                    </a:ext>
                  </a:extLst>
                </p14:cNvPr>
                <p14:cNvContentPartPr/>
                <p14:nvPr/>
              </p14:nvContentPartPr>
              <p14:xfrm>
                <a:off x="4350270" y="5260524"/>
                <a:ext cx="85320" cy="160200"/>
              </p14:xfrm>
            </p:contentPart>
          </mc:Choice>
          <mc:Fallback xmlns="">
            <p:pic>
              <p:nvPicPr>
                <p:cNvPr id="170" name="Ink 169">
                  <a:extLst>
                    <a:ext uri="{FF2B5EF4-FFF2-40B4-BE49-F238E27FC236}">
                      <a16:creationId xmlns:a16="http://schemas.microsoft.com/office/drawing/2014/main" id="{478EB13A-1EB1-18E7-CBD7-704788DB2508}"/>
                    </a:ext>
                  </a:extLst>
                </p:cNvPr>
                <p:cNvPicPr/>
                <p:nvPr/>
              </p:nvPicPr>
              <p:blipFill>
                <a:blip r:embed="rId15"/>
                <a:stretch>
                  <a:fillRect/>
                </a:stretch>
              </p:blipFill>
              <p:spPr>
                <a:xfrm>
                  <a:off x="4344150" y="5254404"/>
                  <a:ext cx="975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1" name="Ink 170">
                  <a:extLst>
                    <a:ext uri="{FF2B5EF4-FFF2-40B4-BE49-F238E27FC236}">
                      <a16:creationId xmlns:a16="http://schemas.microsoft.com/office/drawing/2014/main" id="{1044AD63-7681-1CF5-BB21-17A325CA62D0}"/>
                    </a:ext>
                  </a:extLst>
                </p14:cNvPr>
                <p14:cNvContentPartPr/>
                <p14:nvPr/>
              </p14:nvContentPartPr>
              <p14:xfrm>
                <a:off x="4411830" y="5111844"/>
                <a:ext cx="23040" cy="53640"/>
              </p14:xfrm>
            </p:contentPart>
          </mc:Choice>
          <mc:Fallback xmlns="">
            <p:pic>
              <p:nvPicPr>
                <p:cNvPr id="171" name="Ink 170">
                  <a:extLst>
                    <a:ext uri="{FF2B5EF4-FFF2-40B4-BE49-F238E27FC236}">
                      <a16:creationId xmlns:a16="http://schemas.microsoft.com/office/drawing/2014/main" id="{1044AD63-7681-1CF5-BB21-17A325CA62D0}"/>
                    </a:ext>
                  </a:extLst>
                </p:cNvPr>
                <p:cNvPicPr/>
                <p:nvPr/>
              </p:nvPicPr>
              <p:blipFill>
                <a:blip r:embed="rId17"/>
                <a:stretch>
                  <a:fillRect/>
                </a:stretch>
              </p:blipFill>
              <p:spPr>
                <a:xfrm>
                  <a:off x="4405710" y="5105724"/>
                  <a:ext cx="3528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2" name="Ink 171">
                  <a:extLst>
                    <a:ext uri="{FF2B5EF4-FFF2-40B4-BE49-F238E27FC236}">
                      <a16:creationId xmlns:a16="http://schemas.microsoft.com/office/drawing/2014/main" id="{7EE6CE81-F01B-9A14-764F-E1AF0B48A148}"/>
                    </a:ext>
                  </a:extLst>
                </p14:cNvPr>
                <p14:cNvContentPartPr/>
                <p14:nvPr/>
              </p14:nvContentPartPr>
              <p14:xfrm>
                <a:off x="4493910" y="5261604"/>
                <a:ext cx="89640" cy="91800"/>
              </p14:xfrm>
            </p:contentPart>
          </mc:Choice>
          <mc:Fallback xmlns="">
            <p:pic>
              <p:nvPicPr>
                <p:cNvPr id="172" name="Ink 171">
                  <a:extLst>
                    <a:ext uri="{FF2B5EF4-FFF2-40B4-BE49-F238E27FC236}">
                      <a16:creationId xmlns:a16="http://schemas.microsoft.com/office/drawing/2014/main" id="{7EE6CE81-F01B-9A14-764F-E1AF0B48A148}"/>
                    </a:ext>
                  </a:extLst>
                </p:cNvPr>
                <p:cNvPicPr/>
                <p:nvPr/>
              </p:nvPicPr>
              <p:blipFill>
                <a:blip r:embed="rId19"/>
                <a:stretch>
                  <a:fillRect/>
                </a:stretch>
              </p:blipFill>
              <p:spPr>
                <a:xfrm>
                  <a:off x="4487790" y="5255484"/>
                  <a:ext cx="1018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3" name="Ink 172">
                  <a:extLst>
                    <a:ext uri="{FF2B5EF4-FFF2-40B4-BE49-F238E27FC236}">
                      <a16:creationId xmlns:a16="http://schemas.microsoft.com/office/drawing/2014/main" id="{D7EB137B-DC28-6529-8BF5-BDE380FF5707}"/>
                    </a:ext>
                  </a:extLst>
                </p14:cNvPr>
                <p14:cNvContentPartPr/>
                <p14:nvPr/>
              </p14:nvContentPartPr>
              <p14:xfrm>
                <a:off x="4628550" y="5168724"/>
                <a:ext cx="128520" cy="176400"/>
              </p14:xfrm>
            </p:contentPart>
          </mc:Choice>
          <mc:Fallback xmlns="">
            <p:pic>
              <p:nvPicPr>
                <p:cNvPr id="173" name="Ink 172">
                  <a:extLst>
                    <a:ext uri="{FF2B5EF4-FFF2-40B4-BE49-F238E27FC236}">
                      <a16:creationId xmlns:a16="http://schemas.microsoft.com/office/drawing/2014/main" id="{D7EB137B-DC28-6529-8BF5-BDE380FF5707}"/>
                    </a:ext>
                  </a:extLst>
                </p:cNvPr>
                <p:cNvPicPr/>
                <p:nvPr/>
              </p:nvPicPr>
              <p:blipFill>
                <a:blip r:embed="rId21"/>
                <a:stretch>
                  <a:fillRect/>
                </a:stretch>
              </p:blipFill>
              <p:spPr>
                <a:xfrm>
                  <a:off x="4622430" y="5162604"/>
                  <a:ext cx="14076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4" name="Ink 173">
                  <a:extLst>
                    <a:ext uri="{FF2B5EF4-FFF2-40B4-BE49-F238E27FC236}">
                      <a16:creationId xmlns:a16="http://schemas.microsoft.com/office/drawing/2014/main" id="{2B9F5D09-8A85-520B-E64A-7DDAE9F8F5D1}"/>
                    </a:ext>
                  </a:extLst>
                </p14:cNvPr>
                <p14:cNvContentPartPr/>
                <p14:nvPr/>
              </p14:nvContentPartPr>
              <p14:xfrm>
                <a:off x="4767510" y="5307324"/>
                <a:ext cx="137880" cy="27000"/>
              </p14:xfrm>
            </p:contentPart>
          </mc:Choice>
          <mc:Fallback xmlns="">
            <p:pic>
              <p:nvPicPr>
                <p:cNvPr id="174" name="Ink 173">
                  <a:extLst>
                    <a:ext uri="{FF2B5EF4-FFF2-40B4-BE49-F238E27FC236}">
                      <a16:creationId xmlns:a16="http://schemas.microsoft.com/office/drawing/2014/main" id="{2B9F5D09-8A85-520B-E64A-7DDAE9F8F5D1}"/>
                    </a:ext>
                  </a:extLst>
                </p:cNvPr>
                <p:cNvPicPr/>
                <p:nvPr/>
              </p:nvPicPr>
              <p:blipFill>
                <a:blip r:embed="rId23"/>
                <a:stretch>
                  <a:fillRect/>
                </a:stretch>
              </p:blipFill>
              <p:spPr>
                <a:xfrm>
                  <a:off x="4761390" y="5301204"/>
                  <a:ext cx="1501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5" name="Ink 174">
                  <a:extLst>
                    <a:ext uri="{FF2B5EF4-FFF2-40B4-BE49-F238E27FC236}">
                      <a16:creationId xmlns:a16="http://schemas.microsoft.com/office/drawing/2014/main" id="{909D63F1-2293-9F91-2988-1620F42BBB43}"/>
                    </a:ext>
                  </a:extLst>
                </p14:cNvPr>
                <p14:cNvContentPartPr/>
                <p14:nvPr/>
              </p14:nvContentPartPr>
              <p14:xfrm>
                <a:off x="4919070" y="5190324"/>
                <a:ext cx="57960" cy="192600"/>
              </p14:xfrm>
            </p:contentPart>
          </mc:Choice>
          <mc:Fallback xmlns="">
            <p:pic>
              <p:nvPicPr>
                <p:cNvPr id="175" name="Ink 174">
                  <a:extLst>
                    <a:ext uri="{FF2B5EF4-FFF2-40B4-BE49-F238E27FC236}">
                      <a16:creationId xmlns:a16="http://schemas.microsoft.com/office/drawing/2014/main" id="{909D63F1-2293-9F91-2988-1620F42BBB43}"/>
                    </a:ext>
                  </a:extLst>
                </p:cNvPr>
                <p:cNvPicPr/>
                <p:nvPr/>
              </p:nvPicPr>
              <p:blipFill>
                <a:blip r:embed="rId25"/>
                <a:stretch>
                  <a:fillRect/>
                </a:stretch>
              </p:blipFill>
              <p:spPr>
                <a:xfrm>
                  <a:off x="4912950" y="5184204"/>
                  <a:ext cx="702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6" name="Ink 175">
                  <a:extLst>
                    <a:ext uri="{FF2B5EF4-FFF2-40B4-BE49-F238E27FC236}">
                      <a16:creationId xmlns:a16="http://schemas.microsoft.com/office/drawing/2014/main" id="{6151D756-4D78-BABB-4900-6B5D65807021}"/>
                    </a:ext>
                  </a:extLst>
                </p14:cNvPr>
                <p14:cNvContentPartPr/>
                <p14:nvPr/>
              </p14:nvContentPartPr>
              <p14:xfrm>
                <a:off x="4990350" y="5260164"/>
                <a:ext cx="144360" cy="103320"/>
              </p14:xfrm>
            </p:contentPart>
          </mc:Choice>
          <mc:Fallback xmlns="">
            <p:pic>
              <p:nvPicPr>
                <p:cNvPr id="176" name="Ink 175">
                  <a:extLst>
                    <a:ext uri="{FF2B5EF4-FFF2-40B4-BE49-F238E27FC236}">
                      <a16:creationId xmlns:a16="http://schemas.microsoft.com/office/drawing/2014/main" id="{6151D756-4D78-BABB-4900-6B5D65807021}"/>
                    </a:ext>
                  </a:extLst>
                </p:cNvPr>
                <p:cNvPicPr/>
                <p:nvPr/>
              </p:nvPicPr>
              <p:blipFill>
                <a:blip r:embed="rId27"/>
                <a:stretch>
                  <a:fillRect/>
                </a:stretch>
              </p:blipFill>
              <p:spPr>
                <a:xfrm>
                  <a:off x="4984230" y="5254044"/>
                  <a:ext cx="1566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7" name="Ink 176">
                  <a:extLst>
                    <a:ext uri="{FF2B5EF4-FFF2-40B4-BE49-F238E27FC236}">
                      <a16:creationId xmlns:a16="http://schemas.microsoft.com/office/drawing/2014/main" id="{4FDD3185-214F-2168-452F-5C67DCBFAC0C}"/>
                    </a:ext>
                  </a:extLst>
                </p14:cNvPr>
                <p14:cNvContentPartPr/>
                <p14:nvPr/>
              </p14:nvContentPartPr>
              <p14:xfrm>
                <a:off x="5127150" y="5125884"/>
                <a:ext cx="22320" cy="249120"/>
              </p14:xfrm>
            </p:contentPart>
          </mc:Choice>
          <mc:Fallback xmlns="">
            <p:pic>
              <p:nvPicPr>
                <p:cNvPr id="177" name="Ink 176">
                  <a:extLst>
                    <a:ext uri="{FF2B5EF4-FFF2-40B4-BE49-F238E27FC236}">
                      <a16:creationId xmlns:a16="http://schemas.microsoft.com/office/drawing/2014/main" id="{4FDD3185-214F-2168-452F-5C67DCBFAC0C}"/>
                    </a:ext>
                  </a:extLst>
                </p:cNvPr>
                <p:cNvPicPr/>
                <p:nvPr/>
              </p:nvPicPr>
              <p:blipFill>
                <a:blip r:embed="rId29"/>
                <a:stretch>
                  <a:fillRect/>
                </a:stretch>
              </p:blipFill>
              <p:spPr>
                <a:xfrm>
                  <a:off x="5121030" y="5119764"/>
                  <a:ext cx="3456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8" name="Ink 177">
                  <a:extLst>
                    <a:ext uri="{FF2B5EF4-FFF2-40B4-BE49-F238E27FC236}">
                      <a16:creationId xmlns:a16="http://schemas.microsoft.com/office/drawing/2014/main" id="{70D4A804-7BB3-2B39-EE28-FE5D49B868A6}"/>
                    </a:ext>
                  </a:extLst>
                </p14:cNvPr>
                <p14:cNvContentPartPr/>
                <p14:nvPr/>
              </p14:nvContentPartPr>
              <p14:xfrm>
                <a:off x="5196270" y="5357004"/>
                <a:ext cx="84600" cy="125640"/>
              </p14:xfrm>
            </p:contentPart>
          </mc:Choice>
          <mc:Fallback xmlns="">
            <p:pic>
              <p:nvPicPr>
                <p:cNvPr id="178" name="Ink 177">
                  <a:extLst>
                    <a:ext uri="{FF2B5EF4-FFF2-40B4-BE49-F238E27FC236}">
                      <a16:creationId xmlns:a16="http://schemas.microsoft.com/office/drawing/2014/main" id="{70D4A804-7BB3-2B39-EE28-FE5D49B868A6}"/>
                    </a:ext>
                  </a:extLst>
                </p:cNvPr>
                <p:cNvPicPr/>
                <p:nvPr/>
              </p:nvPicPr>
              <p:blipFill>
                <a:blip r:embed="rId31"/>
                <a:stretch>
                  <a:fillRect/>
                </a:stretch>
              </p:blipFill>
              <p:spPr>
                <a:xfrm>
                  <a:off x="5190150" y="5350884"/>
                  <a:ext cx="96840" cy="137880"/>
                </a:xfrm>
                <a:prstGeom prst="rect">
                  <a:avLst/>
                </a:prstGeom>
              </p:spPr>
            </p:pic>
          </mc:Fallback>
        </mc:AlternateContent>
      </p:grpSp>
    </p:spTree>
    <p:extLst>
      <p:ext uri="{BB962C8B-B14F-4D97-AF65-F5344CB8AC3E}">
        <p14:creationId xmlns:p14="http://schemas.microsoft.com/office/powerpoint/2010/main" val="26015930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51D0EC2-EA43-9006-716E-56EEEC2CE029}"/>
              </a:ext>
            </a:extLst>
          </p:cNvPr>
          <p:cNvSpPr>
            <a:spLocks noGrp="1"/>
          </p:cNvSpPr>
          <p:nvPr>
            <p:ph type="ftr" sz="quarter" idx="11"/>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D6BB8E0-5402-8DC4-419F-80E7D26D2F31}"/>
                  </a:ext>
                </a:extLst>
              </p14:cNvPr>
              <p14:cNvContentPartPr/>
              <p14:nvPr/>
            </p14:nvContentPartPr>
            <p14:xfrm>
              <a:off x="10725870" y="4098726"/>
              <a:ext cx="44640" cy="23040"/>
            </p14:xfrm>
          </p:contentPart>
        </mc:Choice>
        <mc:Fallback xmlns="">
          <p:pic>
            <p:nvPicPr>
              <p:cNvPr id="5" name="Ink 4">
                <a:extLst>
                  <a:ext uri="{FF2B5EF4-FFF2-40B4-BE49-F238E27FC236}">
                    <a16:creationId xmlns:a16="http://schemas.microsoft.com/office/drawing/2014/main" id="{9D6BB8E0-5402-8DC4-419F-80E7D26D2F31}"/>
                  </a:ext>
                </a:extLst>
              </p:cNvPr>
              <p:cNvPicPr/>
              <p:nvPr/>
            </p:nvPicPr>
            <p:blipFill>
              <a:blip r:embed="rId3"/>
              <a:stretch>
                <a:fillRect/>
              </a:stretch>
            </p:blipFill>
            <p:spPr>
              <a:xfrm>
                <a:off x="10719750" y="4092606"/>
                <a:ext cx="56880" cy="35280"/>
              </a:xfrm>
              <a:prstGeom prst="rect">
                <a:avLst/>
              </a:prstGeom>
            </p:spPr>
          </p:pic>
        </mc:Fallback>
      </mc:AlternateContent>
      <p:grpSp>
        <p:nvGrpSpPr>
          <p:cNvPr id="17" name="Group 16">
            <a:extLst>
              <a:ext uri="{FF2B5EF4-FFF2-40B4-BE49-F238E27FC236}">
                <a16:creationId xmlns:a16="http://schemas.microsoft.com/office/drawing/2014/main" id="{9BB3418F-9119-95D5-8E98-A4D386195E9D}"/>
              </a:ext>
            </a:extLst>
          </p:cNvPr>
          <p:cNvGrpSpPr/>
          <p:nvPr/>
        </p:nvGrpSpPr>
        <p:grpSpPr>
          <a:xfrm>
            <a:off x="277590" y="311604"/>
            <a:ext cx="2219040" cy="416520"/>
            <a:chOff x="277590" y="311604"/>
            <a:chExt cx="2219040" cy="41652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67AF47B8-EE22-C3D6-5E74-D890BBD7A3DB}"/>
                    </a:ext>
                  </a:extLst>
                </p14:cNvPr>
                <p14:cNvContentPartPr/>
                <p14:nvPr/>
              </p14:nvContentPartPr>
              <p14:xfrm>
                <a:off x="316470" y="320244"/>
                <a:ext cx="38520" cy="375840"/>
              </p14:xfrm>
            </p:contentPart>
          </mc:Choice>
          <mc:Fallback xmlns="">
            <p:pic>
              <p:nvPicPr>
                <p:cNvPr id="6" name="Ink 5">
                  <a:extLst>
                    <a:ext uri="{FF2B5EF4-FFF2-40B4-BE49-F238E27FC236}">
                      <a16:creationId xmlns:a16="http://schemas.microsoft.com/office/drawing/2014/main" id="{67AF47B8-EE22-C3D6-5E74-D890BBD7A3DB}"/>
                    </a:ext>
                  </a:extLst>
                </p:cNvPr>
                <p:cNvPicPr/>
                <p:nvPr/>
              </p:nvPicPr>
              <p:blipFill>
                <a:blip r:embed="rId5"/>
                <a:stretch>
                  <a:fillRect/>
                </a:stretch>
              </p:blipFill>
              <p:spPr>
                <a:xfrm>
                  <a:off x="310350" y="314124"/>
                  <a:ext cx="5076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5E3CED51-E583-5BD0-6555-301E41CD5E82}"/>
                    </a:ext>
                  </a:extLst>
                </p14:cNvPr>
                <p14:cNvContentPartPr/>
                <p14:nvPr/>
              </p14:nvContentPartPr>
              <p14:xfrm>
                <a:off x="277590" y="327444"/>
                <a:ext cx="250920" cy="195840"/>
              </p14:xfrm>
            </p:contentPart>
          </mc:Choice>
          <mc:Fallback xmlns="">
            <p:pic>
              <p:nvPicPr>
                <p:cNvPr id="7" name="Ink 6">
                  <a:extLst>
                    <a:ext uri="{FF2B5EF4-FFF2-40B4-BE49-F238E27FC236}">
                      <a16:creationId xmlns:a16="http://schemas.microsoft.com/office/drawing/2014/main" id="{5E3CED51-E583-5BD0-6555-301E41CD5E82}"/>
                    </a:ext>
                  </a:extLst>
                </p:cNvPr>
                <p:cNvPicPr/>
                <p:nvPr/>
              </p:nvPicPr>
              <p:blipFill>
                <a:blip r:embed="rId7"/>
                <a:stretch>
                  <a:fillRect/>
                </a:stretch>
              </p:blipFill>
              <p:spPr>
                <a:xfrm>
                  <a:off x="271470" y="321324"/>
                  <a:ext cx="2631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D20661D-CC05-51B0-F303-756CD7C629D5}"/>
                    </a:ext>
                  </a:extLst>
                </p14:cNvPr>
                <p14:cNvContentPartPr/>
                <p14:nvPr/>
              </p14:nvContentPartPr>
              <p14:xfrm>
                <a:off x="560550" y="365964"/>
                <a:ext cx="61920" cy="356760"/>
              </p14:xfrm>
            </p:contentPart>
          </mc:Choice>
          <mc:Fallback xmlns="">
            <p:pic>
              <p:nvPicPr>
                <p:cNvPr id="8" name="Ink 7">
                  <a:extLst>
                    <a:ext uri="{FF2B5EF4-FFF2-40B4-BE49-F238E27FC236}">
                      <a16:creationId xmlns:a16="http://schemas.microsoft.com/office/drawing/2014/main" id="{5D20661D-CC05-51B0-F303-756CD7C629D5}"/>
                    </a:ext>
                  </a:extLst>
                </p:cNvPr>
                <p:cNvPicPr/>
                <p:nvPr/>
              </p:nvPicPr>
              <p:blipFill>
                <a:blip r:embed="rId9"/>
                <a:stretch>
                  <a:fillRect/>
                </a:stretch>
              </p:blipFill>
              <p:spPr>
                <a:xfrm>
                  <a:off x="554430" y="359844"/>
                  <a:ext cx="74160" cy="369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9D7B9028-DA57-D6C6-E71D-24C1D7E4C42C}"/>
                    </a:ext>
                  </a:extLst>
                </p14:cNvPr>
                <p14:cNvContentPartPr/>
                <p14:nvPr/>
              </p14:nvContentPartPr>
              <p14:xfrm>
                <a:off x="611310" y="360924"/>
                <a:ext cx="233280" cy="309240"/>
              </p14:xfrm>
            </p:contentPart>
          </mc:Choice>
          <mc:Fallback xmlns="">
            <p:pic>
              <p:nvPicPr>
                <p:cNvPr id="9" name="Ink 8">
                  <a:extLst>
                    <a:ext uri="{FF2B5EF4-FFF2-40B4-BE49-F238E27FC236}">
                      <a16:creationId xmlns:a16="http://schemas.microsoft.com/office/drawing/2014/main" id="{9D7B9028-DA57-D6C6-E71D-24C1D7E4C42C}"/>
                    </a:ext>
                  </a:extLst>
                </p:cNvPr>
                <p:cNvPicPr/>
                <p:nvPr/>
              </p:nvPicPr>
              <p:blipFill>
                <a:blip r:embed="rId11"/>
                <a:stretch>
                  <a:fillRect/>
                </a:stretch>
              </p:blipFill>
              <p:spPr>
                <a:xfrm>
                  <a:off x="605190" y="354804"/>
                  <a:ext cx="24552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4CB72F8D-C78F-4EDC-6984-B7258A56871A}"/>
                    </a:ext>
                  </a:extLst>
                </p14:cNvPr>
                <p14:cNvContentPartPr/>
                <p14:nvPr/>
              </p14:nvContentPartPr>
              <p14:xfrm>
                <a:off x="848910" y="366684"/>
                <a:ext cx="256680" cy="325080"/>
              </p14:xfrm>
            </p:contentPart>
          </mc:Choice>
          <mc:Fallback xmlns="">
            <p:pic>
              <p:nvPicPr>
                <p:cNvPr id="10" name="Ink 9">
                  <a:extLst>
                    <a:ext uri="{FF2B5EF4-FFF2-40B4-BE49-F238E27FC236}">
                      <a16:creationId xmlns:a16="http://schemas.microsoft.com/office/drawing/2014/main" id="{4CB72F8D-C78F-4EDC-6984-B7258A56871A}"/>
                    </a:ext>
                  </a:extLst>
                </p:cNvPr>
                <p:cNvPicPr/>
                <p:nvPr/>
              </p:nvPicPr>
              <p:blipFill>
                <a:blip r:embed="rId13"/>
                <a:stretch>
                  <a:fillRect/>
                </a:stretch>
              </p:blipFill>
              <p:spPr>
                <a:xfrm>
                  <a:off x="842790" y="360564"/>
                  <a:ext cx="26892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23C29020-6238-10AA-10BD-57E445047439}"/>
                    </a:ext>
                  </a:extLst>
                </p14:cNvPr>
                <p14:cNvContentPartPr/>
                <p14:nvPr/>
              </p14:nvContentPartPr>
              <p14:xfrm>
                <a:off x="1154910" y="364164"/>
                <a:ext cx="289440" cy="83880"/>
              </p14:xfrm>
            </p:contentPart>
          </mc:Choice>
          <mc:Fallback xmlns="">
            <p:pic>
              <p:nvPicPr>
                <p:cNvPr id="11" name="Ink 10">
                  <a:extLst>
                    <a:ext uri="{FF2B5EF4-FFF2-40B4-BE49-F238E27FC236}">
                      <a16:creationId xmlns:a16="http://schemas.microsoft.com/office/drawing/2014/main" id="{23C29020-6238-10AA-10BD-57E445047439}"/>
                    </a:ext>
                  </a:extLst>
                </p:cNvPr>
                <p:cNvPicPr/>
                <p:nvPr/>
              </p:nvPicPr>
              <p:blipFill>
                <a:blip r:embed="rId15"/>
                <a:stretch>
                  <a:fillRect/>
                </a:stretch>
              </p:blipFill>
              <p:spPr>
                <a:xfrm>
                  <a:off x="1148790" y="358044"/>
                  <a:ext cx="30168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E349C843-93FA-C536-D4AC-8BC1B761E713}"/>
                    </a:ext>
                  </a:extLst>
                </p14:cNvPr>
                <p14:cNvContentPartPr/>
                <p14:nvPr/>
              </p14:nvContentPartPr>
              <p14:xfrm>
                <a:off x="1173990" y="436524"/>
                <a:ext cx="232200" cy="291600"/>
              </p14:xfrm>
            </p:contentPart>
          </mc:Choice>
          <mc:Fallback xmlns="">
            <p:pic>
              <p:nvPicPr>
                <p:cNvPr id="12" name="Ink 11">
                  <a:extLst>
                    <a:ext uri="{FF2B5EF4-FFF2-40B4-BE49-F238E27FC236}">
                      <a16:creationId xmlns:a16="http://schemas.microsoft.com/office/drawing/2014/main" id="{E349C843-93FA-C536-D4AC-8BC1B761E713}"/>
                    </a:ext>
                  </a:extLst>
                </p:cNvPr>
                <p:cNvPicPr/>
                <p:nvPr/>
              </p:nvPicPr>
              <p:blipFill>
                <a:blip r:embed="rId17"/>
                <a:stretch>
                  <a:fillRect/>
                </a:stretch>
              </p:blipFill>
              <p:spPr>
                <a:xfrm>
                  <a:off x="1167870" y="430404"/>
                  <a:ext cx="24444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6C5A3B38-8613-E332-8FF4-99F59FAA9639}"/>
                    </a:ext>
                  </a:extLst>
                </p14:cNvPr>
                <p14:cNvContentPartPr/>
                <p14:nvPr/>
              </p14:nvContentPartPr>
              <p14:xfrm>
                <a:off x="1495110" y="345084"/>
                <a:ext cx="264240" cy="362520"/>
              </p14:xfrm>
            </p:contentPart>
          </mc:Choice>
          <mc:Fallback xmlns="">
            <p:pic>
              <p:nvPicPr>
                <p:cNvPr id="13" name="Ink 12">
                  <a:extLst>
                    <a:ext uri="{FF2B5EF4-FFF2-40B4-BE49-F238E27FC236}">
                      <a16:creationId xmlns:a16="http://schemas.microsoft.com/office/drawing/2014/main" id="{6C5A3B38-8613-E332-8FF4-99F59FAA9639}"/>
                    </a:ext>
                  </a:extLst>
                </p:cNvPr>
                <p:cNvPicPr/>
                <p:nvPr/>
              </p:nvPicPr>
              <p:blipFill>
                <a:blip r:embed="rId19"/>
                <a:stretch>
                  <a:fillRect/>
                </a:stretch>
              </p:blipFill>
              <p:spPr>
                <a:xfrm>
                  <a:off x="1488990" y="338964"/>
                  <a:ext cx="27648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F79F7483-396D-4AD2-32DF-9DCC417146BB}"/>
                    </a:ext>
                  </a:extLst>
                </p14:cNvPr>
                <p14:cNvContentPartPr/>
                <p14:nvPr/>
              </p14:nvContentPartPr>
              <p14:xfrm>
                <a:off x="1521750" y="342924"/>
                <a:ext cx="309240" cy="233640"/>
              </p14:xfrm>
            </p:contentPart>
          </mc:Choice>
          <mc:Fallback xmlns="">
            <p:pic>
              <p:nvPicPr>
                <p:cNvPr id="14" name="Ink 13">
                  <a:extLst>
                    <a:ext uri="{FF2B5EF4-FFF2-40B4-BE49-F238E27FC236}">
                      <a16:creationId xmlns:a16="http://schemas.microsoft.com/office/drawing/2014/main" id="{F79F7483-396D-4AD2-32DF-9DCC417146BB}"/>
                    </a:ext>
                  </a:extLst>
                </p:cNvPr>
                <p:cNvPicPr/>
                <p:nvPr/>
              </p:nvPicPr>
              <p:blipFill>
                <a:blip r:embed="rId21"/>
                <a:stretch>
                  <a:fillRect/>
                </a:stretch>
              </p:blipFill>
              <p:spPr>
                <a:xfrm>
                  <a:off x="1515630" y="336804"/>
                  <a:ext cx="32148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30842084-CBC5-2A81-19A7-CC917C5E0A4F}"/>
                    </a:ext>
                  </a:extLst>
                </p14:cNvPr>
                <p14:cNvContentPartPr/>
                <p14:nvPr/>
              </p14:nvContentPartPr>
              <p14:xfrm>
                <a:off x="1787430" y="371364"/>
                <a:ext cx="326520" cy="257400"/>
              </p14:xfrm>
            </p:contentPart>
          </mc:Choice>
          <mc:Fallback xmlns="">
            <p:pic>
              <p:nvPicPr>
                <p:cNvPr id="15" name="Ink 14">
                  <a:extLst>
                    <a:ext uri="{FF2B5EF4-FFF2-40B4-BE49-F238E27FC236}">
                      <a16:creationId xmlns:a16="http://schemas.microsoft.com/office/drawing/2014/main" id="{30842084-CBC5-2A81-19A7-CC917C5E0A4F}"/>
                    </a:ext>
                  </a:extLst>
                </p:cNvPr>
                <p:cNvPicPr/>
                <p:nvPr/>
              </p:nvPicPr>
              <p:blipFill>
                <a:blip r:embed="rId23"/>
                <a:stretch>
                  <a:fillRect/>
                </a:stretch>
              </p:blipFill>
              <p:spPr>
                <a:xfrm>
                  <a:off x="1781310" y="365244"/>
                  <a:ext cx="33876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01F3413A-FC8A-D00B-BE67-0A494371B29B}"/>
                    </a:ext>
                  </a:extLst>
                </p14:cNvPr>
                <p14:cNvContentPartPr/>
                <p14:nvPr/>
              </p14:nvContentPartPr>
              <p14:xfrm>
                <a:off x="2047710" y="311604"/>
                <a:ext cx="448920" cy="360000"/>
              </p14:xfrm>
            </p:contentPart>
          </mc:Choice>
          <mc:Fallback xmlns="">
            <p:pic>
              <p:nvPicPr>
                <p:cNvPr id="16" name="Ink 15">
                  <a:extLst>
                    <a:ext uri="{FF2B5EF4-FFF2-40B4-BE49-F238E27FC236}">
                      <a16:creationId xmlns:a16="http://schemas.microsoft.com/office/drawing/2014/main" id="{01F3413A-FC8A-D00B-BE67-0A494371B29B}"/>
                    </a:ext>
                  </a:extLst>
                </p:cNvPr>
                <p:cNvPicPr/>
                <p:nvPr/>
              </p:nvPicPr>
              <p:blipFill>
                <a:blip r:embed="rId25"/>
                <a:stretch>
                  <a:fillRect/>
                </a:stretch>
              </p:blipFill>
              <p:spPr>
                <a:xfrm>
                  <a:off x="2041590" y="305484"/>
                  <a:ext cx="461160" cy="372240"/>
                </a:xfrm>
                <a:prstGeom prst="rect">
                  <a:avLst/>
                </a:prstGeom>
              </p:spPr>
            </p:pic>
          </mc:Fallback>
        </mc:AlternateContent>
      </p:grpSp>
      <p:grpSp>
        <p:nvGrpSpPr>
          <p:cNvPr id="57" name="Group 56">
            <a:extLst>
              <a:ext uri="{FF2B5EF4-FFF2-40B4-BE49-F238E27FC236}">
                <a16:creationId xmlns:a16="http://schemas.microsoft.com/office/drawing/2014/main" id="{4EA0787C-576C-96EC-A93F-39078316EA15}"/>
              </a:ext>
            </a:extLst>
          </p:cNvPr>
          <p:cNvGrpSpPr/>
          <p:nvPr/>
        </p:nvGrpSpPr>
        <p:grpSpPr>
          <a:xfrm>
            <a:off x="2484390" y="247524"/>
            <a:ext cx="2499840" cy="559800"/>
            <a:chOff x="2484390" y="247524"/>
            <a:chExt cx="2499840" cy="559800"/>
          </a:xfrm>
        </p:grpSpPr>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96F2D57E-A76D-B961-5839-37AC1DE84680}"/>
                    </a:ext>
                  </a:extLst>
                </p14:cNvPr>
                <p14:cNvContentPartPr/>
                <p14:nvPr/>
              </p14:nvContentPartPr>
              <p14:xfrm>
                <a:off x="3835110" y="308004"/>
                <a:ext cx="43200" cy="322920"/>
              </p14:xfrm>
            </p:contentPart>
          </mc:Choice>
          <mc:Fallback xmlns="">
            <p:pic>
              <p:nvPicPr>
                <p:cNvPr id="18" name="Ink 17">
                  <a:extLst>
                    <a:ext uri="{FF2B5EF4-FFF2-40B4-BE49-F238E27FC236}">
                      <a16:creationId xmlns:a16="http://schemas.microsoft.com/office/drawing/2014/main" id="{96F2D57E-A76D-B961-5839-37AC1DE84680}"/>
                    </a:ext>
                  </a:extLst>
                </p:cNvPr>
                <p:cNvPicPr/>
                <p:nvPr/>
              </p:nvPicPr>
              <p:blipFill>
                <a:blip r:embed="rId27"/>
                <a:stretch>
                  <a:fillRect/>
                </a:stretch>
              </p:blipFill>
              <p:spPr>
                <a:xfrm>
                  <a:off x="3828990" y="301884"/>
                  <a:ext cx="5544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0E12DF38-40F0-6E56-3ACF-AFDF48B35056}"/>
                    </a:ext>
                  </a:extLst>
                </p14:cNvPr>
                <p14:cNvContentPartPr/>
                <p14:nvPr/>
              </p14:nvContentPartPr>
              <p14:xfrm>
                <a:off x="3778950" y="273804"/>
                <a:ext cx="327960" cy="65880"/>
              </p14:xfrm>
            </p:contentPart>
          </mc:Choice>
          <mc:Fallback xmlns="">
            <p:pic>
              <p:nvPicPr>
                <p:cNvPr id="19" name="Ink 18">
                  <a:extLst>
                    <a:ext uri="{FF2B5EF4-FFF2-40B4-BE49-F238E27FC236}">
                      <a16:creationId xmlns:a16="http://schemas.microsoft.com/office/drawing/2014/main" id="{0E12DF38-40F0-6E56-3ACF-AFDF48B35056}"/>
                    </a:ext>
                  </a:extLst>
                </p:cNvPr>
                <p:cNvPicPr/>
                <p:nvPr/>
              </p:nvPicPr>
              <p:blipFill>
                <a:blip r:embed="rId29"/>
                <a:stretch>
                  <a:fillRect/>
                </a:stretch>
              </p:blipFill>
              <p:spPr>
                <a:xfrm>
                  <a:off x="3772830" y="267684"/>
                  <a:ext cx="3402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A7B8C37D-C441-2C88-E1BE-8DA1B981F490}"/>
                    </a:ext>
                  </a:extLst>
                </p14:cNvPr>
                <p14:cNvContentPartPr/>
                <p14:nvPr/>
              </p14:nvContentPartPr>
              <p14:xfrm>
                <a:off x="3789750" y="388644"/>
                <a:ext cx="350280" cy="217800"/>
              </p14:xfrm>
            </p:contentPart>
          </mc:Choice>
          <mc:Fallback xmlns="">
            <p:pic>
              <p:nvPicPr>
                <p:cNvPr id="20" name="Ink 19">
                  <a:extLst>
                    <a:ext uri="{FF2B5EF4-FFF2-40B4-BE49-F238E27FC236}">
                      <a16:creationId xmlns:a16="http://schemas.microsoft.com/office/drawing/2014/main" id="{A7B8C37D-C441-2C88-E1BE-8DA1B981F490}"/>
                    </a:ext>
                  </a:extLst>
                </p:cNvPr>
                <p:cNvPicPr/>
                <p:nvPr/>
              </p:nvPicPr>
              <p:blipFill>
                <a:blip r:embed="rId31"/>
                <a:stretch>
                  <a:fillRect/>
                </a:stretch>
              </p:blipFill>
              <p:spPr>
                <a:xfrm>
                  <a:off x="3783630" y="382524"/>
                  <a:ext cx="3625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9AA8EDFB-3806-A6BA-4E3C-40FCB326E814}"/>
                    </a:ext>
                  </a:extLst>
                </p14:cNvPr>
                <p14:cNvContentPartPr/>
                <p14:nvPr/>
              </p14:nvContentPartPr>
              <p14:xfrm>
                <a:off x="4164510" y="317364"/>
                <a:ext cx="367560" cy="286200"/>
              </p14:xfrm>
            </p:contentPart>
          </mc:Choice>
          <mc:Fallback xmlns="">
            <p:pic>
              <p:nvPicPr>
                <p:cNvPr id="21" name="Ink 20">
                  <a:extLst>
                    <a:ext uri="{FF2B5EF4-FFF2-40B4-BE49-F238E27FC236}">
                      <a16:creationId xmlns:a16="http://schemas.microsoft.com/office/drawing/2014/main" id="{9AA8EDFB-3806-A6BA-4E3C-40FCB326E814}"/>
                    </a:ext>
                  </a:extLst>
                </p:cNvPr>
                <p:cNvPicPr/>
                <p:nvPr/>
              </p:nvPicPr>
              <p:blipFill>
                <a:blip r:embed="rId33"/>
                <a:stretch>
                  <a:fillRect/>
                </a:stretch>
              </p:blipFill>
              <p:spPr>
                <a:xfrm>
                  <a:off x="4158390" y="311244"/>
                  <a:ext cx="37980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ED4B5449-2400-19CD-6239-4D1A771E971E}"/>
                    </a:ext>
                  </a:extLst>
                </p14:cNvPr>
                <p14:cNvContentPartPr/>
                <p14:nvPr/>
              </p14:nvContentPartPr>
              <p14:xfrm>
                <a:off x="4613430" y="288204"/>
                <a:ext cx="131040" cy="340200"/>
              </p14:xfrm>
            </p:contentPart>
          </mc:Choice>
          <mc:Fallback xmlns="">
            <p:pic>
              <p:nvPicPr>
                <p:cNvPr id="22" name="Ink 21">
                  <a:extLst>
                    <a:ext uri="{FF2B5EF4-FFF2-40B4-BE49-F238E27FC236}">
                      <a16:creationId xmlns:a16="http://schemas.microsoft.com/office/drawing/2014/main" id="{ED4B5449-2400-19CD-6239-4D1A771E971E}"/>
                    </a:ext>
                  </a:extLst>
                </p:cNvPr>
                <p:cNvPicPr/>
                <p:nvPr/>
              </p:nvPicPr>
              <p:blipFill>
                <a:blip r:embed="rId35"/>
                <a:stretch>
                  <a:fillRect/>
                </a:stretch>
              </p:blipFill>
              <p:spPr>
                <a:xfrm>
                  <a:off x="4607310" y="282084"/>
                  <a:ext cx="143280" cy="352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2C5B02C4-5E2F-53CC-F5BC-799038338950}"/>
                    </a:ext>
                  </a:extLst>
                </p14:cNvPr>
                <p14:cNvContentPartPr/>
                <p14:nvPr/>
              </p14:nvContentPartPr>
              <p14:xfrm>
                <a:off x="4680030" y="247524"/>
                <a:ext cx="304200" cy="249120"/>
              </p14:xfrm>
            </p:contentPart>
          </mc:Choice>
          <mc:Fallback xmlns="">
            <p:pic>
              <p:nvPicPr>
                <p:cNvPr id="23" name="Ink 22">
                  <a:extLst>
                    <a:ext uri="{FF2B5EF4-FFF2-40B4-BE49-F238E27FC236}">
                      <a16:creationId xmlns:a16="http://schemas.microsoft.com/office/drawing/2014/main" id="{2C5B02C4-5E2F-53CC-F5BC-799038338950}"/>
                    </a:ext>
                  </a:extLst>
                </p:cNvPr>
                <p:cNvPicPr/>
                <p:nvPr/>
              </p:nvPicPr>
              <p:blipFill>
                <a:blip r:embed="rId37"/>
                <a:stretch>
                  <a:fillRect/>
                </a:stretch>
              </p:blipFill>
              <p:spPr>
                <a:xfrm>
                  <a:off x="4673910" y="241404"/>
                  <a:ext cx="31644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2" name="Ink 51">
                  <a:extLst>
                    <a:ext uri="{FF2B5EF4-FFF2-40B4-BE49-F238E27FC236}">
                      <a16:creationId xmlns:a16="http://schemas.microsoft.com/office/drawing/2014/main" id="{3628334D-99FE-66F7-491B-96AEC3DD2252}"/>
                    </a:ext>
                  </a:extLst>
                </p14:cNvPr>
                <p14:cNvContentPartPr/>
                <p14:nvPr/>
              </p14:nvContentPartPr>
              <p14:xfrm>
                <a:off x="2492310" y="554964"/>
                <a:ext cx="1203120" cy="76680"/>
              </p14:xfrm>
            </p:contentPart>
          </mc:Choice>
          <mc:Fallback xmlns="">
            <p:pic>
              <p:nvPicPr>
                <p:cNvPr id="52" name="Ink 51">
                  <a:extLst>
                    <a:ext uri="{FF2B5EF4-FFF2-40B4-BE49-F238E27FC236}">
                      <a16:creationId xmlns:a16="http://schemas.microsoft.com/office/drawing/2014/main" id="{3628334D-99FE-66F7-491B-96AEC3DD2252}"/>
                    </a:ext>
                  </a:extLst>
                </p:cNvPr>
                <p:cNvPicPr/>
                <p:nvPr/>
              </p:nvPicPr>
              <p:blipFill>
                <a:blip r:embed="rId39"/>
                <a:stretch>
                  <a:fillRect/>
                </a:stretch>
              </p:blipFill>
              <p:spPr>
                <a:xfrm>
                  <a:off x="2486190" y="548844"/>
                  <a:ext cx="12153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3" name="Ink 52">
                  <a:extLst>
                    <a:ext uri="{FF2B5EF4-FFF2-40B4-BE49-F238E27FC236}">
                      <a16:creationId xmlns:a16="http://schemas.microsoft.com/office/drawing/2014/main" id="{432CD8BC-676E-0819-C2E3-A0AB30DE1C89}"/>
                    </a:ext>
                  </a:extLst>
                </p14:cNvPr>
                <p14:cNvContentPartPr/>
                <p14:nvPr/>
              </p14:nvContentPartPr>
              <p14:xfrm>
                <a:off x="2709390" y="481884"/>
                <a:ext cx="26280" cy="250560"/>
              </p14:xfrm>
            </p:contentPart>
          </mc:Choice>
          <mc:Fallback xmlns="">
            <p:pic>
              <p:nvPicPr>
                <p:cNvPr id="53" name="Ink 52">
                  <a:extLst>
                    <a:ext uri="{FF2B5EF4-FFF2-40B4-BE49-F238E27FC236}">
                      <a16:creationId xmlns:a16="http://schemas.microsoft.com/office/drawing/2014/main" id="{432CD8BC-676E-0819-C2E3-A0AB30DE1C89}"/>
                    </a:ext>
                  </a:extLst>
                </p:cNvPr>
                <p:cNvPicPr/>
                <p:nvPr/>
              </p:nvPicPr>
              <p:blipFill>
                <a:blip r:embed="rId41"/>
                <a:stretch>
                  <a:fillRect/>
                </a:stretch>
              </p:blipFill>
              <p:spPr>
                <a:xfrm>
                  <a:off x="2703270" y="475764"/>
                  <a:ext cx="3852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4" name="Ink 53">
                  <a:extLst>
                    <a:ext uri="{FF2B5EF4-FFF2-40B4-BE49-F238E27FC236}">
                      <a16:creationId xmlns:a16="http://schemas.microsoft.com/office/drawing/2014/main" id="{28BD7EE3-4065-3002-8635-1805C3FEC502}"/>
                    </a:ext>
                  </a:extLst>
                </p14:cNvPr>
                <p14:cNvContentPartPr/>
                <p14:nvPr/>
              </p14:nvContentPartPr>
              <p14:xfrm>
                <a:off x="2484390" y="499524"/>
                <a:ext cx="223560" cy="307800"/>
              </p14:xfrm>
            </p:contentPart>
          </mc:Choice>
          <mc:Fallback xmlns="">
            <p:pic>
              <p:nvPicPr>
                <p:cNvPr id="54" name="Ink 53">
                  <a:extLst>
                    <a:ext uri="{FF2B5EF4-FFF2-40B4-BE49-F238E27FC236}">
                      <a16:creationId xmlns:a16="http://schemas.microsoft.com/office/drawing/2014/main" id="{28BD7EE3-4065-3002-8635-1805C3FEC502}"/>
                    </a:ext>
                  </a:extLst>
                </p:cNvPr>
                <p:cNvPicPr/>
                <p:nvPr/>
              </p:nvPicPr>
              <p:blipFill>
                <a:blip r:embed="rId43"/>
                <a:stretch>
                  <a:fillRect/>
                </a:stretch>
              </p:blipFill>
              <p:spPr>
                <a:xfrm>
                  <a:off x="2478270" y="493404"/>
                  <a:ext cx="23580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5" name="Ink 54">
                  <a:extLst>
                    <a:ext uri="{FF2B5EF4-FFF2-40B4-BE49-F238E27FC236}">
                      <a16:creationId xmlns:a16="http://schemas.microsoft.com/office/drawing/2014/main" id="{C8041D30-E40A-D323-329A-8098DC412162}"/>
                    </a:ext>
                  </a:extLst>
                </p14:cNvPr>
                <p14:cNvContentPartPr/>
                <p14:nvPr/>
              </p14:nvContentPartPr>
              <p14:xfrm>
                <a:off x="3365670" y="457044"/>
                <a:ext cx="34560" cy="280800"/>
              </p14:xfrm>
            </p:contentPart>
          </mc:Choice>
          <mc:Fallback xmlns="">
            <p:pic>
              <p:nvPicPr>
                <p:cNvPr id="55" name="Ink 54">
                  <a:extLst>
                    <a:ext uri="{FF2B5EF4-FFF2-40B4-BE49-F238E27FC236}">
                      <a16:creationId xmlns:a16="http://schemas.microsoft.com/office/drawing/2014/main" id="{C8041D30-E40A-D323-329A-8098DC412162}"/>
                    </a:ext>
                  </a:extLst>
                </p:cNvPr>
                <p:cNvPicPr/>
                <p:nvPr/>
              </p:nvPicPr>
              <p:blipFill>
                <a:blip r:embed="rId45"/>
                <a:stretch>
                  <a:fillRect/>
                </a:stretch>
              </p:blipFill>
              <p:spPr>
                <a:xfrm>
                  <a:off x="3359550" y="450924"/>
                  <a:ext cx="4680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6" name="Ink 55">
                  <a:extLst>
                    <a:ext uri="{FF2B5EF4-FFF2-40B4-BE49-F238E27FC236}">
                      <a16:creationId xmlns:a16="http://schemas.microsoft.com/office/drawing/2014/main" id="{BCD08FEC-5BCC-7A0E-9BC3-5E6F4BC261C6}"/>
                    </a:ext>
                  </a:extLst>
                </p14:cNvPr>
                <p14:cNvContentPartPr/>
                <p14:nvPr/>
              </p14:nvContentPartPr>
              <p14:xfrm>
                <a:off x="3453510" y="427884"/>
                <a:ext cx="169920" cy="310680"/>
              </p14:xfrm>
            </p:contentPart>
          </mc:Choice>
          <mc:Fallback xmlns="">
            <p:pic>
              <p:nvPicPr>
                <p:cNvPr id="56" name="Ink 55">
                  <a:extLst>
                    <a:ext uri="{FF2B5EF4-FFF2-40B4-BE49-F238E27FC236}">
                      <a16:creationId xmlns:a16="http://schemas.microsoft.com/office/drawing/2014/main" id="{BCD08FEC-5BCC-7A0E-9BC3-5E6F4BC261C6}"/>
                    </a:ext>
                  </a:extLst>
                </p:cNvPr>
                <p:cNvPicPr/>
                <p:nvPr/>
              </p:nvPicPr>
              <p:blipFill>
                <a:blip r:embed="rId47"/>
                <a:stretch>
                  <a:fillRect/>
                </a:stretch>
              </p:blipFill>
              <p:spPr>
                <a:xfrm>
                  <a:off x="3447390" y="421764"/>
                  <a:ext cx="182160" cy="322920"/>
                </a:xfrm>
                <a:prstGeom prst="rect">
                  <a:avLst/>
                </a:prstGeom>
              </p:spPr>
            </p:pic>
          </mc:Fallback>
        </mc:AlternateContent>
      </p:grpSp>
      <p:grpSp>
        <p:nvGrpSpPr>
          <p:cNvPr id="81" name="Group 80">
            <a:extLst>
              <a:ext uri="{FF2B5EF4-FFF2-40B4-BE49-F238E27FC236}">
                <a16:creationId xmlns:a16="http://schemas.microsoft.com/office/drawing/2014/main" id="{F0C8A5DF-97A0-CE12-97B0-A5E380F69FBE}"/>
              </a:ext>
            </a:extLst>
          </p:cNvPr>
          <p:cNvGrpSpPr/>
          <p:nvPr/>
        </p:nvGrpSpPr>
        <p:grpSpPr>
          <a:xfrm>
            <a:off x="311430" y="925764"/>
            <a:ext cx="5536080" cy="3295440"/>
            <a:chOff x="311430" y="925764"/>
            <a:chExt cx="5536080" cy="3295440"/>
          </a:xfrm>
        </p:grpSpPr>
        <mc:AlternateContent xmlns:mc="http://schemas.openxmlformats.org/markup-compatibility/2006" xmlns:p14="http://schemas.microsoft.com/office/powerpoint/2010/main">
          <mc:Choice Requires="p14">
            <p:contentPart p14:bwMode="auto" r:id="rId48">
              <p14:nvContentPartPr>
                <p14:cNvPr id="25" name="Ink 24">
                  <a:extLst>
                    <a:ext uri="{FF2B5EF4-FFF2-40B4-BE49-F238E27FC236}">
                      <a16:creationId xmlns:a16="http://schemas.microsoft.com/office/drawing/2014/main" id="{EFE532B7-A831-9E0F-BF30-A0C0B696909F}"/>
                    </a:ext>
                  </a:extLst>
                </p14:cNvPr>
                <p14:cNvContentPartPr/>
                <p14:nvPr/>
              </p14:nvContentPartPr>
              <p14:xfrm>
                <a:off x="3762030" y="3022404"/>
                <a:ext cx="562680" cy="117720"/>
              </p14:xfrm>
            </p:contentPart>
          </mc:Choice>
          <mc:Fallback xmlns="">
            <p:pic>
              <p:nvPicPr>
                <p:cNvPr id="25" name="Ink 24">
                  <a:extLst>
                    <a:ext uri="{FF2B5EF4-FFF2-40B4-BE49-F238E27FC236}">
                      <a16:creationId xmlns:a16="http://schemas.microsoft.com/office/drawing/2014/main" id="{EFE532B7-A831-9E0F-BF30-A0C0B696909F}"/>
                    </a:ext>
                  </a:extLst>
                </p:cNvPr>
                <p:cNvPicPr/>
                <p:nvPr/>
              </p:nvPicPr>
              <p:blipFill>
                <a:blip r:embed="rId49"/>
                <a:stretch>
                  <a:fillRect/>
                </a:stretch>
              </p:blipFill>
              <p:spPr>
                <a:xfrm>
                  <a:off x="3755910" y="3016284"/>
                  <a:ext cx="5749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 name="Ink 25">
                  <a:extLst>
                    <a:ext uri="{FF2B5EF4-FFF2-40B4-BE49-F238E27FC236}">
                      <a16:creationId xmlns:a16="http://schemas.microsoft.com/office/drawing/2014/main" id="{A771688E-79C6-373A-CF89-DCE75051F198}"/>
                    </a:ext>
                  </a:extLst>
                </p14:cNvPr>
                <p14:cNvContentPartPr/>
                <p14:nvPr/>
              </p14:nvContentPartPr>
              <p14:xfrm>
                <a:off x="3813150" y="3146604"/>
                <a:ext cx="425160" cy="393840"/>
              </p14:xfrm>
            </p:contentPart>
          </mc:Choice>
          <mc:Fallback xmlns="">
            <p:pic>
              <p:nvPicPr>
                <p:cNvPr id="26" name="Ink 25">
                  <a:extLst>
                    <a:ext uri="{FF2B5EF4-FFF2-40B4-BE49-F238E27FC236}">
                      <a16:creationId xmlns:a16="http://schemas.microsoft.com/office/drawing/2014/main" id="{A771688E-79C6-373A-CF89-DCE75051F198}"/>
                    </a:ext>
                  </a:extLst>
                </p:cNvPr>
                <p:cNvPicPr/>
                <p:nvPr/>
              </p:nvPicPr>
              <p:blipFill>
                <a:blip r:embed="rId51"/>
                <a:stretch>
                  <a:fillRect/>
                </a:stretch>
              </p:blipFill>
              <p:spPr>
                <a:xfrm>
                  <a:off x="3807030" y="3140484"/>
                  <a:ext cx="43740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7" name="Ink 26">
                  <a:extLst>
                    <a:ext uri="{FF2B5EF4-FFF2-40B4-BE49-F238E27FC236}">
                      <a16:creationId xmlns:a16="http://schemas.microsoft.com/office/drawing/2014/main" id="{3C1DC3CD-D215-EFEC-E2DB-5D8F176EC979}"/>
                    </a:ext>
                  </a:extLst>
                </p14:cNvPr>
                <p14:cNvContentPartPr/>
                <p14:nvPr/>
              </p14:nvContentPartPr>
              <p14:xfrm>
                <a:off x="4186110" y="3129324"/>
                <a:ext cx="370080" cy="333360"/>
              </p14:xfrm>
            </p:contentPart>
          </mc:Choice>
          <mc:Fallback xmlns="">
            <p:pic>
              <p:nvPicPr>
                <p:cNvPr id="27" name="Ink 26">
                  <a:extLst>
                    <a:ext uri="{FF2B5EF4-FFF2-40B4-BE49-F238E27FC236}">
                      <a16:creationId xmlns:a16="http://schemas.microsoft.com/office/drawing/2014/main" id="{3C1DC3CD-D215-EFEC-E2DB-5D8F176EC979}"/>
                    </a:ext>
                  </a:extLst>
                </p:cNvPr>
                <p:cNvPicPr/>
                <p:nvPr/>
              </p:nvPicPr>
              <p:blipFill>
                <a:blip r:embed="rId53"/>
                <a:stretch>
                  <a:fillRect/>
                </a:stretch>
              </p:blipFill>
              <p:spPr>
                <a:xfrm>
                  <a:off x="4179990" y="3123204"/>
                  <a:ext cx="38232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8" name="Ink 27">
                  <a:extLst>
                    <a:ext uri="{FF2B5EF4-FFF2-40B4-BE49-F238E27FC236}">
                      <a16:creationId xmlns:a16="http://schemas.microsoft.com/office/drawing/2014/main" id="{1EB3AE5F-89CE-E883-6268-C217000525B9}"/>
                    </a:ext>
                  </a:extLst>
                </p14:cNvPr>
                <p14:cNvContentPartPr/>
                <p14:nvPr/>
              </p14:nvContentPartPr>
              <p14:xfrm>
                <a:off x="4654470" y="3041484"/>
                <a:ext cx="33120" cy="411120"/>
              </p14:xfrm>
            </p:contentPart>
          </mc:Choice>
          <mc:Fallback xmlns="">
            <p:pic>
              <p:nvPicPr>
                <p:cNvPr id="28" name="Ink 27">
                  <a:extLst>
                    <a:ext uri="{FF2B5EF4-FFF2-40B4-BE49-F238E27FC236}">
                      <a16:creationId xmlns:a16="http://schemas.microsoft.com/office/drawing/2014/main" id="{1EB3AE5F-89CE-E883-6268-C217000525B9}"/>
                    </a:ext>
                  </a:extLst>
                </p:cNvPr>
                <p:cNvPicPr/>
                <p:nvPr/>
              </p:nvPicPr>
              <p:blipFill>
                <a:blip r:embed="rId55"/>
                <a:stretch>
                  <a:fillRect/>
                </a:stretch>
              </p:blipFill>
              <p:spPr>
                <a:xfrm>
                  <a:off x="4648350" y="3035364"/>
                  <a:ext cx="4536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9" name="Ink 28">
                  <a:extLst>
                    <a:ext uri="{FF2B5EF4-FFF2-40B4-BE49-F238E27FC236}">
                      <a16:creationId xmlns:a16="http://schemas.microsoft.com/office/drawing/2014/main" id="{9A9355B6-7AD9-4D2D-545F-913B1130EA36}"/>
                    </a:ext>
                  </a:extLst>
                </p14:cNvPr>
                <p14:cNvContentPartPr/>
                <p14:nvPr/>
              </p14:nvContentPartPr>
              <p14:xfrm>
                <a:off x="4635390" y="2976684"/>
                <a:ext cx="638280" cy="477360"/>
              </p14:xfrm>
            </p:contentPart>
          </mc:Choice>
          <mc:Fallback xmlns="">
            <p:pic>
              <p:nvPicPr>
                <p:cNvPr id="29" name="Ink 28">
                  <a:extLst>
                    <a:ext uri="{FF2B5EF4-FFF2-40B4-BE49-F238E27FC236}">
                      <a16:creationId xmlns:a16="http://schemas.microsoft.com/office/drawing/2014/main" id="{9A9355B6-7AD9-4D2D-545F-913B1130EA36}"/>
                    </a:ext>
                  </a:extLst>
                </p:cNvPr>
                <p:cNvPicPr/>
                <p:nvPr/>
              </p:nvPicPr>
              <p:blipFill>
                <a:blip r:embed="rId57"/>
                <a:stretch>
                  <a:fillRect/>
                </a:stretch>
              </p:blipFill>
              <p:spPr>
                <a:xfrm>
                  <a:off x="4629270" y="2970564"/>
                  <a:ext cx="650520" cy="489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2F6C4B3B-5A84-1D69-E82E-98FF4CA23BB0}"/>
                    </a:ext>
                  </a:extLst>
                </p14:cNvPr>
                <p14:cNvContentPartPr/>
                <p14:nvPr/>
              </p14:nvContentPartPr>
              <p14:xfrm>
                <a:off x="365070" y="926124"/>
                <a:ext cx="142560" cy="326160"/>
              </p14:xfrm>
            </p:contentPart>
          </mc:Choice>
          <mc:Fallback xmlns="">
            <p:pic>
              <p:nvPicPr>
                <p:cNvPr id="31" name="Ink 30">
                  <a:extLst>
                    <a:ext uri="{FF2B5EF4-FFF2-40B4-BE49-F238E27FC236}">
                      <a16:creationId xmlns:a16="http://schemas.microsoft.com/office/drawing/2014/main" id="{2F6C4B3B-5A84-1D69-E82E-98FF4CA23BB0}"/>
                    </a:ext>
                  </a:extLst>
                </p:cNvPr>
                <p:cNvPicPr/>
                <p:nvPr/>
              </p:nvPicPr>
              <p:blipFill>
                <a:blip r:embed="rId59"/>
                <a:stretch>
                  <a:fillRect/>
                </a:stretch>
              </p:blipFill>
              <p:spPr>
                <a:xfrm>
                  <a:off x="358950" y="920004"/>
                  <a:ext cx="15480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685B36F5-1730-6655-EF88-DE4DC53362C6}"/>
                    </a:ext>
                  </a:extLst>
                </p14:cNvPr>
                <p14:cNvContentPartPr/>
                <p14:nvPr/>
              </p14:nvContentPartPr>
              <p14:xfrm>
                <a:off x="524910" y="939444"/>
                <a:ext cx="112320" cy="205200"/>
              </p14:xfrm>
            </p:contentPart>
          </mc:Choice>
          <mc:Fallback xmlns="">
            <p:pic>
              <p:nvPicPr>
                <p:cNvPr id="32" name="Ink 31">
                  <a:extLst>
                    <a:ext uri="{FF2B5EF4-FFF2-40B4-BE49-F238E27FC236}">
                      <a16:creationId xmlns:a16="http://schemas.microsoft.com/office/drawing/2014/main" id="{685B36F5-1730-6655-EF88-DE4DC53362C6}"/>
                    </a:ext>
                  </a:extLst>
                </p:cNvPr>
                <p:cNvPicPr/>
                <p:nvPr/>
              </p:nvPicPr>
              <p:blipFill>
                <a:blip r:embed="rId61"/>
                <a:stretch>
                  <a:fillRect/>
                </a:stretch>
              </p:blipFill>
              <p:spPr>
                <a:xfrm>
                  <a:off x="518790" y="933324"/>
                  <a:ext cx="1245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E668F5EA-FCCA-4617-35CF-462DA0CC196C}"/>
                    </a:ext>
                  </a:extLst>
                </p14:cNvPr>
                <p14:cNvContentPartPr/>
                <p14:nvPr/>
              </p14:nvContentPartPr>
              <p14:xfrm>
                <a:off x="631830" y="989484"/>
                <a:ext cx="73080" cy="99360"/>
              </p14:xfrm>
            </p:contentPart>
          </mc:Choice>
          <mc:Fallback xmlns="">
            <p:pic>
              <p:nvPicPr>
                <p:cNvPr id="33" name="Ink 32">
                  <a:extLst>
                    <a:ext uri="{FF2B5EF4-FFF2-40B4-BE49-F238E27FC236}">
                      <a16:creationId xmlns:a16="http://schemas.microsoft.com/office/drawing/2014/main" id="{E668F5EA-FCCA-4617-35CF-462DA0CC196C}"/>
                    </a:ext>
                  </a:extLst>
                </p:cNvPr>
                <p:cNvPicPr/>
                <p:nvPr/>
              </p:nvPicPr>
              <p:blipFill>
                <a:blip r:embed="rId63"/>
                <a:stretch>
                  <a:fillRect/>
                </a:stretch>
              </p:blipFill>
              <p:spPr>
                <a:xfrm>
                  <a:off x="625710" y="983364"/>
                  <a:ext cx="853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5673C563-409B-378D-DFBE-8F7C062A0294}"/>
                    </a:ext>
                  </a:extLst>
                </p14:cNvPr>
                <p14:cNvContentPartPr/>
                <p14:nvPr/>
              </p14:nvContentPartPr>
              <p14:xfrm>
                <a:off x="788430" y="945924"/>
                <a:ext cx="29160" cy="25560"/>
              </p14:xfrm>
            </p:contentPart>
          </mc:Choice>
          <mc:Fallback xmlns="">
            <p:pic>
              <p:nvPicPr>
                <p:cNvPr id="34" name="Ink 33">
                  <a:extLst>
                    <a:ext uri="{FF2B5EF4-FFF2-40B4-BE49-F238E27FC236}">
                      <a16:creationId xmlns:a16="http://schemas.microsoft.com/office/drawing/2014/main" id="{5673C563-409B-378D-DFBE-8F7C062A0294}"/>
                    </a:ext>
                  </a:extLst>
                </p:cNvPr>
                <p:cNvPicPr/>
                <p:nvPr/>
              </p:nvPicPr>
              <p:blipFill>
                <a:blip r:embed="rId65"/>
                <a:stretch>
                  <a:fillRect/>
                </a:stretch>
              </p:blipFill>
              <p:spPr>
                <a:xfrm>
                  <a:off x="782310" y="939804"/>
                  <a:ext cx="414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91E6C572-BE26-358F-1DC1-0B39420C2CD7}"/>
                    </a:ext>
                  </a:extLst>
                </p14:cNvPr>
                <p14:cNvContentPartPr/>
                <p14:nvPr/>
              </p14:nvContentPartPr>
              <p14:xfrm>
                <a:off x="669270" y="999924"/>
                <a:ext cx="164160" cy="294480"/>
              </p14:xfrm>
            </p:contentPart>
          </mc:Choice>
          <mc:Fallback xmlns="">
            <p:pic>
              <p:nvPicPr>
                <p:cNvPr id="35" name="Ink 34">
                  <a:extLst>
                    <a:ext uri="{FF2B5EF4-FFF2-40B4-BE49-F238E27FC236}">
                      <a16:creationId xmlns:a16="http://schemas.microsoft.com/office/drawing/2014/main" id="{91E6C572-BE26-358F-1DC1-0B39420C2CD7}"/>
                    </a:ext>
                  </a:extLst>
                </p:cNvPr>
                <p:cNvPicPr/>
                <p:nvPr/>
              </p:nvPicPr>
              <p:blipFill>
                <a:blip r:embed="rId67"/>
                <a:stretch>
                  <a:fillRect/>
                </a:stretch>
              </p:blipFill>
              <p:spPr>
                <a:xfrm>
                  <a:off x="663150" y="993804"/>
                  <a:ext cx="17640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0E60761A-3EFD-7082-8865-326830C6B074}"/>
                    </a:ext>
                  </a:extLst>
                </p14:cNvPr>
                <p14:cNvContentPartPr/>
                <p14:nvPr/>
              </p14:nvContentPartPr>
              <p14:xfrm>
                <a:off x="918750" y="1080204"/>
                <a:ext cx="187200" cy="29520"/>
              </p14:xfrm>
            </p:contentPart>
          </mc:Choice>
          <mc:Fallback xmlns="">
            <p:pic>
              <p:nvPicPr>
                <p:cNvPr id="36" name="Ink 35">
                  <a:extLst>
                    <a:ext uri="{FF2B5EF4-FFF2-40B4-BE49-F238E27FC236}">
                      <a16:creationId xmlns:a16="http://schemas.microsoft.com/office/drawing/2014/main" id="{0E60761A-3EFD-7082-8865-326830C6B074}"/>
                    </a:ext>
                  </a:extLst>
                </p:cNvPr>
                <p:cNvPicPr/>
                <p:nvPr/>
              </p:nvPicPr>
              <p:blipFill>
                <a:blip r:embed="rId69"/>
                <a:stretch>
                  <a:fillRect/>
                </a:stretch>
              </p:blipFill>
              <p:spPr>
                <a:xfrm>
                  <a:off x="912630" y="1074084"/>
                  <a:ext cx="1994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8" name="Ink 37">
                  <a:extLst>
                    <a:ext uri="{FF2B5EF4-FFF2-40B4-BE49-F238E27FC236}">
                      <a16:creationId xmlns:a16="http://schemas.microsoft.com/office/drawing/2014/main" id="{23BBE838-FCB1-7432-32C6-4F6B75C5E884}"/>
                    </a:ext>
                  </a:extLst>
                </p14:cNvPr>
                <p14:cNvContentPartPr/>
                <p14:nvPr/>
              </p14:nvContentPartPr>
              <p14:xfrm>
                <a:off x="1210350" y="947724"/>
                <a:ext cx="158400" cy="219240"/>
              </p14:xfrm>
            </p:contentPart>
          </mc:Choice>
          <mc:Fallback xmlns="">
            <p:pic>
              <p:nvPicPr>
                <p:cNvPr id="38" name="Ink 37">
                  <a:extLst>
                    <a:ext uri="{FF2B5EF4-FFF2-40B4-BE49-F238E27FC236}">
                      <a16:creationId xmlns:a16="http://schemas.microsoft.com/office/drawing/2014/main" id="{23BBE838-FCB1-7432-32C6-4F6B75C5E884}"/>
                    </a:ext>
                  </a:extLst>
                </p:cNvPr>
                <p:cNvPicPr/>
                <p:nvPr/>
              </p:nvPicPr>
              <p:blipFill>
                <a:blip r:embed="rId71"/>
                <a:stretch>
                  <a:fillRect/>
                </a:stretch>
              </p:blipFill>
              <p:spPr>
                <a:xfrm>
                  <a:off x="1204230" y="941604"/>
                  <a:ext cx="1706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9" name="Ink 38">
                  <a:extLst>
                    <a:ext uri="{FF2B5EF4-FFF2-40B4-BE49-F238E27FC236}">
                      <a16:creationId xmlns:a16="http://schemas.microsoft.com/office/drawing/2014/main" id="{4AE75F52-CF32-98B7-D5FC-4BDE929A9288}"/>
                    </a:ext>
                  </a:extLst>
                </p14:cNvPr>
                <p14:cNvContentPartPr/>
                <p14:nvPr/>
              </p14:nvContentPartPr>
              <p14:xfrm>
                <a:off x="1441470" y="948084"/>
                <a:ext cx="168480" cy="196560"/>
              </p14:xfrm>
            </p:contentPart>
          </mc:Choice>
          <mc:Fallback xmlns="">
            <p:pic>
              <p:nvPicPr>
                <p:cNvPr id="39" name="Ink 38">
                  <a:extLst>
                    <a:ext uri="{FF2B5EF4-FFF2-40B4-BE49-F238E27FC236}">
                      <a16:creationId xmlns:a16="http://schemas.microsoft.com/office/drawing/2014/main" id="{4AE75F52-CF32-98B7-D5FC-4BDE929A9288}"/>
                    </a:ext>
                  </a:extLst>
                </p:cNvPr>
                <p:cNvPicPr/>
                <p:nvPr/>
              </p:nvPicPr>
              <p:blipFill>
                <a:blip r:embed="rId73"/>
                <a:stretch>
                  <a:fillRect/>
                </a:stretch>
              </p:blipFill>
              <p:spPr>
                <a:xfrm>
                  <a:off x="1435350" y="941964"/>
                  <a:ext cx="18072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0" name="Ink 39">
                  <a:extLst>
                    <a:ext uri="{FF2B5EF4-FFF2-40B4-BE49-F238E27FC236}">
                      <a16:creationId xmlns:a16="http://schemas.microsoft.com/office/drawing/2014/main" id="{BFA40E31-9655-3CEF-0D9E-B1CD39A093A4}"/>
                    </a:ext>
                  </a:extLst>
                </p14:cNvPr>
                <p14:cNvContentPartPr/>
                <p14:nvPr/>
              </p14:nvContentPartPr>
              <p14:xfrm>
                <a:off x="1629390" y="925764"/>
                <a:ext cx="322920" cy="228240"/>
              </p14:xfrm>
            </p:contentPart>
          </mc:Choice>
          <mc:Fallback xmlns="">
            <p:pic>
              <p:nvPicPr>
                <p:cNvPr id="40" name="Ink 39">
                  <a:extLst>
                    <a:ext uri="{FF2B5EF4-FFF2-40B4-BE49-F238E27FC236}">
                      <a16:creationId xmlns:a16="http://schemas.microsoft.com/office/drawing/2014/main" id="{BFA40E31-9655-3CEF-0D9E-B1CD39A093A4}"/>
                    </a:ext>
                  </a:extLst>
                </p:cNvPr>
                <p:cNvPicPr/>
                <p:nvPr/>
              </p:nvPicPr>
              <p:blipFill>
                <a:blip r:embed="rId75"/>
                <a:stretch>
                  <a:fillRect/>
                </a:stretch>
              </p:blipFill>
              <p:spPr>
                <a:xfrm>
                  <a:off x="1623270" y="919644"/>
                  <a:ext cx="33516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3" name="Ink 42">
                  <a:extLst>
                    <a:ext uri="{FF2B5EF4-FFF2-40B4-BE49-F238E27FC236}">
                      <a16:creationId xmlns:a16="http://schemas.microsoft.com/office/drawing/2014/main" id="{EE493808-30D0-C78B-CC22-081E177C9FCB}"/>
                    </a:ext>
                  </a:extLst>
                </p14:cNvPr>
                <p14:cNvContentPartPr/>
                <p14:nvPr/>
              </p14:nvContentPartPr>
              <p14:xfrm>
                <a:off x="311430" y="1251924"/>
                <a:ext cx="1595880" cy="79200"/>
              </p14:xfrm>
            </p:contentPart>
          </mc:Choice>
          <mc:Fallback xmlns="">
            <p:pic>
              <p:nvPicPr>
                <p:cNvPr id="43" name="Ink 42">
                  <a:extLst>
                    <a:ext uri="{FF2B5EF4-FFF2-40B4-BE49-F238E27FC236}">
                      <a16:creationId xmlns:a16="http://schemas.microsoft.com/office/drawing/2014/main" id="{EE493808-30D0-C78B-CC22-081E177C9FCB}"/>
                    </a:ext>
                  </a:extLst>
                </p:cNvPr>
                <p:cNvPicPr/>
                <p:nvPr/>
              </p:nvPicPr>
              <p:blipFill>
                <a:blip r:embed="rId77"/>
                <a:stretch>
                  <a:fillRect/>
                </a:stretch>
              </p:blipFill>
              <p:spPr>
                <a:xfrm>
                  <a:off x="305310" y="1245804"/>
                  <a:ext cx="16081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Ink 44">
                  <a:extLst>
                    <a:ext uri="{FF2B5EF4-FFF2-40B4-BE49-F238E27FC236}">
                      <a16:creationId xmlns:a16="http://schemas.microsoft.com/office/drawing/2014/main" id="{8CAB2620-5D05-914E-2A9D-926CF590F0DE}"/>
                    </a:ext>
                  </a:extLst>
                </p14:cNvPr>
                <p14:cNvContentPartPr/>
                <p14:nvPr/>
              </p14:nvContentPartPr>
              <p14:xfrm>
                <a:off x="3765630" y="950244"/>
                <a:ext cx="207000" cy="197640"/>
              </p14:xfrm>
            </p:contentPart>
          </mc:Choice>
          <mc:Fallback xmlns="">
            <p:pic>
              <p:nvPicPr>
                <p:cNvPr id="45" name="Ink 44">
                  <a:extLst>
                    <a:ext uri="{FF2B5EF4-FFF2-40B4-BE49-F238E27FC236}">
                      <a16:creationId xmlns:a16="http://schemas.microsoft.com/office/drawing/2014/main" id="{8CAB2620-5D05-914E-2A9D-926CF590F0DE}"/>
                    </a:ext>
                  </a:extLst>
                </p:cNvPr>
                <p:cNvPicPr/>
                <p:nvPr/>
              </p:nvPicPr>
              <p:blipFill>
                <a:blip r:embed="rId79"/>
                <a:stretch>
                  <a:fillRect/>
                </a:stretch>
              </p:blipFill>
              <p:spPr>
                <a:xfrm>
                  <a:off x="3759510" y="944124"/>
                  <a:ext cx="21924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BE770475-30BB-0F99-5A48-1C08BDF40C2A}"/>
                    </a:ext>
                  </a:extLst>
                </p14:cNvPr>
                <p14:cNvContentPartPr/>
                <p14:nvPr/>
              </p14:nvContentPartPr>
              <p14:xfrm>
                <a:off x="3962910" y="932604"/>
                <a:ext cx="489600" cy="321480"/>
              </p14:xfrm>
            </p:contentPart>
          </mc:Choice>
          <mc:Fallback xmlns="">
            <p:pic>
              <p:nvPicPr>
                <p:cNvPr id="46" name="Ink 45">
                  <a:extLst>
                    <a:ext uri="{FF2B5EF4-FFF2-40B4-BE49-F238E27FC236}">
                      <a16:creationId xmlns:a16="http://schemas.microsoft.com/office/drawing/2014/main" id="{BE770475-30BB-0F99-5A48-1C08BDF40C2A}"/>
                    </a:ext>
                  </a:extLst>
                </p:cNvPr>
                <p:cNvPicPr/>
                <p:nvPr/>
              </p:nvPicPr>
              <p:blipFill>
                <a:blip r:embed="rId81"/>
                <a:stretch>
                  <a:fillRect/>
                </a:stretch>
              </p:blipFill>
              <p:spPr>
                <a:xfrm>
                  <a:off x="3956790" y="926484"/>
                  <a:ext cx="50184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35428868-EC74-690E-7711-D4B6A1093407}"/>
                    </a:ext>
                  </a:extLst>
                </p14:cNvPr>
                <p14:cNvContentPartPr/>
                <p14:nvPr/>
              </p14:nvContentPartPr>
              <p14:xfrm>
                <a:off x="4461150" y="1054644"/>
                <a:ext cx="222480" cy="39960"/>
              </p14:xfrm>
            </p:contentPart>
          </mc:Choice>
          <mc:Fallback xmlns="">
            <p:pic>
              <p:nvPicPr>
                <p:cNvPr id="47" name="Ink 46">
                  <a:extLst>
                    <a:ext uri="{FF2B5EF4-FFF2-40B4-BE49-F238E27FC236}">
                      <a16:creationId xmlns:a16="http://schemas.microsoft.com/office/drawing/2014/main" id="{35428868-EC74-690E-7711-D4B6A1093407}"/>
                    </a:ext>
                  </a:extLst>
                </p:cNvPr>
                <p:cNvPicPr/>
                <p:nvPr/>
              </p:nvPicPr>
              <p:blipFill>
                <a:blip r:embed="rId83"/>
                <a:stretch>
                  <a:fillRect/>
                </a:stretch>
              </p:blipFill>
              <p:spPr>
                <a:xfrm>
                  <a:off x="4455030" y="1048524"/>
                  <a:ext cx="23472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 name="Ink 47">
                  <a:extLst>
                    <a:ext uri="{FF2B5EF4-FFF2-40B4-BE49-F238E27FC236}">
                      <a16:creationId xmlns:a16="http://schemas.microsoft.com/office/drawing/2014/main" id="{EF4FABB9-7EAB-5AE6-56E3-AF78CCA4FF57}"/>
                    </a:ext>
                  </a:extLst>
                </p14:cNvPr>
                <p14:cNvContentPartPr/>
                <p14:nvPr/>
              </p14:nvContentPartPr>
              <p14:xfrm>
                <a:off x="4716750" y="974004"/>
                <a:ext cx="145800" cy="130320"/>
              </p14:xfrm>
            </p:contentPart>
          </mc:Choice>
          <mc:Fallback xmlns="">
            <p:pic>
              <p:nvPicPr>
                <p:cNvPr id="48" name="Ink 47">
                  <a:extLst>
                    <a:ext uri="{FF2B5EF4-FFF2-40B4-BE49-F238E27FC236}">
                      <a16:creationId xmlns:a16="http://schemas.microsoft.com/office/drawing/2014/main" id="{EF4FABB9-7EAB-5AE6-56E3-AF78CCA4FF57}"/>
                    </a:ext>
                  </a:extLst>
                </p:cNvPr>
                <p:cNvPicPr/>
                <p:nvPr/>
              </p:nvPicPr>
              <p:blipFill>
                <a:blip r:embed="rId85"/>
                <a:stretch>
                  <a:fillRect/>
                </a:stretch>
              </p:blipFill>
              <p:spPr>
                <a:xfrm>
                  <a:off x="4710630" y="967884"/>
                  <a:ext cx="15804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Ink 48">
                  <a:extLst>
                    <a:ext uri="{FF2B5EF4-FFF2-40B4-BE49-F238E27FC236}">
                      <a16:creationId xmlns:a16="http://schemas.microsoft.com/office/drawing/2014/main" id="{F86AAC77-7E29-DEE6-E628-7E12518E4DD6}"/>
                    </a:ext>
                  </a:extLst>
                </p14:cNvPr>
                <p14:cNvContentPartPr/>
                <p14:nvPr/>
              </p14:nvContentPartPr>
              <p14:xfrm>
                <a:off x="4910430" y="981204"/>
                <a:ext cx="136080" cy="119160"/>
              </p14:xfrm>
            </p:contentPart>
          </mc:Choice>
          <mc:Fallback xmlns="">
            <p:pic>
              <p:nvPicPr>
                <p:cNvPr id="49" name="Ink 48">
                  <a:extLst>
                    <a:ext uri="{FF2B5EF4-FFF2-40B4-BE49-F238E27FC236}">
                      <a16:creationId xmlns:a16="http://schemas.microsoft.com/office/drawing/2014/main" id="{F86AAC77-7E29-DEE6-E628-7E12518E4DD6}"/>
                    </a:ext>
                  </a:extLst>
                </p:cNvPr>
                <p:cNvPicPr/>
                <p:nvPr/>
              </p:nvPicPr>
              <p:blipFill>
                <a:blip r:embed="rId87"/>
                <a:stretch>
                  <a:fillRect/>
                </a:stretch>
              </p:blipFill>
              <p:spPr>
                <a:xfrm>
                  <a:off x="4904310" y="975084"/>
                  <a:ext cx="1483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Ink 49">
                  <a:extLst>
                    <a:ext uri="{FF2B5EF4-FFF2-40B4-BE49-F238E27FC236}">
                      <a16:creationId xmlns:a16="http://schemas.microsoft.com/office/drawing/2014/main" id="{6BC05DF2-CAB0-E4EA-F803-41B864C8D512}"/>
                    </a:ext>
                  </a:extLst>
                </p14:cNvPr>
                <p14:cNvContentPartPr/>
                <p14:nvPr/>
              </p14:nvContentPartPr>
              <p14:xfrm>
                <a:off x="5063430" y="971124"/>
                <a:ext cx="308520" cy="139320"/>
              </p14:xfrm>
            </p:contentPart>
          </mc:Choice>
          <mc:Fallback xmlns="">
            <p:pic>
              <p:nvPicPr>
                <p:cNvPr id="50" name="Ink 49">
                  <a:extLst>
                    <a:ext uri="{FF2B5EF4-FFF2-40B4-BE49-F238E27FC236}">
                      <a16:creationId xmlns:a16="http://schemas.microsoft.com/office/drawing/2014/main" id="{6BC05DF2-CAB0-E4EA-F803-41B864C8D512}"/>
                    </a:ext>
                  </a:extLst>
                </p:cNvPr>
                <p:cNvPicPr/>
                <p:nvPr/>
              </p:nvPicPr>
              <p:blipFill>
                <a:blip r:embed="rId89"/>
                <a:stretch>
                  <a:fillRect/>
                </a:stretch>
              </p:blipFill>
              <p:spPr>
                <a:xfrm>
                  <a:off x="5057310" y="965004"/>
                  <a:ext cx="3207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8" name="Ink 57">
                  <a:extLst>
                    <a:ext uri="{FF2B5EF4-FFF2-40B4-BE49-F238E27FC236}">
                      <a16:creationId xmlns:a16="http://schemas.microsoft.com/office/drawing/2014/main" id="{29FAF9D4-3B0B-1E0E-5FBB-78B659925339}"/>
                    </a:ext>
                  </a:extLst>
                </p14:cNvPr>
                <p14:cNvContentPartPr/>
                <p14:nvPr/>
              </p14:nvContentPartPr>
              <p14:xfrm>
                <a:off x="4368630" y="1608684"/>
                <a:ext cx="42120" cy="1040040"/>
              </p14:xfrm>
            </p:contentPart>
          </mc:Choice>
          <mc:Fallback xmlns="">
            <p:pic>
              <p:nvPicPr>
                <p:cNvPr id="58" name="Ink 57">
                  <a:extLst>
                    <a:ext uri="{FF2B5EF4-FFF2-40B4-BE49-F238E27FC236}">
                      <a16:creationId xmlns:a16="http://schemas.microsoft.com/office/drawing/2014/main" id="{29FAF9D4-3B0B-1E0E-5FBB-78B659925339}"/>
                    </a:ext>
                  </a:extLst>
                </p:cNvPr>
                <p:cNvPicPr/>
                <p:nvPr/>
              </p:nvPicPr>
              <p:blipFill>
                <a:blip r:embed="rId91"/>
                <a:stretch>
                  <a:fillRect/>
                </a:stretch>
              </p:blipFill>
              <p:spPr>
                <a:xfrm>
                  <a:off x="4362510" y="1602564"/>
                  <a:ext cx="54360" cy="1052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9" name="Ink 58">
                  <a:extLst>
                    <a:ext uri="{FF2B5EF4-FFF2-40B4-BE49-F238E27FC236}">
                      <a16:creationId xmlns:a16="http://schemas.microsoft.com/office/drawing/2014/main" id="{23BB1AE9-2308-0ABB-723B-17B66DC95388}"/>
                    </a:ext>
                  </a:extLst>
                </p14:cNvPr>
                <p14:cNvContentPartPr/>
                <p14:nvPr/>
              </p14:nvContentPartPr>
              <p14:xfrm>
                <a:off x="4218510" y="1602204"/>
                <a:ext cx="437040" cy="333720"/>
              </p14:xfrm>
            </p:contentPart>
          </mc:Choice>
          <mc:Fallback xmlns="">
            <p:pic>
              <p:nvPicPr>
                <p:cNvPr id="59" name="Ink 58">
                  <a:extLst>
                    <a:ext uri="{FF2B5EF4-FFF2-40B4-BE49-F238E27FC236}">
                      <a16:creationId xmlns:a16="http://schemas.microsoft.com/office/drawing/2014/main" id="{23BB1AE9-2308-0ABB-723B-17B66DC95388}"/>
                    </a:ext>
                  </a:extLst>
                </p:cNvPr>
                <p:cNvPicPr/>
                <p:nvPr/>
              </p:nvPicPr>
              <p:blipFill>
                <a:blip r:embed="rId93"/>
                <a:stretch>
                  <a:fillRect/>
                </a:stretch>
              </p:blipFill>
              <p:spPr>
                <a:xfrm>
                  <a:off x="4212390" y="1596084"/>
                  <a:ext cx="44928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0" name="Ink 59">
                  <a:extLst>
                    <a:ext uri="{FF2B5EF4-FFF2-40B4-BE49-F238E27FC236}">
                      <a16:creationId xmlns:a16="http://schemas.microsoft.com/office/drawing/2014/main" id="{B6BAD4A9-C8D4-A247-0279-378739D48736}"/>
                    </a:ext>
                  </a:extLst>
                </p14:cNvPr>
                <p14:cNvContentPartPr/>
                <p14:nvPr/>
              </p14:nvContentPartPr>
              <p14:xfrm>
                <a:off x="4071630" y="1836924"/>
                <a:ext cx="857520" cy="108000"/>
              </p14:xfrm>
            </p:contentPart>
          </mc:Choice>
          <mc:Fallback xmlns="">
            <p:pic>
              <p:nvPicPr>
                <p:cNvPr id="60" name="Ink 59">
                  <a:extLst>
                    <a:ext uri="{FF2B5EF4-FFF2-40B4-BE49-F238E27FC236}">
                      <a16:creationId xmlns:a16="http://schemas.microsoft.com/office/drawing/2014/main" id="{B6BAD4A9-C8D4-A247-0279-378739D48736}"/>
                    </a:ext>
                  </a:extLst>
                </p:cNvPr>
                <p:cNvPicPr/>
                <p:nvPr/>
              </p:nvPicPr>
              <p:blipFill>
                <a:blip r:embed="rId95"/>
                <a:stretch>
                  <a:fillRect/>
                </a:stretch>
              </p:blipFill>
              <p:spPr>
                <a:xfrm>
                  <a:off x="4065510" y="1830804"/>
                  <a:ext cx="8697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2" name="Ink 61">
                  <a:extLst>
                    <a:ext uri="{FF2B5EF4-FFF2-40B4-BE49-F238E27FC236}">
                      <a16:creationId xmlns:a16="http://schemas.microsoft.com/office/drawing/2014/main" id="{37243B1B-217F-4067-B6D8-B616C9910942}"/>
                    </a:ext>
                  </a:extLst>
                </p14:cNvPr>
                <p14:cNvContentPartPr/>
                <p14:nvPr/>
              </p14:nvContentPartPr>
              <p14:xfrm>
                <a:off x="4069470" y="2354964"/>
                <a:ext cx="505440" cy="91440"/>
              </p14:xfrm>
            </p:contentPart>
          </mc:Choice>
          <mc:Fallback xmlns="">
            <p:pic>
              <p:nvPicPr>
                <p:cNvPr id="62" name="Ink 61">
                  <a:extLst>
                    <a:ext uri="{FF2B5EF4-FFF2-40B4-BE49-F238E27FC236}">
                      <a16:creationId xmlns:a16="http://schemas.microsoft.com/office/drawing/2014/main" id="{37243B1B-217F-4067-B6D8-B616C9910942}"/>
                    </a:ext>
                  </a:extLst>
                </p:cNvPr>
                <p:cNvPicPr/>
                <p:nvPr/>
              </p:nvPicPr>
              <p:blipFill>
                <a:blip r:embed="rId97"/>
                <a:stretch>
                  <a:fillRect/>
                </a:stretch>
              </p:blipFill>
              <p:spPr>
                <a:xfrm>
                  <a:off x="4063350" y="2348844"/>
                  <a:ext cx="5176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3" name="Ink 62">
                  <a:extLst>
                    <a:ext uri="{FF2B5EF4-FFF2-40B4-BE49-F238E27FC236}">
                      <a16:creationId xmlns:a16="http://schemas.microsoft.com/office/drawing/2014/main" id="{5C1C894B-1E85-32B1-1275-DFB937B6B91D}"/>
                    </a:ext>
                  </a:extLst>
                </p14:cNvPr>
                <p14:cNvContentPartPr/>
                <p14:nvPr/>
              </p14:nvContentPartPr>
              <p14:xfrm>
                <a:off x="4143270" y="2467284"/>
                <a:ext cx="449640" cy="46080"/>
              </p14:xfrm>
            </p:contentPart>
          </mc:Choice>
          <mc:Fallback xmlns="">
            <p:pic>
              <p:nvPicPr>
                <p:cNvPr id="63" name="Ink 62">
                  <a:extLst>
                    <a:ext uri="{FF2B5EF4-FFF2-40B4-BE49-F238E27FC236}">
                      <a16:creationId xmlns:a16="http://schemas.microsoft.com/office/drawing/2014/main" id="{5C1C894B-1E85-32B1-1275-DFB937B6B91D}"/>
                    </a:ext>
                  </a:extLst>
                </p:cNvPr>
                <p:cNvPicPr/>
                <p:nvPr/>
              </p:nvPicPr>
              <p:blipFill>
                <a:blip r:embed="rId99"/>
                <a:stretch>
                  <a:fillRect/>
                </a:stretch>
              </p:blipFill>
              <p:spPr>
                <a:xfrm>
                  <a:off x="4137150" y="2461164"/>
                  <a:ext cx="46188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5" name="Ink 64">
                  <a:extLst>
                    <a:ext uri="{FF2B5EF4-FFF2-40B4-BE49-F238E27FC236}">
                      <a16:creationId xmlns:a16="http://schemas.microsoft.com/office/drawing/2014/main" id="{775BAB41-5077-9EC4-495C-B75825AC33CD}"/>
                    </a:ext>
                  </a:extLst>
                </p14:cNvPr>
                <p14:cNvContentPartPr/>
                <p14:nvPr/>
              </p14:nvContentPartPr>
              <p14:xfrm>
                <a:off x="3905310" y="3842124"/>
                <a:ext cx="164880" cy="217080"/>
              </p14:xfrm>
            </p:contentPart>
          </mc:Choice>
          <mc:Fallback xmlns="">
            <p:pic>
              <p:nvPicPr>
                <p:cNvPr id="65" name="Ink 64">
                  <a:extLst>
                    <a:ext uri="{FF2B5EF4-FFF2-40B4-BE49-F238E27FC236}">
                      <a16:creationId xmlns:a16="http://schemas.microsoft.com/office/drawing/2014/main" id="{775BAB41-5077-9EC4-495C-B75825AC33CD}"/>
                    </a:ext>
                  </a:extLst>
                </p:cNvPr>
                <p:cNvPicPr/>
                <p:nvPr/>
              </p:nvPicPr>
              <p:blipFill>
                <a:blip r:embed="rId101"/>
                <a:stretch>
                  <a:fillRect/>
                </a:stretch>
              </p:blipFill>
              <p:spPr>
                <a:xfrm>
                  <a:off x="3899190" y="3836004"/>
                  <a:ext cx="17712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6" name="Ink 65">
                  <a:extLst>
                    <a:ext uri="{FF2B5EF4-FFF2-40B4-BE49-F238E27FC236}">
                      <a16:creationId xmlns:a16="http://schemas.microsoft.com/office/drawing/2014/main" id="{1EE0C7FE-FDBD-34C2-90DE-69C917F530DE}"/>
                    </a:ext>
                  </a:extLst>
                </p14:cNvPr>
                <p14:cNvContentPartPr/>
                <p14:nvPr/>
              </p14:nvContentPartPr>
              <p14:xfrm>
                <a:off x="3962550" y="3736644"/>
                <a:ext cx="32400" cy="15480"/>
              </p14:xfrm>
            </p:contentPart>
          </mc:Choice>
          <mc:Fallback xmlns="">
            <p:pic>
              <p:nvPicPr>
                <p:cNvPr id="66" name="Ink 65">
                  <a:extLst>
                    <a:ext uri="{FF2B5EF4-FFF2-40B4-BE49-F238E27FC236}">
                      <a16:creationId xmlns:a16="http://schemas.microsoft.com/office/drawing/2014/main" id="{1EE0C7FE-FDBD-34C2-90DE-69C917F530DE}"/>
                    </a:ext>
                  </a:extLst>
                </p:cNvPr>
                <p:cNvPicPr/>
                <p:nvPr/>
              </p:nvPicPr>
              <p:blipFill>
                <a:blip r:embed="rId103"/>
                <a:stretch>
                  <a:fillRect/>
                </a:stretch>
              </p:blipFill>
              <p:spPr>
                <a:xfrm>
                  <a:off x="3956430" y="3730524"/>
                  <a:ext cx="446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35438BF5-24AD-2A4D-5B57-321C4BD73569}"/>
                    </a:ext>
                  </a:extLst>
                </p14:cNvPr>
                <p14:cNvContentPartPr/>
                <p14:nvPr/>
              </p14:nvContentPartPr>
              <p14:xfrm>
                <a:off x="4132470" y="3861204"/>
                <a:ext cx="109440" cy="111600"/>
              </p14:xfrm>
            </p:contentPart>
          </mc:Choice>
          <mc:Fallback xmlns="">
            <p:pic>
              <p:nvPicPr>
                <p:cNvPr id="67" name="Ink 66">
                  <a:extLst>
                    <a:ext uri="{FF2B5EF4-FFF2-40B4-BE49-F238E27FC236}">
                      <a16:creationId xmlns:a16="http://schemas.microsoft.com/office/drawing/2014/main" id="{35438BF5-24AD-2A4D-5B57-321C4BD73569}"/>
                    </a:ext>
                  </a:extLst>
                </p:cNvPr>
                <p:cNvPicPr/>
                <p:nvPr/>
              </p:nvPicPr>
              <p:blipFill>
                <a:blip r:embed="rId105"/>
                <a:stretch>
                  <a:fillRect/>
                </a:stretch>
              </p:blipFill>
              <p:spPr>
                <a:xfrm>
                  <a:off x="4126350" y="3855084"/>
                  <a:ext cx="1216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8" name="Ink 67">
                  <a:extLst>
                    <a:ext uri="{FF2B5EF4-FFF2-40B4-BE49-F238E27FC236}">
                      <a16:creationId xmlns:a16="http://schemas.microsoft.com/office/drawing/2014/main" id="{7A458C26-3149-2AFC-F84C-535E50543FD0}"/>
                    </a:ext>
                  </a:extLst>
                </p14:cNvPr>
                <p14:cNvContentPartPr/>
                <p14:nvPr/>
              </p14:nvContentPartPr>
              <p14:xfrm>
                <a:off x="4267110" y="3759324"/>
                <a:ext cx="153000" cy="227160"/>
              </p14:xfrm>
            </p:contentPart>
          </mc:Choice>
          <mc:Fallback xmlns="">
            <p:pic>
              <p:nvPicPr>
                <p:cNvPr id="68" name="Ink 67">
                  <a:extLst>
                    <a:ext uri="{FF2B5EF4-FFF2-40B4-BE49-F238E27FC236}">
                      <a16:creationId xmlns:a16="http://schemas.microsoft.com/office/drawing/2014/main" id="{7A458C26-3149-2AFC-F84C-535E50543FD0}"/>
                    </a:ext>
                  </a:extLst>
                </p:cNvPr>
                <p:cNvPicPr/>
                <p:nvPr/>
              </p:nvPicPr>
              <p:blipFill>
                <a:blip r:embed="rId107"/>
                <a:stretch>
                  <a:fillRect/>
                </a:stretch>
              </p:blipFill>
              <p:spPr>
                <a:xfrm>
                  <a:off x="4260990" y="3753204"/>
                  <a:ext cx="16524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9" name="Ink 68">
                  <a:extLst>
                    <a:ext uri="{FF2B5EF4-FFF2-40B4-BE49-F238E27FC236}">
                      <a16:creationId xmlns:a16="http://schemas.microsoft.com/office/drawing/2014/main" id="{F8F1990B-CE52-BADF-6082-70A81D4C2D16}"/>
                    </a:ext>
                  </a:extLst>
                </p14:cNvPr>
                <p14:cNvContentPartPr/>
                <p14:nvPr/>
              </p14:nvContentPartPr>
              <p14:xfrm>
                <a:off x="4439910" y="3926364"/>
                <a:ext cx="123480" cy="35280"/>
              </p14:xfrm>
            </p:contentPart>
          </mc:Choice>
          <mc:Fallback xmlns="">
            <p:pic>
              <p:nvPicPr>
                <p:cNvPr id="69" name="Ink 68">
                  <a:extLst>
                    <a:ext uri="{FF2B5EF4-FFF2-40B4-BE49-F238E27FC236}">
                      <a16:creationId xmlns:a16="http://schemas.microsoft.com/office/drawing/2014/main" id="{F8F1990B-CE52-BADF-6082-70A81D4C2D16}"/>
                    </a:ext>
                  </a:extLst>
                </p:cNvPr>
                <p:cNvPicPr/>
                <p:nvPr/>
              </p:nvPicPr>
              <p:blipFill>
                <a:blip r:embed="rId109"/>
                <a:stretch>
                  <a:fillRect/>
                </a:stretch>
              </p:blipFill>
              <p:spPr>
                <a:xfrm>
                  <a:off x="4433790" y="3920244"/>
                  <a:ext cx="13572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Ink 69">
                  <a:extLst>
                    <a:ext uri="{FF2B5EF4-FFF2-40B4-BE49-F238E27FC236}">
                      <a16:creationId xmlns:a16="http://schemas.microsoft.com/office/drawing/2014/main" id="{25622032-856F-6128-C1D8-81F9AAC91D64}"/>
                    </a:ext>
                  </a:extLst>
                </p14:cNvPr>
                <p14:cNvContentPartPr/>
                <p14:nvPr/>
              </p14:nvContentPartPr>
              <p14:xfrm>
                <a:off x="4584990" y="3777684"/>
                <a:ext cx="70920" cy="219240"/>
              </p14:xfrm>
            </p:contentPart>
          </mc:Choice>
          <mc:Fallback xmlns="">
            <p:pic>
              <p:nvPicPr>
                <p:cNvPr id="70" name="Ink 69">
                  <a:extLst>
                    <a:ext uri="{FF2B5EF4-FFF2-40B4-BE49-F238E27FC236}">
                      <a16:creationId xmlns:a16="http://schemas.microsoft.com/office/drawing/2014/main" id="{25622032-856F-6128-C1D8-81F9AAC91D64}"/>
                    </a:ext>
                  </a:extLst>
                </p:cNvPr>
                <p:cNvPicPr/>
                <p:nvPr/>
              </p:nvPicPr>
              <p:blipFill>
                <a:blip r:embed="rId111"/>
                <a:stretch>
                  <a:fillRect/>
                </a:stretch>
              </p:blipFill>
              <p:spPr>
                <a:xfrm>
                  <a:off x="4578870" y="3771564"/>
                  <a:ext cx="831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CB093FDC-293F-6470-879E-3A2124726392}"/>
                    </a:ext>
                  </a:extLst>
                </p14:cNvPr>
                <p14:cNvContentPartPr/>
                <p14:nvPr/>
              </p14:nvContentPartPr>
              <p14:xfrm>
                <a:off x="4677870" y="3769044"/>
                <a:ext cx="154800" cy="236160"/>
              </p14:xfrm>
            </p:contentPart>
          </mc:Choice>
          <mc:Fallback xmlns="">
            <p:pic>
              <p:nvPicPr>
                <p:cNvPr id="71" name="Ink 70">
                  <a:extLst>
                    <a:ext uri="{FF2B5EF4-FFF2-40B4-BE49-F238E27FC236}">
                      <a16:creationId xmlns:a16="http://schemas.microsoft.com/office/drawing/2014/main" id="{CB093FDC-293F-6470-879E-3A2124726392}"/>
                    </a:ext>
                  </a:extLst>
                </p:cNvPr>
                <p:cNvPicPr/>
                <p:nvPr/>
              </p:nvPicPr>
              <p:blipFill>
                <a:blip r:embed="rId113"/>
                <a:stretch>
                  <a:fillRect/>
                </a:stretch>
              </p:blipFill>
              <p:spPr>
                <a:xfrm>
                  <a:off x="4671750" y="3762924"/>
                  <a:ext cx="16704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8B079CCB-7B1C-E4D7-0C4F-D31C93BC0C5A}"/>
                    </a:ext>
                  </a:extLst>
                </p14:cNvPr>
                <p14:cNvContentPartPr/>
                <p14:nvPr/>
              </p14:nvContentPartPr>
              <p14:xfrm>
                <a:off x="3880110" y="4140924"/>
                <a:ext cx="1162800" cy="80280"/>
              </p14:xfrm>
            </p:contentPart>
          </mc:Choice>
          <mc:Fallback xmlns="">
            <p:pic>
              <p:nvPicPr>
                <p:cNvPr id="72" name="Ink 71">
                  <a:extLst>
                    <a:ext uri="{FF2B5EF4-FFF2-40B4-BE49-F238E27FC236}">
                      <a16:creationId xmlns:a16="http://schemas.microsoft.com/office/drawing/2014/main" id="{8B079CCB-7B1C-E4D7-0C4F-D31C93BC0C5A}"/>
                    </a:ext>
                  </a:extLst>
                </p:cNvPr>
                <p:cNvPicPr/>
                <p:nvPr/>
              </p:nvPicPr>
              <p:blipFill>
                <a:blip r:embed="rId115"/>
                <a:stretch>
                  <a:fillRect/>
                </a:stretch>
              </p:blipFill>
              <p:spPr>
                <a:xfrm>
                  <a:off x="3873990" y="4134804"/>
                  <a:ext cx="11750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3" name="Ink 72">
                  <a:extLst>
                    <a:ext uri="{FF2B5EF4-FFF2-40B4-BE49-F238E27FC236}">
                      <a16:creationId xmlns:a16="http://schemas.microsoft.com/office/drawing/2014/main" id="{F6704EA2-BB7A-83BB-1B59-D9CD9C1BB70D}"/>
                    </a:ext>
                  </a:extLst>
                </p14:cNvPr>
                <p14:cNvContentPartPr/>
                <p14:nvPr/>
              </p14:nvContentPartPr>
              <p14:xfrm>
                <a:off x="3723510" y="1302324"/>
                <a:ext cx="2124000" cy="154800"/>
              </p14:xfrm>
            </p:contentPart>
          </mc:Choice>
          <mc:Fallback xmlns="">
            <p:pic>
              <p:nvPicPr>
                <p:cNvPr id="73" name="Ink 72">
                  <a:extLst>
                    <a:ext uri="{FF2B5EF4-FFF2-40B4-BE49-F238E27FC236}">
                      <a16:creationId xmlns:a16="http://schemas.microsoft.com/office/drawing/2014/main" id="{F6704EA2-BB7A-83BB-1B59-D9CD9C1BB70D}"/>
                    </a:ext>
                  </a:extLst>
                </p:cNvPr>
                <p:cNvPicPr/>
                <p:nvPr/>
              </p:nvPicPr>
              <p:blipFill>
                <a:blip r:embed="rId117"/>
                <a:stretch>
                  <a:fillRect/>
                </a:stretch>
              </p:blipFill>
              <p:spPr>
                <a:xfrm>
                  <a:off x="3717390" y="1296204"/>
                  <a:ext cx="213624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F8DE1BF5-C6C8-8A5D-A938-3387B25D3827}"/>
                    </a:ext>
                  </a:extLst>
                </p14:cNvPr>
                <p14:cNvContentPartPr/>
                <p14:nvPr/>
              </p14:nvContentPartPr>
              <p14:xfrm>
                <a:off x="1809371" y="1567349"/>
                <a:ext cx="1747080" cy="1884960"/>
              </p14:xfrm>
            </p:contentPart>
          </mc:Choice>
          <mc:Fallback xmlns="">
            <p:pic>
              <p:nvPicPr>
                <p:cNvPr id="75" name="Ink 74">
                  <a:extLst>
                    <a:ext uri="{FF2B5EF4-FFF2-40B4-BE49-F238E27FC236}">
                      <a16:creationId xmlns:a16="http://schemas.microsoft.com/office/drawing/2014/main" id="{F8DE1BF5-C6C8-8A5D-A938-3387B25D3827}"/>
                    </a:ext>
                  </a:extLst>
                </p:cNvPr>
                <p:cNvPicPr/>
                <p:nvPr/>
              </p:nvPicPr>
              <p:blipFill>
                <a:blip r:embed="rId119"/>
                <a:stretch>
                  <a:fillRect/>
                </a:stretch>
              </p:blipFill>
              <p:spPr>
                <a:xfrm>
                  <a:off x="1803251" y="1561229"/>
                  <a:ext cx="1759320" cy="18972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6" name="Ink 75">
                  <a:extLst>
                    <a:ext uri="{FF2B5EF4-FFF2-40B4-BE49-F238E27FC236}">
                      <a16:creationId xmlns:a16="http://schemas.microsoft.com/office/drawing/2014/main" id="{E3975CD7-2332-F014-AF3B-A7F0B2FD1A07}"/>
                    </a:ext>
                  </a:extLst>
                </p14:cNvPr>
                <p14:cNvContentPartPr/>
                <p14:nvPr/>
              </p14:nvContentPartPr>
              <p14:xfrm>
                <a:off x="1662131" y="1352789"/>
                <a:ext cx="369720" cy="622440"/>
              </p14:xfrm>
            </p:contentPart>
          </mc:Choice>
          <mc:Fallback xmlns="">
            <p:pic>
              <p:nvPicPr>
                <p:cNvPr id="76" name="Ink 75">
                  <a:extLst>
                    <a:ext uri="{FF2B5EF4-FFF2-40B4-BE49-F238E27FC236}">
                      <a16:creationId xmlns:a16="http://schemas.microsoft.com/office/drawing/2014/main" id="{E3975CD7-2332-F014-AF3B-A7F0B2FD1A07}"/>
                    </a:ext>
                  </a:extLst>
                </p:cNvPr>
                <p:cNvPicPr/>
                <p:nvPr/>
              </p:nvPicPr>
              <p:blipFill>
                <a:blip r:embed="rId121"/>
                <a:stretch>
                  <a:fillRect/>
                </a:stretch>
              </p:blipFill>
              <p:spPr>
                <a:xfrm>
                  <a:off x="1656011" y="1346669"/>
                  <a:ext cx="3819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7" name="Ink 76">
                  <a:extLst>
                    <a:ext uri="{FF2B5EF4-FFF2-40B4-BE49-F238E27FC236}">
                      <a16:creationId xmlns:a16="http://schemas.microsoft.com/office/drawing/2014/main" id="{4F18832B-D35E-B581-1D11-9FE12429CDFB}"/>
                    </a:ext>
                  </a:extLst>
                </p14:cNvPr>
                <p14:cNvContentPartPr/>
                <p14:nvPr/>
              </p14:nvContentPartPr>
              <p14:xfrm>
                <a:off x="1691651" y="1628189"/>
                <a:ext cx="576360" cy="582840"/>
              </p14:xfrm>
            </p:contentPart>
          </mc:Choice>
          <mc:Fallback xmlns="">
            <p:pic>
              <p:nvPicPr>
                <p:cNvPr id="77" name="Ink 76">
                  <a:extLst>
                    <a:ext uri="{FF2B5EF4-FFF2-40B4-BE49-F238E27FC236}">
                      <a16:creationId xmlns:a16="http://schemas.microsoft.com/office/drawing/2014/main" id="{4F18832B-D35E-B581-1D11-9FE12429CDFB}"/>
                    </a:ext>
                  </a:extLst>
                </p:cNvPr>
                <p:cNvPicPr/>
                <p:nvPr/>
              </p:nvPicPr>
              <p:blipFill>
                <a:blip r:embed="rId123"/>
                <a:stretch>
                  <a:fillRect/>
                </a:stretch>
              </p:blipFill>
              <p:spPr>
                <a:xfrm>
                  <a:off x="1685531" y="1622069"/>
                  <a:ext cx="588600" cy="5950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8" name="Ink 77">
                  <a:extLst>
                    <a:ext uri="{FF2B5EF4-FFF2-40B4-BE49-F238E27FC236}">
                      <a16:creationId xmlns:a16="http://schemas.microsoft.com/office/drawing/2014/main" id="{984BE9F7-1749-36BB-2F75-C5D28793D599}"/>
                    </a:ext>
                  </a:extLst>
                </p14:cNvPr>
                <p14:cNvContentPartPr/>
                <p14:nvPr/>
              </p14:nvContentPartPr>
              <p14:xfrm>
                <a:off x="3171611" y="3139109"/>
                <a:ext cx="105840" cy="477720"/>
              </p14:xfrm>
            </p:contentPart>
          </mc:Choice>
          <mc:Fallback xmlns="">
            <p:pic>
              <p:nvPicPr>
                <p:cNvPr id="78" name="Ink 77">
                  <a:extLst>
                    <a:ext uri="{FF2B5EF4-FFF2-40B4-BE49-F238E27FC236}">
                      <a16:creationId xmlns:a16="http://schemas.microsoft.com/office/drawing/2014/main" id="{984BE9F7-1749-36BB-2F75-C5D28793D599}"/>
                    </a:ext>
                  </a:extLst>
                </p:cNvPr>
                <p:cNvPicPr/>
                <p:nvPr/>
              </p:nvPicPr>
              <p:blipFill>
                <a:blip r:embed="rId125"/>
                <a:stretch>
                  <a:fillRect/>
                </a:stretch>
              </p:blipFill>
              <p:spPr>
                <a:xfrm>
                  <a:off x="3165491" y="3132989"/>
                  <a:ext cx="11808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9" name="Ink 78">
                  <a:extLst>
                    <a:ext uri="{FF2B5EF4-FFF2-40B4-BE49-F238E27FC236}">
                      <a16:creationId xmlns:a16="http://schemas.microsoft.com/office/drawing/2014/main" id="{60DA1506-2F43-1EFB-C9E3-B78A0CD6FC82}"/>
                    </a:ext>
                  </a:extLst>
                </p14:cNvPr>
                <p14:cNvContentPartPr/>
                <p14:nvPr/>
              </p14:nvContentPartPr>
              <p14:xfrm>
                <a:off x="3171611" y="3136589"/>
                <a:ext cx="601560" cy="48600"/>
              </p14:xfrm>
            </p:contentPart>
          </mc:Choice>
          <mc:Fallback xmlns="">
            <p:pic>
              <p:nvPicPr>
                <p:cNvPr id="79" name="Ink 78">
                  <a:extLst>
                    <a:ext uri="{FF2B5EF4-FFF2-40B4-BE49-F238E27FC236}">
                      <a16:creationId xmlns:a16="http://schemas.microsoft.com/office/drawing/2014/main" id="{60DA1506-2F43-1EFB-C9E3-B78A0CD6FC82}"/>
                    </a:ext>
                  </a:extLst>
                </p:cNvPr>
                <p:cNvPicPr/>
                <p:nvPr/>
              </p:nvPicPr>
              <p:blipFill>
                <a:blip r:embed="rId127"/>
                <a:stretch>
                  <a:fillRect/>
                </a:stretch>
              </p:blipFill>
              <p:spPr>
                <a:xfrm>
                  <a:off x="3165491" y="3130469"/>
                  <a:ext cx="6138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0" name="Ink 79">
                  <a:extLst>
                    <a:ext uri="{FF2B5EF4-FFF2-40B4-BE49-F238E27FC236}">
                      <a16:creationId xmlns:a16="http://schemas.microsoft.com/office/drawing/2014/main" id="{02AE455D-F3D4-9B4B-20CB-39DDE5BC4D62}"/>
                    </a:ext>
                  </a:extLst>
                </p14:cNvPr>
                <p14:cNvContentPartPr/>
                <p14:nvPr/>
              </p14:nvContentPartPr>
              <p14:xfrm>
                <a:off x="2819531" y="2655269"/>
                <a:ext cx="901440" cy="889560"/>
              </p14:xfrm>
            </p:contentPart>
          </mc:Choice>
          <mc:Fallback xmlns="">
            <p:pic>
              <p:nvPicPr>
                <p:cNvPr id="80" name="Ink 79">
                  <a:extLst>
                    <a:ext uri="{FF2B5EF4-FFF2-40B4-BE49-F238E27FC236}">
                      <a16:creationId xmlns:a16="http://schemas.microsoft.com/office/drawing/2014/main" id="{02AE455D-F3D4-9B4B-20CB-39DDE5BC4D62}"/>
                    </a:ext>
                  </a:extLst>
                </p:cNvPr>
                <p:cNvPicPr/>
                <p:nvPr/>
              </p:nvPicPr>
              <p:blipFill>
                <a:blip r:embed="rId129"/>
                <a:stretch>
                  <a:fillRect/>
                </a:stretch>
              </p:blipFill>
              <p:spPr>
                <a:xfrm>
                  <a:off x="2813411" y="2649149"/>
                  <a:ext cx="913680" cy="901800"/>
                </a:xfrm>
                <a:prstGeom prst="rect">
                  <a:avLst/>
                </a:prstGeom>
              </p:spPr>
            </p:pic>
          </mc:Fallback>
        </mc:AlternateContent>
      </p:grpSp>
    </p:spTree>
    <p:extLst>
      <p:ext uri="{BB962C8B-B14F-4D97-AF65-F5344CB8AC3E}">
        <p14:creationId xmlns:p14="http://schemas.microsoft.com/office/powerpoint/2010/main" val="4275452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dirty="0"/>
              <a:t>Improving the Design</a:t>
            </a:r>
          </a:p>
        </p:txBody>
      </p:sp>
      <p:sp>
        <p:nvSpPr>
          <p:cNvPr id="31747" name="Content Placeholder 2"/>
          <p:cNvSpPr>
            <a:spLocks noGrp="1"/>
          </p:cNvSpPr>
          <p:nvPr>
            <p:ph idx="1"/>
          </p:nvPr>
        </p:nvSpPr>
        <p:spPr>
          <a:xfrm>
            <a:off x="365125" y="1538819"/>
            <a:ext cx="8415338" cy="2382191"/>
          </a:xfrm>
        </p:spPr>
        <p:txBody>
          <a:bodyPr/>
          <a:lstStyle/>
          <a:p>
            <a:r>
              <a:rPr lang="en-US" dirty="0"/>
              <a:t>Normalization is valuable because its use helps eliminate data redundancies</a:t>
            </a:r>
          </a:p>
          <a:p>
            <a:pPr lvl="1"/>
            <a:r>
              <a:rPr lang="en-US" altLang="en-US" dirty="0"/>
              <a:t>Evaluate PK assignments and naming conventions</a:t>
            </a:r>
          </a:p>
          <a:p>
            <a:pPr lvl="1"/>
            <a:r>
              <a:rPr lang="en-US" altLang="en-US" dirty="0"/>
              <a:t>Identify new attributes and new relationships</a:t>
            </a:r>
          </a:p>
          <a:p>
            <a:pPr lvl="1"/>
            <a:r>
              <a:rPr lang="en-US" altLang="en-US" dirty="0"/>
              <a:t>Refine primary keys as required for data granularity</a:t>
            </a:r>
          </a:p>
          <a:p>
            <a:pPr lvl="2"/>
            <a:r>
              <a:rPr lang="en-US" altLang="en-US" dirty="0"/>
              <a:t>Granularity: Level of detail represented by the values stored in a table’s row</a:t>
            </a:r>
          </a:p>
          <a:p>
            <a:pPr lvl="1"/>
            <a:r>
              <a:rPr lang="en-US" altLang="en-US" dirty="0"/>
              <a:t>Maintain historical accuracy and evaluate using derived attributes</a:t>
            </a:r>
          </a:p>
          <a:p>
            <a:endParaRPr lang="en-US" altLang="en-US" dirty="0"/>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dirty="0"/>
              <a:t>Normalization and Database Design (2 of 6)</a:t>
            </a:r>
          </a:p>
        </p:txBody>
      </p:sp>
      <p:pic>
        <p:nvPicPr>
          <p:cNvPr id="2" name="Picture 1" descr="The initial ERD for a contracting company using EMPLOYEE and PROJECT entities is provided in Figure 6.13." title="Figure 6.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2286000"/>
            <a:ext cx="8229600" cy="2200939"/>
          </a:xfrm>
          <a:prstGeom prst="rect">
            <a:avLst/>
          </a:prstGeom>
        </p:spPr>
      </p:pic>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dirty="0"/>
              <a:t>Normalization and Database Design (3 of 6)</a:t>
            </a:r>
          </a:p>
        </p:txBody>
      </p:sp>
      <p:pic>
        <p:nvPicPr>
          <p:cNvPr id="2" name="Picture 1" descr="The initial ERD for the contracting company is modified and shown in Figure 6.14; the normalization process yields an additional entity (JOB)." title="Figure 6.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3000" y="1678186"/>
            <a:ext cx="6811766" cy="3962400"/>
          </a:xfrm>
          <a:prstGeom prst="rect">
            <a:avLst/>
          </a:prstGeom>
        </p:spPr>
      </p:pic>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dirty="0"/>
              <a:t>Normalization and Database Design (4 of 6)</a:t>
            </a:r>
          </a:p>
        </p:txBody>
      </p:sp>
      <p:pic>
        <p:nvPicPr>
          <p:cNvPr id="2" name="Picture 1" descr="Figure 6.15 shows an incorrect M:N relationship representation. " title="Figure 6.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021" y="1752467"/>
            <a:ext cx="7239000" cy="3829621"/>
          </a:xfrm>
          <a:prstGeom prst="rect">
            <a:avLst/>
          </a:prstGeom>
        </p:spPr>
      </p:pic>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dirty="0"/>
              <a:t>Data-Modeling Checklist (1 of 6)</a:t>
            </a:r>
            <a:endParaRPr lang="en-US" altLang="en-US" dirty="0"/>
          </a:p>
        </p:txBody>
      </p:sp>
      <p:sp>
        <p:nvSpPr>
          <p:cNvPr id="20" name="Content Placeholder 19"/>
          <p:cNvSpPr>
            <a:spLocks noGrp="1"/>
          </p:cNvSpPr>
          <p:nvPr>
            <p:ph idx="1"/>
          </p:nvPr>
        </p:nvSpPr>
        <p:spPr>
          <a:xfrm>
            <a:off x="365125" y="1538819"/>
            <a:ext cx="8415338" cy="1858970"/>
          </a:xfrm>
        </p:spPr>
        <p:txBody>
          <a:bodyPr/>
          <a:lstStyle/>
          <a:p>
            <a:r>
              <a:rPr lang="en-US" dirty="0"/>
              <a:t>Business rules</a:t>
            </a:r>
          </a:p>
          <a:p>
            <a:pPr lvl="1"/>
            <a:r>
              <a:rPr lang="en-US" dirty="0"/>
              <a:t>Properly document and verify all business rules with the end users</a:t>
            </a:r>
          </a:p>
          <a:p>
            <a:pPr lvl="1"/>
            <a:r>
              <a:rPr lang="en-US" dirty="0"/>
              <a:t>Ensure that all business rules are written precisely, clearly, and simply</a:t>
            </a:r>
          </a:p>
          <a:p>
            <a:pPr lvl="2"/>
            <a:r>
              <a:rPr lang="en-US" dirty="0"/>
              <a:t>The business rules must help identify entities, attributes, relationships, and constraints</a:t>
            </a:r>
          </a:p>
          <a:p>
            <a:pPr lvl="1"/>
            <a:r>
              <a:rPr lang="en-US" dirty="0"/>
              <a:t>Identify the source of all business rules, and ensure that each business rule is justified, dated, and signed off by an approving authority</a:t>
            </a:r>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686082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Data-Modeling Checklist (2 of 6)</a:t>
            </a:r>
          </a:p>
        </p:txBody>
      </p:sp>
      <p:sp>
        <p:nvSpPr>
          <p:cNvPr id="13" name="Content Placeholder 12"/>
          <p:cNvSpPr>
            <a:spLocks noGrp="1"/>
          </p:cNvSpPr>
          <p:nvPr>
            <p:ph idx="1"/>
          </p:nvPr>
        </p:nvSpPr>
        <p:spPr>
          <a:xfrm>
            <a:off x="365125" y="1538819"/>
            <a:ext cx="8415338" cy="2702278"/>
          </a:xfrm>
        </p:spPr>
        <p:txBody>
          <a:bodyPr/>
          <a:lstStyle/>
          <a:p>
            <a:r>
              <a:rPr lang="en-US" dirty="0"/>
              <a:t>Data modeling </a:t>
            </a:r>
          </a:p>
          <a:p>
            <a:pPr lvl="1"/>
            <a:r>
              <a:rPr lang="en-US" dirty="0"/>
              <a:t>Naming conventions: all names should be limited in length (database-dependent size)</a:t>
            </a:r>
          </a:p>
          <a:p>
            <a:r>
              <a:rPr lang="en-US" dirty="0"/>
              <a:t>Entity names:</a:t>
            </a:r>
          </a:p>
          <a:p>
            <a:pPr lvl="1"/>
            <a:r>
              <a:rPr lang="en-US" dirty="0"/>
              <a:t>Should be nouns that are familiar to business and should be short and meaningful</a:t>
            </a:r>
          </a:p>
          <a:p>
            <a:pPr lvl="1"/>
            <a:r>
              <a:rPr lang="en-US" dirty="0"/>
              <a:t>Should document abbreviations, synonyms, and aliases for each entity</a:t>
            </a:r>
          </a:p>
          <a:p>
            <a:pPr lvl="1"/>
            <a:r>
              <a:rPr lang="en-US" dirty="0"/>
              <a:t>Should be unique within the model</a:t>
            </a:r>
          </a:p>
          <a:p>
            <a:pPr lvl="1"/>
            <a:r>
              <a:rPr lang="en-US" dirty="0"/>
              <a:t>For composite entities, may include a combination of abbreviated names of the entities linked through the composite entity</a:t>
            </a:r>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Data-Modeling Checklist (3 of 6)</a:t>
            </a:r>
          </a:p>
        </p:txBody>
      </p:sp>
      <p:sp>
        <p:nvSpPr>
          <p:cNvPr id="13" name="Content Placeholder 12"/>
          <p:cNvSpPr>
            <a:spLocks noGrp="1"/>
          </p:cNvSpPr>
          <p:nvPr>
            <p:ph idx="1"/>
          </p:nvPr>
        </p:nvSpPr>
        <p:spPr>
          <a:xfrm>
            <a:off x="365125" y="1538819"/>
            <a:ext cx="8415338" cy="3119315"/>
          </a:xfrm>
        </p:spPr>
        <p:txBody>
          <a:bodyPr/>
          <a:lstStyle/>
          <a:p>
            <a:r>
              <a:rPr lang="en-US" dirty="0"/>
              <a:t>Attribute names:</a:t>
            </a:r>
          </a:p>
          <a:p>
            <a:pPr lvl="1"/>
            <a:r>
              <a:rPr lang="en-US" dirty="0"/>
              <a:t>Should be unique within the entity</a:t>
            </a:r>
          </a:p>
          <a:p>
            <a:pPr lvl="1"/>
            <a:r>
              <a:rPr lang="en-US" dirty="0"/>
              <a:t>Should use the entity abbreviation as a prefix</a:t>
            </a:r>
          </a:p>
          <a:p>
            <a:pPr lvl="1"/>
            <a:r>
              <a:rPr lang="en-US" dirty="0"/>
              <a:t>Should be descriptive of the characteristic</a:t>
            </a:r>
          </a:p>
          <a:p>
            <a:pPr lvl="1"/>
            <a:r>
              <a:rPr lang="en-US" dirty="0"/>
              <a:t>Should use suffixes such as _ID, _NUM, or _CODE for the PK attribute</a:t>
            </a:r>
          </a:p>
          <a:p>
            <a:pPr lvl="1"/>
            <a:r>
              <a:rPr lang="en-US" dirty="0"/>
              <a:t>Should not be a reserved word</a:t>
            </a:r>
          </a:p>
          <a:p>
            <a:pPr lvl="1"/>
            <a:r>
              <a:rPr lang="en-US" dirty="0"/>
              <a:t>Should not contain spaces or special characters such as @, !, or &amp;</a:t>
            </a:r>
          </a:p>
          <a:p>
            <a:r>
              <a:rPr lang="en-US" dirty="0"/>
              <a:t>Relationship names:</a:t>
            </a:r>
          </a:p>
          <a:p>
            <a:pPr lvl="1"/>
            <a:r>
              <a:rPr lang="en-US" dirty="0"/>
              <a:t>Should be active or passive verbs that clearly indicate the nature of the relationship</a:t>
            </a:r>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879356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dirty="0"/>
              <a:t>Data-Modeling Checklist (4 of 6)</a:t>
            </a:r>
            <a:endParaRPr lang="en-US" altLang="en-US" dirty="0"/>
          </a:p>
        </p:txBody>
      </p:sp>
      <p:sp>
        <p:nvSpPr>
          <p:cNvPr id="13" name="Content Placeholder 12"/>
          <p:cNvSpPr>
            <a:spLocks noGrp="1"/>
          </p:cNvSpPr>
          <p:nvPr>
            <p:ph idx="1"/>
          </p:nvPr>
        </p:nvSpPr>
        <p:spPr>
          <a:xfrm>
            <a:off x="365125" y="1538819"/>
            <a:ext cx="8415338" cy="2332946"/>
          </a:xfrm>
        </p:spPr>
        <p:txBody>
          <a:bodyPr/>
          <a:lstStyle/>
          <a:p>
            <a:r>
              <a:rPr lang="en-US" dirty="0"/>
              <a:t>Entities:</a:t>
            </a:r>
          </a:p>
          <a:p>
            <a:pPr lvl="1"/>
            <a:r>
              <a:rPr lang="en-US" dirty="0"/>
              <a:t>Each entity should represent a single subject</a:t>
            </a:r>
          </a:p>
          <a:p>
            <a:pPr lvl="1"/>
            <a:r>
              <a:rPr lang="en-US" dirty="0"/>
              <a:t>Each entity should represent a set of distinguishable entity instances</a:t>
            </a:r>
          </a:p>
          <a:p>
            <a:pPr lvl="1"/>
            <a:r>
              <a:rPr lang="en-US" dirty="0"/>
              <a:t>All entities should be in 3NF or higher</a:t>
            </a:r>
          </a:p>
          <a:p>
            <a:pPr lvl="2"/>
            <a:r>
              <a:rPr lang="en-US" dirty="0"/>
              <a:t>Any entities below 3NF should be justified</a:t>
            </a:r>
          </a:p>
          <a:p>
            <a:pPr lvl="1"/>
            <a:r>
              <a:rPr lang="en-US" dirty="0"/>
              <a:t>Granularity of the entity instance should be clearly defined</a:t>
            </a:r>
          </a:p>
          <a:p>
            <a:pPr lvl="1"/>
            <a:r>
              <a:rPr lang="en-US" dirty="0"/>
              <a:t>PK should be clearly defined and support the selected data granularity</a:t>
            </a:r>
          </a:p>
        </p:txBody>
      </p:sp>
      <p:sp>
        <p:nvSpPr>
          <p:cNvPr id="5" name="Footer Placeholder 4"/>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24349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dirty="0"/>
              <a:t>Data-Modeling Checklist (5 of 6)</a:t>
            </a:r>
            <a:endParaRPr lang="en-US" altLang="en-US" dirty="0"/>
          </a:p>
        </p:txBody>
      </p:sp>
      <p:sp>
        <p:nvSpPr>
          <p:cNvPr id="13" name="Content Placeholder 12"/>
          <p:cNvSpPr>
            <a:spLocks noGrp="1"/>
          </p:cNvSpPr>
          <p:nvPr>
            <p:ph idx="1"/>
          </p:nvPr>
        </p:nvSpPr>
        <p:spPr>
          <a:xfrm>
            <a:off x="365125" y="1538819"/>
            <a:ext cx="8415338" cy="3382464"/>
          </a:xfrm>
        </p:spPr>
        <p:txBody>
          <a:bodyPr/>
          <a:lstStyle/>
          <a:p>
            <a:r>
              <a:rPr lang="en-US" dirty="0"/>
              <a:t>Attributes:</a:t>
            </a:r>
          </a:p>
          <a:p>
            <a:pPr lvl="1"/>
            <a:r>
              <a:rPr lang="en-US" dirty="0"/>
              <a:t>Should be simple and single-valued (atomic data)</a:t>
            </a:r>
          </a:p>
          <a:p>
            <a:pPr lvl="1"/>
            <a:r>
              <a:rPr lang="en-US" dirty="0"/>
              <a:t>Should document default values, constraints, synonyms, and aliases</a:t>
            </a:r>
          </a:p>
          <a:p>
            <a:pPr lvl="1"/>
            <a:r>
              <a:rPr lang="en-US" dirty="0"/>
              <a:t>Derived attributes should be clearly identified and include source(s)</a:t>
            </a:r>
          </a:p>
          <a:p>
            <a:pPr lvl="1"/>
            <a:r>
              <a:rPr lang="en-US" dirty="0"/>
              <a:t>Should not be redundant unless this is required for transaction accuracy, performance, or maintaining a history</a:t>
            </a:r>
          </a:p>
          <a:p>
            <a:pPr lvl="1"/>
            <a:r>
              <a:rPr lang="en-US" dirty="0"/>
              <a:t>Nonkey attributes must be fully dependent on the PK attribute</a:t>
            </a:r>
          </a:p>
          <a:p>
            <a:r>
              <a:rPr lang="en-US" dirty="0"/>
              <a:t>Relationships:</a:t>
            </a:r>
          </a:p>
          <a:p>
            <a:pPr lvl="1"/>
            <a:r>
              <a:rPr lang="en-US" dirty="0"/>
              <a:t>Should clearly identify relationship participants</a:t>
            </a:r>
          </a:p>
          <a:p>
            <a:pPr lvl="1"/>
            <a:r>
              <a:rPr lang="en-US" dirty="0"/>
              <a:t>Should clearly define participation, connectivity, and document cardinality</a:t>
            </a:r>
          </a:p>
        </p:txBody>
      </p:sp>
      <p:sp>
        <p:nvSpPr>
          <p:cNvPr id="5" name="Footer Placeholder 4"/>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213584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dirty="0"/>
              <a:t>Data-Modeling Checklist (6 of 6)</a:t>
            </a:r>
            <a:endParaRPr lang="en-US" altLang="en-US" dirty="0"/>
          </a:p>
        </p:txBody>
      </p:sp>
      <p:sp>
        <p:nvSpPr>
          <p:cNvPr id="13" name="Content Placeholder 12"/>
          <p:cNvSpPr>
            <a:spLocks noGrp="1"/>
          </p:cNvSpPr>
          <p:nvPr>
            <p:ph idx="1"/>
          </p:nvPr>
        </p:nvSpPr>
        <p:spPr>
          <a:xfrm>
            <a:off x="365125" y="1538819"/>
            <a:ext cx="8415338" cy="2256002"/>
          </a:xfrm>
        </p:spPr>
        <p:txBody>
          <a:bodyPr/>
          <a:lstStyle/>
          <a:p>
            <a:r>
              <a:rPr lang="en-US" dirty="0"/>
              <a:t>ER model:</a:t>
            </a:r>
          </a:p>
          <a:p>
            <a:pPr lvl="1"/>
            <a:r>
              <a:rPr lang="en-US" dirty="0"/>
              <a:t>Should be validated against expected processes: inserts, updates, and deletions</a:t>
            </a:r>
          </a:p>
          <a:p>
            <a:pPr lvl="1"/>
            <a:r>
              <a:rPr lang="en-US" dirty="0"/>
              <a:t>Should evaluate where, when, and how to maintain a history</a:t>
            </a:r>
          </a:p>
          <a:p>
            <a:pPr lvl="1"/>
            <a:r>
              <a:rPr lang="en-US" dirty="0"/>
              <a:t>Should not contain redundant relationships except as required (see attributes)</a:t>
            </a:r>
          </a:p>
          <a:p>
            <a:pPr lvl="1"/>
            <a:r>
              <a:rPr lang="en-US" dirty="0"/>
              <a:t>Should minimize data redundancy to ensure single-place updates</a:t>
            </a:r>
          </a:p>
          <a:p>
            <a:pPr lvl="1"/>
            <a:r>
              <a:rPr lang="en-US" dirty="0"/>
              <a:t>Should conform to the minimal data rule: All that is needed is there, and all that is there is needed</a:t>
            </a:r>
          </a:p>
        </p:txBody>
      </p:sp>
      <p:sp>
        <p:nvSpPr>
          <p:cNvPr id="5" name="Footer Placeholder 4"/>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79894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Summary (1 of 2)</a:t>
            </a:r>
          </a:p>
        </p:txBody>
      </p:sp>
      <p:sp>
        <p:nvSpPr>
          <p:cNvPr id="2" name="Content Placeholder 1"/>
          <p:cNvSpPr>
            <a:spLocks noGrp="1"/>
          </p:cNvSpPr>
          <p:nvPr>
            <p:ph idx="1"/>
          </p:nvPr>
        </p:nvSpPr>
        <p:spPr>
          <a:xfrm>
            <a:off x="365125" y="1538819"/>
            <a:ext cx="8415338" cy="3400931"/>
          </a:xfrm>
        </p:spPr>
        <p:txBody>
          <a:bodyPr/>
          <a:lstStyle/>
          <a:p>
            <a:r>
              <a:rPr lang="en-US" dirty="0"/>
              <a:t>Normalization is a technique used to design tables in which data redundancies are minimized</a:t>
            </a:r>
          </a:p>
          <a:p>
            <a:r>
              <a:rPr lang="en-US" dirty="0"/>
              <a:t>A table is in 1NF when all key attributes are defined, and all remaining attributes are dependent on the primary key</a:t>
            </a:r>
          </a:p>
          <a:p>
            <a:r>
              <a:rPr lang="en-US" dirty="0"/>
              <a:t>A table is in 2NF when it is in 1NF and contains no partial dependencies</a:t>
            </a:r>
          </a:p>
          <a:p>
            <a:r>
              <a:rPr lang="en-US" dirty="0"/>
              <a:t>A table is in 3NF when it is in 2NF and contains no transitive dependencies</a:t>
            </a:r>
          </a:p>
          <a:p>
            <a:r>
              <a:rPr lang="en-US" dirty="0"/>
              <a:t>A table that is not in 3NF may be split into new tables until all of the tables meet the 3NF requirements</a:t>
            </a:r>
          </a:p>
          <a:p>
            <a:r>
              <a:rPr lang="en-US" dirty="0"/>
              <a:t>Normalization is an important part—but only a part—of the design process</a:t>
            </a:r>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382764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Summary (2 of 2)</a:t>
            </a:r>
          </a:p>
        </p:txBody>
      </p:sp>
      <p:sp>
        <p:nvSpPr>
          <p:cNvPr id="2" name="Content Placeholder 1"/>
          <p:cNvSpPr>
            <a:spLocks noGrp="1"/>
          </p:cNvSpPr>
          <p:nvPr>
            <p:ph idx="1"/>
          </p:nvPr>
        </p:nvSpPr>
        <p:spPr>
          <a:xfrm>
            <a:off x="365125" y="1538819"/>
            <a:ext cx="8415338" cy="1769715"/>
          </a:xfrm>
        </p:spPr>
        <p:txBody>
          <a:bodyPr/>
          <a:lstStyle/>
          <a:p>
            <a:r>
              <a:rPr lang="en-US" dirty="0"/>
              <a:t>The larger the number of tables, the more additional I/O operations and processing logic you need to join them</a:t>
            </a:r>
          </a:p>
          <a:p>
            <a:r>
              <a:rPr lang="en-US" dirty="0"/>
              <a:t>The data-modeling checklist provides a way for the designer to check that the ERD meets a set of minimum requirements</a:t>
            </a:r>
          </a:p>
          <a:p>
            <a:endParaRPr lang="en-US" dirty="0"/>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881838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28B84-88A6-4E7C-80E1-F2226DF716CD}"/>
              </a:ext>
            </a:extLst>
          </p:cNvPr>
          <p:cNvSpPr>
            <a:spLocks noGrp="1"/>
          </p:cNvSpPr>
          <p:nvPr>
            <p:ph type="title"/>
          </p:nvPr>
        </p:nvSpPr>
        <p:spPr>
          <a:xfrm>
            <a:off x="1293813" y="152400"/>
            <a:ext cx="6935787" cy="990600"/>
          </a:xfrm>
        </p:spPr>
        <p:txBody>
          <a:bodyPr/>
          <a:lstStyle/>
          <a:p>
            <a:r>
              <a:rPr lang="en-US" dirty="0"/>
              <a:t>Examples</a:t>
            </a:r>
          </a:p>
        </p:txBody>
      </p:sp>
      <p:sp>
        <p:nvSpPr>
          <p:cNvPr id="3" name="Content Placeholder 2">
            <a:extLst>
              <a:ext uri="{FF2B5EF4-FFF2-40B4-BE49-F238E27FC236}">
                <a16:creationId xmlns:a16="http://schemas.microsoft.com/office/drawing/2014/main" id="{BF4835A4-DC01-4696-91F3-9A99305F58B9}"/>
              </a:ext>
            </a:extLst>
          </p:cNvPr>
          <p:cNvSpPr>
            <a:spLocks noGrp="1"/>
          </p:cNvSpPr>
          <p:nvPr>
            <p:ph idx="1"/>
          </p:nvPr>
        </p:nvSpPr>
        <p:spPr>
          <a:xfrm>
            <a:off x="533400" y="1447800"/>
            <a:ext cx="8534400" cy="4572000"/>
          </a:xfrm>
        </p:spPr>
        <p:txBody>
          <a:bodyPr/>
          <a:lstStyle/>
          <a:p>
            <a:r>
              <a:rPr lang="en-US" dirty="0"/>
              <a:t>Is in 1 </a:t>
            </a:r>
            <a:r>
              <a:rPr lang="en-US" dirty="0" err="1"/>
              <a:t>NF?explain</a:t>
            </a:r>
            <a:endParaRPr lang="en-US" dirty="0"/>
          </a:p>
          <a:p>
            <a:r>
              <a:rPr lang="en-US" dirty="0"/>
              <a:t>Employee (</a:t>
            </a:r>
            <a:r>
              <a:rPr lang="en-US" u="sng" dirty="0" err="1"/>
              <a:t>Employee_Id</a:t>
            </a:r>
            <a:r>
              <a:rPr lang="en-US" dirty="0"/>
              <a:t>, Name)</a:t>
            </a:r>
          </a:p>
          <a:p>
            <a:r>
              <a:rPr lang="en-US" dirty="0"/>
              <a:t>Student (</a:t>
            </a:r>
            <a:r>
              <a:rPr lang="en-US" u="sng" dirty="0" err="1"/>
              <a:t>Student_Id</a:t>
            </a:r>
            <a:r>
              <a:rPr lang="en-US" dirty="0"/>
              <a:t>, Name, Address, Phone number)</a:t>
            </a:r>
          </a:p>
          <a:p>
            <a:r>
              <a:rPr lang="en-US" dirty="0"/>
              <a:t>Order (</a:t>
            </a:r>
            <a:r>
              <a:rPr lang="en-US" u="sng" dirty="0" err="1"/>
              <a:t>Order_Id</a:t>
            </a:r>
            <a:r>
              <a:rPr lang="en-US" dirty="0"/>
              <a:t>, Order date, </a:t>
            </a:r>
            <a:r>
              <a:rPr lang="en-US" dirty="0" err="1"/>
              <a:t>itemnames</a:t>
            </a:r>
            <a:r>
              <a:rPr lang="en-US" dirty="0"/>
              <a:t>) [Note: An order must have at least 2 different items]</a:t>
            </a:r>
          </a:p>
          <a:p>
            <a:endParaRPr lang="en-US" dirty="0"/>
          </a:p>
          <a:p>
            <a:r>
              <a:rPr lang="en-US" dirty="0"/>
              <a:t>Is in 2 </a:t>
            </a:r>
            <a:r>
              <a:rPr lang="en-US" dirty="0" err="1"/>
              <a:t>NF?explain</a:t>
            </a:r>
            <a:endParaRPr lang="en-US" dirty="0"/>
          </a:p>
          <a:p>
            <a:r>
              <a:rPr lang="en-US" dirty="0"/>
              <a:t>Skillset(</a:t>
            </a:r>
            <a:r>
              <a:rPr lang="en-US" u="sng" dirty="0" err="1"/>
              <a:t>emp_id</a:t>
            </a:r>
            <a:r>
              <a:rPr lang="en-US" u="sng" dirty="0"/>
              <a:t>,</a:t>
            </a:r>
            <a:r>
              <a:rPr lang="en-US" dirty="0"/>
              <a:t> </a:t>
            </a:r>
            <a:r>
              <a:rPr lang="en-US" u="sng" dirty="0" err="1"/>
              <a:t>skill_id</a:t>
            </a:r>
            <a:r>
              <a:rPr lang="en-US" dirty="0"/>
              <a:t>, </a:t>
            </a:r>
            <a:r>
              <a:rPr lang="en-US" dirty="0" err="1"/>
              <a:t>emp_name</a:t>
            </a:r>
            <a:r>
              <a:rPr lang="en-US" dirty="0"/>
              <a:t>)</a:t>
            </a:r>
          </a:p>
          <a:p>
            <a:r>
              <a:rPr lang="en-US" dirty="0"/>
              <a:t>ENROLL(</a:t>
            </a:r>
            <a:r>
              <a:rPr lang="en-US" u="sng" dirty="0" err="1"/>
              <a:t>course_id</a:t>
            </a:r>
            <a:r>
              <a:rPr lang="en-US" u="sng" dirty="0"/>
              <a:t>,</a:t>
            </a:r>
            <a:r>
              <a:rPr lang="en-US" dirty="0"/>
              <a:t> </a:t>
            </a:r>
            <a:r>
              <a:rPr lang="en-US" u="sng" dirty="0" err="1"/>
              <a:t>stud_id</a:t>
            </a:r>
            <a:r>
              <a:rPr lang="en-US" dirty="0"/>
              <a:t>, grade, </a:t>
            </a:r>
            <a:r>
              <a:rPr lang="en-US" dirty="0" err="1"/>
              <a:t>course_name</a:t>
            </a:r>
            <a:r>
              <a:rPr lang="en-US" dirty="0"/>
              <a:t>)</a:t>
            </a:r>
          </a:p>
          <a:p>
            <a:r>
              <a:rPr lang="en-US" dirty="0"/>
              <a:t>Teaches ( </a:t>
            </a:r>
            <a:r>
              <a:rPr lang="en-US" u="sng" dirty="0" err="1"/>
              <a:t>Student_Id</a:t>
            </a:r>
            <a:r>
              <a:rPr lang="en-US" dirty="0" err="1"/>
              <a:t>,</a:t>
            </a:r>
            <a:r>
              <a:rPr lang="en-US" u="sng" dirty="0" err="1"/>
              <a:t>Teacher_Id</a:t>
            </a:r>
            <a:r>
              <a:rPr lang="en-US" u="sng" dirty="0"/>
              <a:t>, </a:t>
            </a:r>
            <a:r>
              <a:rPr lang="en-US" dirty="0"/>
              <a:t>Teaching Time</a:t>
            </a:r>
            <a:r>
              <a:rPr lang="en-US" u="sng" dirty="0"/>
              <a:t>)</a:t>
            </a:r>
            <a:endParaRPr lang="en-US" dirty="0"/>
          </a:p>
          <a:p>
            <a:endParaRPr lang="en-US" dirty="0"/>
          </a:p>
        </p:txBody>
      </p:sp>
      <p:sp>
        <p:nvSpPr>
          <p:cNvPr id="4" name="Slide Number Placeholder 3">
            <a:extLst>
              <a:ext uri="{FF2B5EF4-FFF2-40B4-BE49-F238E27FC236}">
                <a16:creationId xmlns:a16="http://schemas.microsoft.com/office/drawing/2014/main" id="{FE11F1F3-0EB5-4EFA-8808-F1C259ADE4D1}"/>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5C1B064-A49E-4989-8EF0-4B3889E562AC}" type="slidenum">
              <a:rPr kumimoji="0" lang="en-US" sz="1400" b="0" i="0" u="none" strike="noStrike" kern="1200" cap="none" spc="0" normalizeH="0" baseline="0" noProof="0" smtClean="0">
                <a:ln>
                  <a:noFill/>
                </a:ln>
                <a:solidFill>
                  <a:srgbClr val="0000FF"/>
                </a:solidFill>
                <a:effectLst/>
                <a:uLnTx/>
                <a:uFillTx/>
                <a:latin typeface="Times New Roman"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sz="1400" b="0" i="0" u="none" strike="noStrike" kern="1200" cap="none" spc="0" normalizeH="0" baseline="0" noProof="0">
              <a:ln>
                <a:noFill/>
              </a:ln>
              <a:solidFill>
                <a:srgbClr val="0000FF"/>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4055420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05EA8-24C7-4D4A-A447-722993609616}"/>
              </a:ext>
            </a:extLst>
          </p:cNvPr>
          <p:cNvSpPr>
            <a:spLocks noGrp="1"/>
          </p:cNvSpPr>
          <p:nvPr>
            <p:ph type="title"/>
          </p:nvPr>
        </p:nvSpPr>
        <p:spPr>
          <a:xfrm>
            <a:off x="628650" y="304800"/>
            <a:ext cx="7886700" cy="1088479"/>
          </a:xfrm>
        </p:spPr>
        <p:txBody>
          <a:bodyPr>
            <a:normAutofit fontScale="90000"/>
          </a:bodyPr>
          <a:lstStyle/>
          <a:p>
            <a:r>
              <a:rPr lang="en-US" dirty="0"/>
              <a:t>Exercise 1</a:t>
            </a:r>
            <a:br>
              <a:rPr lang="en-US" dirty="0"/>
            </a:br>
            <a:r>
              <a:rPr lang="en-US" dirty="0"/>
              <a:t>Normalize the following database till 3</a:t>
            </a:r>
            <a:r>
              <a:rPr lang="en-US" baseline="30000" dirty="0"/>
              <a:t>rd</a:t>
            </a:r>
            <a:r>
              <a:rPr lang="en-US" dirty="0"/>
              <a:t> normal form (show all steps UNF to 3NF). Create ERD also.</a:t>
            </a:r>
          </a:p>
        </p:txBody>
      </p:sp>
      <p:graphicFrame>
        <p:nvGraphicFramePr>
          <p:cNvPr id="12" name="Content Placeholder 11">
            <a:extLst>
              <a:ext uri="{FF2B5EF4-FFF2-40B4-BE49-F238E27FC236}">
                <a16:creationId xmlns:a16="http://schemas.microsoft.com/office/drawing/2014/main" id="{C7A7D421-9606-4AF5-8E2D-177FF00022D2}"/>
              </a:ext>
            </a:extLst>
          </p:cNvPr>
          <p:cNvGraphicFramePr>
            <a:graphicFrameLocks noGrp="1"/>
          </p:cNvGraphicFramePr>
          <p:nvPr>
            <p:ph idx="1"/>
            <p:extLst>
              <p:ext uri="{D42A27DB-BD31-4B8C-83A1-F6EECF244321}">
                <p14:modId xmlns:p14="http://schemas.microsoft.com/office/powerpoint/2010/main" val="1286119980"/>
              </p:ext>
            </p:extLst>
          </p:nvPr>
        </p:nvGraphicFramePr>
        <p:xfrm>
          <a:off x="693682" y="2079077"/>
          <a:ext cx="7821668" cy="3940538"/>
        </p:xfrm>
        <a:graphic>
          <a:graphicData uri="http://schemas.openxmlformats.org/drawingml/2006/table">
            <a:tbl>
              <a:tblPr firstRow="1" firstCol="1" bandRow="1">
                <a:tableStyleId>{16D9F66E-5EB9-4882-86FB-DCBF35E3C3E4}</a:tableStyleId>
              </a:tblPr>
              <a:tblGrid>
                <a:gridCol w="734706">
                  <a:extLst>
                    <a:ext uri="{9D8B030D-6E8A-4147-A177-3AD203B41FA5}">
                      <a16:colId xmlns:a16="http://schemas.microsoft.com/office/drawing/2014/main" val="3533623914"/>
                    </a:ext>
                  </a:extLst>
                </a:gridCol>
                <a:gridCol w="847072">
                  <a:extLst>
                    <a:ext uri="{9D8B030D-6E8A-4147-A177-3AD203B41FA5}">
                      <a16:colId xmlns:a16="http://schemas.microsoft.com/office/drawing/2014/main" val="3577186222"/>
                    </a:ext>
                  </a:extLst>
                </a:gridCol>
                <a:gridCol w="917007">
                  <a:extLst>
                    <a:ext uri="{9D8B030D-6E8A-4147-A177-3AD203B41FA5}">
                      <a16:colId xmlns:a16="http://schemas.microsoft.com/office/drawing/2014/main" val="2828366053"/>
                    </a:ext>
                  </a:extLst>
                </a:gridCol>
                <a:gridCol w="589336">
                  <a:extLst>
                    <a:ext uri="{9D8B030D-6E8A-4147-A177-3AD203B41FA5}">
                      <a16:colId xmlns:a16="http://schemas.microsoft.com/office/drawing/2014/main" val="99771979"/>
                    </a:ext>
                  </a:extLst>
                </a:gridCol>
                <a:gridCol w="1038803">
                  <a:extLst>
                    <a:ext uri="{9D8B030D-6E8A-4147-A177-3AD203B41FA5}">
                      <a16:colId xmlns:a16="http://schemas.microsoft.com/office/drawing/2014/main" val="2701162134"/>
                    </a:ext>
                  </a:extLst>
                </a:gridCol>
                <a:gridCol w="1069448">
                  <a:extLst>
                    <a:ext uri="{9D8B030D-6E8A-4147-A177-3AD203B41FA5}">
                      <a16:colId xmlns:a16="http://schemas.microsoft.com/office/drawing/2014/main" val="1984009694"/>
                    </a:ext>
                  </a:extLst>
                </a:gridCol>
                <a:gridCol w="1069448">
                  <a:extLst>
                    <a:ext uri="{9D8B030D-6E8A-4147-A177-3AD203B41FA5}">
                      <a16:colId xmlns:a16="http://schemas.microsoft.com/office/drawing/2014/main" val="1038348825"/>
                    </a:ext>
                  </a:extLst>
                </a:gridCol>
                <a:gridCol w="777924">
                  <a:extLst>
                    <a:ext uri="{9D8B030D-6E8A-4147-A177-3AD203B41FA5}">
                      <a16:colId xmlns:a16="http://schemas.microsoft.com/office/drawing/2014/main" val="837400107"/>
                    </a:ext>
                  </a:extLst>
                </a:gridCol>
                <a:gridCol w="777924">
                  <a:extLst>
                    <a:ext uri="{9D8B030D-6E8A-4147-A177-3AD203B41FA5}">
                      <a16:colId xmlns:a16="http://schemas.microsoft.com/office/drawing/2014/main" val="1990577790"/>
                    </a:ext>
                  </a:extLst>
                </a:gridCol>
              </a:tblGrid>
              <a:tr h="721472">
                <a:tc>
                  <a:txBody>
                    <a:bodyPr/>
                    <a:lstStyle/>
                    <a:p>
                      <a:pPr marL="0" marR="0">
                        <a:lnSpc>
                          <a:spcPct val="107000"/>
                        </a:lnSpc>
                        <a:spcBef>
                          <a:spcPts val="0"/>
                        </a:spcBef>
                        <a:spcAft>
                          <a:spcPts val="0"/>
                        </a:spcAft>
                      </a:pPr>
                      <a:r>
                        <a:rPr lang="en-US" sz="1500" dirty="0">
                          <a:effectLst/>
                        </a:rPr>
                        <a:t>Cust No</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Cust Name</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Tel No</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a:effectLst/>
                        </a:rPr>
                        <a:t>Order No</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Order Date</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Product No</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Product Name</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a:effectLst/>
                        </a:rPr>
                        <a:t>Product price</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a:effectLst/>
                        </a:rPr>
                        <a:t>Qty Ordered</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867027303"/>
                  </a:ext>
                </a:extLst>
              </a:tr>
              <a:tr h="613676">
                <a:tc>
                  <a:txBody>
                    <a:bodyPr/>
                    <a:lstStyle/>
                    <a:p>
                      <a:pPr marL="0" marR="0">
                        <a:lnSpc>
                          <a:spcPct val="107000"/>
                        </a:lnSpc>
                        <a:spcBef>
                          <a:spcPts val="0"/>
                        </a:spcBef>
                        <a:spcAft>
                          <a:spcPts val="0"/>
                        </a:spcAft>
                      </a:pPr>
                      <a:r>
                        <a:rPr lang="en-US" sz="1500" b="0">
                          <a:effectLst/>
                        </a:rPr>
                        <a:t>C123</a:t>
                      </a:r>
                      <a:endParaRPr lang="en-US" sz="1500" b="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Nancy</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123-456-7849</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a:effectLst/>
                        </a:rPr>
                        <a:t>235</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04/10/2002</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a:effectLst/>
                        </a:rPr>
                        <a:t>P23</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Monitor</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650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2</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1523237400"/>
                  </a:ext>
                </a:extLst>
              </a:tr>
              <a:tr h="299897">
                <a:tc rowSpan="3">
                  <a:txBody>
                    <a:bodyPr/>
                    <a:lstStyle/>
                    <a:p>
                      <a:pPr marL="0" marR="0" algn="ctr">
                        <a:lnSpc>
                          <a:spcPct val="107000"/>
                        </a:lnSpc>
                        <a:spcBef>
                          <a:spcPts val="0"/>
                        </a:spcBef>
                        <a:spcAft>
                          <a:spcPts val="0"/>
                        </a:spcAft>
                      </a:pPr>
                      <a:r>
                        <a:rPr lang="en-US" sz="1500" b="0">
                          <a:effectLst/>
                        </a:rPr>
                        <a:t>C101</a:t>
                      </a:r>
                      <a:endParaRPr lang="en-US" sz="1500" b="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rowSpan="3">
                  <a:txBody>
                    <a:bodyPr/>
                    <a:lstStyle/>
                    <a:p>
                      <a:pPr marL="0" marR="0" algn="ctr">
                        <a:lnSpc>
                          <a:spcPct val="107000"/>
                        </a:lnSpc>
                        <a:spcBef>
                          <a:spcPts val="0"/>
                        </a:spcBef>
                        <a:spcAft>
                          <a:spcPts val="0"/>
                        </a:spcAft>
                      </a:pPr>
                      <a:r>
                        <a:rPr lang="en-US" sz="1500">
                          <a:effectLst/>
                        </a:rPr>
                        <a:t>Yuan Lee</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rowSpan="3">
                  <a:txBody>
                    <a:bodyPr/>
                    <a:lstStyle/>
                    <a:p>
                      <a:pPr marL="0" marR="0">
                        <a:lnSpc>
                          <a:spcPct val="107000"/>
                        </a:lnSpc>
                        <a:spcBef>
                          <a:spcPts val="0"/>
                        </a:spcBef>
                        <a:spcAft>
                          <a:spcPts val="0"/>
                        </a:spcAft>
                      </a:pPr>
                      <a:r>
                        <a:rPr lang="en-US" sz="1500" dirty="0">
                          <a:effectLst/>
                        </a:rPr>
                        <a:t>345-789-2345</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rowSpan="3">
                  <a:txBody>
                    <a:bodyPr/>
                    <a:lstStyle/>
                    <a:p>
                      <a:pPr marL="0" marR="0" algn="ctr">
                        <a:lnSpc>
                          <a:spcPct val="107000"/>
                        </a:lnSpc>
                        <a:spcBef>
                          <a:spcPts val="0"/>
                        </a:spcBef>
                        <a:spcAft>
                          <a:spcPts val="0"/>
                        </a:spcAft>
                      </a:pPr>
                      <a:r>
                        <a:rPr lang="en-US" sz="1500" dirty="0">
                          <a:effectLst/>
                        </a:rPr>
                        <a:t>110</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rowSpan="3">
                  <a:txBody>
                    <a:bodyPr/>
                    <a:lstStyle/>
                    <a:p>
                      <a:pPr marL="0" marR="0" algn="ctr">
                        <a:lnSpc>
                          <a:spcPct val="107000"/>
                        </a:lnSpc>
                        <a:spcBef>
                          <a:spcPts val="0"/>
                        </a:spcBef>
                        <a:spcAft>
                          <a:spcPts val="0"/>
                        </a:spcAft>
                      </a:pPr>
                      <a:r>
                        <a:rPr lang="en-US" sz="1500">
                          <a:effectLst/>
                        </a:rPr>
                        <a:t>01/23/2002</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0" marR="0">
                        <a:lnSpc>
                          <a:spcPct val="107000"/>
                        </a:lnSpc>
                        <a:spcBef>
                          <a:spcPts val="0"/>
                        </a:spcBef>
                        <a:spcAft>
                          <a:spcPts val="0"/>
                        </a:spcAft>
                      </a:pPr>
                      <a:r>
                        <a:rPr lang="en-US" sz="1500">
                          <a:effectLst/>
                        </a:rPr>
                        <a:t>P45</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Printer</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250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3</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2776308306"/>
                  </a:ext>
                </a:extLst>
              </a:tr>
              <a:tr h="47687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1500">
                          <a:effectLst/>
                        </a:rPr>
                        <a:t>P65</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Color Printer</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400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4</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1982925527"/>
                  </a:ext>
                </a:extLst>
              </a:tr>
              <a:tr h="299897">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1500">
                          <a:effectLst/>
                        </a:rPr>
                        <a:t>P132</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Scanner</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250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2</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2650375603"/>
                  </a:ext>
                </a:extLst>
              </a:tr>
              <a:tr h="299897">
                <a:tc rowSpan="3">
                  <a:txBody>
                    <a:bodyPr/>
                    <a:lstStyle/>
                    <a:p>
                      <a:pPr marL="0" marR="0" algn="ctr">
                        <a:lnSpc>
                          <a:spcPct val="107000"/>
                        </a:lnSpc>
                        <a:spcBef>
                          <a:spcPts val="0"/>
                        </a:spcBef>
                        <a:spcAft>
                          <a:spcPts val="0"/>
                        </a:spcAft>
                      </a:pPr>
                      <a:r>
                        <a:rPr lang="en-US" sz="1500" b="0">
                          <a:effectLst/>
                        </a:rPr>
                        <a:t>C245</a:t>
                      </a:r>
                      <a:endParaRPr lang="en-US" sz="1500" b="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rowSpan="3">
                  <a:txBody>
                    <a:bodyPr/>
                    <a:lstStyle/>
                    <a:p>
                      <a:pPr marL="0" marR="0" algn="ctr">
                        <a:lnSpc>
                          <a:spcPct val="107000"/>
                        </a:lnSpc>
                        <a:spcBef>
                          <a:spcPts val="0"/>
                        </a:spcBef>
                        <a:spcAft>
                          <a:spcPts val="0"/>
                        </a:spcAft>
                      </a:pPr>
                      <a:r>
                        <a:rPr lang="en-US" sz="1500">
                          <a:effectLst/>
                        </a:rPr>
                        <a:t>S Bhatia</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rowSpan="3">
                  <a:txBody>
                    <a:bodyPr/>
                    <a:lstStyle/>
                    <a:p>
                      <a:pPr marL="0" marR="0" algn="ctr">
                        <a:lnSpc>
                          <a:spcPct val="107000"/>
                        </a:lnSpc>
                        <a:spcBef>
                          <a:spcPts val="0"/>
                        </a:spcBef>
                        <a:spcAft>
                          <a:spcPts val="0"/>
                        </a:spcAft>
                      </a:pPr>
                      <a:r>
                        <a:rPr lang="en-US" sz="1500">
                          <a:effectLst/>
                        </a:rPr>
                        <a:t>657-456-2378</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0" marR="0" algn="ctr">
                        <a:lnSpc>
                          <a:spcPct val="107000"/>
                        </a:lnSpc>
                        <a:spcBef>
                          <a:spcPts val="0"/>
                        </a:spcBef>
                        <a:spcAft>
                          <a:spcPts val="0"/>
                        </a:spcAft>
                      </a:pPr>
                      <a:r>
                        <a:rPr lang="en-US" sz="1500" dirty="0">
                          <a:effectLst/>
                        </a:rPr>
                        <a:t>27</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rowSpan="2">
                  <a:txBody>
                    <a:bodyPr/>
                    <a:lstStyle/>
                    <a:p>
                      <a:pPr marL="0" marR="0" algn="ctr">
                        <a:lnSpc>
                          <a:spcPct val="107000"/>
                        </a:lnSpc>
                        <a:spcBef>
                          <a:spcPts val="0"/>
                        </a:spcBef>
                        <a:spcAft>
                          <a:spcPts val="0"/>
                        </a:spcAft>
                      </a:pPr>
                      <a:r>
                        <a:rPr lang="en-US" sz="1500" dirty="0">
                          <a:effectLst/>
                        </a:rPr>
                        <a:t>02/18/2002</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0" marR="0">
                        <a:lnSpc>
                          <a:spcPct val="107000"/>
                        </a:lnSpc>
                        <a:spcBef>
                          <a:spcPts val="0"/>
                        </a:spcBef>
                        <a:spcAft>
                          <a:spcPts val="0"/>
                        </a:spcAft>
                      </a:pPr>
                      <a:r>
                        <a:rPr lang="en-US" sz="1500" dirty="0">
                          <a:effectLst/>
                        </a:rPr>
                        <a:t>P132</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Scanner</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250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3</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399593981"/>
                  </a:ext>
                </a:extLst>
              </a:tr>
              <a:tr h="156890">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r>
                        <a:rPr lang="en-US" sz="1400" dirty="0"/>
                        <a:t>42</a:t>
                      </a:r>
                    </a:p>
                  </a:txBody>
                  <a:tcPr marL="51435" marR="51435" marT="0" marB="0" anchor="ctr"/>
                </a:tc>
                <a:tc vMerge="1">
                  <a:txBody>
                    <a:bodyPr/>
                    <a:lstStyle/>
                    <a:p>
                      <a:endParaRPr lang="en-US"/>
                    </a:p>
                  </a:txBody>
                  <a:tcPr/>
                </a:tc>
                <a:tc rowSpan="2">
                  <a:txBody>
                    <a:bodyPr/>
                    <a:lstStyle/>
                    <a:p>
                      <a:pPr marL="0" marR="0">
                        <a:lnSpc>
                          <a:spcPct val="107000"/>
                        </a:lnSpc>
                        <a:spcBef>
                          <a:spcPts val="0"/>
                        </a:spcBef>
                        <a:spcAft>
                          <a:spcPts val="0"/>
                        </a:spcAft>
                      </a:pPr>
                      <a:r>
                        <a:rPr lang="en-US" sz="1500">
                          <a:effectLst/>
                        </a:rPr>
                        <a:t>P24</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rowSpan="2">
                  <a:txBody>
                    <a:bodyPr/>
                    <a:lstStyle/>
                    <a:p>
                      <a:pPr marL="0" marR="0">
                        <a:lnSpc>
                          <a:spcPct val="107000"/>
                        </a:lnSpc>
                        <a:spcBef>
                          <a:spcPts val="0"/>
                        </a:spcBef>
                        <a:spcAft>
                          <a:spcPts val="0"/>
                        </a:spcAft>
                      </a:pPr>
                      <a:r>
                        <a:rPr lang="en-US" sz="1500">
                          <a:effectLst/>
                        </a:rPr>
                        <a:t>Color Scanner</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rowSpan="2">
                  <a:txBody>
                    <a:bodyPr/>
                    <a:lstStyle/>
                    <a:p>
                      <a:pPr marL="0" marR="0">
                        <a:lnSpc>
                          <a:spcPct val="107000"/>
                        </a:lnSpc>
                        <a:spcBef>
                          <a:spcPts val="0"/>
                        </a:spcBef>
                        <a:spcAft>
                          <a:spcPts val="0"/>
                        </a:spcAft>
                      </a:pPr>
                      <a:r>
                        <a:rPr lang="en-US" sz="1500">
                          <a:effectLst/>
                        </a:rPr>
                        <a:t>450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rowSpan="2">
                  <a:txBody>
                    <a:bodyPr/>
                    <a:lstStyle/>
                    <a:p>
                      <a:pPr marL="0" marR="0">
                        <a:lnSpc>
                          <a:spcPct val="107000"/>
                        </a:lnSpc>
                        <a:spcBef>
                          <a:spcPts val="0"/>
                        </a:spcBef>
                        <a:spcAft>
                          <a:spcPts val="0"/>
                        </a:spcAft>
                      </a:pPr>
                      <a:r>
                        <a:rPr lang="en-US" sz="1500">
                          <a:effectLst/>
                        </a:rPr>
                        <a:t>5</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134160360"/>
                  </a:ext>
                </a:extLst>
              </a:tr>
              <a:tr h="456787">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500" dirty="0">
                          <a:effectLst/>
                          <a:latin typeface="Calibri" panose="020F0502020204030204" pitchFamily="34" charset="0"/>
                          <a:ea typeface="Calibri" panose="020F0502020204030204" pitchFamily="34" charset="0"/>
                          <a:cs typeface="Times New Roman" panose="02020603050405020304" pitchFamily="18" charset="0"/>
                        </a:rPr>
                        <a:t>03/18/2020</a:t>
                      </a:r>
                    </a:p>
                  </a:txBody>
                  <a:tcPr marL="51435" marR="51435"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851725255"/>
                  </a:ext>
                </a:extLst>
              </a:tr>
              <a:tr h="613676">
                <a:tc>
                  <a:txBody>
                    <a:bodyPr/>
                    <a:lstStyle/>
                    <a:p>
                      <a:pPr marL="0" marR="0">
                        <a:lnSpc>
                          <a:spcPct val="107000"/>
                        </a:lnSpc>
                        <a:spcBef>
                          <a:spcPts val="0"/>
                        </a:spcBef>
                        <a:spcAft>
                          <a:spcPts val="0"/>
                        </a:spcAft>
                      </a:pPr>
                      <a:r>
                        <a:rPr lang="en-US" sz="1500" b="0" dirty="0">
                          <a:effectLst/>
                        </a:rPr>
                        <a:t>C461</a:t>
                      </a:r>
                      <a:endParaRPr lang="en-US"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John Olson</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456-234-6745</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a:effectLst/>
                        </a:rPr>
                        <a:t>95</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a:effectLst/>
                        </a:rPr>
                        <a:t>05/07/2002</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a:effectLst/>
                        </a:rPr>
                        <a:t>P46</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Laser Scanner</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a:effectLst/>
                        </a:rPr>
                        <a:t>650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a:effectLst/>
                        </a:rPr>
                        <a:t>10</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4076209614"/>
                  </a:ext>
                </a:extLst>
              </a:tr>
            </a:tbl>
          </a:graphicData>
        </a:graphic>
      </p:graphicFrame>
      <p:sp>
        <p:nvSpPr>
          <p:cNvPr id="4" name="Slide Number Placeholder 3">
            <a:extLst>
              <a:ext uri="{FF2B5EF4-FFF2-40B4-BE49-F238E27FC236}">
                <a16:creationId xmlns:a16="http://schemas.microsoft.com/office/drawing/2014/main" id="{E21A6478-AFAA-471B-97F5-3E88E5CF9835}"/>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fld id="{E5C1B064-A49E-4989-8EF0-4B3889E562AC}" type="slidenum">
              <a:rPr kumimoji="0" lang="en-US" sz="1200" b="0" i="0" u="none" strike="noStrike" kern="1200" cap="none" spc="0" normalizeH="0" baseline="0" noProof="0" smtClean="0">
                <a:ln>
                  <a:noFill/>
                </a:ln>
                <a:solidFill>
                  <a:srgbClr val="0000FF">
                    <a:tint val="75000"/>
                  </a:srgbClr>
                </a:solidFill>
                <a:effectLst/>
                <a:uLnTx/>
                <a:uFillTx/>
                <a:latin typeface="Arial"/>
                <a:ea typeface="+mn-ea"/>
                <a:cs typeface="+mn-cs"/>
              </a:rPr>
              <a:pPr marL="0" marR="0" lvl="0" indent="0" algn="r" defTabSz="914400" rtl="0" eaLnBrk="1" fontAlgn="base" latinLnBrk="0" hangingPunct="1">
                <a:lnSpc>
                  <a:spcPct val="100000"/>
                </a:lnSpc>
                <a:spcBef>
                  <a:spcPct val="50000"/>
                </a:spcBef>
                <a:spcAft>
                  <a:spcPct val="0"/>
                </a:spcAft>
                <a:buClrTx/>
                <a:buSzTx/>
                <a:buFontTx/>
                <a:buNone/>
                <a:tabLst/>
                <a:defRPr/>
              </a:pPr>
              <a:t>51</a:t>
            </a:fld>
            <a:endParaRPr kumimoji="0" lang="en-US" sz="1200" b="0" i="0" u="none" strike="noStrike" kern="1200" cap="none" spc="0" normalizeH="0" baseline="0" noProof="0">
              <a:ln>
                <a:noFill/>
              </a:ln>
              <a:solidFill>
                <a:srgbClr val="0000FF">
                  <a:tint val="75000"/>
                </a:srgbClr>
              </a:solidFill>
              <a:effectLst/>
              <a:uLnTx/>
              <a:uFillTx/>
              <a:latin typeface="Arial"/>
              <a:ea typeface="+mn-ea"/>
              <a:cs typeface="+mn-cs"/>
            </a:endParaRPr>
          </a:p>
        </p:txBody>
      </p:sp>
      <p:sp>
        <p:nvSpPr>
          <p:cNvPr id="13" name="Rectangle 2">
            <a:extLst>
              <a:ext uri="{FF2B5EF4-FFF2-40B4-BE49-F238E27FC236}">
                <a16:creationId xmlns:a16="http://schemas.microsoft.com/office/drawing/2014/main" id="{B8A06905-0D5D-438F-86F2-13F2D1661D56}"/>
              </a:ext>
            </a:extLst>
          </p:cNvPr>
          <p:cNvSpPr>
            <a:spLocks noChangeArrowheads="1"/>
          </p:cNvSpPr>
          <p:nvPr/>
        </p:nvSpPr>
        <p:spPr bwMode="auto">
          <a:xfrm>
            <a:off x="-1730571" y="855576"/>
            <a:ext cx="13343238"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Arial" charset="0"/>
              <a:ea typeface="+mn-ea"/>
              <a:cs typeface="+mn-cs"/>
            </a:endParaRPr>
          </a:p>
        </p:txBody>
      </p:sp>
      <p:sp>
        <p:nvSpPr>
          <p:cNvPr id="14" name="TextBox 13">
            <a:extLst>
              <a:ext uri="{FF2B5EF4-FFF2-40B4-BE49-F238E27FC236}">
                <a16:creationId xmlns:a16="http://schemas.microsoft.com/office/drawing/2014/main" id="{CAF29FE4-7A5F-457E-AAAA-83FACAEF27D1}"/>
              </a:ext>
            </a:extLst>
          </p:cNvPr>
          <p:cNvSpPr txBox="1"/>
          <p:nvPr/>
        </p:nvSpPr>
        <p:spPr>
          <a:xfrm>
            <a:off x="1474075" y="1393280"/>
            <a:ext cx="6145925" cy="646331"/>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Arial" charset="0"/>
                <a:ea typeface="+mn-ea"/>
                <a:cs typeface="+mn-cs"/>
              </a:rPr>
              <a:t>Order Database</a:t>
            </a:r>
            <a:br>
              <a:rPr kumimoji="0" lang="en-US" sz="1800" b="0" i="0" u="none" strike="noStrike" kern="1200" cap="none" spc="0" normalizeH="0" baseline="0" noProof="0" dirty="0">
                <a:ln>
                  <a:noFill/>
                </a:ln>
                <a:solidFill>
                  <a:srgbClr val="0000FF"/>
                </a:solidFill>
                <a:effectLst/>
                <a:uLnTx/>
                <a:uFillTx/>
                <a:latin typeface="Arial" charset="0"/>
                <a:ea typeface="+mn-ea"/>
                <a:cs typeface="+mn-cs"/>
              </a:rPr>
            </a:br>
            <a:endParaRPr kumimoji="0" lang="en-US" sz="1800" b="1" i="0" u="none" strike="noStrike" kern="1200" cap="none" spc="0" normalizeH="0" baseline="0" noProof="0" dirty="0">
              <a:ln>
                <a:noFill/>
              </a:ln>
              <a:solidFill>
                <a:srgbClr val="0000FF"/>
              </a:solidFill>
              <a:effectLst/>
              <a:uLnTx/>
              <a:uFillTx/>
              <a:latin typeface="Arial" charset="0"/>
              <a:ea typeface="+mn-ea"/>
              <a:cs typeface="+mn-cs"/>
            </a:endParaRPr>
          </a:p>
        </p:txBody>
      </p:sp>
    </p:spTree>
    <p:extLst>
      <p:ext uri="{BB962C8B-B14F-4D97-AF65-F5344CB8AC3E}">
        <p14:creationId xmlns:p14="http://schemas.microsoft.com/office/powerpoint/2010/main" val="12354413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2401B2A-5D75-1D50-F97C-F78EF9D2D67F}"/>
              </a:ext>
            </a:extLst>
          </p:cNvPr>
          <p:cNvSpPr>
            <a:spLocks noGrp="1"/>
          </p:cNvSpPr>
          <p:nvPr>
            <p:ph type="ftr" sz="quarter" idx="11"/>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50" name="Ink 49">
                <a:extLst>
                  <a:ext uri="{FF2B5EF4-FFF2-40B4-BE49-F238E27FC236}">
                    <a16:creationId xmlns:a16="http://schemas.microsoft.com/office/drawing/2014/main" id="{B747E9E7-9D92-A57A-6747-32A0273A024E}"/>
                  </a:ext>
                </a:extLst>
              </p14:cNvPr>
              <p14:cNvContentPartPr/>
              <p14:nvPr/>
            </p14:nvContentPartPr>
            <p14:xfrm>
              <a:off x="3705510" y="539124"/>
              <a:ext cx="159120" cy="189720"/>
            </p14:xfrm>
          </p:contentPart>
        </mc:Choice>
        <mc:Fallback xmlns="">
          <p:pic>
            <p:nvPicPr>
              <p:cNvPr id="50" name="Ink 49">
                <a:extLst>
                  <a:ext uri="{FF2B5EF4-FFF2-40B4-BE49-F238E27FC236}">
                    <a16:creationId xmlns:a16="http://schemas.microsoft.com/office/drawing/2014/main" id="{B747E9E7-9D92-A57A-6747-32A0273A024E}"/>
                  </a:ext>
                </a:extLst>
              </p:cNvPr>
              <p:cNvPicPr/>
              <p:nvPr/>
            </p:nvPicPr>
            <p:blipFill>
              <a:blip r:embed="rId3"/>
              <a:stretch>
                <a:fillRect/>
              </a:stretch>
            </p:blipFill>
            <p:spPr>
              <a:xfrm>
                <a:off x="3699390" y="533004"/>
                <a:ext cx="171360" cy="201960"/>
              </a:xfrm>
              <a:prstGeom prst="rect">
                <a:avLst/>
              </a:prstGeom>
            </p:spPr>
          </p:pic>
        </mc:Fallback>
      </mc:AlternateContent>
      <p:grpSp>
        <p:nvGrpSpPr>
          <p:cNvPr id="69" name="Group 68">
            <a:extLst>
              <a:ext uri="{FF2B5EF4-FFF2-40B4-BE49-F238E27FC236}">
                <a16:creationId xmlns:a16="http://schemas.microsoft.com/office/drawing/2014/main" id="{5B03658C-2D45-FC7D-D536-AFCCBEA46352}"/>
              </a:ext>
            </a:extLst>
          </p:cNvPr>
          <p:cNvGrpSpPr/>
          <p:nvPr/>
        </p:nvGrpSpPr>
        <p:grpSpPr>
          <a:xfrm>
            <a:off x="812550" y="858444"/>
            <a:ext cx="799920" cy="412200"/>
            <a:chOff x="812550" y="858444"/>
            <a:chExt cx="799920" cy="412200"/>
          </a:xfrm>
        </p:grpSpPr>
        <mc:AlternateContent xmlns:mc="http://schemas.openxmlformats.org/markup-compatibility/2006" xmlns:p14="http://schemas.microsoft.com/office/powerpoint/2010/main">
          <mc:Choice Requires="p14">
            <p:contentPart p14:bwMode="auto" r:id="rId4">
              <p14:nvContentPartPr>
                <p14:cNvPr id="64" name="Ink 63">
                  <a:extLst>
                    <a:ext uri="{FF2B5EF4-FFF2-40B4-BE49-F238E27FC236}">
                      <a16:creationId xmlns:a16="http://schemas.microsoft.com/office/drawing/2014/main" id="{2F6BB554-91C8-E604-266C-063E19C9CCC7}"/>
                    </a:ext>
                  </a:extLst>
                </p14:cNvPr>
                <p14:cNvContentPartPr/>
                <p14:nvPr/>
              </p14:nvContentPartPr>
              <p14:xfrm>
                <a:off x="812550" y="858444"/>
                <a:ext cx="144360" cy="248040"/>
              </p14:xfrm>
            </p:contentPart>
          </mc:Choice>
          <mc:Fallback xmlns="">
            <p:pic>
              <p:nvPicPr>
                <p:cNvPr id="64" name="Ink 63">
                  <a:extLst>
                    <a:ext uri="{FF2B5EF4-FFF2-40B4-BE49-F238E27FC236}">
                      <a16:creationId xmlns:a16="http://schemas.microsoft.com/office/drawing/2014/main" id="{2F6BB554-91C8-E604-266C-063E19C9CCC7}"/>
                    </a:ext>
                  </a:extLst>
                </p:cNvPr>
                <p:cNvPicPr/>
                <p:nvPr/>
              </p:nvPicPr>
              <p:blipFill>
                <a:blip r:embed="rId5"/>
                <a:stretch>
                  <a:fillRect/>
                </a:stretch>
              </p:blipFill>
              <p:spPr>
                <a:xfrm>
                  <a:off x="806430" y="852324"/>
                  <a:ext cx="1566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5" name="Ink 64">
                  <a:extLst>
                    <a:ext uri="{FF2B5EF4-FFF2-40B4-BE49-F238E27FC236}">
                      <a16:creationId xmlns:a16="http://schemas.microsoft.com/office/drawing/2014/main" id="{FFA1E766-DC35-FBA9-9C24-48FC2202EF1D}"/>
                    </a:ext>
                  </a:extLst>
                </p14:cNvPr>
                <p14:cNvContentPartPr/>
                <p14:nvPr/>
              </p14:nvContentPartPr>
              <p14:xfrm>
                <a:off x="1005510" y="904524"/>
                <a:ext cx="200160" cy="181080"/>
              </p14:xfrm>
            </p:contentPart>
          </mc:Choice>
          <mc:Fallback xmlns="">
            <p:pic>
              <p:nvPicPr>
                <p:cNvPr id="65" name="Ink 64">
                  <a:extLst>
                    <a:ext uri="{FF2B5EF4-FFF2-40B4-BE49-F238E27FC236}">
                      <a16:creationId xmlns:a16="http://schemas.microsoft.com/office/drawing/2014/main" id="{FFA1E766-DC35-FBA9-9C24-48FC2202EF1D}"/>
                    </a:ext>
                  </a:extLst>
                </p:cNvPr>
                <p:cNvPicPr/>
                <p:nvPr/>
              </p:nvPicPr>
              <p:blipFill>
                <a:blip r:embed="rId7"/>
                <a:stretch>
                  <a:fillRect/>
                </a:stretch>
              </p:blipFill>
              <p:spPr>
                <a:xfrm>
                  <a:off x="999390" y="898404"/>
                  <a:ext cx="21240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6" name="Ink 65">
                  <a:extLst>
                    <a:ext uri="{FF2B5EF4-FFF2-40B4-BE49-F238E27FC236}">
                      <a16:creationId xmlns:a16="http://schemas.microsoft.com/office/drawing/2014/main" id="{F891AD51-19E2-403B-2D09-DBB7C374AB72}"/>
                    </a:ext>
                  </a:extLst>
                </p14:cNvPr>
                <p14:cNvContentPartPr/>
                <p14:nvPr/>
              </p14:nvContentPartPr>
              <p14:xfrm>
                <a:off x="1218630" y="912444"/>
                <a:ext cx="87840" cy="201960"/>
              </p14:xfrm>
            </p:contentPart>
          </mc:Choice>
          <mc:Fallback xmlns="">
            <p:pic>
              <p:nvPicPr>
                <p:cNvPr id="66" name="Ink 65">
                  <a:extLst>
                    <a:ext uri="{FF2B5EF4-FFF2-40B4-BE49-F238E27FC236}">
                      <a16:creationId xmlns:a16="http://schemas.microsoft.com/office/drawing/2014/main" id="{F891AD51-19E2-403B-2D09-DBB7C374AB72}"/>
                    </a:ext>
                  </a:extLst>
                </p:cNvPr>
                <p:cNvPicPr/>
                <p:nvPr/>
              </p:nvPicPr>
              <p:blipFill>
                <a:blip r:embed="rId9"/>
                <a:stretch>
                  <a:fillRect/>
                </a:stretch>
              </p:blipFill>
              <p:spPr>
                <a:xfrm>
                  <a:off x="1212510" y="906324"/>
                  <a:ext cx="10008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7" name="Ink 66">
                  <a:extLst>
                    <a:ext uri="{FF2B5EF4-FFF2-40B4-BE49-F238E27FC236}">
                      <a16:creationId xmlns:a16="http://schemas.microsoft.com/office/drawing/2014/main" id="{05F38604-F435-6F7D-1FE5-9BA044FE980F}"/>
                    </a:ext>
                  </a:extLst>
                </p14:cNvPr>
                <p14:cNvContentPartPr/>
                <p14:nvPr/>
              </p14:nvContentPartPr>
              <p14:xfrm>
                <a:off x="1307190" y="892644"/>
                <a:ext cx="172080" cy="173160"/>
              </p14:xfrm>
            </p:contentPart>
          </mc:Choice>
          <mc:Fallback xmlns="">
            <p:pic>
              <p:nvPicPr>
                <p:cNvPr id="67" name="Ink 66">
                  <a:extLst>
                    <a:ext uri="{FF2B5EF4-FFF2-40B4-BE49-F238E27FC236}">
                      <a16:creationId xmlns:a16="http://schemas.microsoft.com/office/drawing/2014/main" id="{05F38604-F435-6F7D-1FE5-9BA044FE980F}"/>
                    </a:ext>
                  </a:extLst>
                </p:cNvPr>
                <p:cNvPicPr/>
                <p:nvPr/>
              </p:nvPicPr>
              <p:blipFill>
                <a:blip r:embed="rId11"/>
                <a:stretch>
                  <a:fillRect/>
                </a:stretch>
              </p:blipFill>
              <p:spPr>
                <a:xfrm>
                  <a:off x="1301070" y="886524"/>
                  <a:ext cx="1843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8" name="Ink 67">
                  <a:extLst>
                    <a:ext uri="{FF2B5EF4-FFF2-40B4-BE49-F238E27FC236}">
                      <a16:creationId xmlns:a16="http://schemas.microsoft.com/office/drawing/2014/main" id="{0AB0FA6E-74D1-2385-D9E8-5EB09DE583F0}"/>
                    </a:ext>
                  </a:extLst>
                </p14:cNvPr>
                <p14:cNvContentPartPr/>
                <p14:nvPr/>
              </p14:nvContentPartPr>
              <p14:xfrm>
                <a:off x="1521750" y="1065084"/>
                <a:ext cx="90720" cy="205560"/>
              </p14:xfrm>
            </p:contentPart>
          </mc:Choice>
          <mc:Fallback xmlns="">
            <p:pic>
              <p:nvPicPr>
                <p:cNvPr id="68" name="Ink 67">
                  <a:extLst>
                    <a:ext uri="{FF2B5EF4-FFF2-40B4-BE49-F238E27FC236}">
                      <a16:creationId xmlns:a16="http://schemas.microsoft.com/office/drawing/2014/main" id="{0AB0FA6E-74D1-2385-D9E8-5EB09DE583F0}"/>
                    </a:ext>
                  </a:extLst>
                </p:cNvPr>
                <p:cNvPicPr/>
                <p:nvPr/>
              </p:nvPicPr>
              <p:blipFill>
                <a:blip r:embed="rId13"/>
                <a:stretch>
                  <a:fillRect/>
                </a:stretch>
              </p:blipFill>
              <p:spPr>
                <a:xfrm>
                  <a:off x="1515630" y="1058964"/>
                  <a:ext cx="102960" cy="217800"/>
                </a:xfrm>
                <a:prstGeom prst="rect">
                  <a:avLst/>
                </a:prstGeom>
              </p:spPr>
            </p:pic>
          </mc:Fallback>
        </mc:AlternateContent>
      </p:grpSp>
      <p:grpSp>
        <p:nvGrpSpPr>
          <p:cNvPr id="110" name="Group 109">
            <a:extLst>
              <a:ext uri="{FF2B5EF4-FFF2-40B4-BE49-F238E27FC236}">
                <a16:creationId xmlns:a16="http://schemas.microsoft.com/office/drawing/2014/main" id="{3E8AEA01-F514-574B-00AC-53C8359F0EE8}"/>
              </a:ext>
            </a:extLst>
          </p:cNvPr>
          <p:cNvGrpSpPr/>
          <p:nvPr/>
        </p:nvGrpSpPr>
        <p:grpSpPr>
          <a:xfrm>
            <a:off x="764310" y="1246884"/>
            <a:ext cx="609840" cy="530640"/>
            <a:chOff x="764310" y="1246884"/>
            <a:chExt cx="609840" cy="530640"/>
          </a:xfrm>
        </p:grpSpPr>
        <mc:AlternateContent xmlns:mc="http://schemas.openxmlformats.org/markup-compatibility/2006" xmlns:p14="http://schemas.microsoft.com/office/powerpoint/2010/main">
          <mc:Choice Requires="p14">
            <p:contentPart p14:bwMode="auto" r:id="rId14">
              <p14:nvContentPartPr>
                <p14:cNvPr id="103" name="Ink 102">
                  <a:extLst>
                    <a:ext uri="{FF2B5EF4-FFF2-40B4-BE49-F238E27FC236}">
                      <a16:creationId xmlns:a16="http://schemas.microsoft.com/office/drawing/2014/main" id="{D327CF9A-02FE-0CC4-E04E-9D5E2A8BFAAB}"/>
                    </a:ext>
                  </a:extLst>
                </p14:cNvPr>
                <p14:cNvContentPartPr/>
                <p14:nvPr/>
              </p14:nvContentPartPr>
              <p14:xfrm>
                <a:off x="844950" y="1246884"/>
                <a:ext cx="24120" cy="238680"/>
              </p14:xfrm>
            </p:contentPart>
          </mc:Choice>
          <mc:Fallback xmlns="">
            <p:pic>
              <p:nvPicPr>
                <p:cNvPr id="103" name="Ink 102">
                  <a:extLst>
                    <a:ext uri="{FF2B5EF4-FFF2-40B4-BE49-F238E27FC236}">
                      <a16:creationId xmlns:a16="http://schemas.microsoft.com/office/drawing/2014/main" id="{D327CF9A-02FE-0CC4-E04E-9D5E2A8BFAAB}"/>
                    </a:ext>
                  </a:extLst>
                </p:cNvPr>
                <p:cNvPicPr/>
                <p:nvPr/>
              </p:nvPicPr>
              <p:blipFill>
                <a:blip r:embed="rId15"/>
                <a:stretch>
                  <a:fillRect/>
                </a:stretch>
              </p:blipFill>
              <p:spPr>
                <a:xfrm>
                  <a:off x="838830" y="1240764"/>
                  <a:ext cx="3636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4" name="Ink 103">
                  <a:extLst>
                    <a:ext uri="{FF2B5EF4-FFF2-40B4-BE49-F238E27FC236}">
                      <a16:creationId xmlns:a16="http://schemas.microsoft.com/office/drawing/2014/main" id="{5781E1FE-5CF4-8AE5-FD13-93D5ED52D0EB}"/>
                    </a:ext>
                  </a:extLst>
                </p14:cNvPr>
                <p14:cNvContentPartPr/>
                <p14:nvPr/>
              </p14:nvContentPartPr>
              <p14:xfrm>
                <a:off x="764310" y="1374684"/>
                <a:ext cx="192600" cy="27720"/>
              </p14:xfrm>
            </p:contentPart>
          </mc:Choice>
          <mc:Fallback xmlns="">
            <p:pic>
              <p:nvPicPr>
                <p:cNvPr id="104" name="Ink 103">
                  <a:extLst>
                    <a:ext uri="{FF2B5EF4-FFF2-40B4-BE49-F238E27FC236}">
                      <a16:creationId xmlns:a16="http://schemas.microsoft.com/office/drawing/2014/main" id="{5781E1FE-5CF4-8AE5-FD13-93D5ED52D0EB}"/>
                    </a:ext>
                  </a:extLst>
                </p:cNvPr>
                <p:cNvPicPr/>
                <p:nvPr/>
              </p:nvPicPr>
              <p:blipFill>
                <a:blip r:embed="rId17"/>
                <a:stretch>
                  <a:fillRect/>
                </a:stretch>
              </p:blipFill>
              <p:spPr>
                <a:xfrm>
                  <a:off x="758190" y="1368564"/>
                  <a:ext cx="2048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5" name="Ink 104">
                  <a:extLst>
                    <a:ext uri="{FF2B5EF4-FFF2-40B4-BE49-F238E27FC236}">
                      <a16:creationId xmlns:a16="http://schemas.microsoft.com/office/drawing/2014/main" id="{EC8FE05E-A48A-67BA-C4D2-C2AF36402E5F}"/>
                    </a:ext>
                  </a:extLst>
                </p14:cNvPr>
                <p14:cNvContentPartPr/>
                <p14:nvPr/>
              </p14:nvContentPartPr>
              <p14:xfrm>
                <a:off x="919470" y="1285764"/>
                <a:ext cx="23040" cy="214920"/>
              </p14:xfrm>
            </p:contentPart>
          </mc:Choice>
          <mc:Fallback xmlns="">
            <p:pic>
              <p:nvPicPr>
                <p:cNvPr id="105" name="Ink 104">
                  <a:extLst>
                    <a:ext uri="{FF2B5EF4-FFF2-40B4-BE49-F238E27FC236}">
                      <a16:creationId xmlns:a16="http://schemas.microsoft.com/office/drawing/2014/main" id="{EC8FE05E-A48A-67BA-C4D2-C2AF36402E5F}"/>
                    </a:ext>
                  </a:extLst>
                </p:cNvPr>
                <p:cNvPicPr/>
                <p:nvPr/>
              </p:nvPicPr>
              <p:blipFill>
                <a:blip r:embed="rId19"/>
                <a:stretch>
                  <a:fillRect/>
                </a:stretch>
              </p:blipFill>
              <p:spPr>
                <a:xfrm>
                  <a:off x="913350" y="1279644"/>
                  <a:ext cx="3528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6" name="Ink 105">
                  <a:extLst>
                    <a:ext uri="{FF2B5EF4-FFF2-40B4-BE49-F238E27FC236}">
                      <a16:creationId xmlns:a16="http://schemas.microsoft.com/office/drawing/2014/main" id="{48643058-B6C5-32A3-0661-3A63FDE2565F}"/>
                    </a:ext>
                  </a:extLst>
                </p14:cNvPr>
                <p14:cNvContentPartPr/>
                <p14:nvPr/>
              </p14:nvContentPartPr>
              <p14:xfrm>
                <a:off x="796350" y="1453164"/>
                <a:ext cx="204840" cy="14760"/>
              </p14:xfrm>
            </p:contentPart>
          </mc:Choice>
          <mc:Fallback xmlns="">
            <p:pic>
              <p:nvPicPr>
                <p:cNvPr id="106" name="Ink 105">
                  <a:extLst>
                    <a:ext uri="{FF2B5EF4-FFF2-40B4-BE49-F238E27FC236}">
                      <a16:creationId xmlns:a16="http://schemas.microsoft.com/office/drawing/2014/main" id="{48643058-B6C5-32A3-0661-3A63FDE2565F}"/>
                    </a:ext>
                  </a:extLst>
                </p:cNvPr>
                <p:cNvPicPr/>
                <p:nvPr/>
              </p:nvPicPr>
              <p:blipFill>
                <a:blip r:embed="rId21"/>
                <a:stretch>
                  <a:fillRect/>
                </a:stretch>
              </p:blipFill>
              <p:spPr>
                <a:xfrm>
                  <a:off x="790230" y="1447044"/>
                  <a:ext cx="2170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7" name="Ink 106">
                  <a:extLst>
                    <a:ext uri="{FF2B5EF4-FFF2-40B4-BE49-F238E27FC236}">
                      <a16:creationId xmlns:a16="http://schemas.microsoft.com/office/drawing/2014/main" id="{E620636C-6B7D-5BA3-8D57-EA556125C03A}"/>
                    </a:ext>
                  </a:extLst>
                </p14:cNvPr>
                <p14:cNvContentPartPr/>
                <p14:nvPr/>
              </p14:nvContentPartPr>
              <p14:xfrm>
                <a:off x="840990" y="1629924"/>
                <a:ext cx="81720" cy="147600"/>
              </p14:xfrm>
            </p:contentPart>
          </mc:Choice>
          <mc:Fallback xmlns="">
            <p:pic>
              <p:nvPicPr>
                <p:cNvPr id="107" name="Ink 106">
                  <a:extLst>
                    <a:ext uri="{FF2B5EF4-FFF2-40B4-BE49-F238E27FC236}">
                      <a16:creationId xmlns:a16="http://schemas.microsoft.com/office/drawing/2014/main" id="{E620636C-6B7D-5BA3-8D57-EA556125C03A}"/>
                    </a:ext>
                  </a:extLst>
                </p:cNvPr>
                <p:cNvPicPr/>
                <p:nvPr/>
              </p:nvPicPr>
              <p:blipFill>
                <a:blip r:embed="rId23"/>
                <a:stretch>
                  <a:fillRect/>
                </a:stretch>
              </p:blipFill>
              <p:spPr>
                <a:xfrm>
                  <a:off x="834870" y="1623804"/>
                  <a:ext cx="939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8" name="Ink 107">
                  <a:extLst>
                    <a:ext uri="{FF2B5EF4-FFF2-40B4-BE49-F238E27FC236}">
                      <a16:creationId xmlns:a16="http://schemas.microsoft.com/office/drawing/2014/main" id="{BD50590D-2442-B2C5-4AE8-80663ABECED8}"/>
                    </a:ext>
                  </a:extLst>
                </p14:cNvPr>
                <p14:cNvContentPartPr/>
                <p14:nvPr/>
              </p14:nvContentPartPr>
              <p14:xfrm>
                <a:off x="954030" y="1654764"/>
                <a:ext cx="108000" cy="111960"/>
              </p14:xfrm>
            </p:contentPart>
          </mc:Choice>
          <mc:Fallback xmlns="">
            <p:pic>
              <p:nvPicPr>
                <p:cNvPr id="108" name="Ink 107">
                  <a:extLst>
                    <a:ext uri="{FF2B5EF4-FFF2-40B4-BE49-F238E27FC236}">
                      <a16:creationId xmlns:a16="http://schemas.microsoft.com/office/drawing/2014/main" id="{BD50590D-2442-B2C5-4AE8-80663ABECED8}"/>
                    </a:ext>
                  </a:extLst>
                </p:cNvPr>
                <p:cNvPicPr/>
                <p:nvPr/>
              </p:nvPicPr>
              <p:blipFill>
                <a:blip r:embed="rId25"/>
                <a:stretch>
                  <a:fillRect/>
                </a:stretch>
              </p:blipFill>
              <p:spPr>
                <a:xfrm>
                  <a:off x="947910" y="1648644"/>
                  <a:ext cx="1202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9" name="Ink 108">
                  <a:extLst>
                    <a:ext uri="{FF2B5EF4-FFF2-40B4-BE49-F238E27FC236}">
                      <a16:creationId xmlns:a16="http://schemas.microsoft.com/office/drawing/2014/main" id="{EA2AFFAE-34A2-E273-6C95-0CC35181658B}"/>
                    </a:ext>
                  </a:extLst>
                </p14:cNvPr>
                <p14:cNvContentPartPr/>
                <p14:nvPr/>
              </p14:nvContentPartPr>
              <p14:xfrm>
                <a:off x="1089390" y="1580604"/>
                <a:ext cx="284760" cy="178560"/>
              </p14:xfrm>
            </p:contentPart>
          </mc:Choice>
          <mc:Fallback xmlns="">
            <p:pic>
              <p:nvPicPr>
                <p:cNvPr id="109" name="Ink 108">
                  <a:extLst>
                    <a:ext uri="{FF2B5EF4-FFF2-40B4-BE49-F238E27FC236}">
                      <a16:creationId xmlns:a16="http://schemas.microsoft.com/office/drawing/2014/main" id="{EA2AFFAE-34A2-E273-6C95-0CC35181658B}"/>
                    </a:ext>
                  </a:extLst>
                </p:cNvPr>
                <p:cNvPicPr/>
                <p:nvPr/>
              </p:nvPicPr>
              <p:blipFill>
                <a:blip r:embed="rId27"/>
                <a:stretch>
                  <a:fillRect/>
                </a:stretch>
              </p:blipFill>
              <p:spPr>
                <a:xfrm>
                  <a:off x="1083270" y="1574484"/>
                  <a:ext cx="297000" cy="190800"/>
                </a:xfrm>
                <a:prstGeom prst="rect">
                  <a:avLst/>
                </a:prstGeom>
              </p:spPr>
            </p:pic>
          </mc:Fallback>
        </mc:AlternateContent>
      </p:grpSp>
      <p:grpSp>
        <p:nvGrpSpPr>
          <p:cNvPr id="115" name="Group 114">
            <a:extLst>
              <a:ext uri="{FF2B5EF4-FFF2-40B4-BE49-F238E27FC236}">
                <a16:creationId xmlns:a16="http://schemas.microsoft.com/office/drawing/2014/main" id="{360B1563-EDCF-2916-D49C-D0C13A43F387}"/>
              </a:ext>
            </a:extLst>
          </p:cNvPr>
          <p:cNvGrpSpPr/>
          <p:nvPr/>
        </p:nvGrpSpPr>
        <p:grpSpPr>
          <a:xfrm>
            <a:off x="853950" y="1883364"/>
            <a:ext cx="324000" cy="264240"/>
            <a:chOff x="853950" y="1883364"/>
            <a:chExt cx="324000" cy="264240"/>
          </a:xfrm>
        </p:grpSpPr>
        <mc:AlternateContent xmlns:mc="http://schemas.openxmlformats.org/markup-compatibility/2006" xmlns:p14="http://schemas.microsoft.com/office/powerpoint/2010/main">
          <mc:Choice Requires="p14">
            <p:contentPart p14:bwMode="auto" r:id="rId28">
              <p14:nvContentPartPr>
                <p14:cNvPr id="111" name="Ink 110">
                  <a:extLst>
                    <a:ext uri="{FF2B5EF4-FFF2-40B4-BE49-F238E27FC236}">
                      <a16:creationId xmlns:a16="http://schemas.microsoft.com/office/drawing/2014/main" id="{6A76A767-6A8F-925D-B57D-145D83729D33}"/>
                    </a:ext>
                  </a:extLst>
                </p14:cNvPr>
                <p14:cNvContentPartPr/>
                <p14:nvPr/>
              </p14:nvContentPartPr>
              <p14:xfrm>
                <a:off x="883830" y="1930524"/>
                <a:ext cx="32400" cy="217080"/>
              </p14:xfrm>
            </p:contentPart>
          </mc:Choice>
          <mc:Fallback xmlns="">
            <p:pic>
              <p:nvPicPr>
                <p:cNvPr id="111" name="Ink 110">
                  <a:extLst>
                    <a:ext uri="{FF2B5EF4-FFF2-40B4-BE49-F238E27FC236}">
                      <a16:creationId xmlns:a16="http://schemas.microsoft.com/office/drawing/2014/main" id="{6A76A767-6A8F-925D-B57D-145D83729D33}"/>
                    </a:ext>
                  </a:extLst>
                </p:cNvPr>
                <p:cNvPicPr/>
                <p:nvPr/>
              </p:nvPicPr>
              <p:blipFill>
                <a:blip r:embed="rId29"/>
                <a:stretch>
                  <a:fillRect/>
                </a:stretch>
              </p:blipFill>
              <p:spPr>
                <a:xfrm>
                  <a:off x="877710" y="1924404"/>
                  <a:ext cx="4464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12" name="Ink 111">
                  <a:extLst>
                    <a:ext uri="{FF2B5EF4-FFF2-40B4-BE49-F238E27FC236}">
                      <a16:creationId xmlns:a16="http://schemas.microsoft.com/office/drawing/2014/main" id="{E67BCF3C-8F36-5B86-7491-8132C3BFF2FB}"/>
                    </a:ext>
                  </a:extLst>
                </p14:cNvPr>
                <p14:cNvContentPartPr/>
                <p14:nvPr/>
              </p14:nvContentPartPr>
              <p14:xfrm>
                <a:off x="853950" y="1921524"/>
                <a:ext cx="198000" cy="35280"/>
              </p14:xfrm>
            </p:contentPart>
          </mc:Choice>
          <mc:Fallback xmlns="">
            <p:pic>
              <p:nvPicPr>
                <p:cNvPr id="112" name="Ink 111">
                  <a:extLst>
                    <a:ext uri="{FF2B5EF4-FFF2-40B4-BE49-F238E27FC236}">
                      <a16:creationId xmlns:a16="http://schemas.microsoft.com/office/drawing/2014/main" id="{E67BCF3C-8F36-5B86-7491-8132C3BFF2FB}"/>
                    </a:ext>
                  </a:extLst>
                </p:cNvPr>
                <p:cNvPicPr/>
                <p:nvPr/>
              </p:nvPicPr>
              <p:blipFill>
                <a:blip r:embed="rId31"/>
                <a:stretch>
                  <a:fillRect/>
                </a:stretch>
              </p:blipFill>
              <p:spPr>
                <a:xfrm>
                  <a:off x="847830" y="1915404"/>
                  <a:ext cx="2102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13" name="Ink 112">
                  <a:extLst>
                    <a:ext uri="{FF2B5EF4-FFF2-40B4-BE49-F238E27FC236}">
                      <a16:creationId xmlns:a16="http://schemas.microsoft.com/office/drawing/2014/main" id="{71D18221-E36F-2EC3-3A48-08E9A7603774}"/>
                    </a:ext>
                  </a:extLst>
                </p14:cNvPr>
                <p14:cNvContentPartPr/>
                <p14:nvPr/>
              </p14:nvContentPartPr>
              <p14:xfrm>
                <a:off x="973470" y="1989204"/>
                <a:ext cx="130680" cy="129240"/>
              </p14:xfrm>
            </p:contentPart>
          </mc:Choice>
          <mc:Fallback xmlns="">
            <p:pic>
              <p:nvPicPr>
                <p:cNvPr id="113" name="Ink 112">
                  <a:extLst>
                    <a:ext uri="{FF2B5EF4-FFF2-40B4-BE49-F238E27FC236}">
                      <a16:creationId xmlns:a16="http://schemas.microsoft.com/office/drawing/2014/main" id="{71D18221-E36F-2EC3-3A48-08E9A7603774}"/>
                    </a:ext>
                  </a:extLst>
                </p:cNvPr>
                <p:cNvPicPr/>
                <p:nvPr/>
              </p:nvPicPr>
              <p:blipFill>
                <a:blip r:embed="rId33"/>
                <a:stretch>
                  <a:fillRect/>
                </a:stretch>
              </p:blipFill>
              <p:spPr>
                <a:xfrm>
                  <a:off x="967350" y="1983084"/>
                  <a:ext cx="1429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14" name="Ink 113">
                  <a:extLst>
                    <a:ext uri="{FF2B5EF4-FFF2-40B4-BE49-F238E27FC236}">
                      <a16:creationId xmlns:a16="http://schemas.microsoft.com/office/drawing/2014/main" id="{8F87B381-1C1B-F188-0E47-B7B0D67B5E9A}"/>
                    </a:ext>
                  </a:extLst>
                </p14:cNvPr>
                <p14:cNvContentPartPr/>
                <p14:nvPr/>
              </p14:nvContentPartPr>
              <p14:xfrm>
                <a:off x="1159950" y="1883364"/>
                <a:ext cx="18000" cy="183960"/>
              </p14:xfrm>
            </p:contentPart>
          </mc:Choice>
          <mc:Fallback xmlns="">
            <p:pic>
              <p:nvPicPr>
                <p:cNvPr id="114" name="Ink 113">
                  <a:extLst>
                    <a:ext uri="{FF2B5EF4-FFF2-40B4-BE49-F238E27FC236}">
                      <a16:creationId xmlns:a16="http://schemas.microsoft.com/office/drawing/2014/main" id="{8F87B381-1C1B-F188-0E47-B7B0D67B5E9A}"/>
                    </a:ext>
                  </a:extLst>
                </p:cNvPr>
                <p:cNvPicPr/>
                <p:nvPr/>
              </p:nvPicPr>
              <p:blipFill>
                <a:blip r:embed="rId35"/>
                <a:stretch>
                  <a:fillRect/>
                </a:stretch>
              </p:blipFill>
              <p:spPr>
                <a:xfrm>
                  <a:off x="1153830" y="1877244"/>
                  <a:ext cx="30240" cy="196200"/>
                </a:xfrm>
                <a:prstGeom prst="rect">
                  <a:avLst/>
                </a:prstGeom>
              </p:spPr>
            </p:pic>
          </mc:Fallback>
        </mc:AlternateContent>
      </p:grpSp>
      <p:grpSp>
        <p:nvGrpSpPr>
          <p:cNvPr id="136" name="Group 135">
            <a:extLst>
              <a:ext uri="{FF2B5EF4-FFF2-40B4-BE49-F238E27FC236}">
                <a16:creationId xmlns:a16="http://schemas.microsoft.com/office/drawing/2014/main" id="{289C1190-D67E-A836-2AD2-AFB6251F705B}"/>
              </a:ext>
            </a:extLst>
          </p:cNvPr>
          <p:cNvGrpSpPr/>
          <p:nvPr/>
        </p:nvGrpSpPr>
        <p:grpSpPr>
          <a:xfrm>
            <a:off x="1974630" y="2405364"/>
            <a:ext cx="1427040" cy="284040"/>
            <a:chOff x="1974630" y="2405364"/>
            <a:chExt cx="1427040" cy="284040"/>
          </a:xfrm>
        </p:grpSpPr>
        <mc:AlternateContent xmlns:mc="http://schemas.openxmlformats.org/markup-compatibility/2006" xmlns:p14="http://schemas.microsoft.com/office/powerpoint/2010/main">
          <mc:Choice Requires="p14">
            <p:contentPart p14:bwMode="auto" r:id="rId36">
              <p14:nvContentPartPr>
                <p14:cNvPr id="133" name="Ink 132">
                  <a:extLst>
                    <a:ext uri="{FF2B5EF4-FFF2-40B4-BE49-F238E27FC236}">
                      <a16:creationId xmlns:a16="http://schemas.microsoft.com/office/drawing/2014/main" id="{6F9F3BB5-6214-4E95-28F5-1D5AAC9F9B5E}"/>
                    </a:ext>
                  </a:extLst>
                </p14:cNvPr>
                <p14:cNvContentPartPr/>
                <p14:nvPr/>
              </p14:nvContentPartPr>
              <p14:xfrm>
                <a:off x="1974630" y="2448204"/>
                <a:ext cx="98640" cy="241200"/>
              </p14:xfrm>
            </p:contentPart>
          </mc:Choice>
          <mc:Fallback xmlns="">
            <p:pic>
              <p:nvPicPr>
                <p:cNvPr id="133" name="Ink 132">
                  <a:extLst>
                    <a:ext uri="{FF2B5EF4-FFF2-40B4-BE49-F238E27FC236}">
                      <a16:creationId xmlns:a16="http://schemas.microsoft.com/office/drawing/2014/main" id="{6F9F3BB5-6214-4E95-28F5-1D5AAC9F9B5E}"/>
                    </a:ext>
                  </a:extLst>
                </p:cNvPr>
                <p:cNvPicPr/>
                <p:nvPr/>
              </p:nvPicPr>
              <p:blipFill>
                <a:blip r:embed="rId37"/>
                <a:stretch>
                  <a:fillRect/>
                </a:stretch>
              </p:blipFill>
              <p:spPr>
                <a:xfrm>
                  <a:off x="1968510" y="2442084"/>
                  <a:ext cx="11088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34" name="Ink 133">
                  <a:extLst>
                    <a:ext uri="{FF2B5EF4-FFF2-40B4-BE49-F238E27FC236}">
                      <a16:creationId xmlns:a16="http://schemas.microsoft.com/office/drawing/2014/main" id="{E2F7148B-2442-EF23-41D5-0C38FA0E2F40}"/>
                    </a:ext>
                  </a:extLst>
                </p14:cNvPr>
                <p14:cNvContentPartPr/>
                <p14:nvPr/>
              </p14:nvContentPartPr>
              <p14:xfrm>
                <a:off x="2115030" y="2405364"/>
                <a:ext cx="287280" cy="253080"/>
              </p14:xfrm>
            </p:contentPart>
          </mc:Choice>
          <mc:Fallback xmlns="">
            <p:pic>
              <p:nvPicPr>
                <p:cNvPr id="134" name="Ink 133">
                  <a:extLst>
                    <a:ext uri="{FF2B5EF4-FFF2-40B4-BE49-F238E27FC236}">
                      <a16:creationId xmlns:a16="http://schemas.microsoft.com/office/drawing/2014/main" id="{E2F7148B-2442-EF23-41D5-0C38FA0E2F40}"/>
                    </a:ext>
                  </a:extLst>
                </p:cNvPr>
                <p:cNvPicPr/>
                <p:nvPr/>
              </p:nvPicPr>
              <p:blipFill>
                <a:blip r:embed="rId39"/>
                <a:stretch>
                  <a:fillRect/>
                </a:stretch>
              </p:blipFill>
              <p:spPr>
                <a:xfrm>
                  <a:off x="2108910" y="2399244"/>
                  <a:ext cx="29952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35" name="Ink 134">
                  <a:extLst>
                    <a:ext uri="{FF2B5EF4-FFF2-40B4-BE49-F238E27FC236}">
                      <a16:creationId xmlns:a16="http://schemas.microsoft.com/office/drawing/2014/main" id="{BBEE6980-DA35-175A-D03F-EDA836D7E44D}"/>
                    </a:ext>
                  </a:extLst>
                </p14:cNvPr>
                <p14:cNvContentPartPr/>
                <p14:nvPr/>
              </p14:nvContentPartPr>
              <p14:xfrm>
                <a:off x="2573670" y="2446044"/>
                <a:ext cx="828000" cy="206280"/>
              </p14:xfrm>
            </p:contentPart>
          </mc:Choice>
          <mc:Fallback xmlns="">
            <p:pic>
              <p:nvPicPr>
                <p:cNvPr id="135" name="Ink 134">
                  <a:extLst>
                    <a:ext uri="{FF2B5EF4-FFF2-40B4-BE49-F238E27FC236}">
                      <a16:creationId xmlns:a16="http://schemas.microsoft.com/office/drawing/2014/main" id="{BBEE6980-DA35-175A-D03F-EDA836D7E44D}"/>
                    </a:ext>
                  </a:extLst>
                </p:cNvPr>
                <p:cNvPicPr/>
                <p:nvPr/>
              </p:nvPicPr>
              <p:blipFill>
                <a:blip r:embed="rId41"/>
                <a:stretch>
                  <a:fillRect/>
                </a:stretch>
              </p:blipFill>
              <p:spPr>
                <a:xfrm>
                  <a:off x="2567550" y="2439924"/>
                  <a:ext cx="840240" cy="218520"/>
                </a:xfrm>
                <a:prstGeom prst="rect">
                  <a:avLst/>
                </a:prstGeom>
              </p:spPr>
            </p:pic>
          </mc:Fallback>
        </mc:AlternateContent>
      </p:grpSp>
      <p:grpSp>
        <p:nvGrpSpPr>
          <p:cNvPr id="144" name="Group 143">
            <a:extLst>
              <a:ext uri="{FF2B5EF4-FFF2-40B4-BE49-F238E27FC236}">
                <a16:creationId xmlns:a16="http://schemas.microsoft.com/office/drawing/2014/main" id="{6022DFA8-9126-304B-0687-9E45DC27AF7B}"/>
              </a:ext>
            </a:extLst>
          </p:cNvPr>
          <p:cNvGrpSpPr/>
          <p:nvPr/>
        </p:nvGrpSpPr>
        <p:grpSpPr>
          <a:xfrm>
            <a:off x="1944750" y="2748804"/>
            <a:ext cx="1299960" cy="455040"/>
            <a:chOff x="1944750" y="2748804"/>
            <a:chExt cx="1299960" cy="455040"/>
          </a:xfrm>
        </p:grpSpPr>
        <mc:AlternateContent xmlns:mc="http://schemas.openxmlformats.org/markup-compatibility/2006" xmlns:p14="http://schemas.microsoft.com/office/powerpoint/2010/main">
          <mc:Choice Requires="p14">
            <p:contentPart p14:bwMode="auto" r:id="rId42">
              <p14:nvContentPartPr>
                <p14:cNvPr id="137" name="Ink 136">
                  <a:extLst>
                    <a:ext uri="{FF2B5EF4-FFF2-40B4-BE49-F238E27FC236}">
                      <a16:creationId xmlns:a16="http://schemas.microsoft.com/office/drawing/2014/main" id="{0546369A-F8BA-9169-A8AA-7C951B3E9F5A}"/>
                    </a:ext>
                  </a:extLst>
                </p14:cNvPr>
                <p14:cNvContentPartPr/>
                <p14:nvPr/>
              </p14:nvContentPartPr>
              <p14:xfrm>
                <a:off x="1944750" y="2935284"/>
                <a:ext cx="117720" cy="268560"/>
              </p14:xfrm>
            </p:contentPart>
          </mc:Choice>
          <mc:Fallback xmlns="">
            <p:pic>
              <p:nvPicPr>
                <p:cNvPr id="137" name="Ink 136">
                  <a:extLst>
                    <a:ext uri="{FF2B5EF4-FFF2-40B4-BE49-F238E27FC236}">
                      <a16:creationId xmlns:a16="http://schemas.microsoft.com/office/drawing/2014/main" id="{0546369A-F8BA-9169-A8AA-7C951B3E9F5A}"/>
                    </a:ext>
                  </a:extLst>
                </p:cNvPr>
                <p:cNvPicPr/>
                <p:nvPr/>
              </p:nvPicPr>
              <p:blipFill>
                <a:blip r:embed="rId43"/>
                <a:stretch>
                  <a:fillRect/>
                </a:stretch>
              </p:blipFill>
              <p:spPr>
                <a:xfrm>
                  <a:off x="1938630" y="2929164"/>
                  <a:ext cx="12996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38" name="Ink 137">
                  <a:extLst>
                    <a:ext uri="{FF2B5EF4-FFF2-40B4-BE49-F238E27FC236}">
                      <a16:creationId xmlns:a16="http://schemas.microsoft.com/office/drawing/2014/main" id="{0DAFFD1E-6204-E59D-9E29-0AF0FE28E0EA}"/>
                    </a:ext>
                  </a:extLst>
                </p14:cNvPr>
                <p14:cNvContentPartPr/>
                <p14:nvPr/>
              </p14:nvContentPartPr>
              <p14:xfrm>
                <a:off x="2072190" y="2894604"/>
                <a:ext cx="123480" cy="198000"/>
              </p14:xfrm>
            </p:contentPart>
          </mc:Choice>
          <mc:Fallback xmlns="">
            <p:pic>
              <p:nvPicPr>
                <p:cNvPr id="138" name="Ink 137">
                  <a:extLst>
                    <a:ext uri="{FF2B5EF4-FFF2-40B4-BE49-F238E27FC236}">
                      <a16:creationId xmlns:a16="http://schemas.microsoft.com/office/drawing/2014/main" id="{0DAFFD1E-6204-E59D-9E29-0AF0FE28E0EA}"/>
                    </a:ext>
                  </a:extLst>
                </p:cNvPr>
                <p:cNvPicPr/>
                <p:nvPr/>
              </p:nvPicPr>
              <p:blipFill>
                <a:blip r:embed="rId45"/>
                <a:stretch>
                  <a:fillRect/>
                </a:stretch>
              </p:blipFill>
              <p:spPr>
                <a:xfrm>
                  <a:off x="2066070" y="2888484"/>
                  <a:ext cx="1357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39" name="Ink 138">
                  <a:extLst>
                    <a:ext uri="{FF2B5EF4-FFF2-40B4-BE49-F238E27FC236}">
                      <a16:creationId xmlns:a16="http://schemas.microsoft.com/office/drawing/2014/main" id="{27D091EF-1EE9-95FF-F27F-6689932D1DF0}"/>
                    </a:ext>
                  </a:extLst>
                </p14:cNvPr>
                <p14:cNvContentPartPr/>
                <p14:nvPr/>
              </p14:nvContentPartPr>
              <p14:xfrm>
                <a:off x="2194950" y="2916204"/>
                <a:ext cx="138960" cy="92160"/>
              </p14:xfrm>
            </p:contentPart>
          </mc:Choice>
          <mc:Fallback xmlns="">
            <p:pic>
              <p:nvPicPr>
                <p:cNvPr id="139" name="Ink 138">
                  <a:extLst>
                    <a:ext uri="{FF2B5EF4-FFF2-40B4-BE49-F238E27FC236}">
                      <a16:creationId xmlns:a16="http://schemas.microsoft.com/office/drawing/2014/main" id="{27D091EF-1EE9-95FF-F27F-6689932D1DF0}"/>
                    </a:ext>
                  </a:extLst>
                </p:cNvPr>
                <p:cNvPicPr/>
                <p:nvPr/>
              </p:nvPicPr>
              <p:blipFill>
                <a:blip r:embed="rId47"/>
                <a:stretch>
                  <a:fillRect/>
                </a:stretch>
              </p:blipFill>
              <p:spPr>
                <a:xfrm>
                  <a:off x="2188830" y="2910084"/>
                  <a:ext cx="15120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40" name="Ink 139">
                  <a:extLst>
                    <a:ext uri="{FF2B5EF4-FFF2-40B4-BE49-F238E27FC236}">
                      <a16:creationId xmlns:a16="http://schemas.microsoft.com/office/drawing/2014/main" id="{983B52BE-DC6F-0AC4-9D27-6D6524820D8A}"/>
                    </a:ext>
                  </a:extLst>
                </p14:cNvPr>
                <p14:cNvContentPartPr/>
                <p14:nvPr/>
              </p14:nvContentPartPr>
              <p14:xfrm>
                <a:off x="2291070" y="2836284"/>
                <a:ext cx="172800" cy="215640"/>
              </p14:xfrm>
            </p:contentPart>
          </mc:Choice>
          <mc:Fallback xmlns="">
            <p:pic>
              <p:nvPicPr>
                <p:cNvPr id="140" name="Ink 139">
                  <a:extLst>
                    <a:ext uri="{FF2B5EF4-FFF2-40B4-BE49-F238E27FC236}">
                      <a16:creationId xmlns:a16="http://schemas.microsoft.com/office/drawing/2014/main" id="{983B52BE-DC6F-0AC4-9D27-6D6524820D8A}"/>
                    </a:ext>
                  </a:extLst>
                </p:cNvPr>
                <p:cNvPicPr/>
                <p:nvPr/>
              </p:nvPicPr>
              <p:blipFill>
                <a:blip r:embed="rId49"/>
                <a:stretch>
                  <a:fillRect/>
                </a:stretch>
              </p:blipFill>
              <p:spPr>
                <a:xfrm>
                  <a:off x="2284950" y="2830164"/>
                  <a:ext cx="18504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41" name="Ink 140">
                  <a:extLst>
                    <a:ext uri="{FF2B5EF4-FFF2-40B4-BE49-F238E27FC236}">
                      <a16:creationId xmlns:a16="http://schemas.microsoft.com/office/drawing/2014/main" id="{B1CF3148-6308-F8FE-2F76-F130DC60EA46}"/>
                    </a:ext>
                  </a:extLst>
                </p14:cNvPr>
                <p14:cNvContentPartPr/>
                <p14:nvPr/>
              </p14:nvContentPartPr>
              <p14:xfrm>
                <a:off x="2580150" y="2867964"/>
                <a:ext cx="132480" cy="257400"/>
              </p14:xfrm>
            </p:contentPart>
          </mc:Choice>
          <mc:Fallback xmlns="">
            <p:pic>
              <p:nvPicPr>
                <p:cNvPr id="141" name="Ink 140">
                  <a:extLst>
                    <a:ext uri="{FF2B5EF4-FFF2-40B4-BE49-F238E27FC236}">
                      <a16:creationId xmlns:a16="http://schemas.microsoft.com/office/drawing/2014/main" id="{B1CF3148-6308-F8FE-2F76-F130DC60EA46}"/>
                    </a:ext>
                  </a:extLst>
                </p:cNvPr>
                <p:cNvPicPr/>
                <p:nvPr/>
              </p:nvPicPr>
              <p:blipFill>
                <a:blip r:embed="rId51"/>
                <a:stretch>
                  <a:fillRect/>
                </a:stretch>
              </p:blipFill>
              <p:spPr>
                <a:xfrm>
                  <a:off x="2574030" y="2861844"/>
                  <a:ext cx="14472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42" name="Ink 141">
                  <a:extLst>
                    <a:ext uri="{FF2B5EF4-FFF2-40B4-BE49-F238E27FC236}">
                      <a16:creationId xmlns:a16="http://schemas.microsoft.com/office/drawing/2014/main" id="{8767F368-4705-4CB1-227F-CBBDC3BBF258}"/>
                    </a:ext>
                  </a:extLst>
                </p14:cNvPr>
                <p14:cNvContentPartPr/>
                <p14:nvPr/>
              </p14:nvContentPartPr>
              <p14:xfrm>
                <a:off x="2726670" y="2748804"/>
                <a:ext cx="204840" cy="227880"/>
              </p14:xfrm>
            </p:contentPart>
          </mc:Choice>
          <mc:Fallback xmlns="">
            <p:pic>
              <p:nvPicPr>
                <p:cNvPr id="142" name="Ink 141">
                  <a:extLst>
                    <a:ext uri="{FF2B5EF4-FFF2-40B4-BE49-F238E27FC236}">
                      <a16:creationId xmlns:a16="http://schemas.microsoft.com/office/drawing/2014/main" id="{8767F368-4705-4CB1-227F-CBBDC3BBF258}"/>
                    </a:ext>
                  </a:extLst>
                </p:cNvPr>
                <p:cNvPicPr/>
                <p:nvPr/>
              </p:nvPicPr>
              <p:blipFill>
                <a:blip r:embed="rId53"/>
                <a:stretch>
                  <a:fillRect/>
                </a:stretch>
              </p:blipFill>
              <p:spPr>
                <a:xfrm>
                  <a:off x="2720550" y="2742684"/>
                  <a:ext cx="21708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43" name="Ink 142">
                  <a:extLst>
                    <a:ext uri="{FF2B5EF4-FFF2-40B4-BE49-F238E27FC236}">
                      <a16:creationId xmlns:a16="http://schemas.microsoft.com/office/drawing/2014/main" id="{A4DB65AD-AADF-3115-C7B3-D673CD2D412F}"/>
                    </a:ext>
                  </a:extLst>
                </p14:cNvPr>
                <p14:cNvContentPartPr/>
                <p14:nvPr/>
              </p14:nvContentPartPr>
              <p14:xfrm>
                <a:off x="2915310" y="2840244"/>
                <a:ext cx="329400" cy="148680"/>
              </p14:xfrm>
            </p:contentPart>
          </mc:Choice>
          <mc:Fallback xmlns="">
            <p:pic>
              <p:nvPicPr>
                <p:cNvPr id="143" name="Ink 142">
                  <a:extLst>
                    <a:ext uri="{FF2B5EF4-FFF2-40B4-BE49-F238E27FC236}">
                      <a16:creationId xmlns:a16="http://schemas.microsoft.com/office/drawing/2014/main" id="{A4DB65AD-AADF-3115-C7B3-D673CD2D412F}"/>
                    </a:ext>
                  </a:extLst>
                </p:cNvPr>
                <p:cNvPicPr/>
                <p:nvPr/>
              </p:nvPicPr>
              <p:blipFill>
                <a:blip r:embed="rId55"/>
                <a:stretch>
                  <a:fillRect/>
                </a:stretch>
              </p:blipFill>
              <p:spPr>
                <a:xfrm>
                  <a:off x="2909190" y="2834124"/>
                  <a:ext cx="341640" cy="160920"/>
                </a:xfrm>
                <a:prstGeom prst="rect">
                  <a:avLst/>
                </a:prstGeom>
              </p:spPr>
            </p:pic>
          </mc:Fallback>
        </mc:AlternateContent>
      </p:grpSp>
      <p:grpSp>
        <p:nvGrpSpPr>
          <p:cNvPr id="150" name="Group 149">
            <a:extLst>
              <a:ext uri="{FF2B5EF4-FFF2-40B4-BE49-F238E27FC236}">
                <a16:creationId xmlns:a16="http://schemas.microsoft.com/office/drawing/2014/main" id="{1633CC26-5D81-E1DD-E086-1C7E793BF950}"/>
              </a:ext>
            </a:extLst>
          </p:cNvPr>
          <p:cNvGrpSpPr/>
          <p:nvPr/>
        </p:nvGrpSpPr>
        <p:grpSpPr>
          <a:xfrm>
            <a:off x="-79170" y="94884"/>
            <a:ext cx="8984880" cy="614520"/>
            <a:chOff x="-79170" y="94884"/>
            <a:chExt cx="8984880" cy="614520"/>
          </a:xfrm>
        </p:grpSpPr>
        <mc:AlternateContent xmlns:mc="http://schemas.openxmlformats.org/markup-compatibility/2006" xmlns:p14="http://schemas.microsoft.com/office/powerpoint/2010/main">
          <mc:Choice Requires="p14">
            <p:contentPart p14:bwMode="auto" r:id="rId56">
              <p14:nvContentPartPr>
                <p14:cNvPr id="5" name="Ink 4">
                  <a:extLst>
                    <a:ext uri="{FF2B5EF4-FFF2-40B4-BE49-F238E27FC236}">
                      <a16:creationId xmlns:a16="http://schemas.microsoft.com/office/drawing/2014/main" id="{35615EEC-F279-6985-0E9E-DEE35DBA4497}"/>
                    </a:ext>
                  </a:extLst>
                </p14:cNvPr>
                <p14:cNvContentPartPr/>
                <p14:nvPr/>
              </p14:nvContentPartPr>
              <p14:xfrm>
                <a:off x="69150" y="94884"/>
                <a:ext cx="103680" cy="158400"/>
              </p14:xfrm>
            </p:contentPart>
          </mc:Choice>
          <mc:Fallback xmlns="">
            <p:pic>
              <p:nvPicPr>
                <p:cNvPr id="5" name="Ink 4">
                  <a:extLst>
                    <a:ext uri="{FF2B5EF4-FFF2-40B4-BE49-F238E27FC236}">
                      <a16:creationId xmlns:a16="http://schemas.microsoft.com/office/drawing/2014/main" id="{35615EEC-F279-6985-0E9E-DEE35DBA4497}"/>
                    </a:ext>
                  </a:extLst>
                </p:cNvPr>
                <p:cNvPicPr/>
                <p:nvPr/>
              </p:nvPicPr>
              <p:blipFill>
                <a:blip r:embed="rId57"/>
                <a:stretch>
                  <a:fillRect/>
                </a:stretch>
              </p:blipFill>
              <p:spPr>
                <a:xfrm>
                  <a:off x="63030" y="88764"/>
                  <a:ext cx="11592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 name="Ink 5">
                  <a:extLst>
                    <a:ext uri="{FF2B5EF4-FFF2-40B4-BE49-F238E27FC236}">
                      <a16:creationId xmlns:a16="http://schemas.microsoft.com/office/drawing/2014/main" id="{8DA1FE4B-7529-814E-9FDC-CD0AC135AC1B}"/>
                    </a:ext>
                  </a:extLst>
                </p14:cNvPr>
                <p14:cNvContentPartPr/>
                <p14:nvPr/>
              </p14:nvContentPartPr>
              <p14:xfrm>
                <a:off x="213150" y="106044"/>
                <a:ext cx="116640" cy="162000"/>
              </p14:xfrm>
            </p:contentPart>
          </mc:Choice>
          <mc:Fallback xmlns="">
            <p:pic>
              <p:nvPicPr>
                <p:cNvPr id="6" name="Ink 5">
                  <a:extLst>
                    <a:ext uri="{FF2B5EF4-FFF2-40B4-BE49-F238E27FC236}">
                      <a16:creationId xmlns:a16="http://schemas.microsoft.com/office/drawing/2014/main" id="{8DA1FE4B-7529-814E-9FDC-CD0AC135AC1B}"/>
                    </a:ext>
                  </a:extLst>
                </p:cNvPr>
                <p:cNvPicPr/>
                <p:nvPr/>
              </p:nvPicPr>
              <p:blipFill>
                <a:blip r:embed="rId59"/>
                <a:stretch>
                  <a:fillRect/>
                </a:stretch>
              </p:blipFill>
              <p:spPr>
                <a:xfrm>
                  <a:off x="207030" y="99924"/>
                  <a:ext cx="1288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 name="Ink 6">
                  <a:extLst>
                    <a:ext uri="{FF2B5EF4-FFF2-40B4-BE49-F238E27FC236}">
                      <a16:creationId xmlns:a16="http://schemas.microsoft.com/office/drawing/2014/main" id="{FAF1C11F-698A-2E67-F5EB-ACE798A9570C}"/>
                    </a:ext>
                  </a:extLst>
                </p14:cNvPr>
                <p14:cNvContentPartPr/>
                <p14:nvPr/>
              </p14:nvContentPartPr>
              <p14:xfrm>
                <a:off x="358950" y="108564"/>
                <a:ext cx="91440" cy="177840"/>
              </p14:xfrm>
            </p:contentPart>
          </mc:Choice>
          <mc:Fallback xmlns="">
            <p:pic>
              <p:nvPicPr>
                <p:cNvPr id="7" name="Ink 6">
                  <a:extLst>
                    <a:ext uri="{FF2B5EF4-FFF2-40B4-BE49-F238E27FC236}">
                      <a16:creationId xmlns:a16="http://schemas.microsoft.com/office/drawing/2014/main" id="{FAF1C11F-698A-2E67-F5EB-ACE798A9570C}"/>
                    </a:ext>
                  </a:extLst>
                </p:cNvPr>
                <p:cNvPicPr/>
                <p:nvPr/>
              </p:nvPicPr>
              <p:blipFill>
                <a:blip r:embed="rId61"/>
                <a:stretch>
                  <a:fillRect/>
                </a:stretch>
              </p:blipFill>
              <p:spPr>
                <a:xfrm>
                  <a:off x="352830" y="102444"/>
                  <a:ext cx="10368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8" name="Ink 7">
                  <a:extLst>
                    <a:ext uri="{FF2B5EF4-FFF2-40B4-BE49-F238E27FC236}">
                      <a16:creationId xmlns:a16="http://schemas.microsoft.com/office/drawing/2014/main" id="{533C2CE6-5D0C-8B4B-4297-5219A27D7511}"/>
                    </a:ext>
                  </a:extLst>
                </p14:cNvPr>
                <p14:cNvContentPartPr/>
                <p14:nvPr/>
              </p14:nvContentPartPr>
              <p14:xfrm>
                <a:off x="384150" y="108564"/>
                <a:ext cx="172800" cy="122040"/>
              </p14:xfrm>
            </p:contentPart>
          </mc:Choice>
          <mc:Fallback xmlns="">
            <p:pic>
              <p:nvPicPr>
                <p:cNvPr id="8" name="Ink 7">
                  <a:extLst>
                    <a:ext uri="{FF2B5EF4-FFF2-40B4-BE49-F238E27FC236}">
                      <a16:creationId xmlns:a16="http://schemas.microsoft.com/office/drawing/2014/main" id="{533C2CE6-5D0C-8B4B-4297-5219A27D7511}"/>
                    </a:ext>
                  </a:extLst>
                </p:cNvPr>
                <p:cNvPicPr/>
                <p:nvPr/>
              </p:nvPicPr>
              <p:blipFill>
                <a:blip r:embed="rId63"/>
                <a:stretch>
                  <a:fillRect/>
                </a:stretch>
              </p:blipFill>
              <p:spPr>
                <a:xfrm>
                  <a:off x="378030" y="102444"/>
                  <a:ext cx="1850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 name="Ink 8">
                  <a:extLst>
                    <a:ext uri="{FF2B5EF4-FFF2-40B4-BE49-F238E27FC236}">
                      <a16:creationId xmlns:a16="http://schemas.microsoft.com/office/drawing/2014/main" id="{31545A61-18F2-15BA-AD39-663D796ED202}"/>
                    </a:ext>
                  </a:extLst>
                </p14:cNvPr>
                <p14:cNvContentPartPr/>
                <p14:nvPr/>
              </p14:nvContentPartPr>
              <p14:xfrm>
                <a:off x="94710" y="403764"/>
                <a:ext cx="64080" cy="164880"/>
              </p14:xfrm>
            </p:contentPart>
          </mc:Choice>
          <mc:Fallback xmlns="">
            <p:pic>
              <p:nvPicPr>
                <p:cNvPr id="9" name="Ink 8">
                  <a:extLst>
                    <a:ext uri="{FF2B5EF4-FFF2-40B4-BE49-F238E27FC236}">
                      <a16:creationId xmlns:a16="http://schemas.microsoft.com/office/drawing/2014/main" id="{31545A61-18F2-15BA-AD39-663D796ED202}"/>
                    </a:ext>
                  </a:extLst>
                </p:cNvPr>
                <p:cNvPicPr/>
                <p:nvPr/>
              </p:nvPicPr>
              <p:blipFill>
                <a:blip r:embed="rId65"/>
                <a:stretch>
                  <a:fillRect/>
                </a:stretch>
              </p:blipFill>
              <p:spPr>
                <a:xfrm>
                  <a:off x="88590" y="397644"/>
                  <a:ext cx="7632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0" name="Ink 9">
                  <a:extLst>
                    <a:ext uri="{FF2B5EF4-FFF2-40B4-BE49-F238E27FC236}">
                      <a16:creationId xmlns:a16="http://schemas.microsoft.com/office/drawing/2014/main" id="{EAF45793-DB6C-FCC3-E873-DC551B125721}"/>
                    </a:ext>
                  </a:extLst>
                </p14:cNvPr>
                <p14:cNvContentPartPr/>
                <p14:nvPr/>
              </p14:nvContentPartPr>
              <p14:xfrm>
                <a:off x="78510" y="556404"/>
                <a:ext cx="151560" cy="37440"/>
              </p14:xfrm>
            </p:contentPart>
          </mc:Choice>
          <mc:Fallback xmlns="">
            <p:pic>
              <p:nvPicPr>
                <p:cNvPr id="10" name="Ink 9">
                  <a:extLst>
                    <a:ext uri="{FF2B5EF4-FFF2-40B4-BE49-F238E27FC236}">
                      <a16:creationId xmlns:a16="http://schemas.microsoft.com/office/drawing/2014/main" id="{EAF45793-DB6C-FCC3-E873-DC551B125721}"/>
                    </a:ext>
                  </a:extLst>
                </p:cNvPr>
                <p:cNvPicPr/>
                <p:nvPr/>
              </p:nvPicPr>
              <p:blipFill>
                <a:blip r:embed="rId67"/>
                <a:stretch>
                  <a:fillRect/>
                </a:stretch>
              </p:blipFill>
              <p:spPr>
                <a:xfrm>
                  <a:off x="72390" y="550284"/>
                  <a:ext cx="1638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1" name="Ink 10">
                  <a:extLst>
                    <a:ext uri="{FF2B5EF4-FFF2-40B4-BE49-F238E27FC236}">
                      <a16:creationId xmlns:a16="http://schemas.microsoft.com/office/drawing/2014/main" id="{FE6865BE-6417-95D5-2B66-C597507C4541}"/>
                    </a:ext>
                  </a:extLst>
                </p14:cNvPr>
                <p14:cNvContentPartPr/>
                <p14:nvPr/>
              </p14:nvContentPartPr>
              <p14:xfrm>
                <a:off x="229710" y="436524"/>
                <a:ext cx="110520" cy="174600"/>
              </p14:xfrm>
            </p:contentPart>
          </mc:Choice>
          <mc:Fallback xmlns="">
            <p:pic>
              <p:nvPicPr>
                <p:cNvPr id="11" name="Ink 10">
                  <a:extLst>
                    <a:ext uri="{FF2B5EF4-FFF2-40B4-BE49-F238E27FC236}">
                      <a16:creationId xmlns:a16="http://schemas.microsoft.com/office/drawing/2014/main" id="{FE6865BE-6417-95D5-2B66-C597507C4541}"/>
                    </a:ext>
                  </a:extLst>
                </p:cNvPr>
                <p:cNvPicPr/>
                <p:nvPr/>
              </p:nvPicPr>
              <p:blipFill>
                <a:blip r:embed="rId69"/>
                <a:stretch>
                  <a:fillRect/>
                </a:stretch>
              </p:blipFill>
              <p:spPr>
                <a:xfrm>
                  <a:off x="223590" y="430404"/>
                  <a:ext cx="1227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2" name="Ink 11">
                  <a:extLst>
                    <a:ext uri="{FF2B5EF4-FFF2-40B4-BE49-F238E27FC236}">
                      <a16:creationId xmlns:a16="http://schemas.microsoft.com/office/drawing/2014/main" id="{45A5F384-0814-46B9-6B38-14964903E9AE}"/>
                    </a:ext>
                  </a:extLst>
                </p14:cNvPr>
                <p14:cNvContentPartPr/>
                <p14:nvPr/>
              </p14:nvContentPartPr>
              <p14:xfrm>
                <a:off x="362910" y="413484"/>
                <a:ext cx="79560" cy="164520"/>
              </p14:xfrm>
            </p:contentPart>
          </mc:Choice>
          <mc:Fallback xmlns="">
            <p:pic>
              <p:nvPicPr>
                <p:cNvPr id="12" name="Ink 11">
                  <a:extLst>
                    <a:ext uri="{FF2B5EF4-FFF2-40B4-BE49-F238E27FC236}">
                      <a16:creationId xmlns:a16="http://schemas.microsoft.com/office/drawing/2014/main" id="{45A5F384-0814-46B9-6B38-14964903E9AE}"/>
                    </a:ext>
                  </a:extLst>
                </p:cNvPr>
                <p:cNvPicPr/>
                <p:nvPr/>
              </p:nvPicPr>
              <p:blipFill>
                <a:blip r:embed="rId71"/>
                <a:stretch>
                  <a:fillRect/>
                </a:stretch>
              </p:blipFill>
              <p:spPr>
                <a:xfrm>
                  <a:off x="356790" y="407364"/>
                  <a:ext cx="9180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3" name="Ink 12">
                  <a:extLst>
                    <a:ext uri="{FF2B5EF4-FFF2-40B4-BE49-F238E27FC236}">
                      <a16:creationId xmlns:a16="http://schemas.microsoft.com/office/drawing/2014/main" id="{14B37F8C-74A2-B49A-DC58-FE0D28FFED93}"/>
                    </a:ext>
                  </a:extLst>
                </p14:cNvPr>
                <p14:cNvContentPartPr/>
                <p14:nvPr/>
              </p14:nvContentPartPr>
              <p14:xfrm>
                <a:off x="391710" y="412044"/>
                <a:ext cx="138600" cy="57960"/>
              </p14:xfrm>
            </p:contentPart>
          </mc:Choice>
          <mc:Fallback xmlns="">
            <p:pic>
              <p:nvPicPr>
                <p:cNvPr id="13" name="Ink 12">
                  <a:extLst>
                    <a:ext uri="{FF2B5EF4-FFF2-40B4-BE49-F238E27FC236}">
                      <a16:creationId xmlns:a16="http://schemas.microsoft.com/office/drawing/2014/main" id="{14B37F8C-74A2-B49A-DC58-FE0D28FFED93}"/>
                    </a:ext>
                  </a:extLst>
                </p:cNvPr>
                <p:cNvPicPr/>
                <p:nvPr/>
              </p:nvPicPr>
              <p:blipFill>
                <a:blip r:embed="rId73"/>
                <a:stretch>
                  <a:fillRect/>
                </a:stretch>
              </p:blipFill>
              <p:spPr>
                <a:xfrm>
                  <a:off x="385590" y="405924"/>
                  <a:ext cx="15084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4" name="Ink 13">
                  <a:extLst>
                    <a:ext uri="{FF2B5EF4-FFF2-40B4-BE49-F238E27FC236}">
                      <a16:creationId xmlns:a16="http://schemas.microsoft.com/office/drawing/2014/main" id="{4DAC46DB-7AEB-2A58-6566-67FC56F54480}"/>
                    </a:ext>
                  </a:extLst>
                </p14:cNvPr>
                <p14:cNvContentPartPr/>
                <p14:nvPr/>
              </p14:nvContentPartPr>
              <p14:xfrm>
                <a:off x="408990" y="476124"/>
                <a:ext cx="147240" cy="42840"/>
              </p14:xfrm>
            </p:contentPart>
          </mc:Choice>
          <mc:Fallback xmlns="">
            <p:pic>
              <p:nvPicPr>
                <p:cNvPr id="14" name="Ink 13">
                  <a:extLst>
                    <a:ext uri="{FF2B5EF4-FFF2-40B4-BE49-F238E27FC236}">
                      <a16:creationId xmlns:a16="http://schemas.microsoft.com/office/drawing/2014/main" id="{4DAC46DB-7AEB-2A58-6566-67FC56F54480}"/>
                    </a:ext>
                  </a:extLst>
                </p:cNvPr>
                <p:cNvPicPr/>
                <p:nvPr/>
              </p:nvPicPr>
              <p:blipFill>
                <a:blip r:embed="rId75"/>
                <a:stretch>
                  <a:fillRect/>
                </a:stretch>
              </p:blipFill>
              <p:spPr>
                <a:xfrm>
                  <a:off x="402870" y="470004"/>
                  <a:ext cx="1594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5" name="Ink 14">
                  <a:extLst>
                    <a:ext uri="{FF2B5EF4-FFF2-40B4-BE49-F238E27FC236}">
                      <a16:creationId xmlns:a16="http://schemas.microsoft.com/office/drawing/2014/main" id="{E19CB6D0-C8AE-BF12-2A6F-62F1C11FA98D}"/>
                    </a:ext>
                  </a:extLst>
                </p14:cNvPr>
                <p14:cNvContentPartPr/>
                <p14:nvPr/>
              </p14:nvContentPartPr>
              <p14:xfrm>
                <a:off x="606990" y="513204"/>
                <a:ext cx="21600" cy="62280"/>
              </p14:xfrm>
            </p:contentPart>
          </mc:Choice>
          <mc:Fallback xmlns="">
            <p:pic>
              <p:nvPicPr>
                <p:cNvPr id="15" name="Ink 14">
                  <a:extLst>
                    <a:ext uri="{FF2B5EF4-FFF2-40B4-BE49-F238E27FC236}">
                      <a16:creationId xmlns:a16="http://schemas.microsoft.com/office/drawing/2014/main" id="{E19CB6D0-C8AE-BF12-2A6F-62F1C11FA98D}"/>
                    </a:ext>
                  </a:extLst>
                </p:cNvPr>
                <p:cNvPicPr/>
                <p:nvPr/>
              </p:nvPicPr>
              <p:blipFill>
                <a:blip r:embed="rId77"/>
                <a:stretch>
                  <a:fillRect/>
                </a:stretch>
              </p:blipFill>
              <p:spPr>
                <a:xfrm>
                  <a:off x="600870" y="507084"/>
                  <a:ext cx="3384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6" name="Ink 15">
                  <a:extLst>
                    <a:ext uri="{FF2B5EF4-FFF2-40B4-BE49-F238E27FC236}">
                      <a16:creationId xmlns:a16="http://schemas.microsoft.com/office/drawing/2014/main" id="{AF0A31F6-E79A-E330-3C15-EB66B8B6424E}"/>
                    </a:ext>
                  </a:extLst>
                </p14:cNvPr>
                <p14:cNvContentPartPr/>
                <p14:nvPr/>
              </p14:nvContentPartPr>
              <p14:xfrm>
                <a:off x="621750" y="437604"/>
                <a:ext cx="9360" cy="24840"/>
              </p14:xfrm>
            </p:contentPart>
          </mc:Choice>
          <mc:Fallback xmlns="">
            <p:pic>
              <p:nvPicPr>
                <p:cNvPr id="16" name="Ink 15">
                  <a:extLst>
                    <a:ext uri="{FF2B5EF4-FFF2-40B4-BE49-F238E27FC236}">
                      <a16:creationId xmlns:a16="http://schemas.microsoft.com/office/drawing/2014/main" id="{AF0A31F6-E79A-E330-3C15-EB66B8B6424E}"/>
                    </a:ext>
                  </a:extLst>
                </p:cNvPr>
                <p:cNvPicPr/>
                <p:nvPr/>
              </p:nvPicPr>
              <p:blipFill>
                <a:blip r:embed="rId79"/>
                <a:stretch>
                  <a:fillRect/>
                </a:stretch>
              </p:blipFill>
              <p:spPr>
                <a:xfrm>
                  <a:off x="615630" y="431484"/>
                  <a:ext cx="216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9" name="Ink 18">
                  <a:extLst>
                    <a:ext uri="{FF2B5EF4-FFF2-40B4-BE49-F238E27FC236}">
                      <a16:creationId xmlns:a16="http://schemas.microsoft.com/office/drawing/2014/main" id="{3920C56D-466B-15A6-CE75-767113F62E1D}"/>
                    </a:ext>
                  </a:extLst>
                </p14:cNvPr>
                <p14:cNvContentPartPr/>
                <p14:nvPr/>
              </p14:nvContentPartPr>
              <p14:xfrm>
                <a:off x="821190" y="405924"/>
                <a:ext cx="118440" cy="186120"/>
              </p14:xfrm>
            </p:contentPart>
          </mc:Choice>
          <mc:Fallback xmlns="">
            <p:pic>
              <p:nvPicPr>
                <p:cNvPr id="19" name="Ink 18">
                  <a:extLst>
                    <a:ext uri="{FF2B5EF4-FFF2-40B4-BE49-F238E27FC236}">
                      <a16:creationId xmlns:a16="http://schemas.microsoft.com/office/drawing/2014/main" id="{3920C56D-466B-15A6-CE75-767113F62E1D}"/>
                    </a:ext>
                  </a:extLst>
                </p:cNvPr>
                <p:cNvPicPr/>
                <p:nvPr/>
              </p:nvPicPr>
              <p:blipFill>
                <a:blip r:embed="rId81"/>
                <a:stretch>
                  <a:fillRect/>
                </a:stretch>
              </p:blipFill>
              <p:spPr>
                <a:xfrm>
                  <a:off x="815070" y="399804"/>
                  <a:ext cx="13068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0" name="Ink 19">
                  <a:extLst>
                    <a:ext uri="{FF2B5EF4-FFF2-40B4-BE49-F238E27FC236}">
                      <a16:creationId xmlns:a16="http://schemas.microsoft.com/office/drawing/2014/main" id="{C059F18A-55E4-C026-3BC7-F7EAFC21ECAA}"/>
                    </a:ext>
                  </a:extLst>
                </p14:cNvPr>
                <p14:cNvContentPartPr/>
                <p14:nvPr/>
              </p14:nvContentPartPr>
              <p14:xfrm>
                <a:off x="946830" y="526164"/>
                <a:ext cx="154080" cy="106560"/>
              </p14:xfrm>
            </p:contentPart>
          </mc:Choice>
          <mc:Fallback xmlns="">
            <p:pic>
              <p:nvPicPr>
                <p:cNvPr id="20" name="Ink 19">
                  <a:extLst>
                    <a:ext uri="{FF2B5EF4-FFF2-40B4-BE49-F238E27FC236}">
                      <a16:creationId xmlns:a16="http://schemas.microsoft.com/office/drawing/2014/main" id="{C059F18A-55E4-C026-3BC7-F7EAFC21ECAA}"/>
                    </a:ext>
                  </a:extLst>
                </p:cNvPr>
                <p:cNvPicPr/>
                <p:nvPr/>
              </p:nvPicPr>
              <p:blipFill>
                <a:blip r:embed="rId83"/>
                <a:stretch>
                  <a:fillRect/>
                </a:stretch>
              </p:blipFill>
              <p:spPr>
                <a:xfrm>
                  <a:off x="940710" y="520044"/>
                  <a:ext cx="16632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1" name="Ink 20">
                  <a:extLst>
                    <a:ext uri="{FF2B5EF4-FFF2-40B4-BE49-F238E27FC236}">
                      <a16:creationId xmlns:a16="http://schemas.microsoft.com/office/drawing/2014/main" id="{EB988081-17FF-5382-9B7E-A7F214D9DCB2}"/>
                    </a:ext>
                  </a:extLst>
                </p14:cNvPr>
                <p14:cNvContentPartPr/>
                <p14:nvPr/>
              </p14:nvContentPartPr>
              <p14:xfrm>
                <a:off x="1099470" y="537324"/>
                <a:ext cx="82800" cy="127440"/>
              </p14:xfrm>
            </p:contentPart>
          </mc:Choice>
          <mc:Fallback xmlns="">
            <p:pic>
              <p:nvPicPr>
                <p:cNvPr id="21" name="Ink 20">
                  <a:extLst>
                    <a:ext uri="{FF2B5EF4-FFF2-40B4-BE49-F238E27FC236}">
                      <a16:creationId xmlns:a16="http://schemas.microsoft.com/office/drawing/2014/main" id="{EB988081-17FF-5382-9B7E-A7F214D9DCB2}"/>
                    </a:ext>
                  </a:extLst>
                </p:cNvPr>
                <p:cNvPicPr/>
                <p:nvPr/>
              </p:nvPicPr>
              <p:blipFill>
                <a:blip r:embed="rId85"/>
                <a:stretch>
                  <a:fillRect/>
                </a:stretch>
              </p:blipFill>
              <p:spPr>
                <a:xfrm>
                  <a:off x="1093350" y="531204"/>
                  <a:ext cx="950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2" name="Ink 21">
                  <a:extLst>
                    <a:ext uri="{FF2B5EF4-FFF2-40B4-BE49-F238E27FC236}">
                      <a16:creationId xmlns:a16="http://schemas.microsoft.com/office/drawing/2014/main" id="{233C11B4-38AC-F751-C60F-7867130D66CA}"/>
                    </a:ext>
                  </a:extLst>
                </p14:cNvPr>
                <p14:cNvContentPartPr/>
                <p14:nvPr/>
              </p14:nvContentPartPr>
              <p14:xfrm>
                <a:off x="1216830" y="414924"/>
                <a:ext cx="149400" cy="189000"/>
              </p14:xfrm>
            </p:contentPart>
          </mc:Choice>
          <mc:Fallback xmlns="">
            <p:pic>
              <p:nvPicPr>
                <p:cNvPr id="22" name="Ink 21">
                  <a:extLst>
                    <a:ext uri="{FF2B5EF4-FFF2-40B4-BE49-F238E27FC236}">
                      <a16:creationId xmlns:a16="http://schemas.microsoft.com/office/drawing/2014/main" id="{233C11B4-38AC-F751-C60F-7867130D66CA}"/>
                    </a:ext>
                  </a:extLst>
                </p:cNvPr>
                <p:cNvPicPr/>
                <p:nvPr/>
              </p:nvPicPr>
              <p:blipFill>
                <a:blip r:embed="rId87"/>
                <a:stretch>
                  <a:fillRect/>
                </a:stretch>
              </p:blipFill>
              <p:spPr>
                <a:xfrm>
                  <a:off x="1210710" y="408804"/>
                  <a:ext cx="1616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3" name="Ink 22">
                  <a:extLst>
                    <a:ext uri="{FF2B5EF4-FFF2-40B4-BE49-F238E27FC236}">
                      <a16:creationId xmlns:a16="http://schemas.microsoft.com/office/drawing/2014/main" id="{834F7888-A811-4F56-40CE-CA66081DCAB8}"/>
                    </a:ext>
                  </a:extLst>
                </p14:cNvPr>
                <p14:cNvContentPartPr/>
                <p14:nvPr/>
              </p14:nvContentPartPr>
              <p14:xfrm>
                <a:off x="1512030" y="502404"/>
                <a:ext cx="160200" cy="133920"/>
              </p14:xfrm>
            </p:contentPart>
          </mc:Choice>
          <mc:Fallback xmlns="">
            <p:pic>
              <p:nvPicPr>
                <p:cNvPr id="23" name="Ink 22">
                  <a:extLst>
                    <a:ext uri="{FF2B5EF4-FFF2-40B4-BE49-F238E27FC236}">
                      <a16:creationId xmlns:a16="http://schemas.microsoft.com/office/drawing/2014/main" id="{834F7888-A811-4F56-40CE-CA66081DCAB8}"/>
                    </a:ext>
                  </a:extLst>
                </p:cNvPr>
                <p:cNvPicPr/>
                <p:nvPr/>
              </p:nvPicPr>
              <p:blipFill>
                <a:blip r:embed="rId89"/>
                <a:stretch>
                  <a:fillRect/>
                </a:stretch>
              </p:blipFill>
              <p:spPr>
                <a:xfrm>
                  <a:off x="1505910" y="496284"/>
                  <a:ext cx="1724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4" name="Ink 23">
                  <a:extLst>
                    <a:ext uri="{FF2B5EF4-FFF2-40B4-BE49-F238E27FC236}">
                      <a16:creationId xmlns:a16="http://schemas.microsoft.com/office/drawing/2014/main" id="{5A2EA3B7-DFAC-C197-1C54-F2909AEFD4A8}"/>
                    </a:ext>
                  </a:extLst>
                </p14:cNvPr>
                <p14:cNvContentPartPr/>
                <p14:nvPr/>
              </p14:nvContentPartPr>
              <p14:xfrm>
                <a:off x="1664670" y="490164"/>
                <a:ext cx="120960" cy="133200"/>
              </p14:xfrm>
            </p:contentPart>
          </mc:Choice>
          <mc:Fallback xmlns="">
            <p:pic>
              <p:nvPicPr>
                <p:cNvPr id="24" name="Ink 23">
                  <a:extLst>
                    <a:ext uri="{FF2B5EF4-FFF2-40B4-BE49-F238E27FC236}">
                      <a16:creationId xmlns:a16="http://schemas.microsoft.com/office/drawing/2014/main" id="{5A2EA3B7-DFAC-C197-1C54-F2909AEFD4A8}"/>
                    </a:ext>
                  </a:extLst>
                </p:cNvPr>
                <p:cNvPicPr/>
                <p:nvPr/>
              </p:nvPicPr>
              <p:blipFill>
                <a:blip r:embed="rId91"/>
                <a:stretch>
                  <a:fillRect/>
                </a:stretch>
              </p:blipFill>
              <p:spPr>
                <a:xfrm>
                  <a:off x="1658550" y="484044"/>
                  <a:ext cx="13320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5" name="Ink 24">
                  <a:extLst>
                    <a:ext uri="{FF2B5EF4-FFF2-40B4-BE49-F238E27FC236}">
                      <a16:creationId xmlns:a16="http://schemas.microsoft.com/office/drawing/2014/main" id="{D0FC49E2-AA2E-F039-D8E3-E2BD6C3814A1}"/>
                    </a:ext>
                  </a:extLst>
                </p14:cNvPr>
                <p14:cNvContentPartPr/>
                <p14:nvPr/>
              </p14:nvContentPartPr>
              <p14:xfrm>
                <a:off x="1824150" y="494484"/>
                <a:ext cx="202680" cy="106200"/>
              </p14:xfrm>
            </p:contentPart>
          </mc:Choice>
          <mc:Fallback xmlns="">
            <p:pic>
              <p:nvPicPr>
                <p:cNvPr id="25" name="Ink 24">
                  <a:extLst>
                    <a:ext uri="{FF2B5EF4-FFF2-40B4-BE49-F238E27FC236}">
                      <a16:creationId xmlns:a16="http://schemas.microsoft.com/office/drawing/2014/main" id="{D0FC49E2-AA2E-F039-D8E3-E2BD6C3814A1}"/>
                    </a:ext>
                  </a:extLst>
                </p:cNvPr>
                <p:cNvPicPr/>
                <p:nvPr/>
              </p:nvPicPr>
              <p:blipFill>
                <a:blip r:embed="rId93"/>
                <a:stretch>
                  <a:fillRect/>
                </a:stretch>
              </p:blipFill>
              <p:spPr>
                <a:xfrm>
                  <a:off x="1818030" y="488364"/>
                  <a:ext cx="21492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6" name="Ink 25">
                  <a:extLst>
                    <a:ext uri="{FF2B5EF4-FFF2-40B4-BE49-F238E27FC236}">
                      <a16:creationId xmlns:a16="http://schemas.microsoft.com/office/drawing/2014/main" id="{428FA9C4-6FA3-F8B8-FF4E-D5B24D72AC96}"/>
                    </a:ext>
                  </a:extLst>
                </p14:cNvPr>
                <p14:cNvContentPartPr/>
                <p14:nvPr/>
              </p14:nvContentPartPr>
              <p14:xfrm>
                <a:off x="2059230" y="455964"/>
                <a:ext cx="216360" cy="155160"/>
              </p14:xfrm>
            </p:contentPart>
          </mc:Choice>
          <mc:Fallback xmlns="">
            <p:pic>
              <p:nvPicPr>
                <p:cNvPr id="26" name="Ink 25">
                  <a:extLst>
                    <a:ext uri="{FF2B5EF4-FFF2-40B4-BE49-F238E27FC236}">
                      <a16:creationId xmlns:a16="http://schemas.microsoft.com/office/drawing/2014/main" id="{428FA9C4-6FA3-F8B8-FF4E-D5B24D72AC96}"/>
                    </a:ext>
                  </a:extLst>
                </p:cNvPr>
                <p:cNvPicPr/>
                <p:nvPr/>
              </p:nvPicPr>
              <p:blipFill>
                <a:blip r:embed="rId95"/>
                <a:stretch>
                  <a:fillRect/>
                </a:stretch>
              </p:blipFill>
              <p:spPr>
                <a:xfrm>
                  <a:off x="2053110" y="449844"/>
                  <a:ext cx="2286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7" name="Ink 26">
                  <a:extLst>
                    <a:ext uri="{FF2B5EF4-FFF2-40B4-BE49-F238E27FC236}">
                      <a16:creationId xmlns:a16="http://schemas.microsoft.com/office/drawing/2014/main" id="{D35CE13B-D529-127A-D323-CA16D195D995}"/>
                    </a:ext>
                  </a:extLst>
                </p14:cNvPr>
                <p14:cNvContentPartPr/>
                <p14:nvPr/>
              </p14:nvContentPartPr>
              <p14:xfrm>
                <a:off x="2389350" y="469284"/>
                <a:ext cx="107640" cy="30960"/>
              </p14:xfrm>
            </p:contentPart>
          </mc:Choice>
          <mc:Fallback xmlns="">
            <p:pic>
              <p:nvPicPr>
                <p:cNvPr id="27" name="Ink 26">
                  <a:extLst>
                    <a:ext uri="{FF2B5EF4-FFF2-40B4-BE49-F238E27FC236}">
                      <a16:creationId xmlns:a16="http://schemas.microsoft.com/office/drawing/2014/main" id="{D35CE13B-D529-127A-D323-CA16D195D995}"/>
                    </a:ext>
                  </a:extLst>
                </p:cNvPr>
                <p:cNvPicPr/>
                <p:nvPr/>
              </p:nvPicPr>
              <p:blipFill>
                <a:blip r:embed="rId97"/>
                <a:stretch>
                  <a:fillRect/>
                </a:stretch>
              </p:blipFill>
              <p:spPr>
                <a:xfrm>
                  <a:off x="2383230" y="463164"/>
                  <a:ext cx="1198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8" name="Ink 27">
                  <a:extLst>
                    <a:ext uri="{FF2B5EF4-FFF2-40B4-BE49-F238E27FC236}">
                      <a16:creationId xmlns:a16="http://schemas.microsoft.com/office/drawing/2014/main" id="{A054C587-DE29-89D4-6771-F9356C98C55D}"/>
                    </a:ext>
                  </a:extLst>
                </p14:cNvPr>
                <p14:cNvContentPartPr/>
                <p14:nvPr/>
              </p14:nvContentPartPr>
              <p14:xfrm>
                <a:off x="2389350" y="507084"/>
                <a:ext cx="164520" cy="61200"/>
              </p14:xfrm>
            </p:contentPart>
          </mc:Choice>
          <mc:Fallback xmlns="">
            <p:pic>
              <p:nvPicPr>
                <p:cNvPr id="28" name="Ink 27">
                  <a:extLst>
                    <a:ext uri="{FF2B5EF4-FFF2-40B4-BE49-F238E27FC236}">
                      <a16:creationId xmlns:a16="http://schemas.microsoft.com/office/drawing/2014/main" id="{A054C587-DE29-89D4-6771-F9356C98C55D}"/>
                    </a:ext>
                  </a:extLst>
                </p:cNvPr>
                <p:cNvPicPr/>
                <p:nvPr/>
              </p:nvPicPr>
              <p:blipFill>
                <a:blip r:embed="rId99"/>
                <a:stretch>
                  <a:fillRect/>
                </a:stretch>
              </p:blipFill>
              <p:spPr>
                <a:xfrm>
                  <a:off x="2383230" y="500964"/>
                  <a:ext cx="17676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9" name="Ink 28">
                  <a:extLst>
                    <a:ext uri="{FF2B5EF4-FFF2-40B4-BE49-F238E27FC236}">
                      <a16:creationId xmlns:a16="http://schemas.microsoft.com/office/drawing/2014/main" id="{0D31C994-A2D0-4A2F-E784-8B63667F24B8}"/>
                    </a:ext>
                  </a:extLst>
                </p14:cNvPr>
                <p14:cNvContentPartPr/>
                <p14:nvPr/>
              </p14:nvContentPartPr>
              <p14:xfrm>
                <a:off x="2571150" y="465324"/>
                <a:ext cx="119520" cy="133200"/>
              </p14:xfrm>
            </p:contentPart>
          </mc:Choice>
          <mc:Fallback xmlns="">
            <p:pic>
              <p:nvPicPr>
                <p:cNvPr id="29" name="Ink 28">
                  <a:extLst>
                    <a:ext uri="{FF2B5EF4-FFF2-40B4-BE49-F238E27FC236}">
                      <a16:creationId xmlns:a16="http://schemas.microsoft.com/office/drawing/2014/main" id="{0D31C994-A2D0-4A2F-E784-8B63667F24B8}"/>
                    </a:ext>
                  </a:extLst>
                </p:cNvPr>
                <p:cNvPicPr/>
                <p:nvPr/>
              </p:nvPicPr>
              <p:blipFill>
                <a:blip r:embed="rId101"/>
                <a:stretch>
                  <a:fillRect/>
                </a:stretch>
              </p:blipFill>
              <p:spPr>
                <a:xfrm>
                  <a:off x="2565030" y="459204"/>
                  <a:ext cx="13176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0" name="Ink 29">
                  <a:extLst>
                    <a:ext uri="{FF2B5EF4-FFF2-40B4-BE49-F238E27FC236}">
                      <a16:creationId xmlns:a16="http://schemas.microsoft.com/office/drawing/2014/main" id="{6A0B4D79-2E01-BD0E-ABE0-D84E5C09C874}"/>
                    </a:ext>
                  </a:extLst>
                </p14:cNvPr>
                <p14:cNvContentPartPr/>
                <p14:nvPr/>
              </p14:nvContentPartPr>
              <p14:xfrm>
                <a:off x="2706510" y="467844"/>
                <a:ext cx="103680" cy="147960"/>
              </p14:xfrm>
            </p:contentPart>
          </mc:Choice>
          <mc:Fallback xmlns="">
            <p:pic>
              <p:nvPicPr>
                <p:cNvPr id="30" name="Ink 29">
                  <a:extLst>
                    <a:ext uri="{FF2B5EF4-FFF2-40B4-BE49-F238E27FC236}">
                      <a16:creationId xmlns:a16="http://schemas.microsoft.com/office/drawing/2014/main" id="{6A0B4D79-2E01-BD0E-ABE0-D84E5C09C874}"/>
                    </a:ext>
                  </a:extLst>
                </p:cNvPr>
                <p:cNvPicPr/>
                <p:nvPr/>
              </p:nvPicPr>
              <p:blipFill>
                <a:blip r:embed="rId103"/>
                <a:stretch>
                  <a:fillRect/>
                </a:stretch>
              </p:blipFill>
              <p:spPr>
                <a:xfrm>
                  <a:off x="2700390" y="461724"/>
                  <a:ext cx="11592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1" name="Ink 30">
                  <a:extLst>
                    <a:ext uri="{FF2B5EF4-FFF2-40B4-BE49-F238E27FC236}">
                      <a16:creationId xmlns:a16="http://schemas.microsoft.com/office/drawing/2014/main" id="{8FEDBB39-ADE2-EDEE-FE5B-10F0D4CE3D1A}"/>
                    </a:ext>
                  </a:extLst>
                </p14:cNvPr>
                <p14:cNvContentPartPr/>
                <p14:nvPr/>
              </p14:nvContentPartPr>
              <p14:xfrm>
                <a:off x="2796870" y="445164"/>
                <a:ext cx="351720" cy="203400"/>
              </p14:xfrm>
            </p:contentPart>
          </mc:Choice>
          <mc:Fallback xmlns="">
            <p:pic>
              <p:nvPicPr>
                <p:cNvPr id="31" name="Ink 30">
                  <a:extLst>
                    <a:ext uri="{FF2B5EF4-FFF2-40B4-BE49-F238E27FC236}">
                      <a16:creationId xmlns:a16="http://schemas.microsoft.com/office/drawing/2014/main" id="{8FEDBB39-ADE2-EDEE-FE5B-10F0D4CE3D1A}"/>
                    </a:ext>
                  </a:extLst>
                </p:cNvPr>
                <p:cNvPicPr/>
                <p:nvPr/>
              </p:nvPicPr>
              <p:blipFill>
                <a:blip r:embed="rId105"/>
                <a:stretch>
                  <a:fillRect/>
                </a:stretch>
              </p:blipFill>
              <p:spPr>
                <a:xfrm>
                  <a:off x="2790750" y="439044"/>
                  <a:ext cx="3639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2" name="Ink 31">
                  <a:extLst>
                    <a:ext uri="{FF2B5EF4-FFF2-40B4-BE49-F238E27FC236}">
                      <a16:creationId xmlns:a16="http://schemas.microsoft.com/office/drawing/2014/main" id="{6B656F51-4090-3995-4E68-7667921EC019}"/>
                    </a:ext>
                  </a:extLst>
                </p14:cNvPr>
                <p14:cNvContentPartPr/>
                <p14:nvPr/>
              </p14:nvContentPartPr>
              <p14:xfrm>
                <a:off x="3126630" y="490524"/>
                <a:ext cx="88920" cy="88560"/>
              </p14:xfrm>
            </p:contentPart>
          </mc:Choice>
          <mc:Fallback xmlns="">
            <p:pic>
              <p:nvPicPr>
                <p:cNvPr id="32" name="Ink 31">
                  <a:extLst>
                    <a:ext uri="{FF2B5EF4-FFF2-40B4-BE49-F238E27FC236}">
                      <a16:creationId xmlns:a16="http://schemas.microsoft.com/office/drawing/2014/main" id="{6B656F51-4090-3995-4E68-7667921EC019}"/>
                    </a:ext>
                  </a:extLst>
                </p:cNvPr>
                <p:cNvPicPr/>
                <p:nvPr/>
              </p:nvPicPr>
              <p:blipFill>
                <a:blip r:embed="rId107"/>
                <a:stretch>
                  <a:fillRect/>
                </a:stretch>
              </p:blipFill>
              <p:spPr>
                <a:xfrm>
                  <a:off x="3120510" y="484404"/>
                  <a:ext cx="10116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3" name="Ink 32">
                  <a:extLst>
                    <a:ext uri="{FF2B5EF4-FFF2-40B4-BE49-F238E27FC236}">
                      <a16:creationId xmlns:a16="http://schemas.microsoft.com/office/drawing/2014/main" id="{4D5CE71D-E8AA-463B-9CAB-FA179FFDE378}"/>
                    </a:ext>
                  </a:extLst>
                </p14:cNvPr>
                <p14:cNvContentPartPr/>
                <p14:nvPr/>
              </p14:nvContentPartPr>
              <p14:xfrm>
                <a:off x="3224550" y="481884"/>
                <a:ext cx="131400" cy="133200"/>
              </p14:xfrm>
            </p:contentPart>
          </mc:Choice>
          <mc:Fallback xmlns="">
            <p:pic>
              <p:nvPicPr>
                <p:cNvPr id="33" name="Ink 32">
                  <a:extLst>
                    <a:ext uri="{FF2B5EF4-FFF2-40B4-BE49-F238E27FC236}">
                      <a16:creationId xmlns:a16="http://schemas.microsoft.com/office/drawing/2014/main" id="{4D5CE71D-E8AA-463B-9CAB-FA179FFDE378}"/>
                    </a:ext>
                  </a:extLst>
                </p:cNvPr>
                <p:cNvPicPr/>
                <p:nvPr/>
              </p:nvPicPr>
              <p:blipFill>
                <a:blip r:embed="rId109"/>
                <a:stretch>
                  <a:fillRect/>
                </a:stretch>
              </p:blipFill>
              <p:spPr>
                <a:xfrm>
                  <a:off x="3218430" y="475764"/>
                  <a:ext cx="1436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4" name="Ink 33">
                  <a:extLst>
                    <a:ext uri="{FF2B5EF4-FFF2-40B4-BE49-F238E27FC236}">
                      <a16:creationId xmlns:a16="http://schemas.microsoft.com/office/drawing/2014/main" id="{9CF8B6D4-A866-77E7-0626-0DF580A96202}"/>
                    </a:ext>
                  </a:extLst>
                </p14:cNvPr>
                <p14:cNvContentPartPr/>
                <p14:nvPr/>
              </p14:nvContentPartPr>
              <p14:xfrm>
                <a:off x="3389790" y="396924"/>
                <a:ext cx="24840" cy="194400"/>
              </p14:xfrm>
            </p:contentPart>
          </mc:Choice>
          <mc:Fallback xmlns="">
            <p:pic>
              <p:nvPicPr>
                <p:cNvPr id="34" name="Ink 33">
                  <a:extLst>
                    <a:ext uri="{FF2B5EF4-FFF2-40B4-BE49-F238E27FC236}">
                      <a16:creationId xmlns:a16="http://schemas.microsoft.com/office/drawing/2014/main" id="{9CF8B6D4-A866-77E7-0626-0DF580A96202}"/>
                    </a:ext>
                  </a:extLst>
                </p:cNvPr>
                <p:cNvPicPr/>
                <p:nvPr/>
              </p:nvPicPr>
              <p:blipFill>
                <a:blip r:embed="rId111"/>
                <a:stretch>
                  <a:fillRect/>
                </a:stretch>
              </p:blipFill>
              <p:spPr>
                <a:xfrm>
                  <a:off x="3383670" y="390804"/>
                  <a:ext cx="3708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5" name="Ink 34">
                  <a:extLst>
                    <a:ext uri="{FF2B5EF4-FFF2-40B4-BE49-F238E27FC236}">
                      <a16:creationId xmlns:a16="http://schemas.microsoft.com/office/drawing/2014/main" id="{C229DB35-6D39-5D0D-9D2F-1D2D4DE959AA}"/>
                    </a:ext>
                  </a:extLst>
                </p14:cNvPr>
                <p14:cNvContentPartPr/>
                <p14:nvPr/>
              </p14:nvContentPartPr>
              <p14:xfrm>
                <a:off x="3431550" y="394764"/>
                <a:ext cx="132840" cy="179640"/>
              </p14:xfrm>
            </p:contentPart>
          </mc:Choice>
          <mc:Fallback xmlns="">
            <p:pic>
              <p:nvPicPr>
                <p:cNvPr id="35" name="Ink 34">
                  <a:extLst>
                    <a:ext uri="{FF2B5EF4-FFF2-40B4-BE49-F238E27FC236}">
                      <a16:creationId xmlns:a16="http://schemas.microsoft.com/office/drawing/2014/main" id="{C229DB35-6D39-5D0D-9D2F-1D2D4DE959AA}"/>
                    </a:ext>
                  </a:extLst>
                </p:cNvPr>
                <p:cNvPicPr/>
                <p:nvPr/>
              </p:nvPicPr>
              <p:blipFill>
                <a:blip r:embed="rId113"/>
                <a:stretch>
                  <a:fillRect/>
                </a:stretch>
              </p:blipFill>
              <p:spPr>
                <a:xfrm>
                  <a:off x="3425430" y="388644"/>
                  <a:ext cx="14508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6" name="Ink 35">
                  <a:extLst>
                    <a:ext uri="{FF2B5EF4-FFF2-40B4-BE49-F238E27FC236}">
                      <a16:creationId xmlns:a16="http://schemas.microsoft.com/office/drawing/2014/main" id="{821B0487-178D-346F-C0AF-8783E6F2B338}"/>
                    </a:ext>
                  </a:extLst>
                </p14:cNvPr>
                <p14:cNvContentPartPr/>
                <p14:nvPr/>
              </p14:nvContentPartPr>
              <p14:xfrm>
                <a:off x="3574470" y="404484"/>
                <a:ext cx="173160" cy="131760"/>
              </p14:xfrm>
            </p:contentPart>
          </mc:Choice>
          <mc:Fallback xmlns="">
            <p:pic>
              <p:nvPicPr>
                <p:cNvPr id="36" name="Ink 35">
                  <a:extLst>
                    <a:ext uri="{FF2B5EF4-FFF2-40B4-BE49-F238E27FC236}">
                      <a16:creationId xmlns:a16="http://schemas.microsoft.com/office/drawing/2014/main" id="{821B0487-178D-346F-C0AF-8783E6F2B338}"/>
                    </a:ext>
                  </a:extLst>
                </p:cNvPr>
                <p:cNvPicPr/>
                <p:nvPr/>
              </p:nvPicPr>
              <p:blipFill>
                <a:blip r:embed="rId115"/>
                <a:stretch>
                  <a:fillRect/>
                </a:stretch>
              </p:blipFill>
              <p:spPr>
                <a:xfrm>
                  <a:off x="3568350" y="398364"/>
                  <a:ext cx="1854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51" name="Ink 50">
                  <a:extLst>
                    <a:ext uri="{FF2B5EF4-FFF2-40B4-BE49-F238E27FC236}">
                      <a16:creationId xmlns:a16="http://schemas.microsoft.com/office/drawing/2014/main" id="{614D7C87-4718-4B9D-DEE3-55B074FC95AC}"/>
                    </a:ext>
                  </a:extLst>
                </p14:cNvPr>
                <p14:cNvContentPartPr/>
                <p14:nvPr/>
              </p14:nvContentPartPr>
              <p14:xfrm>
                <a:off x="4032390" y="390804"/>
                <a:ext cx="130320" cy="199440"/>
              </p14:xfrm>
            </p:contentPart>
          </mc:Choice>
          <mc:Fallback xmlns="">
            <p:pic>
              <p:nvPicPr>
                <p:cNvPr id="51" name="Ink 50">
                  <a:extLst>
                    <a:ext uri="{FF2B5EF4-FFF2-40B4-BE49-F238E27FC236}">
                      <a16:creationId xmlns:a16="http://schemas.microsoft.com/office/drawing/2014/main" id="{614D7C87-4718-4B9D-DEE3-55B074FC95AC}"/>
                    </a:ext>
                  </a:extLst>
                </p:cNvPr>
                <p:cNvPicPr/>
                <p:nvPr/>
              </p:nvPicPr>
              <p:blipFill>
                <a:blip r:embed="rId117"/>
                <a:stretch>
                  <a:fillRect/>
                </a:stretch>
              </p:blipFill>
              <p:spPr>
                <a:xfrm>
                  <a:off x="4026270" y="384684"/>
                  <a:ext cx="14256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52" name="Ink 51">
                  <a:extLst>
                    <a:ext uri="{FF2B5EF4-FFF2-40B4-BE49-F238E27FC236}">
                      <a16:creationId xmlns:a16="http://schemas.microsoft.com/office/drawing/2014/main" id="{E230E474-DA67-B043-2C0D-D3643EAFDFFD}"/>
                    </a:ext>
                  </a:extLst>
                </p14:cNvPr>
                <p14:cNvContentPartPr/>
                <p14:nvPr/>
              </p14:nvContentPartPr>
              <p14:xfrm>
                <a:off x="4208070" y="361644"/>
                <a:ext cx="528480" cy="231480"/>
              </p14:xfrm>
            </p:contentPart>
          </mc:Choice>
          <mc:Fallback xmlns="">
            <p:pic>
              <p:nvPicPr>
                <p:cNvPr id="52" name="Ink 51">
                  <a:extLst>
                    <a:ext uri="{FF2B5EF4-FFF2-40B4-BE49-F238E27FC236}">
                      <a16:creationId xmlns:a16="http://schemas.microsoft.com/office/drawing/2014/main" id="{E230E474-DA67-B043-2C0D-D3643EAFDFFD}"/>
                    </a:ext>
                  </a:extLst>
                </p:cNvPr>
                <p:cNvPicPr/>
                <p:nvPr/>
              </p:nvPicPr>
              <p:blipFill>
                <a:blip r:embed="rId119"/>
                <a:stretch>
                  <a:fillRect/>
                </a:stretch>
              </p:blipFill>
              <p:spPr>
                <a:xfrm>
                  <a:off x="4201950" y="355524"/>
                  <a:ext cx="54072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53" name="Ink 52">
                  <a:extLst>
                    <a:ext uri="{FF2B5EF4-FFF2-40B4-BE49-F238E27FC236}">
                      <a16:creationId xmlns:a16="http://schemas.microsoft.com/office/drawing/2014/main" id="{42E4A302-A937-3F40-224D-E21005EDC662}"/>
                    </a:ext>
                  </a:extLst>
                </p14:cNvPr>
                <p14:cNvContentPartPr/>
                <p14:nvPr/>
              </p14:nvContentPartPr>
              <p14:xfrm>
                <a:off x="4752030" y="336804"/>
                <a:ext cx="253440" cy="147600"/>
              </p14:xfrm>
            </p:contentPart>
          </mc:Choice>
          <mc:Fallback xmlns="">
            <p:pic>
              <p:nvPicPr>
                <p:cNvPr id="53" name="Ink 52">
                  <a:extLst>
                    <a:ext uri="{FF2B5EF4-FFF2-40B4-BE49-F238E27FC236}">
                      <a16:creationId xmlns:a16="http://schemas.microsoft.com/office/drawing/2014/main" id="{42E4A302-A937-3F40-224D-E21005EDC662}"/>
                    </a:ext>
                  </a:extLst>
                </p:cNvPr>
                <p:cNvPicPr/>
                <p:nvPr/>
              </p:nvPicPr>
              <p:blipFill>
                <a:blip r:embed="rId121"/>
                <a:stretch>
                  <a:fillRect/>
                </a:stretch>
              </p:blipFill>
              <p:spPr>
                <a:xfrm>
                  <a:off x="4745910" y="330684"/>
                  <a:ext cx="26568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4" name="Ink 53">
                  <a:extLst>
                    <a:ext uri="{FF2B5EF4-FFF2-40B4-BE49-F238E27FC236}">
                      <a16:creationId xmlns:a16="http://schemas.microsoft.com/office/drawing/2014/main" id="{CC001B06-6DE0-66DE-2D61-5FC55D5528A4}"/>
                    </a:ext>
                  </a:extLst>
                </p14:cNvPr>
                <p14:cNvContentPartPr/>
                <p14:nvPr/>
              </p14:nvContentPartPr>
              <p14:xfrm>
                <a:off x="4869390" y="483684"/>
                <a:ext cx="118800" cy="155520"/>
              </p14:xfrm>
            </p:contentPart>
          </mc:Choice>
          <mc:Fallback xmlns="">
            <p:pic>
              <p:nvPicPr>
                <p:cNvPr id="54" name="Ink 53">
                  <a:extLst>
                    <a:ext uri="{FF2B5EF4-FFF2-40B4-BE49-F238E27FC236}">
                      <a16:creationId xmlns:a16="http://schemas.microsoft.com/office/drawing/2014/main" id="{CC001B06-6DE0-66DE-2D61-5FC55D5528A4}"/>
                    </a:ext>
                  </a:extLst>
                </p:cNvPr>
                <p:cNvPicPr/>
                <p:nvPr/>
              </p:nvPicPr>
              <p:blipFill>
                <a:blip r:embed="rId123"/>
                <a:stretch>
                  <a:fillRect/>
                </a:stretch>
              </p:blipFill>
              <p:spPr>
                <a:xfrm>
                  <a:off x="4863270" y="477564"/>
                  <a:ext cx="13104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55" name="Ink 54">
                  <a:extLst>
                    <a:ext uri="{FF2B5EF4-FFF2-40B4-BE49-F238E27FC236}">
                      <a16:creationId xmlns:a16="http://schemas.microsoft.com/office/drawing/2014/main" id="{775D83CB-A4D9-BB46-9B56-BEC3ABA2322E}"/>
                    </a:ext>
                  </a:extLst>
                </p14:cNvPr>
                <p14:cNvContentPartPr/>
                <p14:nvPr/>
              </p14:nvContentPartPr>
              <p14:xfrm>
                <a:off x="5097630" y="451284"/>
                <a:ext cx="86040" cy="258120"/>
              </p14:xfrm>
            </p:contentPart>
          </mc:Choice>
          <mc:Fallback xmlns="">
            <p:pic>
              <p:nvPicPr>
                <p:cNvPr id="55" name="Ink 54">
                  <a:extLst>
                    <a:ext uri="{FF2B5EF4-FFF2-40B4-BE49-F238E27FC236}">
                      <a16:creationId xmlns:a16="http://schemas.microsoft.com/office/drawing/2014/main" id="{775D83CB-A4D9-BB46-9B56-BEC3ABA2322E}"/>
                    </a:ext>
                  </a:extLst>
                </p:cNvPr>
                <p:cNvPicPr/>
                <p:nvPr/>
              </p:nvPicPr>
              <p:blipFill>
                <a:blip r:embed="rId125"/>
                <a:stretch>
                  <a:fillRect/>
                </a:stretch>
              </p:blipFill>
              <p:spPr>
                <a:xfrm>
                  <a:off x="5091510" y="445164"/>
                  <a:ext cx="9828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6" name="Ink 55">
                  <a:extLst>
                    <a:ext uri="{FF2B5EF4-FFF2-40B4-BE49-F238E27FC236}">
                      <a16:creationId xmlns:a16="http://schemas.microsoft.com/office/drawing/2014/main" id="{725E7D72-B42F-5418-3D46-0BA7AEAAED9D}"/>
                    </a:ext>
                  </a:extLst>
                </p14:cNvPr>
                <p14:cNvContentPartPr/>
                <p14:nvPr/>
              </p14:nvContentPartPr>
              <p14:xfrm>
                <a:off x="5177550" y="444444"/>
                <a:ext cx="202680" cy="154800"/>
              </p14:xfrm>
            </p:contentPart>
          </mc:Choice>
          <mc:Fallback xmlns="">
            <p:pic>
              <p:nvPicPr>
                <p:cNvPr id="56" name="Ink 55">
                  <a:extLst>
                    <a:ext uri="{FF2B5EF4-FFF2-40B4-BE49-F238E27FC236}">
                      <a16:creationId xmlns:a16="http://schemas.microsoft.com/office/drawing/2014/main" id="{725E7D72-B42F-5418-3D46-0BA7AEAAED9D}"/>
                    </a:ext>
                  </a:extLst>
                </p:cNvPr>
                <p:cNvPicPr/>
                <p:nvPr/>
              </p:nvPicPr>
              <p:blipFill>
                <a:blip r:embed="rId127"/>
                <a:stretch>
                  <a:fillRect/>
                </a:stretch>
              </p:blipFill>
              <p:spPr>
                <a:xfrm>
                  <a:off x="5171430" y="438324"/>
                  <a:ext cx="21492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9" name="Ink 58">
                  <a:extLst>
                    <a:ext uri="{FF2B5EF4-FFF2-40B4-BE49-F238E27FC236}">
                      <a16:creationId xmlns:a16="http://schemas.microsoft.com/office/drawing/2014/main" id="{8FDDC6F3-8429-9710-BE31-07E6A28B5709}"/>
                    </a:ext>
                  </a:extLst>
                </p14:cNvPr>
                <p14:cNvContentPartPr/>
                <p14:nvPr/>
              </p14:nvContentPartPr>
              <p14:xfrm>
                <a:off x="6211470" y="426444"/>
                <a:ext cx="33840" cy="212400"/>
              </p14:xfrm>
            </p:contentPart>
          </mc:Choice>
          <mc:Fallback xmlns="">
            <p:pic>
              <p:nvPicPr>
                <p:cNvPr id="59" name="Ink 58">
                  <a:extLst>
                    <a:ext uri="{FF2B5EF4-FFF2-40B4-BE49-F238E27FC236}">
                      <a16:creationId xmlns:a16="http://schemas.microsoft.com/office/drawing/2014/main" id="{8FDDC6F3-8429-9710-BE31-07E6A28B5709}"/>
                    </a:ext>
                  </a:extLst>
                </p:cNvPr>
                <p:cNvPicPr/>
                <p:nvPr/>
              </p:nvPicPr>
              <p:blipFill>
                <a:blip r:embed="rId129"/>
                <a:stretch>
                  <a:fillRect/>
                </a:stretch>
              </p:blipFill>
              <p:spPr>
                <a:xfrm>
                  <a:off x="6205350" y="420324"/>
                  <a:ext cx="4608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0" name="Ink 59">
                  <a:extLst>
                    <a:ext uri="{FF2B5EF4-FFF2-40B4-BE49-F238E27FC236}">
                      <a16:creationId xmlns:a16="http://schemas.microsoft.com/office/drawing/2014/main" id="{9F3DFB3A-6D14-191E-440E-C8213CD75259}"/>
                    </a:ext>
                  </a:extLst>
                </p14:cNvPr>
                <p14:cNvContentPartPr/>
                <p14:nvPr/>
              </p14:nvContentPartPr>
              <p14:xfrm>
                <a:off x="6180870" y="404844"/>
                <a:ext cx="265680" cy="167400"/>
              </p14:xfrm>
            </p:contentPart>
          </mc:Choice>
          <mc:Fallback xmlns="">
            <p:pic>
              <p:nvPicPr>
                <p:cNvPr id="60" name="Ink 59">
                  <a:extLst>
                    <a:ext uri="{FF2B5EF4-FFF2-40B4-BE49-F238E27FC236}">
                      <a16:creationId xmlns:a16="http://schemas.microsoft.com/office/drawing/2014/main" id="{9F3DFB3A-6D14-191E-440E-C8213CD75259}"/>
                    </a:ext>
                  </a:extLst>
                </p:cNvPr>
                <p:cNvPicPr/>
                <p:nvPr/>
              </p:nvPicPr>
              <p:blipFill>
                <a:blip r:embed="rId131"/>
                <a:stretch>
                  <a:fillRect/>
                </a:stretch>
              </p:blipFill>
              <p:spPr>
                <a:xfrm>
                  <a:off x="6174750" y="398724"/>
                  <a:ext cx="27792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1" name="Ink 60">
                  <a:extLst>
                    <a:ext uri="{FF2B5EF4-FFF2-40B4-BE49-F238E27FC236}">
                      <a16:creationId xmlns:a16="http://schemas.microsoft.com/office/drawing/2014/main" id="{5B957257-B387-011B-E380-6DB23717F11A}"/>
                    </a:ext>
                  </a:extLst>
                </p14:cNvPr>
                <p14:cNvContentPartPr/>
                <p14:nvPr/>
              </p14:nvContentPartPr>
              <p14:xfrm>
                <a:off x="6513870" y="387204"/>
                <a:ext cx="216720" cy="194040"/>
              </p14:xfrm>
            </p:contentPart>
          </mc:Choice>
          <mc:Fallback xmlns="">
            <p:pic>
              <p:nvPicPr>
                <p:cNvPr id="61" name="Ink 60">
                  <a:extLst>
                    <a:ext uri="{FF2B5EF4-FFF2-40B4-BE49-F238E27FC236}">
                      <a16:creationId xmlns:a16="http://schemas.microsoft.com/office/drawing/2014/main" id="{5B957257-B387-011B-E380-6DB23717F11A}"/>
                    </a:ext>
                  </a:extLst>
                </p:cNvPr>
                <p:cNvPicPr/>
                <p:nvPr/>
              </p:nvPicPr>
              <p:blipFill>
                <a:blip r:embed="rId133"/>
                <a:stretch>
                  <a:fillRect/>
                </a:stretch>
              </p:blipFill>
              <p:spPr>
                <a:xfrm>
                  <a:off x="6507750" y="381084"/>
                  <a:ext cx="22896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62" name="Ink 61">
                  <a:extLst>
                    <a:ext uri="{FF2B5EF4-FFF2-40B4-BE49-F238E27FC236}">
                      <a16:creationId xmlns:a16="http://schemas.microsoft.com/office/drawing/2014/main" id="{02119D0D-0E03-FD4F-72F8-CC6F4C521917}"/>
                    </a:ext>
                  </a:extLst>
                </p14:cNvPr>
                <p14:cNvContentPartPr/>
                <p14:nvPr/>
              </p14:nvContentPartPr>
              <p14:xfrm>
                <a:off x="6613950" y="475404"/>
                <a:ext cx="262440" cy="161280"/>
              </p14:xfrm>
            </p:contentPart>
          </mc:Choice>
          <mc:Fallback xmlns="">
            <p:pic>
              <p:nvPicPr>
                <p:cNvPr id="62" name="Ink 61">
                  <a:extLst>
                    <a:ext uri="{FF2B5EF4-FFF2-40B4-BE49-F238E27FC236}">
                      <a16:creationId xmlns:a16="http://schemas.microsoft.com/office/drawing/2014/main" id="{02119D0D-0E03-FD4F-72F8-CC6F4C521917}"/>
                    </a:ext>
                  </a:extLst>
                </p:cNvPr>
                <p:cNvPicPr/>
                <p:nvPr/>
              </p:nvPicPr>
              <p:blipFill>
                <a:blip r:embed="rId135"/>
                <a:stretch>
                  <a:fillRect/>
                </a:stretch>
              </p:blipFill>
              <p:spPr>
                <a:xfrm>
                  <a:off x="6607830" y="469284"/>
                  <a:ext cx="27468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0" name="Ink 69">
                  <a:extLst>
                    <a:ext uri="{FF2B5EF4-FFF2-40B4-BE49-F238E27FC236}">
                      <a16:creationId xmlns:a16="http://schemas.microsoft.com/office/drawing/2014/main" id="{3654BA18-D5E7-9115-D668-7986F44384FA}"/>
                    </a:ext>
                  </a:extLst>
                </p14:cNvPr>
                <p14:cNvContentPartPr/>
                <p14:nvPr/>
              </p14:nvContentPartPr>
              <p14:xfrm>
                <a:off x="5383110" y="386844"/>
                <a:ext cx="180720" cy="244800"/>
              </p14:xfrm>
            </p:contentPart>
          </mc:Choice>
          <mc:Fallback xmlns="">
            <p:pic>
              <p:nvPicPr>
                <p:cNvPr id="70" name="Ink 69">
                  <a:extLst>
                    <a:ext uri="{FF2B5EF4-FFF2-40B4-BE49-F238E27FC236}">
                      <a16:creationId xmlns:a16="http://schemas.microsoft.com/office/drawing/2014/main" id="{3654BA18-D5E7-9115-D668-7986F44384FA}"/>
                    </a:ext>
                  </a:extLst>
                </p:cNvPr>
                <p:cNvPicPr/>
                <p:nvPr/>
              </p:nvPicPr>
              <p:blipFill>
                <a:blip r:embed="rId137"/>
                <a:stretch>
                  <a:fillRect/>
                </a:stretch>
              </p:blipFill>
              <p:spPr>
                <a:xfrm>
                  <a:off x="5376990" y="380724"/>
                  <a:ext cx="19296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1" name="Ink 70">
                  <a:extLst>
                    <a:ext uri="{FF2B5EF4-FFF2-40B4-BE49-F238E27FC236}">
                      <a16:creationId xmlns:a16="http://schemas.microsoft.com/office/drawing/2014/main" id="{9A2ED0BB-EE4A-3AFE-643D-3A42D82FBBE9}"/>
                    </a:ext>
                  </a:extLst>
                </p14:cNvPr>
                <p14:cNvContentPartPr/>
                <p14:nvPr/>
              </p14:nvContentPartPr>
              <p14:xfrm>
                <a:off x="5549070" y="476124"/>
                <a:ext cx="140400" cy="157320"/>
              </p14:xfrm>
            </p:contentPart>
          </mc:Choice>
          <mc:Fallback xmlns="">
            <p:pic>
              <p:nvPicPr>
                <p:cNvPr id="71" name="Ink 70">
                  <a:extLst>
                    <a:ext uri="{FF2B5EF4-FFF2-40B4-BE49-F238E27FC236}">
                      <a16:creationId xmlns:a16="http://schemas.microsoft.com/office/drawing/2014/main" id="{9A2ED0BB-EE4A-3AFE-643D-3A42D82FBBE9}"/>
                    </a:ext>
                  </a:extLst>
                </p:cNvPr>
                <p:cNvPicPr/>
                <p:nvPr/>
              </p:nvPicPr>
              <p:blipFill>
                <a:blip r:embed="rId139"/>
                <a:stretch>
                  <a:fillRect/>
                </a:stretch>
              </p:blipFill>
              <p:spPr>
                <a:xfrm>
                  <a:off x="5542950" y="470004"/>
                  <a:ext cx="15264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2" name="Ink 71">
                  <a:extLst>
                    <a:ext uri="{FF2B5EF4-FFF2-40B4-BE49-F238E27FC236}">
                      <a16:creationId xmlns:a16="http://schemas.microsoft.com/office/drawing/2014/main" id="{1EAB608D-36E7-DB33-B9B2-833F63BDD126}"/>
                    </a:ext>
                  </a:extLst>
                </p14:cNvPr>
                <p14:cNvContentPartPr/>
                <p14:nvPr/>
              </p14:nvContentPartPr>
              <p14:xfrm>
                <a:off x="5657790" y="414204"/>
                <a:ext cx="216360" cy="240840"/>
              </p14:xfrm>
            </p:contentPart>
          </mc:Choice>
          <mc:Fallback xmlns="">
            <p:pic>
              <p:nvPicPr>
                <p:cNvPr id="72" name="Ink 71">
                  <a:extLst>
                    <a:ext uri="{FF2B5EF4-FFF2-40B4-BE49-F238E27FC236}">
                      <a16:creationId xmlns:a16="http://schemas.microsoft.com/office/drawing/2014/main" id="{1EAB608D-36E7-DB33-B9B2-833F63BDD126}"/>
                    </a:ext>
                  </a:extLst>
                </p:cNvPr>
                <p:cNvPicPr/>
                <p:nvPr/>
              </p:nvPicPr>
              <p:blipFill>
                <a:blip r:embed="rId141"/>
                <a:stretch>
                  <a:fillRect/>
                </a:stretch>
              </p:blipFill>
              <p:spPr>
                <a:xfrm>
                  <a:off x="5651670" y="408084"/>
                  <a:ext cx="22860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3" name="Ink 72">
                  <a:extLst>
                    <a:ext uri="{FF2B5EF4-FFF2-40B4-BE49-F238E27FC236}">
                      <a16:creationId xmlns:a16="http://schemas.microsoft.com/office/drawing/2014/main" id="{4C7E7276-84DD-AA6D-8F1C-F56005191E49}"/>
                    </a:ext>
                  </a:extLst>
                </p14:cNvPr>
                <p14:cNvContentPartPr/>
                <p14:nvPr/>
              </p14:nvContentPartPr>
              <p14:xfrm>
                <a:off x="5794230" y="516804"/>
                <a:ext cx="153000" cy="20160"/>
              </p14:xfrm>
            </p:contentPart>
          </mc:Choice>
          <mc:Fallback xmlns="">
            <p:pic>
              <p:nvPicPr>
                <p:cNvPr id="73" name="Ink 72">
                  <a:extLst>
                    <a:ext uri="{FF2B5EF4-FFF2-40B4-BE49-F238E27FC236}">
                      <a16:creationId xmlns:a16="http://schemas.microsoft.com/office/drawing/2014/main" id="{4C7E7276-84DD-AA6D-8F1C-F56005191E49}"/>
                    </a:ext>
                  </a:extLst>
                </p:cNvPr>
                <p:cNvPicPr/>
                <p:nvPr/>
              </p:nvPicPr>
              <p:blipFill>
                <a:blip r:embed="rId143"/>
                <a:stretch>
                  <a:fillRect/>
                </a:stretch>
              </p:blipFill>
              <p:spPr>
                <a:xfrm>
                  <a:off x="5788110" y="510684"/>
                  <a:ext cx="16524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49" name="Ink 148">
                  <a:extLst>
                    <a:ext uri="{FF2B5EF4-FFF2-40B4-BE49-F238E27FC236}">
                      <a16:creationId xmlns:a16="http://schemas.microsoft.com/office/drawing/2014/main" id="{0E4B1A72-6F0C-4A83-56C4-74F6515C2BBD}"/>
                    </a:ext>
                  </a:extLst>
                </p14:cNvPr>
                <p14:cNvContentPartPr/>
                <p14:nvPr/>
              </p14:nvContentPartPr>
              <p14:xfrm>
                <a:off x="-79170" y="329604"/>
                <a:ext cx="8984880" cy="114840"/>
              </p14:xfrm>
            </p:contentPart>
          </mc:Choice>
          <mc:Fallback xmlns="">
            <p:pic>
              <p:nvPicPr>
                <p:cNvPr id="149" name="Ink 148">
                  <a:extLst>
                    <a:ext uri="{FF2B5EF4-FFF2-40B4-BE49-F238E27FC236}">
                      <a16:creationId xmlns:a16="http://schemas.microsoft.com/office/drawing/2014/main" id="{0E4B1A72-6F0C-4A83-56C4-74F6515C2BBD}"/>
                    </a:ext>
                  </a:extLst>
                </p:cNvPr>
                <p:cNvPicPr/>
                <p:nvPr/>
              </p:nvPicPr>
              <p:blipFill>
                <a:blip r:embed="rId145"/>
                <a:stretch>
                  <a:fillRect/>
                </a:stretch>
              </p:blipFill>
              <p:spPr>
                <a:xfrm>
                  <a:off x="-85290" y="323484"/>
                  <a:ext cx="8997120" cy="127080"/>
                </a:xfrm>
                <a:prstGeom prst="rect">
                  <a:avLst/>
                </a:prstGeom>
              </p:spPr>
            </p:pic>
          </mc:Fallback>
        </mc:AlternateContent>
      </p:grpSp>
      <p:grpSp>
        <p:nvGrpSpPr>
          <p:cNvPr id="178" name="Group 177">
            <a:extLst>
              <a:ext uri="{FF2B5EF4-FFF2-40B4-BE49-F238E27FC236}">
                <a16:creationId xmlns:a16="http://schemas.microsoft.com/office/drawing/2014/main" id="{611C2590-8948-80E5-6BD0-FEA2498521A1}"/>
              </a:ext>
            </a:extLst>
          </p:cNvPr>
          <p:cNvGrpSpPr/>
          <p:nvPr/>
        </p:nvGrpSpPr>
        <p:grpSpPr>
          <a:xfrm>
            <a:off x="1817310" y="828924"/>
            <a:ext cx="2880720" cy="1523520"/>
            <a:chOff x="1817310" y="828924"/>
            <a:chExt cx="2880720" cy="1523520"/>
          </a:xfrm>
        </p:grpSpPr>
        <mc:AlternateContent xmlns:mc="http://schemas.openxmlformats.org/markup-compatibility/2006" xmlns:p14="http://schemas.microsoft.com/office/powerpoint/2010/main">
          <mc:Choice Requires="p14">
            <p:contentPart p14:bwMode="auto" r:id="rId146">
              <p14:nvContentPartPr>
                <p14:cNvPr id="75" name="Ink 74">
                  <a:extLst>
                    <a:ext uri="{FF2B5EF4-FFF2-40B4-BE49-F238E27FC236}">
                      <a16:creationId xmlns:a16="http://schemas.microsoft.com/office/drawing/2014/main" id="{D781BE38-2AD5-6D90-19AC-0D891E13E692}"/>
                    </a:ext>
                  </a:extLst>
                </p14:cNvPr>
                <p14:cNvContentPartPr/>
                <p14:nvPr/>
              </p14:nvContentPartPr>
              <p14:xfrm>
                <a:off x="1817310" y="877884"/>
                <a:ext cx="161640" cy="180360"/>
              </p14:xfrm>
            </p:contentPart>
          </mc:Choice>
          <mc:Fallback xmlns="">
            <p:pic>
              <p:nvPicPr>
                <p:cNvPr id="75" name="Ink 74">
                  <a:extLst>
                    <a:ext uri="{FF2B5EF4-FFF2-40B4-BE49-F238E27FC236}">
                      <a16:creationId xmlns:a16="http://schemas.microsoft.com/office/drawing/2014/main" id="{D781BE38-2AD5-6D90-19AC-0D891E13E692}"/>
                    </a:ext>
                  </a:extLst>
                </p:cNvPr>
                <p:cNvPicPr/>
                <p:nvPr/>
              </p:nvPicPr>
              <p:blipFill>
                <a:blip r:embed="rId147"/>
                <a:stretch>
                  <a:fillRect/>
                </a:stretch>
              </p:blipFill>
              <p:spPr>
                <a:xfrm>
                  <a:off x="1811190" y="871764"/>
                  <a:ext cx="17388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6" name="Ink 75">
                  <a:extLst>
                    <a:ext uri="{FF2B5EF4-FFF2-40B4-BE49-F238E27FC236}">
                      <a16:creationId xmlns:a16="http://schemas.microsoft.com/office/drawing/2014/main" id="{87E5D171-C231-B23F-B694-5ABFD173621D}"/>
                    </a:ext>
                  </a:extLst>
                </p14:cNvPr>
                <p14:cNvContentPartPr/>
                <p14:nvPr/>
              </p14:nvContentPartPr>
              <p14:xfrm>
                <a:off x="2021790" y="881844"/>
                <a:ext cx="67320" cy="240840"/>
              </p14:xfrm>
            </p:contentPart>
          </mc:Choice>
          <mc:Fallback xmlns="">
            <p:pic>
              <p:nvPicPr>
                <p:cNvPr id="76" name="Ink 75">
                  <a:extLst>
                    <a:ext uri="{FF2B5EF4-FFF2-40B4-BE49-F238E27FC236}">
                      <a16:creationId xmlns:a16="http://schemas.microsoft.com/office/drawing/2014/main" id="{87E5D171-C231-B23F-B694-5ABFD173621D}"/>
                    </a:ext>
                  </a:extLst>
                </p:cNvPr>
                <p:cNvPicPr/>
                <p:nvPr/>
              </p:nvPicPr>
              <p:blipFill>
                <a:blip r:embed="rId149"/>
                <a:stretch>
                  <a:fillRect/>
                </a:stretch>
              </p:blipFill>
              <p:spPr>
                <a:xfrm>
                  <a:off x="2015670" y="875724"/>
                  <a:ext cx="7956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77" name="Ink 76">
                  <a:extLst>
                    <a:ext uri="{FF2B5EF4-FFF2-40B4-BE49-F238E27FC236}">
                      <a16:creationId xmlns:a16="http://schemas.microsoft.com/office/drawing/2014/main" id="{425C16BB-AD83-0021-C067-77BA36E82925}"/>
                    </a:ext>
                  </a:extLst>
                </p14:cNvPr>
                <p14:cNvContentPartPr/>
                <p14:nvPr/>
              </p14:nvContentPartPr>
              <p14:xfrm>
                <a:off x="2037630" y="860604"/>
                <a:ext cx="142920" cy="208800"/>
              </p14:xfrm>
            </p:contentPart>
          </mc:Choice>
          <mc:Fallback xmlns="">
            <p:pic>
              <p:nvPicPr>
                <p:cNvPr id="77" name="Ink 76">
                  <a:extLst>
                    <a:ext uri="{FF2B5EF4-FFF2-40B4-BE49-F238E27FC236}">
                      <a16:creationId xmlns:a16="http://schemas.microsoft.com/office/drawing/2014/main" id="{425C16BB-AD83-0021-C067-77BA36E82925}"/>
                    </a:ext>
                  </a:extLst>
                </p:cNvPr>
                <p:cNvPicPr/>
                <p:nvPr/>
              </p:nvPicPr>
              <p:blipFill>
                <a:blip r:embed="rId151"/>
                <a:stretch>
                  <a:fillRect/>
                </a:stretch>
              </p:blipFill>
              <p:spPr>
                <a:xfrm>
                  <a:off x="2031510" y="854484"/>
                  <a:ext cx="15516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8" name="Ink 77">
                  <a:extLst>
                    <a:ext uri="{FF2B5EF4-FFF2-40B4-BE49-F238E27FC236}">
                      <a16:creationId xmlns:a16="http://schemas.microsoft.com/office/drawing/2014/main" id="{04CC0FAD-54E7-AE5B-C2C9-1835BAF43267}"/>
                    </a:ext>
                  </a:extLst>
                </p14:cNvPr>
                <p14:cNvContentPartPr/>
                <p14:nvPr/>
              </p14:nvContentPartPr>
              <p14:xfrm>
                <a:off x="2276670" y="916764"/>
                <a:ext cx="31680" cy="148680"/>
              </p14:xfrm>
            </p:contentPart>
          </mc:Choice>
          <mc:Fallback xmlns="">
            <p:pic>
              <p:nvPicPr>
                <p:cNvPr id="78" name="Ink 77">
                  <a:extLst>
                    <a:ext uri="{FF2B5EF4-FFF2-40B4-BE49-F238E27FC236}">
                      <a16:creationId xmlns:a16="http://schemas.microsoft.com/office/drawing/2014/main" id="{04CC0FAD-54E7-AE5B-C2C9-1835BAF43267}"/>
                    </a:ext>
                  </a:extLst>
                </p:cNvPr>
                <p:cNvPicPr/>
                <p:nvPr/>
              </p:nvPicPr>
              <p:blipFill>
                <a:blip r:embed="rId153"/>
                <a:stretch>
                  <a:fillRect/>
                </a:stretch>
              </p:blipFill>
              <p:spPr>
                <a:xfrm>
                  <a:off x="2270550" y="910644"/>
                  <a:ext cx="4392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79" name="Ink 78">
                  <a:extLst>
                    <a:ext uri="{FF2B5EF4-FFF2-40B4-BE49-F238E27FC236}">
                      <a16:creationId xmlns:a16="http://schemas.microsoft.com/office/drawing/2014/main" id="{1620D51E-8D61-EA6F-FB61-E45558E200F1}"/>
                    </a:ext>
                  </a:extLst>
                </p14:cNvPr>
                <p14:cNvContentPartPr/>
                <p14:nvPr/>
              </p14:nvContentPartPr>
              <p14:xfrm>
                <a:off x="2264430" y="909564"/>
                <a:ext cx="177840" cy="189360"/>
              </p14:xfrm>
            </p:contentPart>
          </mc:Choice>
          <mc:Fallback xmlns="">
            <p:pic>
              <p:nvPicPr>
                <p:cNvPr id="79" name="Ink 78">
                  <a:extLst>
                    <a:ext uri="{FF2B5EF4-FFF2-40B4-BE49-F238E27FC236}">
                      <a16:creationId xmlns:a16="http://schemas.microsoft.com/office/drawing/2014/main" id="{1620D51E-8D61-EA6F-FB61-E45558E200F1}"/>
                    </a:ext>
                  </a:extLst>
                </p:cNvPr>
                <p:cNvPicPr/>
                <p:nvPr/>
              </p:nvPicPr>
              <p:blipFill>
                <a:blip r:embed="rId155"/>
                <a:stretch>
                  <a:fillRect/>
                </a:stretch>
              </p:blipFill>
              <p:spPr>
                <a:xfrm>
                  <a:off x="2258310" y="903444"/>
                  <a:ext cx="19008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0" name="Ink 79">
                  <a:extLst>
                    <a:ext uri="{FF2B5EF4-FFF2-40B4-BE49-F238E27FC236}">
                      <a16:creationId xmlns:a16="http://schemas.microsoft.com/office/drawing/2014/main" id="{AD5A7011-0346-243E-EE12-72661AB97D2B}"/>
                    </a:ext>
                  </a:extLst>
                </p14:cNvPr>
                <p14:cNvContentPartPr/>
                <p14:nvPr/>
              </p14:nvContentPartPr>
              <p14:xfrm>
                <a:off x="2472150" y="897324"/>
                <a:ext cx="234720" cy="214920"/>
              </p14:xfrm>
            </p:contentPart>
          </mc:Choice>
          <mc:Fallback xmlns="">
            <p:pic>
              <p:nvPicPr>
                <p:cNvPr id="80" name="Ink 79">
                  <a:extLst>
                    <a:ext uri="{FF2B5EF4-FFF2-40B4-BE49-F238E27FC236}">
                      <a16:creationId xmlns:a16="http://schemas.microsoft.com/office/drawing/2014/main" id="{AD5A7011-0346-243E-EE12-72661AB97D2B}"/>
                    </a:ext>
                  </a:extLst>
                </p:cNvPr>
                <p:cNvPicPr/>
                <p:nvPr/>
              </p:nvPicPr>
              <p:blipFill>
                <a:blip r:embed="rId157"/>
                <a:stretch>
                  <a:fillRect/>
                </a:stretch>
              </p:blipFill>
              <p:spPr>
                <a:xfrm>
                  <a:off x="2466030" y="891204"/>
                  <a:ext cx="24696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1" name="Ink 80">
                  <a:extLst>
                    <a:ext uri="{FF2B5EF4-FFF2-40B4-BE49-F238E27FC236}">
                      <a16:creationId xmlns:a16="http://schemas.microsoft.com/office/drawing/2014/main" id="{ED8986A2-F0FC-894C-4627-4D9B2A8AE46D}"/>
                    </a:ext>
                  </a:extLst>
                </p14:cNvPr>
                <p14:cNvContentPartPr/>
                <p14:nvPr/>
              </p14:nvContentPartPr>
              <p14:xfrm>
                <a:off x="2459190" y="943764"/>
                <a:ext cx="233640" cy="184320"/>
              </p14:xfrm>
            </p:contentPart>
          </mc:Choice>
          <mc:Fallback xmlns="">
            <p:pic>
              <p:nvPicPr>
                <p:cNvPr id="81" name="Ink 80">
                  <a:extLst>
                    <a:ext uri="{FF2B5EF4-FFF2-40B4-BE49-F238E27FC236}">
                      <a16:creationId xmlns:a16="http://schemas.microsoft.com/office/drawing/2014/main" id="{ED8986A2-F0FC-894C-4627-4D9B2A8AE46D}"/>
                    </a:ext>
                  </a:extLst>
                </p:cNvPr>
                <p:cNvPicPr/>
                <p:nvPr/>
              </p:nvPicPr>
              <p:blipFill>
                <a:blip r:embed="rId159"/>
                <a:stretch>
                  <a:fillRect/>
                </a:stretch>
              </p:blipFill>
              <p:spPr>
                <a:xfrm>
                  <a:off x="2453070" y="937644"/>
                  <a:ext cx="24588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2" name="Ink 81">
                  <a:extLst>
                    <a:ext uri="{FF2B5EF4-FFF2-40B4-BE49-F238E27FC236}">
                      <a16:creationId xmlns:a16="http://schemas.microsoft.com/office/drawing/2014/main" id="{C55A017F-ACED-85F9-B352-CBA5020C714E}"/>
                    </a:ext>
                  </a:extLst>
                </p14:cNvPr>
                <p14:cNvContentPartPr/>
                <p14:nvPr/>
              </p14:nvContentPartPr>
              <p14:xfrm>
                <a:off x="2802630" y="952044"/>
                <a:ext cx="30960" cy="182880"/>
              </p14:xfrm>
            </p:contentPart>
          </mc:Choice>
          <mc:Fallback xmlns="">
            <p:pic>
              <p:nvPicPr>
                <p:cNvPr id="82" name="Ink 81">
                  <a:extLst>
                    <a:ext uri="{FF2B5EF4-FFF2-40B4-BE49-F238E27FC236}">
                      <a16:creationId xmlns:a16="http://schemas.microsoft.com/office/drawing/2014/main" id="{C55A017F-ACED-85F9-B352-CBA5020C714E}"/>
                    </a:ext>
                  </a:extLst>
                </p:cNvPr>
                <p:cNvPicPr/>
                <p:nvPr/>
              </p:nvPicPr>
              <p:blipFill>
                <a:blip r:embed="rId161"/>
                <a:stretch>
                  <a:fillRect/>
                </a:stretch>
              </p:blipFill>
              <p:spPr>
                <a:xfrm>
                  <a:off x="2796510" y="945924"/>
                  <a:ext cx="4320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3" name="Ink 82">
                  <a:extLst>
                    <a:ext uri="{FF2B5EF4-FFF2-40B4-BE49-F238E27FC236}">
                      <a16:creationId xmlns:a16="http://schemas.microsoft.com/office/drawing/2014/main" id="{3162D4D7-7D61-3CB7-9CC9-12E2E91B6B30}"/>
                    </a:ext>
                  </a:extLst>
                </p14:cNvPr>
                <p14:cNvContentPartPr/>
                <p14:nvPr/>
              </p14:nvContentPartPr>
              <p14:xfrm>
                <a:off x="2758710" y="895164"/>
                <a:ext cx="274320" cy="183960"/>
              </p14:xfrm>
            </p:contentPart>
          </mc:Choice>
          <mc:Fallback xmlns="">
            <p:pic>
              <p:nvPicPr>
                <p:cNvPr id="83" name="Ink 82">
                  <a:extLst>
                    <a:ext uri="{FF2B5EF4-FFF2-40B4-BE49-F238E27FC236}">
                      <a16:creationId xmlns:a16="http://schemas.microsoft.com/office/drawing/2014/main" id="{3162D4D7-7D61-3CB7-9CC9-12E2E91B6B30}"/>
                    </a:ext>
                  </a:extLst>
                </p:cNvPr>
                <p:cNvPicPr/>
                <p:nvPr/>
              </p:nvPicPr>
              <p:blipFill>
                <a:blip r:embed="rId163"/>
                <a:stretch>
                  <a:fillRect/>
                </a:stretch>
              </p:blipFill>
              <p:spPr>
                <a:xfrm>
                  <a:off x="2752590" y="889044"/>
                  <a:ext cx="2865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6" name="Ink 115">
                  <a:extLst>
                    <a:ext uri="{FF2B5EF4-FFF2-40B4-BE49-F238E27FC236}">
                      <a16:creationId xmlns:a16="http://schemas.microsoft.com/office/drawing/2014/main" id="{F78707B2-635B-1942-2A03-B7B8E8398EEF}"/>
                    </a:ext>
                  </a:extLst>
                </p14:cNvPr>
                <p14:cNvContentPartPr/>
                <p14:nvPr/>
              </p14:nvContentPartPr>
              <p14:xfrm>
                <a:off x="2061390" y="1288644"/>
                <a:ext cx="33840" cy="257400"/>
              </p14:xfrm>
            </p:contentPart>
          </mc:Choice>
          <mc:Fallback xmlns="">
            <p:pic>
              <p:nvPicPr>
                <p:cNvPr id="116" name="Ink 115">
                  <a:extLst>
                    <a:ext uri="{FF2B5EF4-FFF2-40B4-BE49-F238E27FC236}">
                      <a16:creationId xmlns:a16="http://schemas.microsoft.com/office/drawing/2014/main" id="{F78707B2-635B-1942-2A03-B7B8E8398EEF}"/>
                    </a:ext>
                  </a:extLst>
                </p:cNvPr>
                <p:cNvPicPr/>
                <p:nvPr/>
              </p:nvPicPr>
              <p:blipFill>
                <a:blip r:embed="rId165"/>
                <a:stretch>
                  <a:fillRect/>
                </a:stretch>
              </p:blipFill>
              <p:spPr>
                <a:xfrm>
                  <a:off x="2055270" y="1282524"/>
                  <a:ext cx="460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7" name="Ink 116">
                  <a:extLst>
                    <a:ext uri="{FF2B5EF4-FFF2-40B4-BE49-F238E27FC236}">
                      <a16:creationId xmlns:a16="http://schemas.microsoft.com/office/drawing/2014/main" id="{B4809D10-E17C-FF40-39DF-0B903B765604}"/>
                    </a:ext>
                  </a:extLst>
                </p14:cNvPr>
                <p14:cNvContentPartPr/>
                <p14:nvPr/>
              </p14:nvContentPartPr>
              <p14:xfrm>
                <a:off x="2196030" y="1230324"/>
                <a:ext cx="47520" cy="257400"/>
              </p14:xfrm>
            </p:contentPart>
          </mc:Choice>
          <mc:Fallback xmlns="">
            <p:pic>
              <p:nvPicPr>
                <p:cNvPr id="117" name="Ink 116">
                  <a:extLst>
                    <a:ext uri="{FF2B5EF4-FFF2-40B4-BE49-F238E27FC236}">
                      <a16:creationId xmlns:a16="http://schemas.microsoft.com/office/drawing/2014/main" id="{B4809D10-E17C-FF40-39DF-0B903B765604}"/>
                    </a:ext>
                  </a:extLst>
                </p:cNvPr>
                <p:cNvPicPr/>
                <p:nvPr/>
              </p:nvPicPr>
              <p:blipFill>
                <a:blip r:embed="rId167"/>
                <a:stretch>
                  <a:fillRect/>
                </a:stretch>
              </p:blipFill>
              <p:spPr>
                <a:xfrm>
                  <a:off x="2189910" y="1224204"/>
                  <a:ext cx="5976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8" name="Ink 117">
                  <a:extLst>
                    <a:ext uri="{FF2B5EF4-FFF2-40B4-BE49-F238E27FC236}">
                      <a16:creationId xmlns:a16="http://schemas.microsoft.com/office/drawing/2014/main" id="{BFA1DD3A-C13B-CC7E-FCFE-841F5DA4397D}"/>
                    </a:ext>
                  </a:extLst>
                </p14:cNvPr>
                <p14:cNvContentPartPr/>
                <p14:nvPr/>
              </p14:nvContentPartPr>
              <p14:xfrm>
                <a:off x="1923150" y="1339764"/>
                <a:ext cx="403200" cy="190440"/>
              </p14:xfrm>
            </p:contentPart>
          </mc:Choice>
          <mc:Fallback xmlns="">
            <p:pic>
              <p:nvPicPr>
                <p:cNvPr id="118" name="Ink 117">
                  <a:extLst>
                    <a:ext uri="{FF2B5EF4-FFF2-40B4-BE49-F238E27FC236}">
                      <a16:creationId xmlns:a16="http://schemas.microsoft.com/office/drawing/2014/main" id="{BFA1DD3A-C13B-CC7E-FCFE-841F5DA4397D}"/>
                    </a:ext>
                  </a:extLst>
                </p:cNvPr>
                <p:cNvPicPr/>
                <p:nvPr/>
              </p:nvPicPr>
              <p:blipFill>
                <a:blip r:embed="rId169"/>
                <a:stretch>
                  <a:fillRect/>
                </a:stretch>
              </p:blipFill>
              <p:spPr>
                <a:xfrm>
                  <a:off x="1917030" y="1333644"/>
                  <a:ext cx="41544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0" name="Ink 119">
                  <a:extLst>
                    <a:ext uri="{FF2B5EF4-FFF2-40B4-BE49-F238E27FC236}">
                      <a16:creationId xmlns:a16="http://schemas.microsoft.com/office/drawing/2014/main" id="{BE396E19-7106-40CB-BBBF-5B8AA3EEC5EE}"/>
                    </a:ext>
                  </a:extLst>
                </p14:cNvPr>
                <p14:cNvContentPartPr/>
                <p14:nvPr/>
              </p14:nvContentPartPr>
              <p14:xfrm>
                <a:off x="2032230" y="1625604"/>
                <a:ext cx="180720" cy="284040"/>
              </p14:xfrm>
            </p:contentPart>
          </mc:Choice>
          <mc:Fallback xmlns="">
            <p:pic>
              <p:nvPicPr>
                <p:cNvPr id="120" name="Ink 119">
                  <a:extLst>
                    <a:ext uri="{FF2B5EF4-FFF2-40B4-BE49-F238E27FC236}">
                      <a16:creationId xmlns:a16="http://schemas.microsoft.com/office/drawing/2014/main" id="{BE396E19-7106-40CB-BBBF-5B8AA3EEC5EE}"/>
                    </a:ext>
                  </a:extLst>
                </p:cNvPr>
                <p:cNvPicPr/>
                <p:nvPr/>
              </p:nvPicPr>
              <p:blipFill>
                <a:blip r:embed="rId171"/>
                <a:stretch>
                  <a:fillRect/>
                </a:stretch>
              </p:blipFill>
              <p:spPr>
                <a:xfrm>
                  <a:off x="2026110" y="1619484"/>
                  <a:ext cx="19296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21" name="Ink 120">
                  <a:extLst>
                    <a:ext uri="{FF2B5EF4-FFF2-40B4-BE49-F238E27FC236}">
                      <a16:creationId xmlns:a16="http://schemas.microsoft.com/office/drawing/2014/main" id="{F3434856-D543-D978-ADF4-A58784889D14}"/>
                    </a:ext>
                  </a:extLst>
                </p14:cNvPr>
                <p14:cNvContentPartPr/>
                <p14:nvPr/>
              </p14:nvContentPartPr>
              <p14:xfrm>
                <a:off x="2185230" y="1592844"/>
                <a:ext cx="499320" cy="284400"/>
              </p14:xfrm>
            </p:contentPart>
          </mc:Choice>
          <mc:Fallback xmlns="">
            <p:pic>
              <p:nvPicPr>
                <p:cNvPr id="121" name="Ink 120">
                  <a:extLst>
                    <a:ext uri="{FF2B5EF4-FFF2-40B4-BE49-F238E27FC236}">
                      <a16:creationId xmlns:a16="http://schemas.microsoft.com/office/drawing/2014/main" id="{F3434856-D543-D978-ADF4-A58784889D14}"/>
                    </a:ext>
                  </a:extLst>
                </p:cNvPr>
                <p:cNvPicPr/>
                <p:nvPr/>
              </p:nvPicPr>
              <p:blipFill>
                <a:blip r:embed="rId173"/>
                <a:stretch>
                  <a:fillRect/>
                </a:stretch>
              </p:blipFill>
              <p:spPr>
                <a:xfrm>
                  <a:off x="2179110" y="1586724"/>
                  <a:ext cx="51156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3" name="Ink 122">
                  <a:extLst>
                    <a:ext uri="{FF2B5EF4-FFF2-40B4-BE49-F238E27FC236}">
                      <a16:creationId xmlns:a16="http://schemas.microsoft.com/office/drawing/2014/main" id="{3A7F2F51-942F-B356-52F7-64D563C3E0A8}"/>
                    </a:ext>
                  </a:extLst>
                </p14:cNvPr>
                <p14:cNvContentPartPr/>
                <p14:nvPr/>
              </p14:nvContentPartPr>
              <p14:xfrm>
                <a:off x="2537310" y="1320324"/>
                <a:ext cx="621720" cy="220680"/>
              </p14:xfrm>
            </p:contentPart>
          </mc:Choice>
          <mc:Fallback xmlns="">
            <p:pic>
              <p:nvPicPr>
                <p:cNvPr id="123" name="Ink 122">
                  <a:extLst>
                    <a:ext uri="{FF2B5EF4-FFF2-40B4-BE49-F238E27FC236}">
                      <a16:creationId xmlns:a16="http://schemas.microsoft.com/office/drawing/2014/main" id="{3A7F2F51-942F-B356-52F7-64D563C3E0A8}"/>
                    </a:ext>
                  </a:extLst>
                </p:cNvPr>
                <p:cNvPicPr/>
                <p:nvPr/>
              </p:nvPicPr>
              <p:blipFill>
                <a:blip r:embed="rId175"/>
                <a:stretch>
                  <a:fillRect/>
                </a:stretch>
              </p:blipFill>
              <p:spPr>
                <a:xfrm>
                  <a:off x="2531190" y="1314204"/>
                  <a:ext cx="63396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4" name="Ink 123">
                  <a:extLst>
                    <a:ext uri="{FF2B5EF4-FFF2-40B4-BE49-F238E27FC236}">
                      <a16:creationId xmlns:a16="http://schemas.microsoft.com/office/drawing/2014/main" id="{C1787552-BB57-EFAD-E0B1-057DB373B769}"/>
                    </a:ext>
                  </a:extLst>
                </p14:cNvPr>
                <p14:cNvContentPartPr/>
                <p14:nvPr/>
              </p14:nvContentPartPr>
              <p14:xfrm>
                <a:off x="2046270" y="1993524"/>
                <a:ext cx="55080" cy="249840"/>
              </p14:xfrm>
            </p:contentPart>
          </mc:Choice>
          <mc:Fallback xmlns="">
            <p:pic>
              <p:nvPicPr>
                <p:cNvPr id="124" name="Ink 123">
                  <a:extLst>
                    <a:ext uri="{FF2B5EF4-FFF2-40B4-BE49-F238E27FC236}">
                      <a16:creationId xmlns:a16="http://schemas.microsoft.com/office/drawing/2014/main" id="{C1787552-BB57-EFAD-E0B1-057DB373B769}"/>
                    </a:ext>
                  </a:extLst>
                </p:cNvPr>
                <p:cNvPicPr/>
                <p:nvPr/>
              </p:nvPicPr>
              <p:blipFill>
                <a:blip r:embed="rId177"/>
                <a:stretch>
                  <a:fillRect/>
                </a:stretch>
              </p:blipFill>
              <p:spPr>
                <a:xfrm>
                  <a:off x="2040150" y="1987404"/>
                  <a:ext cx="673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5" name="Ink 124">
                  <a:extLst>
                    <a:ext uri="{FF2B5EF4-FFF2-40B4-BE49-F238E27FC236}">
                      <a16:creationId xmlns:a16="http://schemas.microsoft.com/office/drawing/2014/main" id="{8DDE588F-6D26-2432-CF89-C7EB3B280BE3}"/>
                    </a:ext>
                  </a:extLst>
                </p14:cNvPr>
                <p14:cNvContentPartPr/>
                <p14:nvPr/>
              </p14:nvContentPartPr>
              <p14:xfrm>
                <a:off x="1964190" y="2049324"/>
                <a:ext cx="262080" cy="167760"/>
              </p14:xfrm>
            </p:contentPart>
          </mc:Choice>
          <mc:Fallback xmlns="">
            <p:pic>
              <p:nvPicPr>
                <p:cNvPr id="125" name="Ink 124">
                  <a:extLst>
                    <a:ext uri="{FF2B5EF4-FFF2-40B4-BE49-F238E27FC236}">
                      <a16:creationId xmlns:a16="http://schemas.microsoft.com/office/drawing/2014/main" id="{8DDE588F-6D26-2432-CF89-C7EB3B280BE3}"/>
                    </a:ext>
                  </a:extLst>
                </p:cNvPr>
                <p:cNvPicPr/>
                <p:nvPr/>
              </p:nvPicPr>
              <p:blipFill>
                <a:blip r:embed="rId179"/>
                <a:stretch>
                  <a:fillRect/>
                </a:stretch>
              </p:blipFill>
              <p:spPr>
                <a:xfrm>
                  <a:off x="1958070" y="2043204"/>
                  <a:ext cx="2743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26" name="Ink 125">
                  <a:extLst>
                    <a:ext uri="{FF2B5EF4-FFF2-40B4-BE49-F238E27FC236}">
                      <a16:creationId xmlns:a16="http://schemas.microsoft.com/office/drawing/2014/main" id="{156017DA-13E1-0242-908A-EDD3F0CBB9D8}"/>
                    </a:ext>
                  </a:extLst>
                </p14:cNvPr>
                <p14:cNvContentPartPr/>
                <p14:nvPr/>
              </p14:nvContentPartPr>
              <p14:xfrm>
                <a:off x="2187750" y="2027004"/>
                <a:ext cx="90000" cy="268200"/>
              </p14:xfrm>
            </p:contentPart>
          </mc:Choice>
          <mc:Fallback xmlns="">
            <p:pic>
              <p:nvPicPr>
                <p:cNvPr id="126" name="Ink 125">
                  <a:extLst>
                    <a:ext uri="{FF2B5EF4-FFF2-40B4-BE49-F238E27FC236}">
                      <a16:creationId xmlns:a16="http://schemas.microsoft.com/office/drawing/2014/main" id="{156017DA-13E1-0242-908A-EDD3F0CBB9D8}"/>
                    </a:ext>
                  </a:extLst>
                </p:cNvPr>
                <p:cNvPicPr/>
                <p:nvPr/>
              </p:nvPicPr>
              <p:blipFill>
                <a:blip r:embed="rId181"/>
                <a:stretch>
                  <a:fillRect/>
                </a:stretch>
              </p:blipFill>
              <p:spPr>
                <a:xfrm>
                  <a:off x="2181630" y="2020884"/>
                  <a:ext cx="10224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7" name="Ink 126">
                  <a:extLst>
                    <a:ext uri="{FF2B5EF4-FFF2-40B4-BE49-F238E27FC236}">
                      <a16:creationId xmlns:a16="http://schemas.microsoft.com/office/drawing/2014/main" id="{E6C2325D-75A9-FC4E-C80B-40C6DDE7A21B}"/>
                    </a:ext>
                  </a:extLst>
                </p14:cNvPr>
                <p14:cNvContentPartPr/>
                <p14:nvPr/>
              </p14:nvContentPartPr>
              <p14:xfrm>
                <a:off x="2442990" y="2046804"/>
                <a:ext cx="125280" cy="243360"/>
              </p14:xfrm>
            </p:contentPart>
          </mc:Choice>
          <mc:Fallback xmlns="">
            <p:pic>
              <p:nvPicPr>
                <p:cNvPr id="127" name="Ink 126">
                  <a:extLst>
                    <a:ext uri="{FF2B5EF4-FFF2-40B4-BE49-F238E27FC236}">
                      <a16:creationId xmlns:a16="http://schemas.microsoft.com/office/drawing/2014/main" id="{E6C2325D-75A9-FC4E-C80B-40C6DDE7A21B}"/>
                    </a:ext>
                  </a:extLst>
                </p:cNvPr>
                <p:cNvPicPr/>
                <p:nvPr/>
              </p:nvPicPr>
              <p:blipFill>
                <a:blip r:embed="rId183"/>
                <a:stretch>
                  <a:fillRect/>
                </a:stretch>
              </p:blipFill>
              <p:spPr>
                <a:xfrm>
                  <a:off x="2436870" y="2040684"/>
                  <a:ext cx="13752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8" name="Ink 127">
                  <a:extLst>
                    <a:ext uri="{FF2B5EF4-FFF2-40B4-BE49-F238E27FC236}">
                      <a16:creationId xmlns:a16="http://schemas.microsoft.com/office/drawing/2014/main" id="{D1133549-E824-0B70-4C53-1EDC0C0F8D05}"/>
                    </a:ext>
                  </a:extLst>
                </p14:cNvPr>
                <p14:cNvContentPartPr/>
                <p14:nvPr/>
              </p14:nvContentPartPr>
              <p14:xfrm>
                <a:off x="2616510" y="2032404"/>
                <a:ext cx="97560" cy="167760"/>
              </p14:xfrm>
            </p:contentPart>
          </mc:Choice>
          <mc:Fallback xmlns="">
            <p:pic>
              <p:nvPicPr>
                <p:cNvPr id="128" name="Ink 127">
                  <a:extLst>
                    <a:ext uri="{FF2B5EF4-FFF2-40B4-BE49-F238E27FC236}">
                      <a16:creationId xmlns:a16="http://schemas.microsoft.com/office/drawing/2014/main" id="{D1133549-E824-0B70-4C53-1EDC0C0F8D05}"/>
                    </a:ext>
                  </a:extLst>
                </p:cNvPr>
                <p:cNvPicPr/>
                <p:nvPr/>
              </p:nvPicPr>
              <p:blipFill>
                <a:blip r:embed="rId185"/>
                <a:stretch>
                  <a:fillRect/>
                </a:stretch>
              </p:blipFill>
              <p:spPr>
                <a:xfrm>
                  <a:off x="2610390" y="2026284"/>
                  <a:ext cx="10980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9" name="Ink 128">
                  <a:extLst>
                    <a:ext uri="{FF2B5EF4-FFF2-40B4-BE49-F238E27FC236}">
                      <a16:creationId xmlns:a16="http://schemas.microsoft.com/office/drawing/2014/main" id="{10F00F33-A072-C799-002A-F70E74383B74}"/>
                    </a:ext>
                  </a:extLst>
                </p14:cNvPr>
                <p14:cNvContentPartPr/>
                <p14:nvPr/>
              </p14:nvContentPartPr>
              <p14:xfrm>
                <a:off x="2630190" y="1980564"/>
                <a:ext cx="396720" cy="203760"/>
              </p14:xfrm>
            </p:contentPart>
          </mc:Choice>
          <mc:Fallback xmlns="">
            <p:pic>
              <p:nvPicPr>
                <p:cNvPr id="129" name="Ink 128">
                  <a:extLst>
                    <a:ext uri="{FF2B5EF4-FFF2-40B4-BE49-F238E27FC236}">
                      <a16:creationId xmlns:a16="http://schemas.microsoft.com/office/drawing/2014/main" id="{10F00F33-A072-C799-002A-F70E74383B74}"/>
                    </a:ext>
                  </a:extLst>
                </p:cNvPr>
                <p:cNvPicPr/>
                <p:nvPr/>
              </p:nvPicPr>
              <p:blipFill>
                <a:blip r:embed="rId187"/>
                <a:stretch>
                  <a:fillRect/>
                </a:stretch>
              </p:blipFill>
              <p:spPr>
                <a:xfrm>
                  <a:off x="2624070" y="1974444"/>
                  <a:ext cx="4089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30" name="Ink 129">
                  <a:extLst>
                    <a:ext uri="{FF2B5EF4-FFF2-40B4-BE49-F238E27FC236}">
                      <a16:creationId xmlns:a16="http://schemas.microsoft.com/office/drawing/2014/main" id="{9FC057FC-07E7-FCBD-C36D-EA5CDD8A5FF6}"/>
                    </a:ext>
                  </a:extLst>
                </p14:cNvPr>
                <p14:cNvContentPartPr/>
                <p14:nvPr/>
              </p14:nvContentPartPr>
              <p14:xfrm>
                <a:off x="3067230" y="2057604"/>
                <a:ext cx="164160" cy="123480"/>
              </p14:xfrm>
            </p:contentPart>
          </mc:Choice>
          <mc:Fallback xmlns="">
            <p:pic>
              <p:nvPicPr>
                <p:cNvPr id="130" name="Ink 129">
                  <a:extLst>
                    <a:ext uri="{FF2B5EF4-FFF2-40B4-BE49-F238E27FC236}">
                      <a16:creationId xmlns:a16="http://schemas.microsoft.com/office/drawing/2014/main" id="{9FC057FC-07E7-FCBD-C36D-EA5CDD8A5FF6}"/>
                    </a:ext>
                  </a:extLst>
                </p:cNvPr>
                <p:cNvPicPr/>
                <p:nvPr/>
              </p:nvPicPr>
              <p:blipFill>
                <a:blip r:embed="rId189"/>
                <a:stretch>
                  <a:fillRect/>
                </a:stretch>
              </p:blipFill>
              <p:spPr>
                <a:xfrm>
                  <a:off x="3061110" y="2051484"/>
                  <a:ext cx="1764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31" name="Ink 130">
                  <a:extLst>
                    <a:ext uri="{FF2B5EF4-FFF2-40B4-BE49-F238E27FC236}">
                      <a16:creationId xmlns:a16="http://schemas.microsoft.com/office/drawing/2014/main" id="{42035420-C4DC-24AE-F93F-3C6605EC12B8}"/>
                    </a:ext>
                  </a:extLst>
                </p14:cNvPr>
                <p14:cNvContentPartPr/>
                <p14:nvPr/>
              </p14:nvContentPartPr>
              <p14:xfrm>
                <a:off x="3205830" y="1933044"/>
                <a:ext cx="252720" cy="303120"/>
              </p14:xfrm>
            </p:contentPart>
          </mc:Choice>
          <mc:Fallback xmlns="">
            <p:pic>
              <p:nvPicPr>
                <p:cNvPr id="131" name="Ink 130">
                  <a:extLst>
                    <a:ext uri="{FF2B5EF4-FFF2-40B4-BE49-F238E27FC236}">
                      <a16:creationId xmlns:a16="http://schemas.microsoft.com/office/drawing/2014/main" id="{42035420-C4DC-24AE-F93F-3C6605EC12B8}"/>
                    </a:ext>
                  </a:extLst>
                </p:cNvPr>
                <p:cNvPicPr/>
                <p:nvPr/>
              </p:nvPicPr>
              <p:blipFill>
                <a:blip r:embed="rId191"/>
                <a:stretch>
                  <a:fillRect/>
                </a:stretch>
              </p:blipFill>
              <p:spPr>
                <a:xfrm>
                  <a:off x="3199710" y="1926924"/>
                  <a:ext cx="26496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85" name="Ink 84">
                  <a:extLst>
                    <a:ext uri="{FF2B5EF4-FFF2-40B4-BE49-F238E27FC236}">
                      <a16:creationId xmlns:a16="http://schemas.microsoft.com/office/drawing/2014/main" id="{82678E5C-773B-3099-B53B-04319FAC7649}"/>
                    </a:ext>
                  </a:extLst>
                </p14:cNvPr>
                <p14:cNvContentPartPr/>
                <p14:nvPr/>
              </p14:nvContentPartPr>
              <p14:xfrm>
                <a:off x="3305550" y="886524"/>
                <a:ext cx="20880" cy="213840"/>
              </p14:xfrm>
            </p:contentPart>
          </mc:Choice>
          <mc:Fallback xmlns="">
            <p:pic>
              <p:nvPicPr>
                <p:cNvPr id="85" name="Ink 84">
                  <a:extLst>
                    <a:ext uri="{FF2B5EF4-FFF2-40B4-BE49-F238E27FC236}">
                      <a16:creationId xmlns:a16="http://schemas.microsoft.com/office/drawing/2014/main" id="{82678E5C-773B-3099-B53B-04319FAC7649}"/>
                    </a:ext>
                  </a:extLst>
                </p:cNvPr>
                <p:cNvPicPr/>
                <p:nvPr/>
              </p:nvPicPr>
              <p:blipFill>
                <a:blip r:embed="rId193"/>
                <a:stretch>
                  <a:fillRect/>
                </a:stretch>
              </p:blipFill>
              <p:spPr>
                <a:xfrm>
                  <a:off x="3299430" y="880404"/>
                  <a:ext cx="331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86" name="Ink 85">
                  <a:extLst>
                    <a:ext uri="{FF2B5EF4-FFF2-40B4-BE49-F238E27FC236}">
                      <a16:creationId xmlns:a16="http://schemas.microsoft.com/office/drawing/2014/main" id="{414BD81A-F4B7-2FC5-CBB2-3A755CFD5B9C}"/>
                    </a:ext>
                  </a:extLst>
                </p14:cNvPr>
                <p14:cNvContentPartPr/>
                <p14:nvPr/>
              </p14:nvContentPartPr>
              <p14:xfrm>
                <a:off x="3288630" y="869244"/>
                <a:ext cx="201960" cy="172080"/>
              </p14:xfrm>
            </p:contentPart>
          </mc:Choice>
          <mc:Fallback xmlns="">
            <p:pic>
              <p:nvPicPr>
                <p:cNvPr id="86" name="Ink 85">
                  <a:extLst>
                    <a:ext uri="{FF2B5EF4-FFF2-40B4-BE49-F238E27FC236}">
                      <a16:creationId xmlns:a16="http://schemas.microsoft.com/office/drawing/2014/main" id="{414BD81A-F4B7-2FC5-CBB2-3A755CFD5B9C}"/>
                    </a:ext>
                  </a:extLst>
                </p:cNvPr>
                <p:cNvPicPr/>
                <p:nvPr/>
              </p:nvPicPr>
              <p:blipFill>
                <a:blip r:embed="rId195"/>
                <a:stretch>
                  <a:fillRect/>
                </a:stretch>
              </p:blipFill>
              <p:spPr>
                <a:xfrm>
                  <a:off x="3282510" y="863124"/>
                  <a:ext cx="21420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87" name="Ink 86">
                  <a:extLst>
                    <a:ext uri="{FF2B5EF4-FFF2-40B4-BE49-F238E27FC236}">
                      <a16:creationId xmlns:a16="http://schemas.microsoft.com/office/drawing/2014/main" id="{8F810ED9-EF0D-FA53-A713-E246D4C08691}"/>
                    </a:ext>
                  </a:extLst>
                </p14:cNvPr>
                <p14:cNvContentPartPr/>
                <p14:nvPr/>
              </p14:nvContentPartPr>
              <p14:xfrm>
                <a:off x="3518310" y="895524"/>
                <a:ext cx="8640" cy="226800"/>
              </p14:xfrm>
            </p:contentPart>
          </mc:Choice>
          <mc:Fallback xmlns="">
            <p:pic>
              <p:nvPicPr>
                <p:cNvPr id="87" name="Ink 86">
                  <a:extLst>
                    <a:ext uri="{FF2B5EF4-FFF2-40B4-BE49-F238E27FC236}">
                      <a16:creationId xmlns:a16="http://schemas.microsoft.com/office/drawing/2014/main" id="{8F810ED9-EF0D-FA53-A713-E246D4C08691}"/>
                    </a:ext>
                  </a:extLst>
                </p:cNvPr>
                <p:cNvPicPr/>
                <p:nvPr/>
              </p:nvPicPr>
              <p:blipFill>
                <a:blip r:embed="rId197"/>
                <a:stretch>
                  <a:fillRect/>
                </a:stretch>
              </p:blipFill>
              <p:spPr>
                <a:xfrm>
                  <a:off x="3512190" y="889404"/>
                  <a:ext cx="2088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88" name="Ink 87">
                  <a:extLst>
                    <a:ext uri="{FF2B5EF4-FFF2-40B4-BE49-F238E27FC236}">
                      <a16:creationId xmlns:a16="http://schemas.microsoft.com/office/drawing/2014/main" id="{203B0B3B-88F3-38E6-3131-D2A62A67DC45}"/>
                    </a:ext>
                  </a:extLst>
                </p14:cNvPr>
                <p14:cNvContentPartPr/>
                <p14:nvPr/>
              </p14:nvContentPartPr>
              <p14:xfrm>
                <a:off x="3527670" y="892284"/>
                <a:ext cx="153000" cy="153720"/>
              </p14:xfrm>
            </p:contentPart>
          </mc:Choice>
          <mc:Fallback xmlns="">
            <p:pic>
              <p:nvPicPr>
                <p:cNvPr id="88" name="Ink 87">
                  <a:extLst>
                    <a:ext uri="{FF2B5EF4-FFF2-40B4-BE49-F238E27FC236}">
                      <a16:creationId xmlns:a16="http://schemas.microsoft.com/office/drawing/2014/main" id="{203B0B3B-88F3-38E6-3131-D2A62A67DC45}"/>
                    </a:ext>
                  </a:extLst>
                </p:cNvPr>
                <p:cNvPicPr/>
                <p:nvPr/>
              </p:nvPicPr>
              <p:blipFill>
                <a:blip r:embed="rId199"/>
                <a:stretch>
                  <a:fillRect/>
                </a:stretch>
              </p:blipFill>
              <p:spPr>
                <a:xfrm>
                  <a:off x="3521550" y="886164"/>
                  <a:ext cx="1652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89" name="Ink 88">
                  <a:extLst>
                    <a:ext uri="{FF2B5EF4-FFF2-40B4-BE49-F238E27FC236}">
                      <a16:creationId xmlns:a16="http://schemas.microsoft.com/office/drawing/2014/main" id="{1E20730B-43EF-9E6D-098C-CE3104F1FA82}"/>
                    </a:ext>
                  </a:extLst>
                </p14:cNvPr>
                <p14:cNvContentPartPr/>
                <p14:nvPr/>
              </p14:nvContentPartPr>
              <p14:xfrm>
                <a:off x="3665190" y="934044"/>
                <a:ext cx="136080" cy="205200"/>
              </p14:xfrm>
            </p:contentPart>
          </mc:Choice>
          <mc:Fallback xmlns="">
            <p:pic>
              <p:nvPicPr>
                <p:cNvPr id="89" name="Ink 88">
                  <a:extLst>
                    <a:ext uri="{FF2B5EF4-FFF2-40B4-BE49-F238E27FC236}">
                      <a16:creationId xmlns:a16="http://schemas.microsoft.com/office/drawing/2014/main" id="{1E20730B-43EF-9E6D-098C-CE3104F1FA82}"/>
                    </a:ext>
                  </a:extLst>
                </p:cNvPr>
                <p:cNvPicPr/>
                <p:nvPr/>
              </p:nvPicPr>
              <p:blipFill>
                <a:blip r:embed="rId201"/>
                <a:stretch>
                  <a:fillRect/>
                </a:stretch>
              </p:blipFill>
              <p:spPr>
                <a:xfrm>
                  <a:off x="3659070" y="927924"/>
                  <a:ext cx="14832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97" name="Ink 96">
                  <a:extLst>
                    <a:ext uri="{FF2B5EF4-FFF2-40B4-BE49-F238E27FC236}">
                      <a16:creationId xmlns:a16="http://schemas.microsoft.com/office/drawing/2014/main" id="{DB51844F-AC02-08AB-AD77-774DAC244510}"/>
                    </a:ext>
                  </a:extLst>
                </p14:cNvPr>
                <p14:cNvContentPartPr/>
                <p14:nvPr/>
              </p14:nvContentPartPr>
              <p14:xfrm>
                <a:off x="3886950" y="926124"/>
                <a:ext cx="42120" cy="255240"/>
              </p14:xfrm>
            </p:contentPart>
          </mc:Choice>
          <mc:Fallback xmlns="">
            <p:pic>
              <p:nvPicPr>
                <p:cNvPr id="97" name="Ink 96">
                  <a:extLst>
                    <a:ext uri="{FF2B5EF4-FFF2-40B4-BE49-F238E27FC236}">
                      <a16:creationId xmlns:a16="http://schemas.microsoft.com/office/drawing/2014/main" id="{DB51844F-AC02-08AB-AD77-774DAC244510}"/>
                    </a:ext>
                  </a:extLst>
                </p:cNvPr>
                <p:cNvPicPr/>
                <p:nvPr/>
              </p:nvPicPr>
              <p:blipFill>
                <a:blip r:embed="rId203"/>
                <a:stretch>
                  <a:fillRect/>
                </a:stretch>
              </p:blipFill>
              <p:spPr>
                <a:xfrm>
                  <a:off x="3880830" y="920004"/>
                  <a:ext cx="5436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98" name="Ink 97">
                  <a:extLst>
                    <a:ext uri="{FF2B5EF4-FFF2-40B4-BE49-F238E27FC236}">
                      <a16:creationId xmlns:a16="http://schemas.microsoft.com/office/drawing/2014/main" id="{4E605A36-4021-D522-7C20-B5729526082F}"/>
                    </a:ext>
                  </a:extLst>
                </p14:cNvPr>
                <p14:cNvContentPartPr/>
                <p14:nvPr/>
              </p14:nvContentPartPr>
              <p14:xfrm>
                <a:off x="3877950" y="909204"/>
                <a:ext cx="182160" cy="254520"/>
              </p14:xfrm>
            </p:contentPart>
          </mc:Choice>
          <mc:Fallback xmlns="">
            <p:pic>
              <p:nvPicPr>
                <p:cNvPr id="98" name="Ink 97">
                  <a:extLst>
                    <a:ext uri="{FF2B5EF4-FFF2-40B4-BE49-F238E27FC236}">
                      <a16:creationId xmlns:a16="http://schemas.microsoft.com/office/drawing/2014/main" id="{4E605A36-4021-D522-7C20-B5729526082F}"/>
                    </a:ext>
                  </a:extLst>
                </p:cNvPr>
                <p:cNvPicPr/>
                <p:nvPr/>
              </p:nvPicPr>
              <p:blipFill>
                <a:blip r:embed="rId205"/>
                <a:stretch>
                  <a:fillRect/>
                </a:stretch>
              </p:blipFill>
              <p:spPr>
                <a:xfrm>
                  <a:off x="3871830" y="903084"/>
                  <a:ext cx="19440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99" name="Ink 98">
                  <a:extLst>
                    <a:ext uri="{FF2B5EF4-FFF2-40B4-BE49-F238E27FC236}">
                      <a16:creationId xmlns:a16="http://schemas.microsoft.com/office/drawing/2014/main" id="{CAC9D993-83FF-883E-C619-8D5D65B26423}"/>
                    </a:ext>
                  </a:extLst>
                </p14:cNvPr>
                <p14:cNvContentPartPr/>
                <p14:nvPr/>
              </p14:nvContentPartPr>
              <p14:xfrm>
                <a:off x="4078470" y="878964"/>
                <a:ext cx="147600" cy="289080"/>
              </p14:xfrm>
            </p:contentPart>
          </mc:Choice>
          <mc:Fallback xmlns="">
            <p:pic>
              <p:nvPicPr>
                <p:cNvPr id="99" name="Ink 98">
                  <a:extLst>
                    <a:ext uri="{FF2B5EF4-FFF2-40B4-BE49-F238E27FC236}">
                      <a16:creationId xmlns:a16="http://schemas.microsoft.com/office/drawing/2014/main" id="{CAC9D993-83FF-883E-C619-8D5D65B26423}"/>
                    </a:ext>
                  </a:extLst>
                </p:cNvPr>
                <p:cNvPicPr/>
                <p:nvPr/>
              </p:nvPicPr>
              <p:blipFill>
                <a:blip r:embed="rId207"/>
                <a:stretch>
                  <a:fillRect/>
                </a:stretch>
              </p:blipFill>
              <p:spPr>
                <a:xfrm>
                  <a:off x="4072350" y="872844"/>
                  <a:ext cx="15984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00" name="Ink 99">
                  <a:extLst>
                    <a:ext uri="{FF2B5EF4-FFF2-40B4-BE49-F238E27FC236}">
                      <a16:creationId xmlns:a16="http://schemas.microsoft.com/office/drawing/2014/main" id="{7AB2EC5F-8B72-A99B-F1D8-2CA0B7238DE1}"/>
                    </a:ext>
                  </a:extLst>
                </p14:cNvPr>
                <p14:cNvContentPartPr/>
                <p14:nvPr/>
              </p14:nvContentPartPr>
              <p14:xfrm>
                <a:off x="4290150" y="899484"/>
                <a:ext cx="180360" cy="221040"/>
              </p14:xfrm>
            </p:contentPart>
          </mc:Choice>
          <mc:Fallback xmlns="">
            <p:pic>
              <p:nvPicPr>
                <p:cNvPr id="100" name="Ink 99">
                  <a:extLst>
                    <a:ext uri="{FF2B5EF4-FFF2-40B4-BE49-F238E27FC236}">
                      <a16:creationId xmlns:a16="http://schemas.microsoft.com/office/drawing/2014/main" id="{7AB2EC5F-8B72-A99B-F1D8-2CA0B7238DE1}"/>
                    </a:ext>
                  </a:extLst>
                </p:cNvPr>
                <p:cNvPicPr/>
                <p:nvPr/>
              </p:nvPicPr>
              <p:blipFill>
                <a:blip r:embed="rId209"/>
                <a:stretch>
                  <a:fillRect/>
                </a:stretch>
              </p:blipFill>
              <p:spPr>
                <a:xfrm>
                  <a:off x="4284030" y="893364"/>
                  <a:ext cx="1926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01" name="Ink 100">
                  <a:extLst>
                    <a:ext uri="{FF2B5EF4-FFF2-40B4-BE49-F238E27FC236}">
                      <a16:creationId xmlns:a16="http://schemas.microsoft.com/office/drawing/2014/main" id="{04BD109B-A30A-4FA5-C92B-5619C494C9C1}"/>
                    </a:ext>
                  </a:extLst>
                </p14:cNvPr>
                <p14:cNvContentPartPr/>
                <p14:nvPr/>
              </p14:nvContentPartPr>
              <p14:xfrm>
                <a:off x="4455750" y="828924"/>
                <a:ext cx="242280" cy="383400"/>
              </p14:xfrm>
            </p:contentPart>
          </mc:Choice>
          <mc:Fallback xmlns="">
            <p:pic>
              <p:nvPicPr>
                <p:cNvPr id="101" name="Ink 100">
                  <a:extLst>
                    <a:ext uri="{FF2B5EF4-FFF2-40B4-BE49-F238E27FC236}">
                      <a16:creationId xmlns:a16="http://schemas.microsoft.com/office/drawing/2014/main" id="{04BD109B-A30A-4FA5-C92B-5619C494C9C1}"/>
                    </a:ext>
                  </a:extLst>
                </p:cNvPr>
                <p:cNvPicPr/>
                <p:nvPr/>
              </p:nvPicPr>
              <p:blipFill>
                <a:blip r:embed="rId211"/>
                <a:stretch>
                  <a:fillRect/>
                </a:stretch>
              </p:blipFill>
              <p:spPr>
                <a:xfrm>
                  <a:off x="4449630" y="822804"/>
                  <a:ext cx="254520" cy="3956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60" name="Ink 159">
                  <a:extLst>
                    <a:ext uri="{FF2B5EF4-FFF2-40B4-BE49-F238E27FC236}">
                      <a16:creationId xmlns:a16="http://schemas.microsoft.com/office/drawing/2014/main" id="{9F04F4CB-974B-785E-0751-23EA80EFA2C7}"/>
                    </a:ext>
                  </a:extLst>
                </p14:cNvPr>
                <p14:cNvContentPartPr/>
                <p14:nvPr/>
              </p14:nvContentPartPr>
              <p14:xfrm>
                <a:off x="3502470" y="1359924"/>
                <a:ext cx="125640" cy="173160"/>
              </p14:xfrm>
            </p:contentPart>
          </mc:Choice>
          <mc:Fallback xmlns="">
            <p:pic>
              <p:nvPicPr>
                <p:cNvPr id="160" name="Ink 159">
                  <a:extLst>
                    <a:ext uri="{FF2B5EF4-FFF2-40B4-BE49-F238E27FC236}">
                      <a16:creationId xmlns:a16="http://schemas.microsoft.com/office/drawing/2014/main" id="{9F04F4CB-974B-785E-0751-23EA80EFA2C7}"/>
                    </a:ext>
                  </a:extLst>
                </p:cNvPr>
                <p:cNvPicPr/>
                <p:nvPr/>
              </p:nvPicPr>
              <p:blipFill>
                <a:blip r:embed="rId213"/>
                <a:stretch>
                  <a:fillRect/>
                </a:stretch>
              </p:blipFill>
              <p:spPr>
                <a:xfrm>
                  <a:off x="3496350" y="1353804"/>
                  <a:ext cx="1378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61" name="Ink 160">
                  <a:extLst>
                    <a:ext uri="{FF2B5EF4-FFF2-40B4-BE49-F238E27FC236}">
                      <a16:creationId xmlns:a16="http://schemas.microsoft.com/office/drawing/2014/main" id="{FA28BA0F-4969-9C42-372B-533AEEA002ED}"/>
                    </a:ext>
                  </a:extLst>
                </p14:cNvPr>
                <p14:cNvContentPartPr/>
                <p14:nvPr/>
              </p14:nvContentPartPr>
              <p14:xfrm>
                <a:off x="3647190" y="1394484"/>
                <a:ext cx="244800" cy="192240"/>
              </p14:xfrm>
            </p:contentPart>
          </mc:Choice>
          <mc:Fallback xmlns="">
            <p:pic>
              <p:nvPicPr>
                <p:cNvPr id="161" name="Ink 160">
                  <a:extLst>
                    <a:ext uri="{FF2B5EF4-FFF2-40B4-BE49-F238E27FC236}">
                      <a16:creationId xmlns:a16="http://schemas.microsoft.com/office/drawing/2014/main" id="{FA28BA0F-4969-9C42-372B-533AEEA002ED}"/>
                    </a:ext>
                  </a:extLst>
                </p:cNvPr>
                <p:cNvPicPr/>
                <p:nvPr/>
              </p:nvPicPr>
              <p:blipFill>
                <a:blip r:embed="rId215"/>
                <a:stretch>
                  <a:fillRect/>
                </a:stretch>
              </p:blipFill>
              <p:spPr>
                <a:xfrm>
                  <a:off x="3641070" y="1388364"/>
                  <a:ext cx="25704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62" name="Ink 161">
                  <a:extLst>
                    <a:ext uri="{FF2B5EF4-FFF2-40B4-BE49-F238E27FC236}">
                      <a16:creationId xmlns:a16="http://schemas.microsoft.com/office/drawing/2014/main" id="{E7BA044F-2B47-6F86-A140-EF7FFB881B46}"/>
                    </a:ext>
                  </a:extLst>
                </p14:cNvPr>
                <p14:cNvContentPartPr/>
                <p14:nvPr/>
              </p14:nvContentPartPr>
              <p14:xfrm>
                <a:off x="3874350" y="1396644"/>
                <a:ext cx="247320" cy="165960"/>
              </p14:xfrm>
            </p:contentPart>
          </mc:Choice>
          <mc:Fallback xmlns="">
            <p:pic>
              <p:nvPicPr>
                <p:cNvPr id="162" name="Ink 161">
                  <a:extLst>
                    <a:ext uri="{FF2B5EF4-FFF2-40B4-BE49-F238E27FC236}">
                      <a16:creationId xmlns:a16="http://schemas.microsoft.com/office/drawing/2014/main" id="{E7BA044F-2B47-6F86-A140-EF7FFB881B46}"/>
                    </a:ext>
                  </a:extLst>
                </p:cNvPr>
                <p:cNvPicPr/>
                <p:nvPr/>
              </p:nvPicPr>
              <p:blipFill>
                <a:blip r:embed="rId217"/>
                <a:stretch>
                  <a:fillRect/>
                </a:stretch>
              </p:blipFill>
              <p:spPr>
                <a:xfrm>
                  <a:off x="3868230" y="1390524"/>
                  <a:ext cx="2595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64" name="Ink 163">
                  <a:extLst>
                    <a:ext uri="{FF2B5EF4-FFF2-40B4-BE49-F238E27FC236}">
                      <a16:creationId xmlns:a16="http://schemas.microsoft.com/office/drawing/2014/main" id="{53EC9AB2-572B-6DD9-798F-AD66ADB26766}"/>
                    </a:ext>
                  </a:extLst>
                </p14:cNvPr>
                <p14:cNvContentPartPr/>
                <p14:nvPr/>
              </p14:nvContentPartPr>
              <p14:xfrm>
                <a:off x="4273950" y="1263804"/>
                <a:ext cx="48960" cy="318600"/>
              </p14:xfrm>
            </p:contentPart>
          </mc:Choice>
          <mc:Fallback xmlns="">
            <p:pic>
              <p:nvPicPr>
                <p:cNvPr id="164" name="Ink 163">
                  <a:extLst>
                    <a:ext uri="{FF2B5EF4-FFF2-40B4-BE49-F238E27FC236}">
                      <a16:creationId xmlns:a16="http://schemas.microsoft.com/office/drawing/2014/main" id="{53EC9AB2-572B-6DD9-798F-AD66ADB26766}"/>
                    </a:ext>
                  </a:extLst>
                </p:cNvPr>
                <p:cNvPicPr/>
                <p:nvPr/>
              </p:nvPicPr>
              <p:blipFill>
                <a:blip r:embed="rId219"/>
                <a:stretch>
                  <a:fillRect/>
                </a:stretch>
              </p:blipFill>
              <p:spPr>
                <a:xfrm>
                  <a:off x="4267830" y="1257684"/>
                  <a:ext cx="6120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65" name="Ink 164">
                  <a:extLst>
                    <a:ext uri="{FF2B5EF4-FFF2-40B4-BE49-F238E27FC236}">
                      <a16:creationId xmlns:a16="http://schemas.microsoft.com/office/drawing/2014/main" id="{59AF3C6E-272A-E16D-D055-CCF750B71F5A}"/>
                    </a:ext>
                  </a:extLst>
                </p14:cNvPr>
                <p14:cNvContentPartPr/>
                <p14:nvPr/>
              </p14:nvContentPartPr>
              <p14:xfrm>
                <a:off x="4410390" y="1303044"/>
                <a:ext cx="45360" cy="303840"/>
              </p14:xfrm>
            </p:contentPart>
          </mc:Choice>
          <mc:Fallback xmlns="">
            <p:pic>
              <p:nvPicPr>
                <p:cNvPr id="165" name="Ink 164">
                  <a:extLst>
                    <a:ext uri="{FF2B5EF4-FFF2-40B4-BE49-F238E27FC236}">
                      <a16:creationId xmlns:a16="http://schemas.microsoft.com/office/drawing/2014/main" id="{59AF3C6E-272A-E16D-D055-CCF750B71F5A}"/>
                    </a:ext>
                  </a:extLst>
                </p:cNvPr>
                <p:cNvPicPr/>
                <p:nvPr/>
              </p:nvPicPr>
              <p:blipFill>
                <a:blip r:embed="rId221"/>
                <a:stretch>
                  <a:fillRect/>
                </a:stretch>
              </p:blipFill>
              <p:spPr>
                <a:xfrm>
                  <a:off x="4404270" y="1296924"/>
                  <a:ext cx="5760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66" name="Ink 165">
                  <a:extLst>
                    <a:ext uri="{FF2B5EF4-FFF2-40B4-BE49-F238E27FC236}">
                      <a16:creationId xmlns:a16="http://schemas.microsoft.com/office/drawing/2014/main" id="{48CB0D4E-00AC-1B9D-E968-B3B1D6362428}"/>
                    </a:ext>
                  </a:extLst>
                </p14:cNvPr>
                <p14:cNvContentPartPr/>
                <p14:nvPr/>
              </p14:nvContentPartPr>
              <p14:xfrm>
                <a:off x="4141830" y="1355604"/>
                <a:ext cx="445320" cy="186480"/>
              </p14:xfrm>
            </p:contentPart>
          </mc:Choice>
          <mc:Fallback xmlns="">
            <p:pic>
              <p:nvPicPr>
                <p:cNvPr id="166" name="Ink 165">
                  <a:extLst>
                    <a:ext uri="{FF2B5EF4-FFF2-40B4-BE49-F238E27FC236}">
                      <a16:creationId xmlns:a16="http://schemas.microsoft.com/office/drawing/2014/main" id="{48CB0D4E-00AC-1B9D-E968-B3B1D6362428}"/>
                    </a:ext>
                  </a:extLst>
                </p:cNvPr>
                <p:cNvPicPr/>
                <p:nvPr/>
              </p:nvPicPr>
              <p:blipFill>
                <a:blip r:embed="rId223"/>
                <a:stretch>
                  <a:fillRect/>
                </a:stretch>
              </p:blipFill>
              <p:spPr>
                <a:xfrm>
                  <a:off x="4135710" y="1349484"/>
                  <a:ext cx="45756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68" name="Ink 167">
                  <a:extLst>
                    <a:ext uri="{FF2B5EF4-FFF2-40B4-BE49-F238E27FC236}">
                      <a16:creationId xmlns:a16="http://schemas.microsoft.com/office/drawing/2014/main" id="{33F4247D-96CC-3D09-79FB-4858A6CBF35E}"/>
                    </a:ext>
                  </a:extLst>
                </p14:cNvPr>
                <p14:cNvContentPartPr/>
                <p14:nvPr/>
              </p14:nvContentPartPr>
              <p14:xfrm>
                <a:off x="4208430" y="1710564"/>
                <a:ext cx="17640" cy="152280"/>
              </p14:xfrm>
            </p:contentPart>
          </mc:Choice>
          <mc:Fallback xmlns="">
            <p:pic>
              <p:nvPicPr>
                <p:cNvPr id="168" name="Ink 167">
                  <a:extLst>
                    <a:ext uri="{FF2B5EF4-FFF2-40B4-BE49-F238E27FC236}">
                      <a16:creationId xmlns:a16="http://schemas.microsoft.com/office/drawing/2014/main" id="{33F4247D-96CC-3D09-79FB-4858A6CBF35E}"/>
                    </a:ext>
                  </a:extLst>
                </p:cNvPr>
                <p:cNvPicPr/>
                <p:nvPr/>
              </p:nvPicPr>
              <p:blipFill>
                <a:blip r:embed="rId225"/>
                <a:stretch>
                  <a:fillRect/>
                </a:stretch>
              </p:blipFill>
              <p:spPr>
                <a:xfrm>
                  <a:off x="4202310" y="1704444"/>
                  <a:ext cx="2988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9" name="Ink 168">
                  <a:extLst>
                    <a:ext uri="{FF2B5EF4-FFF2-40B4-BE49-F238E27FC236}">
                      <a16:creationId xmlns:a16="http://schemas.microsoft.com/office/drawing/2014/main" id="{8A926637-BEFE-32D7-F698-AA8A7A608F07}"/>
                    </a:ext>
                  </a:extLst>
                </p14:cNvPr>
                <p14:cNvContentPartPr/>
                <p14:nvPr/>
              </p14:nvContentPartPr>
              <p14:xfrm>
                <a:off x="4194390" y="1690404"/>
                <a:ext cx="175320" cy="36720"/>
              </p14:xfrm>
            </p:contentPart>
          </mc:Choice>
          <mc:Fallback xmlns="">
            <p:pic>
              <p:nvPicPr>
                <p:cNvPr id="169" name="Ink 168">
                  <a:extLst>
                    <a:ext uri="{FF2B5EF4-FFF2-40B4-BE49-F238E27FC236}">
                      <a16:creationId xmlns:a16="http://schemas.microsoft.com/office/drawing/2014/main" id="{8A926637-BEFE-32D7-F698-AA8A7A608F07}"/>
                    </a:ext>
                  </a:extLst>
                </p:cNvPr>
                <p:cNvPicPr/>
                <p:nvPr/>
              </p:nvPicPr>
              <p:blipFill>
                <a:blip r:embed="rId227"/>
                <a:stretch>
                  <a:fillRect/>
                </a:stretch>
              </p:blipFill>
              <p:spPr>
                <a:xfrm>
                  <a:off x="4188270" y="1684284"/>
                  <a:ext cx="1875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70" name="Ink 169">
                  <a:extLst>
                    <a:ext uri="{FF2B5EF4-FFF2-40B4-BE49-F238E27FC236}">
                      <a16:creationId xmlns:a16="http://schemas.microsoft.com/office/drawing/2014/main" id="{EAFF7C59-AC90-9106-DC30-F34BD7877B5A}"/>
                    </a:ext>
                  </a:extLst>
                </p14:cNvPr>
                <p14:cNvContentPartPr/>
                <p14:nvPr/>
              </p14:nvContentPartPr>
              <p14:xfrm>
                <a:off x="4188990" y="1715244"/>
                <a:ext cx="234360" cy="158400"/>
              </p14:xfrm>
            </p:contentPart>
          </mc:Choice>
          <mc:Fallback xmlns="">
            <p:pic>
              <p:nvPicPr>
                <p:cNvPr id="170" name="Ink 169">
                  <a:extLst>
                    <a:ext uri="{FF2B5EF4-FFF2-40B4-BE49-F238E27FC236}">
                      <a16:creationId xmlns:a16="http://schemas.microsoft.com/office/drawing/2014/main" id="{EAFF7C59-AC90-9106-DC30-F34BD7877B5A}"/>
                    </a:ext>
                  </a:extLst>
                </p:cNvPr>
                <p:cNvPicPr/>
                <p:nvPr/>
              </p:nvPicPr>
              <p:blipFill>
                <a:blip r:embed="rId229"/>
                <a:stretch>
                  <a:fillRect/>
                </a:stretch>
              </p:blipFill>
              <p:spPr>
                <a:xfrm>
                  <a:off x="4182870" y="1709124"/>
                  <a:ext cx="24660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71" name="Ink 170">
                  <a:extLst>
                    <a:ext uri="{FF2B5EF4-FFF2-40B4-BE49-F238E27FC236}">
                      <a16:creationId xmlns:a16="http://schemas.microsoft.com/office/drawing/2014/main" id="{1F64A559-7D14-10E3-A780-5719D6F7F0A9}"/>
                    </a:ext>
                  </a:extLst>
                </p14:cNvPr>
                <p14:cNvContentPartPr/>
                <p14:nvPr/>
              </p14:nvContentPartPr>
              <p14:xfrm>
                <a:off x="4418670" y="1715964"/>
                <a:ext cx="99360" cy="207000"/>
              </p14:xfrm>
            </p:contentPart>
          </mc:Choice>
          <mc:Fallback xmlns="">
            <p:pic>
              <p:nvPicPr>
                <p:cNvPr id="171" name="Ink 170">
                  <a:extLst>
                    <a:ext uri="{FF2B5EF4-FFF2-40B4-BE49-F238E27FC236}">
                      <a16:creationId xmlns:a16="http://schemas.microsoft.com/office/drawing/2014/main" id="{1F64A559-7D14-10E3-A780-5719D6F7F0A9}"/>
                    </a:ext>
                  </a:extLst>
                </p:cNvPr>
                <p:cNvPicPr/>
                <p:nvPr/>
              </p:nvPicPr>
              <p:blipFill>
                <a:blip r:embed="rId231"/>
                <a:stretch>
                  <a:fillRect/>
                </a:stretch>
              </p:blipFill>
              <p:spPr>
                <a:xfrm>
                  <a:off x="4412550" y="1709844"/>
                  <a:ext cx="11160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73" name="Ink 172">
                  <a:extLst>
                    <a:ext uri="{FF2B5EF4-FFF2-40B4-BE49-F238E27FC236}">
                      <a16:creationId xmlns:a16="http://schemas.microsoft.com/office/drawing/2014/main" id="{8570E4F1-2D2E-52E1-950D-483D1F0188FA}"/>
                    </a:ext>
                  </a:extLst>
                </p14:cNvPr>
                <p14:cNvContentPartPr/>
                <p14:nvPr/>
              </p14:nvContentPartPr>
              <p14:xfrm>
                <a:off x="1930350" y="1491684"/>
                <a:ext cx="1214640" cy="113760"/>
              </p14:xfrm>
            </p:contentPart>
          </mc:Choice>
          <mc:Fallback xmlns="">
            <p:pic>
              <p:nvPicPr>
                <p:cNvPr id="173" name="Ink 172">
                  <a:extLst>
                    <a:ext uri="{FF2B5EF4-FFF2-40B4-BE49-F238E27FC236}">
                      <a16:creationId xmlns:a16="http://schemas.microsoft.com/office/drawing/2014/main" id="{8570E4F1-2D2E-52E1-950D-483D1F0188FA}"/>
                    </a:ext>
                  </a:extLst>
                </p:cNvPr>
                <p:cNvPicPr/>
                <p:nvPr/>
              </p:nvPicPr>
              <p:blipFill>
                <a:blip r:embed="rId233"/>
                <a:stretch>
                  <a:fillRect/>
                </a:stretch>
              </p:blipFill>
              <p:spPr>
                <a:xfrm>
                  <a:off x="1924230" y="1485564"/>
                  <a:ext cx="12268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75" name="Ink 174">
                  <a:extLst>
                    <a:ext uri="{FF2B5EF4-FFF2-40B4-BE49-F238E27FC236}">
                      <a16:creationId xmlns:a16="http://schemas.microsoft.com/office/drawing/2014/main" id="{EAD427FB-7B05-86D1-0B09-E86A06E69731}"/>
                    </a:ext>
                  </a:extLst>
                </p14:cNvPr>
                <p14:cNvContentPartPr/>
                <p14:nvPr/>
              </p14:nvContentPartPr>
              <p14:xfrm>
                <a:off x="1893990" y="2303844"/>
                <a:ext cx="1582200" cy="48600"/>
              </p14:xfrm>
            </p:contentPart>
          </mc:Choice>
          <mc:Fallback xmlns="">
            <p:pic>
              <p:nvPicPr>
                <p:cNvPr id="175" name="Ink 174">
                  <a:extLst>
                    <a:ext uri="{FF2B5EF4-FFF2-40B4-BE49-F238E27FC236}">
                      <a16:creationId xmlns:a16="http://schemas.microsoft.com/office/drawing/2014/main" id="{EAD427FB-7B05-86D1-0B09-E86A06E69731}"/>
                    </a:ext>
                  </a:extLst>
                </p:cNvPr>
                <p:cNvPicPr/>
                <p:nvPr/>
              </p:nvPicPr>
              <p:blipFill>
                <a:blip r:embed="rId235"/>
                <a:stretch>
                  <a:fillRect/>
                </a:stretch>
              </p:blipFill>
              <p:spPr>
                <a:xfrm>
                  <a:off x="1887870" y="2297724"/>
                  <a:ext cx="15944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77" name="Ink 176">
                  <a:extLst>
                    <a:ext uri="{FF2B5EF4-FFF2-40B4-BE49-F238E27FC236}">
                      <a16:creationId xmlns:a16="http://schemas.microsoft.com/office/drawing/2014/main" id="{969368F5-2A66-61F7-0C49-512A5EB269F0}"/>
                    </a:ext>
                  </a:extLst>
                </p14:cNvPr>
                <p14:cNvContentPartPr/>
                <p14:nvPr/>
              </p14:nvContentPartPr>
              <p14:xfrm>
                <a:off x="3962190" y="1632084"/>
                <a:ext cx="178560" cy="171720"/>
              </p14:xfrm>
            </p:contentPart>
          </mc:Choice>
          <mc:Fallback xmlns="">
            <p:pic>
              <p:nvPicPr>
                <p:cNvPr id="177" name="Ink 176">
                  <a:extLst>
                    <a:ext uri="{FF2B5EF4-FFF2-40B4-BE49-F238E27FC236}">
                      <a16:creationId xmlns:a16="http://schemas.microsoft.com/office/drawing/2014/main" id="{969368F5-2A66-61F7-0C49-512A5EB269F0}"/>
                    </a:ext>
                  </a:extLst>
                </p:cNvPr>
                <p:cNvPicPr/>
                <p:nvPr/>
              </p:nvPicPr>
              <p:blipFill>
                <a:blip r:embed="rId237"/>
                <a:stretch>
                  <a:fillRect/>
                </a:stretch>
              </p:blipFill>
              <p:spPr>
                <a:xfrm>
                  <a:off x="3956070" y="1625964"/>
                  <a:ext cx="190800" cy="183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8">
            <p14:nvContentPartPr>
              <p14:cNvPr id="259" name="Ink 258">
                <a:extLst>
                  <a:ext uri="{FF2B5EF4-FFF2-40B4-BE49-F238E27FC236}">
                    <a16:creationId xmlns:a16="http://schemas.microsoft.com/office/drawing/2014/main" id="{71899EF0-E2D9-67F1-863D-307327BE45F5}"/>
                  </a:ext>
                </a:extLst>
              </p14:cNvPr>
              <p14:cNvContentPartPr/>
              <p14:nvPr/>
            </p14:nvContentPartPr>
            <p14:xfrm>
              <a:off x="740910" y="4714764"/>
              <a:ext cx="511560" cy="69120"/>
            </p14:xfrm>
          </p:contentPart>
        </mc:Choice>
        <mc:Fallback xmlns="">
          <p:pic>
            <p:nvPicPr>
              <p:cNvPr id="259" name="Ink 258">
                <a:extLst>
                  <a:ext uri="{FF2B5EF4-FFF2-40B4-BE49-F238E27FC236}">
                    <a16:creationId xmlns:a16="http://schemas.microsoft.com/office/drawing/2014/main" id="{71899EF0-E2D9-67F1-863D-307327BE45F5}"/>
                  </a:ext>
                </a:extLst>
              </p:cNvPr>
              <p:cNvPicPr/>
              <p:nvPr/>
            </p:nvPicPr>
            <p:blipFill>
              <a:blip r:embed="rId239"/>
              <a:stretch>
                <a:fillRect/>
              </a:stretch>
            </p:blipFill>
            <p:spPr>
              <a:xfrm>
                <a:off x="734790" y="4708644"/>
                <a:ext cx="52380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345" name="Ink 344">
                <a:extLst>
                  <a:ext uri="{FF2B5EF4-FFF2-40B4-BE49-F238E27FC236}">
                    <a16:creationId xmlns:a16="http://schemas.microsoft.com/office/drawing/2014/main" id="{89C18448-8291-3D56-AAD4-4423C4C892B0}"/>
                  </a:ext>
                </a:extLst>
              </p14:cNvPr>
              <p14:cNvContentPartPr/>
              <p14:nvPr/>
            </p14:nvContentPartPr>
            <p14:xfrm>
              <a:off x="4638971" y="5150593"/>
              <a:ext cx="759240" cy="234720"/>
            </p14:xfrm>
          </p:contentPart>
        </mc:Choice>
        <mc:Fallback xmlns="">
          <p:pic>
            <p:nvPicPr>
              <p:cNvPr id="345" name="Ink 344">
                <a:extLst>
                  <a:ext uri="{FF2B5EF4-FFF2-40B4-BE49-F238E27FC236}">
                    <a16:creationId xmlns:a16="http://schemas.microsoft.com/office/drawing/2014/main" id="{89C18448-8291-3D56-AAD4-4423C4C892B0}"/>
                  </a:ext>
                </a:extLst>
              </p:cNvPr>
              <p:cNvPicPr/>
              <p:nvPr/>
            </p:nvPicPr>
            <p:blipFill>
              <a:blip r:embed="rId241"/>
              <a:stretch>
                <a:fillRect/>
              </a:stretch>
            </p:blipFill>
            <p:spPr>
              <a:xfrm>
                <a:off x="4632851" y="5144473"/>
                <a:ext cx="77148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381" name="Ink 380">
                <a:extLst>
                  <a:ext uri="{FF2B5EF4-FFF2-40B4-BE49-F238E27FC236}">
                    <a16:creationId xmlns:a16="http://schemas.microsoft.com/office/drawing/2014/main" id="{D68B7103-65C2-10E3-9058-5424F38305DE}"/>
                  </a:ext>
                </a:extLst>
              </p14:cNvPr>
              <p14:cNvContentPartPr/>
              <p14:nvPr/>
            </p14:nvContentPartPr>
            <p14:xfrm>
              <a:off x="6000131" y="959513"/>
              <a:ext cx="213120" cy="5891040"/>
            </p14:xfrm>
          </p:contentPart>
        </mc:Choice>
        <mc:Fallback xmlns="">
          <p:pic>
            <p:nvPicPr>
              <p:cNvPr id="381" name="Ink 380">
                <a:extLst>
                  <a:ext uri="{FF2B5EF4-FFF2-40B4-BE49-F238E27FC236}">
                    <a16:creationId xmlns:a16="http://schemas.microsoft.com/office/drawing/2014/main" id="{D68B7103-65C2-10E3-9058-5424F38305DE}"/>
                  </a:ext>
                </a:extLst>
              </p:cNvPr>
              <p:cNvPicPr/>
              <p:nvPr/>
            </p:nvPicPr>
            <p:blipFill>
              <a:blip r:embed="rId243"/>
              <a:stretch>
                <a:fillRect/>
              </a:stretch>
            </p:blipFill>
            <p:spPr>
              <a:xfrm>
                <a:off x="5994011" y="953393"/>
                <a:ext cx="225360" cy="59032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382" name="Ink 381">
                <a:extLst>
                  <a:ext uri="{FF2B5EF4-FFF2-40B4-BE49-F238E27FC236}">
                    <a16:creationId xmlns:a16="http://schemas.microsoft.com/office/drawing/2014/main" id="{551453A2-3956-2B25-CF11-6F8BB5B45E72}"/>
                  </a:ext>
                </a:extLst>
              </p14:cNvPr>
              <p14:cNvContentPartPr/>
              <p14:nvPr/>
            </p14:nvContentPartPr>
            <p14:xfrm>
              <a:off x="6060611" y="843749"/>
              <a:ext cx="3227040" cy="90000"/>
            </p14:xfrm>
          </p:contentPart>
        </mc:Choice>
        <mc:Fallback xmlns="">
          <p:pic>
            <p:nvPicPr>
              <p:cNvPr id="382" name="Ink 381">
                <a:extLst>
                  <a:ext uri="{FF2B5EF4-FFF2-40B4-BE49-F238E27FC236}">
                    <a16:creationId xmlns:a16="http://schemas.microsoft.com/office/drawing/2014/main" id="{551453A2-3956-2B25-CF11-6F8BB5B45E72}"/>
                  </a:ext>
                </a:extLst>
              </p:cNvPr>
              <p:cNvPicPr/>
              <p:nvPr/>
            </p:nvPicPr>
            <p:blipFill>
              <a:blip r:embed="rId245"/>
              <a:stretch>
                <a:fillRect/>
              </a:stretch>
            </p:blipFill>
            <p:spPr>
              <a:xfrm>
                <a:off x="6054491" y="837629"/>
                <a:ext cx="3239280" cy="102240"/>
              </a:xfrm>
              <a:prstGeom prst="rect">
                <a:avLst/>
              </a:prstGeom>
            </p:spPr>
          </p:pic>
        </mc:Fallback>
      </mc:AlternateContent>
      <p:grpSp>
        <p:nvGrpSpPr>
          <p:cNvPr id="384" name="Group 383">
            <a:extLst>
              <a:ext uri="{FF2B5EF4-FFF2-40B4-BE49-F238E27FC236}">
                <a16:creationId xmlns:a16="http://schemas.microsoft.com/office/drawing/2014/main" id="{7DF2F660-5E1C-78F4-BE25-A841910E905B}"/>
              </a:ext>
            </a:extLst>
          </p:cNvPr>
          <p:cNvGrpSpPr/>
          <p:nvPr/>
        </p:nvGrpSpPr>
        <p:grpSpPr>
          <a:xfrm>
            <a:off x="-5029" y="3235884"/>
            <a:ext cx="5936400" cy="2824789"/>
            <a:chOff x="-5029" y="3235884"/>
            <a:chExt cx="5936400" cy="2824789"/>
          </a:xfrm>
        </p:grpSpPr>
        <mc:AlternateContent xmlns:mc="http://schemas.openxmlformats.org/markup-compatibility/2006" xmlns:p14="http://schemas.microsoft.com/office/powerpoint/2010/main">
          <mc:Choice Requires="p14">
            <p:contentPart p14:bwMode="auto" r:id="rId246">
              <p14:nvContentPartPr>
                <p14:cNvPr id="230" name="Ink 229">
                  <a:extLst>
                    <a:ext uri="{FF2B5EF4-FFF2-40B4-BE49-F238E27FC236}">
                      <a16:creationId xmlns:a16="http://schemas.microsoft.com/office/drawing/2014/main" id="{D1722F21-DF1F-5BC5-32E8-70A1614BC2EB}"/>
                    </a:ext>
                  </a:extLst>
                </p14:cNvPr>
                <p14:cNvContentPartPr/>
                <p14:nvPr/>
              </p14:nvContentPartPr>
              <p14:xfrm>
                <a:off x="831990" y="4537284"/>
                <a:ext cx="27360" cy="194760"/>
              </p14:xfrm>
            </p:contentPart>
          </mc:Choice>
          <mc:Fallback xmlns="">
            <p:pic>
              <p:nvPicPr>
                <p:cNvPr id="230" name="Ink 229">
                  <a:extLst>
                    <a:ext uri="{FF2B5EF4-FFF2-40B4-BE49-F238E27FC236}">
                      <a16:creationId xmlns:a16="http://schemas.microsoft.com/office/drawing/2014/main" id="{D1722F21-DF1F-5BC5-32E8-70A1614BC2EB}"/>
                    </a:ext>
                  </a:extLst>
                </p:cNvPr>
                <p:cNvPicPr/>
                <p:nvPr/>
              </p:nvPicPr>
              <p:blipFill>
                <a:blip r:embed="rId247"/>
                <a:stretch>
                  <a:fillRect/>
                </a:stretch>
              </p:blipFill>
              <p:spPr>
                <a:xfrm>
                  <a:off x="825870" y="4531164"/>
                  <a:ext cx="396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31" name="Ink 230">
                  <a:extLst>
                    <a:ext uri="{FF2B5EF4-FFF2-40B4-BE49-F238E27FC236}">
                      <a16:creationId xmlns:a16="http://schemas.microsoft.com/office/drawing/2014/main" id="{3592D807-6B21-C86A-A7D8-98630666671A}"/>
                    </a:ext>
                  </a:extLst>
                </p14:cNvPr>
                <p14:cNvContentPartPr/>
                <p14:nvPr/>
              </p14:nvContentPartPr>
              <p14:xfrm>
                <a:off x="948990" y="4526484"/>
                <a:ext cx="24120" cy="159120"/>
              </p14:xfrm>
            </p:contentPart>
          </mc:Choice>
          <mc:Fallback xmlns="">
            <p:pic>
              <p:nvPicPr>
                <p:cNvPr id="231" name="Ink 230">
                  <a:extLst>
                    <a:ext uri="{FF2B5EF4-FFF2-40B4-BE49-F238E27FC236}">
                      <a16:creationId xmlns:a16="http://schemas.microsoft.com/office/drawing/2014/main" id="{3592D807-6B21-C86A-A7D8-98630666671A}"/>
                    </a:ext>
                  </a:extLst>
                </p:cNvPr>
                <p:cNvPicPr/>
                <p:nvPr/>
              </p:nvPicPr>
              <p:blipFill>
                <a:blip r:embed="rId249"/>
                <a:stretch>
                  <a:fillRect/>
                </a:stretch>
              </p:blipFill>
              <p:spPr>
                <a:xfrm>
                  <a:off x="942870" y="4520364"/>
                  <a:ext cx="3636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32" name="Ink 231">
                  <a:extLst>
                    <a:ext uri="{FF2B5EF4-FFF2-40B4-BE49-F238E27FC236}">
                      <a16:creationId xmlns:a16="http://schemas.microsoft.com/office/drawing/2014/main" id="{26A51EAA-9D65-0639-A3F1-70D35D87BC9D}"/>
                    </a:ext>
                  </a:extLst>
                </p14:cNvPr>
                <p14:cNvContentPartPr/>
                <p14:nvPr/>
              </p14:nvContentPartPr>
              <p14:xfrm>
                <a:off x="774030" y="4557804"/>
                <a:ext cx="237600" cy="142560"/>
              </p14:xfrm>
            </p:contentPart>
          </mc:Choice>
          <mc:Fallback xmlns="">
            <p:pic>
              <p:nvPicPr>
                <p:cNvPr id="232" name="Ink 231">
                  <a:extLst>
                    <a:ext uri="{FF2B5EF4-FFF2-40B4-BE49-F238E27FC236}">
                      <a16:creationId xmlns:a16="http://schemas.microsoft.com/office/drawing/2014/main" id="{26A51EAA-9D65-0639-A3F1-70D35D87BC9D}"/>
                    </a:ext>
                  </a:extLst>
                </p:cNvPr>
                <p:cNvPicPr/>
                <p:nvPr/>
              </p:nvPicPr>
              <p:blipFill>
                <a:blip r:embed="rId251"/>
                <a:stretch>
                  <a:fillRect/>
                </a:stretch>
              </p:blipFill>
              <p:spPr>
                <a:xfrm>
                  <a:off x="767910" y="4551684"/>
                  <a:ext cx="2498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233" name="Ink 232">
                  <a:extLst>
                    <a:ext uri="{FF2B5EF4-FFF2-40B4-BE49-F238E27FC236}">
                      <a16:creationId xmlns:a16="http://schemas.microsoft.com/office/drawing/2014/main" id="{F606BA53-36CF-3FE5-CE3E-BA15EE8298FD}"/>
                    </a:ext>
                  </a:extLst>
                </p14:cNvPr>
                <p14:cNvContentPartPr/>
                <p14:nvPr/>
              </p14:nvContentPartPr>
              <p14:xfrm>
                <a:off x="780150" y="4781724"/>
                <a:ext cx="158400" cy="198720"/>
              </p14:xfrm>
            </p:contentPart>
          </mc:Choice>
          <mc:Fallback xmlns="">
            <p:pic>
              <p:nvPicPr>
                <p:cNvPr id="233" name="Ink 232">
                  <a:extLst>
                    <a:ext uri="{FF2B5EF4-FFF2-40B4-BE49-F238E27FC236}">
                      <a16:creationId xmlns:a16="http://schemas.microsoft.com/office/drawing/2014/main" id="{F606BA53-36CF-3FE5-CE3E-BA15EE8298FD}"/>
                    </a:ext>
                  </a:extLst>
                </p:cNvPr>
                <p:cNvPicPr/>
                <p:nvPr/>
              </p:nvPicPr>
              <p:blipFill>
                <a:blip r:embed="rId253"/>
                <a:stretch>
                  <a:fillRect/>
                </a:stretch>
              </p:blipFill>
              <p:spPr>
                <a:xfrm>
                  <a:off x="774030" y="4775604"/>
                  <a:ext cx="17064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234" name="Ink 233">
                  <a:extLst>
                    <a:ext uri="{FF2B5EF4-FFF2-40B4-BE49-F238E27FC236}">
                      <a16:creationId xmlns:a16="http://schemas.microsoft.com/office/drawing/2014/main" id="{455EFAE6-09FE-2693-99C1-6530C66958CF}"/>
                    </a:ext>
                  </a:extLst>
                </p14:cNvPr>
                <p14:cNvContentPartPr/>
                <p14:nvPr/>
              </p14:nvContentPartPr>
              <p14:xfrm>
                <a:off x="914790" y="4793964"/>
                <a:ext cx="329760" cy="188280"/>
              </p14:xfrm>
            </p:contentPart>
          </mc:Choice>
          <mc:Fallback xmlns="">
            <p:pic>
              <p:nvPicPr>
                <p:cNvPr id="234" name="Ink 233">
                  <a:extLst>
                    <a:ext uri="{FF2B5EF4-FFF2-40B4-BE49-F238E27FC236}">
                      <a16:creationId xmlns:a16="http://schemas.microsoft.com/office/drawing/2014/main" id="{455EFAE6-09FE-2693-99C1-6530C66958CF}"/>
                    </a:ext>
                  </a:extLst>
                </p:cNvPr>
                <p:cNvPicPr/>
                <p:nvPr/>
              </p:nvPicPr>
              <p:blipFill>
                <a:blip r:embed="rId255"/>
                <a:stretch>
                  <a:fillRect/>
                </a:stretch>
              </p:blipFill>
              <p:spPr>
                <a:xfrm>
                  <a:off x="908670" y="4787844"/>
                  <a:ext cx="34200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235" name="Ink 234">
                  <a:extLst>
                    <a:ext uri="{FF2B5EF4-FFF2-40B4-BE49-F238E27FC236}">
                      <a16:creationId xmlns:a16="http://schemas.microsoft.com/office/drawing/2014/main" id="{48E28DEE-454C-5550-B21A-DA1E1B04EFE7}"/>
                    </a:ext>
                  </a:extLst>
                </p14:cNvPr>
                <p14:cNvContentPartPr/>
                <p14:nvPr/>
              </p14:nvContentPartPr>
              <p14:xfrm>
                <a:off x="858630" y="5009244"/>
                <a:ext cx="21600" cy="264960"/>
              </p14:xfrm>
            </p:contentPart>
          </mc:Choice>
          <mc:Fallback xmlns="">
            <p:pic>
              <p:nvPicPr>
                <p:cNvPr id="235" name="Ink 234">
                  <a:extLst>
                    <a:ext uri="{FF2B5EF4-FFF2-40B4-BE49-F238E27FC236}">
                      <a16:creationId xmlns:a16="http://schemas.microsoft.com/office/drawing/2014/main" id="{48E28DEE-454C-5550-B21A-DA1E1B04EFE7}"/>
                    </a:ext>
                  </a:extLst>
                </p:cNvPr>
                <p:cNvPicPr/>
                <p:nvPr/>
              </p:nvPicPr>
              <p:blipFill>
                <a:blip r:embed="rId257"/>
                <a:stretch>
                  <a:fillRect/>
                </a:stretch>
              </p:blipFill>
              <p:spPr>
                <a:xfrm>
                  <a:off x="852510" y="5003124"/>
                  <a:ext cx="3384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236" name="Ink 235">
                  <a:extLst>
                    <a:ext uri="{FF2B5EF4-FFF2-40B4-BE49-F238E27FC236}">
                      <a16:creationId xmlns:a16="http://schemas.microsoft.com/office/drawing/2014/main" id="{FA8EC819-CA59-22D5-6AA0-A47C3EAEBD4D}"/>
                    </a:ext>
                  </a:extLst>
                </p14:cNvPr>
                <p14:cNvContentPartPr/>
                <p14:nvPr/>
              </p14:nvContentPartPr>
              <p14:xfrm>
                <a:off x="813630" y="5058204"/>
                <a:ext cx="123480" cy="32400"/>
              </p14:xfrm>
            </p:contentPart>
          </mc:Choice>
          <mc:Fallback xmlns="">
            <p:pic>
              <p:nvPicPr>
                <p:cNvPr id="236" name="Ink 235">
                  <a:extLst>
                    <a:ext uri="{FF2B5EF4-FFF2-40B4-BE49-F238E27FC236}">
                      <a16:creationId xmlns:a16="http://schemas.microsoft.com/office/drawing/2014/main" id="{FA8EC819-CA59-22D5-6AA0-A47C3EAEBD4D}"/>
                    </a:ext>
                  </a:extLst>
                </p:cNvPr>
                <p:cNvPicPr/>
                <p:nvPr/>
              </p:nvPicPr>
              <p:blipFill>
                <a:blip r:embed="rId259"/>
                <a:stretch>
                  <a:fillRect/>
                </a:stretch>
              </p:blipFill>
              <p:spPr>
                <a:xfrm>
                  <a:off x="807510" y="5052084"/>
                  <a:ext cx="1357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237" name="Ink 236">
                  <a:extLst>
                    <a:ext uri="{FF2B5EF4-FFF2-40B4-BE49-F238E27FC236}">
                      <a16:creationId xmlns:a16="http://schemas.microsoft.com/office/drawing/2014/main" id="{D31C85E1-D621-8C6B-C345-64EBFB7E70FC}"/>
                    </a:ext>
                  </a:extLst>
                </p14:cNvPr>
                <p14:cNvContentPartPr/>
                <p14:nvPr/>
              </p14:nvContentPartPr>
              <p14:xfrm>
                <a:off x="930270" y="5010684"/>
                <a:ext cx="205560" cy="259560"/>
              </p14:xfrm>
            </p:contentPart>
          </mc:Choice>
          <mc:Fallback xmlns="">
            <p:pic>
              <p:nvPicPr>
                <p:cNvPr id="237" name="Ink 236">
                  <a:extLst>
                    <a:ext uri="{FF2B5EF4-FFF2-40B4-BE49-F238E27FC236}">
                      <a16:creationId xmlns:a16="http://schemas.microsoft.com/office/drawing/2014/main" id="{D31C85E1-D621-8C6B-C345-64EBFB7E70FC}"/>
                    </a:ext>
                  </a:extLst>
                </p:cNvPr>
                <p:cNvPicPr/>
                <p:nvPr/>
              </p:nvPicPr>
              <p:blipFill>
                <a:blip r:embed="rId261"/>
                <a:stretch>
                  <a:fillRect/>
                </a:stretch>
              </p:blipFill>
              <p:spPr>
                <a:xfrm>
                  <a:off x="924150" y="5004564"/>
                  <a:ext cx="21780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45" name="Ink 144">
                  <a:extLst>
                    <a:ext uri="{FF2B5EF4-FFF2-40B4-BE49-F238E27FC236}">
                      <a16:creationId xmlns:a16="http://schemas.microsoft.com/office/drawing/2014/main" id="{5E6B5006-39A5-A6E2-592D-759B160161CB}"/>
                    </a:ext>
                  </a:extLst>
                </p14:cNvPr>
                <p14:cNvContentPartPr/>
                <p14:nvPr/>
              </p14:nvContentPartPr>
              <p14:xfrm>
                <a:off x="1955550" y="3334164"/>
                <a:ext cx="155520" cy="220320"/>
              </p14:xfrm>
            </p:contentPart>
          </mc:Choice>
          <mc:Fallback xmlns="">
            <p:pic>
              <p:nvPicPr>
                <p:cNvPr id="145" name="Ink 144">
                  <a:extLst>
                    <a:ext uri="{FF2B5EF4-FFF2-40B4-BE49-F238E27FC236}">
                      <a16:creationId xmlns:a16="http://schemas.microsoft.com/office/drawing/2014/main" id="{5E6B5006-39A5-A6E2-592D-759B160161CB}"/>
                    </a:ext>
                  </a:extLst>
                </p:cNvPr>
                <p:cNvPicPr/>
                <p:nvPr/>
              </p:nvPicPr>
              <p:blipFill>
                <a:blip r:embed="rId263"/>
                <a:stretch>
                  <a:fillRect/>
                </a:stretch>
              </p:blipFill>
              <p:spPr>
                <a:xfrm>
                  <a:off x="1949430" y="3328044"/>
                  <a:ext cx="16776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46" name="Ink 145">
                  <a:extLst>
                    <a:ext uri="{FF2B5EF4-FFF2-40B4-BE49-F238E27FC236}">
                      <a16:creationId xmlns:a16="http://schemas.microsoft.com/office/drawing/2014/main" id="{8042B8FC-71C0-6A6E-0F9B-A9B346F2C8D4}"/>
                    </a:ext>
                  </a:extLst>
                </p14:cNvPr>
                <p14:cNvContentPartPr/>
                <p14:nvPr/>
              </p14:nvContentPartPr>
              <p14:xfrm>
                <a:off x="2071470" y="3455124"/>
                <a:ext cx="59040" cy="134280"/>
              </p14:xfrm>
            </p:contentPart>
          </mc:Choice>
          <mc:Fallback xmlns="">
            <p:pic>
              <p:nvPicPr>
                <p:cNvPr id="146" name="Ink 145">
                  <a:extLst>
                    <a:ext uri="{FF2B5EF4-FFF2-40B4-BE49-F238E27FC236}">
                      <a16:creationId xmlns:a16="http://schemas.microsoft.com/office/drawing/2014/main" id="{8042B8FC-71C0-6A6E-0F9B-A9B346F2C8D4}"/>
                    </a:ext>
                  </a:extLst>
                </p:cNvPr>
                <p:cNvPicPr/>
                <p:nvPr/>
              </p:nvPicPr>
              <p:blipFill>
                <a:blip r:embed="rId265"/>
                <a:stretch>
                  <a:fillRect/>
                </a:stretch>
              </p:blipFill>
              <p:spPr>
                <a:xfrm>
                  <a:off x="2065350" y="3449004"/>
                  <a:ext cx="7128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47" name="Ink 146">
                  <a:extLst>
                    <a:ext uri="{FF2B5EF4-FFF2-40B4-BE49-F238E27FC236}">
                      <a16:creationId xmlns:a16="http://schemas.microsoft.com/office/drawing/2014/main" id="{A0799252-9F12-0990-2C66-B3CF09DDADDD}"/>
                    </a:ext>
                  </a:extLst>
                </p14:cNvPr>
                <p14:cNvContentPartPr/>
                <p14:nvPr/>
              </p14:nvContentPartPr>
              <p14:xfrm>
                <a:off x="2174070" y="3235884"/>
                <a:ext cx="805320" cy="528840"/>
              </p14:xfrm>
            </p:contentPart>
          </mc:Choice>
          <mc:Fallback xmlns="">
            <p:pic>
              <p:nvPicPr>
                <p:cNvPr id="147" name="Ink 146">
                  <a:extLst>
                    <a:ext uri="{FF2B5EF4-FFF2-40B4-BE49-F238E27FC236}">
                      <a16:creationId xmlns:a16="http://schemas.microsoft.com/office/drawing/2014/main" id="{A0799252-9F12-0990-2C66-B3CF09DDADDD}"/>
                    </a:ext>
                  </a:extLst>
                </p:cNvPr>
                <p:cNvPicPr/>
                <p:nvPr/>
              </p:nvPicPr>
              <p:blipFill>
                <a:blip r:embed="rId267"/>
                <a:stretch>
                  <a:fillRect/>
                </a:stretch>
              </p:blipFill>
              <p:spPr>
                <a:xfrm>
                  <a:off x="2167950" y="3229764"/>
                  <a:ext cx="817560" cy="5410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3" name="Ink 152">
                  <a:extLst>
                    <a:ext uri="{FF2B5EF4-FFF2-40B4-BE49-F238E27FC236}">
                      <a16:creationId xmlns:a16="http://schemas.microsoft.com/office/drawing/2014/main" id="{A4B81A15-CC33-59E3-F546-E37F12F22023}"/>
                    </a:ext>
                  </a:extLst>
                </p14:cNvPr>
                <p14:cNvContentPartPr/>
                <p14:nvPr/>
              </p14:nvContentPartPr>
              <p14:xfrm>
                <a:off x="48270" y="3771204"/>
                <a:ext cx="157680" cy="209160"/>
              </p14:xfrm>
            </p:contentPart>
          </mc:Choice>
          <mc:Fallback xmlns="">
            <p:pic>
              <p:nvPicPr>
                <p:cNvPr id="153" name="Ink 152">
                  <a:extLst>
                    <a:ext uri="{FF2B5EF4-FFF2-40B4-BE49-F238E27FC236}">
                      <a16:creationId xmlns:a16="http://schemas.microsoft.com/office/drawing/2014/main" id="{A4B81A15-CC33-59E3-F546-E37F12F22023}"/>
                    </a:ext>
                  </a:extLst>
                </p:cNvPr>
                <p:cNvPicPr/>
                <p:nvPr/>
              </p:nvPicPr>
              <p:blipFill>
                <a:blip r:embed="rId269"/>
                <a:stretch>
                  <a:fillRect/>
                </a:stretch>
              </p:blipFill>
              <p:spPr>
                <a:xfrm>
                  <a:off x="42150" y="3765084"/>
                  <a:ext cx="16992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54" name="Ink 153">
                  <a:extLst>
                    <a:ext uri="{FF2B5EF4-FFF2-40B4-BE49-F238E27FC236}">
                      <a16:creationId xmlns:a16="http://schemas.microsoft.com/office/drawing/2014/main" id="{DBB0EDF5-7B58-9E84-C98A-5413AC00652D}"/>
                    </a:ext>
                  </a:extLst>
                </p14:cNvPr>
                <p14:cNvContentPartPr/>
                <p14:nvPr/>
              </p14:nvContentPartPr>
              <p14:xfrm>
                <a:off x="242310" y="3777684"/>
                <a:ext cx="167400" cy="232920"/>
              </p14:xfrm>
            </p:contentPart>
          </mc:Choice>
          <mc:Fallback xmlns="">
            <p:pic>
              <p:nvPicPr>
                <p:cNvPr id="154" name="Ink 153">
                  <a:extLst>
                    <a:ext uri="{FF2B5EF4-FFF2-40B4-BE49-F238E27FC236}">
                      <a16:creationId xmlns:a16="http://schemas.microsoft.com/office/drawing/2014/main" id="{DBB0EDF5-7B58-9E84-C98A-5413AC00652D}"/>
                    </a:ext>
                  </a:extLst>
                </p:cNvPr>
                <p:cNvPicPr/>
                <p:nvPr/>
              </p:nvPicPr>
              <p:blipFill>
                <a:blip r:embed="rId271"/>
                <a:stretch>
                  <a:fillRect/>
                </a:stretch>
              </p:blipFill>
              <p:spPr>
                <a:xfrm>
                  <a:off x="236190" y="3771564"/>
                  <a:ext cx="17964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55" name="Ink 154">
                  <a:extLst>
                    <a:ext uri="{FF2B5EF4-FFF2-40B4-BE49-F238E27FC236}">
                      <a16:creationId xmlns:a16="http://schemas.microsoft.com/office/drawing/2014/main" id="{791EF4CF-15E9-008F-699D-9C2DF9B09DBF}"/>
                    </a:ext>
                  </a:extLst>
                </p14:cNvPr>
                <p14:cNvContentPartPr/>
                <p14:nvPr/>
              </p14:nvContentPartPr>
              <p14:xfrm>
                <a:off x="426630" y="3791364"/>
                <a:ext cx="62280" cy="249120"/>
              </p14:xfrm>
            </p:contentPart>
          </mc:Choice>
          <mc:Fallback xmlns="">
            <p:pic>
              <p:nvPicPr>
                <p:cNvPr id="155" name="Ink 154">
                  <a:extLst>
                    <a:ext uri="{FF2B5EF4-FFF2-40B4-BE49-F238E27FC236}">
                      <a16:creationId xmlns:a16="http://schemas.microsoft.com/office/drawing/2014/main" id="{791EF4CF-15E9-008F-699D-9C2DF9B09DBF}"/>
                    </a:ext>
                  </a:extLst>
                </p:cNvPr>
                <p:cNvPicPr/>
                <p:nvPr/>
              </p:nvPicPr>
              <p:blipFill>
                <a:blip r:embed="rId273"/>
                <a:stretch>
                  <a:fillRect/>
                </a:stretch>
              </p:blipFill>
              <p:spPr>
                <a:xfrm>
                  <a:off x="420510" y="3785244"/>
                  <a:ext cx="7452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56" name="Ink 155">
                  <a:extLst>
                    <a:ext uri="{FF2B5EF4-FFF2-40B4-BE49-F238E27FC236}">
                      <a16:creationId xmlns:a16="http://schemas.microsoft.com/office/drawing/2014/main" id="{F4E604FE-BCAD-D8CA-2CFE-69DA363E2FA3}"/>
                    </a:ext>
                  </a:extLst>
                </p14:cNvPr>
                <p14:cNvContentPartPr/>
                <p14:nvPr/>
              </p14:nvContentPartPr>
              <p14:xfrm>
                <a:off x="408270" y="3773004"/>
                <a:ext cx="250560" cy="192600"/>
              </p14:xfrm>
            </p:contentPart>
          </mc:Choice>
          <mc:Fallback xmlns="">
            <p:pic>
              <p:nvPicPr>
                <p:cNvPr id="156" name="Ink 155">
                  <a:extLst>
                    <a:ext uri="{FF2B5EF4-FFF2-40B4-BE49-F238E27FC236}">
                      <a16:creationId xmlns:a16="http://schemas.microsoft.com/office/drawing/2014/main" id="{F4E604FE-BCAD-D8CA-2CFE-69DA363E2FA3}"/>
                    </a:ext>
                  </a:extLst>
                </p:cNvPr>
                <p:cNvPicPr/>
                <p:nvPr/>
              </p:nvPicPr>
              <p:blipFill>
                <a:blip r:embed="rId275"/>
                <a:stretch>
                  <a:fillRect/>
                </a:stretch>
              </p:blipFill>
              <p:spPr>
                <a:xfrm>
                  <a:off x="402150" y="3766884"/>
                  <a:ext cx="2628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57" name="Ink 156">
                  <a:extLst>
                    <a:ext uri="{FF2B5EF4-FFF2-40B4-BE49-F238E27FC236}">
                      <a16:creationId xmlns:a16="http://schemas.microsoft.com/office/drawing/2014/main" id="{F2879422-9408-B4BB-9C00-697D84E427BE}"/>
                    </a:ext>
                  </a:extLst>
                </p14:cNvPr>
                <p14:cNvContentPartPr/>
                <p14:nvPr/>
              </p14:nvContentPartPr>
              <p14:xfrm>
                <a:off x="697710" y="3981804"/>
                <a:ext cx="26640" cy="50400"/>
              </p14:xfrm>
            </p:contentPart>
          </mc:Choice>
          <mc:Fallback xmlns="">
            <p:pic>
              <p:nvPicPr>
                <p:cNvPr id="157" name="Ink 156">
                  <a:extLst>
                    <a:ext uri="{FF2B5EF4-FFF2-40B4-BE49-F238E27FC236}">
                      <a16:creationId xmlns:a16="http://schemas.microsoft.com/office/drawing/2014/main" id="{F2879422-9408-B4BB-9C00-697D84E427BE}"/>
                    </a:ext>
                  </a:extLst>
                </p:cNvPr>
                <p:cNvPicPr/>
                <p:nvPr/>
              </p:nvPicPr>
              <p:blipFill>
                <a:blip r:embed="rId277"/>
                <a:stretch>
                  <a:fillRect/>
                </a:stretch>
              </p:blipFill>
              <p:spPr>
                <a:xfrm>
                  <a:off x="691590" y="3975684"/>
                  <a:ext cx="3888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58" name="Ink 157">
                  <a:extLst>
                    <a:ext uri="{FF2B5EF4-FFF2-40B4-BE49-F238E27FC236}">
                      <a16:creationId xmlns:a16="http://schemas.microsoft.com/office/drawing/2014/main" id="{4517556E-DBD0-35E5-68C9-E089821A84D8}"/>
                    </a:ext>
                  </a:extLst>
                </p14:cNvPr>
                <p14:cNvContentPartPr/>
                <p14:nvPr/>
              </p14:nvContentPartPr>
              <p14:xfrm>
                <a:off x="705630" y="3847164"/>
                <a:ext cx="65520" cy="53280"/>
              </p14:xfrm>
            </p:contentPart>
          </mc:Choice>
          <mc:Fallback xmlns="">
            <p:pic>
              <p:nvPicPr>
                <p:cNvPr id="158" name="Ink 157">
                  <a:extLst>
                    <a:ext uri="{FF2B5EF4-FFF2-40B4-BE49-F238E27FC236}">
                      <a16:creationId xmlns:a16="http://schemas.microsoft.com/office/drawing/2014/main" id="{4517556E-DBD0-35E5-68C9-E089821A84D8}"/>
                    </a:ext>
                  </a:extLst>
                </p:cNvPr>
                <p:cNvPicPr/>
                <p:nvPr/>
              </p:nvPicPr>
              <p:blipFill>
                <a:blip r:embed="rId279"/>
                <a:stretch>
                  <a:fillRect/>
                </a:stretch>
              </p:blipFill>
              <p:spPr>
                <a:xfrm>
                  <a:off x="699510" y="3841044"/>
                  <a:ext cx="7776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79" name="Ink 178">
                  <a:extLst>
                    <a:ext uri="{FF2B5EF4-FFF2-40B4-BE49-F238E27FC236}">
                      <a16:creationId xmlns:a16="http://schemas.microsoft.com/office/drawing/2014/main" id="{A90D1782-BCCA-0902-19AC-9421CC706AFA}"/>
                    </a:ext>
                  </a:extLst>
                </p14:cNvPr>
                <p14:cNvContentPartPr/>
                <p14:nvPr/>
              </p14:nvContentPartPr>
              <p14:xfrm>
                <a:off x="929550" y="3803964"/>
                <a:ext cx="126000" cy="229320"/>
              </p14:xfrm>
            </p:contentPart>
          </mc:Choice>
          <mc:Fallback xmlns="">
            <p:pic>
              <p:nvPicPr>
                <p:cNvPr id="179" name="Ink 178">
                  <a:extLst>
                    <a:ext uri="{FF2B5EF4-FFF2-40B4-BE49-F238E27FC236}">
                      <a16:creationId xmlns:a16="http://schemas.microsoft.com/office/drawing/2014/main" id="{A90D1782-BCCA-0902-19AC-9421CC706AFA}"/>
                    </a:ext>
                  </a:extLst>
                </p:cNvPr>
                <p:cNvPicPr/>
                <p:nvPr/>
              </p:nvPicPr>
              <p:blipFill>
                <a:blip r:embed="rId281"/>
                <a:stretch>
                  <a:fillRect/>
                </a:stretch>
              </p:blipFill>
              <p:spPr>
                <a:xfrm>
                  <a:off x="923430" y="3797844"/>
                  <a:ext cx="1382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0" name="Ink 179">
                  <a:extLst>
                    <a:ext uri="{FF2B5EF4-FFF2-40B4-BE49-F238E27FC236}">
                      <a16:creationId xmlns:a16="http://schemas.microsoft.com/office/drawing/2014/main" id="{F851116B-C7B3-A54A-F932-90F994B6DABD}"/>
                    </a:ext>
                  </a:extLst>
                </p14:cNvPr>
                <p14:cNvContentPartPr/>
                <p14:nvPr/>
              </p14:nvContentPartPr>
              <p14:xfrm>
                <a:off x="1108830" y="3814044"/>
                <a:ext cx="54360" cy="286920"/>
              </p14:xfrm>
            </p:contentPart>
          </mc:Choice>
          <mc:Fallback xmlns="">
            <p:pic>
              <p:nvPicPr>
                <p:cNvPr id="180" name="Ink 179">
                  <a:extLst>
                    <a:ext uri="{FF2B5EF4-FFF2-40B4-BE49-F238E27FC236}">
                      <a16:creationId xmlns:a16="http://schemas.microsoft.com/office/drawing/2014/main" id="{F851116B-C7B3-A54A-F932-90F994B6DABD}"/>
                    </a:ext>
                  </a:extLst>
                </p:cNvPr>
                <p:cNvPicPr/>
                <p:nvPr/>
              </p:nvPicPr>
              <p:blipFill>
                <a:blip r:embed="rId283"/>
                <a:stretch>
                  <a:fillRect/>
                </a:stretch>
              </p:blipFill>
              <p:spPr>
                <a:xfrm>
                  <a:off x="1102710" y="3807924"/>
                  <a:ext cx="6660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81" name="Ink 180">
                  <a:extLst>
                    <a:ext uri="{FF2B5EF4-FFF2-40B4-BE49-F238E27FC236}">
                      <a16:creationId xmlns:a16="http://schemas.microsoft.com/office/drawing/2014/main" id="{589CB8AE-5C5C-84D7-3B54-557C617C32C8}"/>
                    </a:ext>
                  </a:extLst>
                </p14:cNvPr>
                <p14:cNvContentPartPr/>
                <p14:nvPr/>
              </p14:nvContentPartPr>
              <p14:xfrm>
                <a:off x="1172190" y="3820884"/>
                <a:ext cx="130680" cy="184680"/>
              </p14:xfrm>
            </p:contentPart>
          </mc:Choice>
          <mc:Fallback xmlns="">
            <p:pic>
              <p:nvPicPr>
                <p:cNvPr id="181" name="Ink 180">
                  <a:extLst>
                    <a:ext uri="{FF2B5EF4-FFF2-40B4-BE49-F238E27FC236}">
                      <a16:creationId xmlns:a16="http://schemas.microsoft.com/office/drawing/2014/main" id="{589CB8AE-5C5C-84D7-3B54-557C617C32C8}"/>
                    </a:ext>
                  </a:extLst>
                </p:cNvPr>
                <p:cNvPicPr/>
                <p:nvPr/>
              </p:nvPicPr>
              <p:blipFill>
                <a:blip r:embed="rId285"/>
                <a:stretch>
                  <a:fillRect/>
                </a:stretch>
              </p:blipFill>
              <p:spPr>
                <a:xfrm>
                  <a:off x="1166070" y="3814764"/>
                  <a:ext cx="14292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82" name="Ink 181">
                  <a:extLst>
                    <a:ext uri="{FF2B5EF4-FFF2-40B4-BE49-F238E27FC236}">
                      <a16:creationId xmlns:a16="http://schemas.microsoft.com/office/drawing/2014/main" id="{465C9E9A-6C15-52D3-C138-12D1304C3D68}"/>
                    </a:ext>
                  </a:extLst>
                </p14:cNvPr>
                <p14:cNvContentPartPr/>
                <p14:nvPr/>
              </p14:nvContentPartPr>
              <p14:xfrm>
                <a:off x="1354350" y="3807924"/>
                <a:ext cx="24840" cy="264240"/>
              </p14:xfrm>
            </p:contentPart>
          </mc:Choice>
          <mc:Fallback xmlns="">
            <p:pic>
              <p:nvPicPr>
                <p:cNvPr id="182" name="Ink 181">
                  <a:extLst>
                    <a:ext uri="{FF2B5EF4-FFF2-40B4-BE49-F238E27FC236}">
                      <a16:creationId xmlns:a16="http://schemas.microsoft.com/office/drawing/2014/main" id="{465C9E9A-6C15-52D3-C138-12D1304C3D68}"/>
                    </a:ext>
                  </a:extLst>
                </p:cNvPr>
                <p:cNvPicPr/>
                <p:nvPr/>
              </p:nvPicPr>
              <p:blipFill>
                <a:blip r:embed="rId287"/>
                <a:stretch>
                  <a:fillRect/>
                </a:stretch>
              </p:blipFill>
              <p:spPr>
                <a:xfrm>
                  <a:off x="1348230" y="3801804"/>
                  <a:ext cx="3708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3" name="Ink 182">
                  <a:extLst>
                    <a:ext uri="{FF2B5EF4-FFF2-40B4-BE49-F238E27FC236}">
                      <a16:creationId xmlns:a16="http://schemas.microsoft.com/office/drawing/2014/main" id="{E5EC9AF9-A824-2548-FBE4-C62E021CC5DA}"/>
                    </a:ext>
                  </a:extLst>
                </p14:cNvPr>
                <p14:cNvContentPartPr/>
                <p14:nvPr/>
              </p14:nvContentPartPr>
              <p14:xfrm>
                <a:off x="1294590" y="3834564"/>
                <a:ext cx="174240" cy="223200"/>
              </p14:xfrm>
            </p:contentPart>
          </mc:Choice>
          <mc:Fallback xmlns="">
            <p:pic>
              <p:nvPicPr>
                <p:cNvPr id="183" name="Ink 182">
                  <a:extLst>
                    <a:ext uri="{FF2B5EF4-FFF2-40B4-BE49-F238E27FC236}">
                      <a16:creationId xmlns:a16="http://schemas.microsoft.com/office/drawing/2014/main" id="{E5EC9AF9-A824-2548-FBE4-C62E021CC5DA}"/>
                    </a:ext>
                  </a:extLst>
                </p:cNvPr>
                <p:cNvPicPr/>
                <p:nvPr/>
              </p:nvPicPr>
              <p:blipFill>
                <a:blip r:embed="rId289"/>
                <a:stretch>
                  <a:fillRect/>
                </a:stretch>
              </p:blipFill>
              <p:spPr>
                <a:xfrm>
                  <a:off x="1288470" y="3828444"/>
                  <a:ext cx="1864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84" name="Ink 183">
                  <a:extLst>
                    <a:ext uri="{FF2B5EF4-FFF2-40B4-BE49-F238E27FC236}">
                      <a16:creationId xmlns:a16="http://schemas.microsoft.com/office/drawing/2014/main" id="{459660C8-1881-F051-0646-B587C0584377}"/>
                    </a:ext>
                  </a:extLst>
                </p14:cNvPr>
                <p14:cNvContentPartPr/>
                <p14:nvPr/>
              </p14:nvContentPartPr>
              <p14:xfrm>
                <a:off x="1472790" y="3816924"/>
                <a:ext cx="186840" cy="214560"/>
              </p14:xfrm>
            </p:contentPart>
          </mc:Choice>
          <mc:Fallback xmlns="">
            <p:pic>
              <p:nvPicPr>
                <p:cNvPr id="184" name="Ink 183">
                  <a:extLst>
                    <a:ext uri="{FF2B5EF4-FFF2-40B4-BE49-F238E27FC236}">
                      <a16:creationId xmlns:a16="http://schemas.microsoft.com/office/drawing/2014/main" id="{459660C8-1881-F051-0646-B587C0584377}"/>
                    </a:ext>
                  </a:extLst>
                </p:cNvPr>
                <p:cNvPicPr/>
                <p:nvPr/>
              </p:nvPicPr>
              <p:blipFill>
                <a:blip r:embed="rId291"/>
                <a:stretch>
                  <a:fillRect/>
                </a:stretch>
              </p:blipFill>
              <p:spPr>
                <a:xfrm>
                  <a:off x="1466670" y="3810804"/>
                  <a:ext cx="19908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5" name="Ink 184">
                  <a:extLst>
                    <a:ext uri="{FF2B5EF4-FFF2-40B4-BE49-F238E27FC236}">
                      <a16:creationId xmlns:a16="http://schemas.microsoft.com/office/drawing/2014/main" id="{31CBF021-8B3F-0888-BA41-0144D8995454}"/>
                    </a:ext>
                  </a:extLst>
                </p14:cNvPr>
                <p14:cNvContentPartPr/>
                <p14:nvPr/>
              </p14:nvContentPartPr>
              <p14:xfrm>
                <a:off x="1456230" y="3884604"/>
                <a:ext cx="186480" cy="78840"/>
              </p14:xfrm>
            </p:contentPart>
          </mc:Choice>
          <mc:Fallback xmlns="">
            <p:pic>
              <p:nvPicPr>
                <p:cNvPr id="185" name="Ink 184">
                  <a:extLst>
                    <a:ext uri="{FF2B5EF4-FFF2-40B4-BE49-F238E27FC236}">
                      <a16:creationId xmlns:a16="http://schemas.microsoft.com/office/drawing/2014/main" id="{31CBF021-8B3F-0888-BA41-0144D8995454}"/>
                    </a:ext>
                  </a:extLst>
                </p:cNvPr>
                <p:cNvPicPr/>
                <p:nvPr/>
              </p:nvPicPr>
              <p:blipFill>
                <a:blip r:embed="rId293"/>
                <a:stretch>
                  <a:fillRect/>
                </a:stretch>
              </p:blipFill>
              <p:spPr>
                <a:xfrm>
                  <a:off x="1450110" y="3878484"/>
                  <a:ext cx="19872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86" name="Ink 185">
                  <a:extLst>
                    <a:ext uri="{FF2B5EF4-FFF2-40B4-BE49-F238E27FC236}">
                      <a16:creationId xmlns:a16="http://schemas.microsoft.com/office/drawing/2014/main" id="{3BE8D865-3F1A-4E3E-938D-22BE135F9CED}"/>
                    </a:ext>
                  </a:extLst>
                </p14:cNvPr>
                <p14:cNvContentPartPr/>
                <p14:nvPr/>
              </p14:nvContentPartPr>
              <p14:xfrm>
                <a:off x="1738470" y="3800364"/>
                <a:ext cx="50400" cy="223920"/>
              </p14:xfrm>
            </p:contentPart>
          </mc:Choice>
          <mc:Fallback xmlns="">
            <p:pic>
              <p:nvPicPr>
                <p:cNvPr id="186" name="Ink 185">
                  <a:extLst>
                    <a:ext uri="{FF2B5EF4-FFF2-40B4-BE49-F238E27FC236}">
                      <a16:creationId xmlns:a16="http://schemas.microsoft.com/office/drawing/2014/main" id="{3BE8D865-3F1A-4E3E-938D-22BE135F9CED}"/>
                    </a:ext>
                  </a:extLst>
                </p:cNvPr>
                <p:cNvPicPr/>
                <p:nvPr/>
              </p:nvPicPr>
              <p:blipFill>
                <a:blip r:embed="rId295"/>
                <a:stretch>
                  <a:fillRect/>
                </a:stretch>
              </p:blipFill>
              <p:spPr>
                <a:xfrm>
                  <a:off x="1732350" y="3794244"/>
                  <a:ext cx="6264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87" name="Ink 186">
                  <a:extLst>
                    <a:ext uri="{FF2B5EF4-FFF2-40B4-BE49-F238E27FC236}">
                      <a16:creationId xmlns:a16="http://schemas.microsoft.com/office/drawing/2014/main" id="{23D28E9B-03BC-9A57-464B-AEE711F3C739}"/>
                    </a:ext>
                  </a:extLst>
                </p14:cNvPr>
                <p14:cNvContentPartPr/>
                <p14:nvPr/>
              </p14:nvContentPartPr>
              <p14:xfrm>
                <a:off x="1725510" y="3822324"/>
                <a:ext cx="236160" cy="153360"/>
              </p14:xfrm>
            </p:contentPart>
          </mc:Choice>
          <mc:Fallback xmlns="">
            <p:pic>
              <p:nvPicPr>
                <p:cNvPr id="187" name="Ink 186">
                  <a:extLst>
                    <a:ext uri="{FF2B5EF4-FFF2-40B4-BE49-F238E27FC236}">
                      <a16:creationId xmlns:a16="http://schemas.microsoft.com/office/drawing/2014/main" id="{23D28E9B-03BC-9A57-464B-AEE711F3C739}"/>
                    </a:ext>
                  </a:extLst>
                </p:cNvPr>
                <p:cNvPicPr/>
                <p:nvPr/>
              </p:nvPicPr>
              <p:blipFill>
                <a:blip r:embed="rId297"/>
                <a:stretch>
                  <a:fillRect/>
                </a:stretch>
              </p:blipFill>
              <p:spPr>
                <a:xfrm>
                  <a:off x="1719390" y="3816204"/>
                  <a:ext cx="24840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8" name="Ink 187">
                  <a:extLst>
                    <a:ext uri="{FF2B5EF4-FFF2-40B4-BE49-F238E27FC236}">
                      <a16:creationId xmlns:a16="http://schemas.microsoft.com/office/drawing/2014/main" id="{6D88DF8D-DA27-1BB2-8DCD-50838EC5BBB1}"/>
                    </a:ext>
                  </a:extLst>
                </p14:cNvPr>
                <p14:cNvContentPartPr/>
                <p14:nvPr/>
              </p14:nvContentPartPr>
              <p14:xfrm>
                <a:off x="2021070" y="3863364"/>
                <a:ext cx="29880" cy="116640"/>
              </p14:xfrm>
            </p:contentPart>
          </mc:Choice>
          <mc:Fallback xmlns="">
            <p:pic>
              <p:nvPicPr>
                <p:cNvPr id="188" name="Ink 187">
                  <a:extLst>
                    <a:ext uri="{FF2B5EF4-FFF2-40B4-BE49-F238E27FC236}">
                      <a16:creationId xmlns:a16="http://schemas.microsoft.com/office/drawing/2014/main" id="{6D88DF8D-DA27-1BB2-8DCD-50838EC5BBB1}"/>
                    </a:ext>
                  </a:extLst>
                </p:cNvPr>
                <p:cNvPicPr/>
                <p:nvPr/>
              </p:nvPicPr>
              <p:blipFill>
                <a:blip r:embed="rId299"/>
                <a:stretch>
                  <a:fillRect/>
                </a:stretch>
              </p:blipFill>
              <p:spPr>
                <a:xfrm>
                  <a:off x="2014950" y="3857244"/>
                  <a:ext cx="421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9" name="Ink 188">
                  <a:extLst>
                    <a:ext uri="{FF2B5EF4-FFF2-40B4-BE49-F238E27FC236}">
                      <a16:creationId xmlns:a16="http://schemas.microsoft.com/office/drawing/2014/main" id="{0A24DE4F-D11E-F8BB-AD82-85CEE6695F7F}"/>
                    </a:ext>
                  </a:extLst>
                </p14:cNvPr>
                <p14:cNvContentPartPr/>
                <p14:nvPr/>
              </p14:nvContentPartPr>
              <p14:xfrm>
                <a:off x="1984710" y="3803964"/>
                <a:ext cx="195120" cy="120240"/>
              </p14:xfrm>
            </p:contentPart>
          </mc:Choice>
          <mc:Fallback xmlns="">
            <p:pic>
              <p:nvPicPr>
                <p:cNvPr id="189" name="Ink 188">
                  <a:extLst>
                    <a:ext uri="{FF2B5EF4-FFF2-40B4-BE49-F238E27FC236}">
                      <a16:creationId xmlns:a16="http://schemas.microsoft.com/office/drawing/2014/main" id="{0A24DE4F-D11E-F8BB-AD82-85CEE6695F7F}"/>
                    </a:ext>
                  </a:extLst>
                </p:cNvPr>
                <p:cNvPicPr/>
                <p:nvPr/>
              </p:nvPicPr>
              <p:blipFill>
                <a:blip r:embed="rId301"/>
                <a:stretch>
                  <a:fillRect/>
                </a:stretch>
              </p:blipFill>
              <p:spPr>
                <a:xfrm>
                  <a:off x="1978590" y="3797844"/>
                  <a:ext cx="2073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90" name="Ink 189">
                  <a:extLst>
                    <a:ext uri="{FF2B5EF4-FFF2-40B4-BE49-F238E27FC236}">
                      <a16:creationId xmlns:a16="http://schemas.microsoft.com/office/drawing/2014/main" id="{68835443-CD33-086D-979B-7278FEBBB31D}"/>
                    </a:ext>
                  </a:extLst>
                </p14:cNvPr>
                <p14:cNvContentPartPr/>
                <p14:nvPr/>
              </p14:nvContentPartPr>
              <p14:xfrm>
                <a:off x="2236350" y="3803244"/>
                <a:ext cx="28440" cy="213840"/>
              </p14:xfrm>
            </p:contentPart>
          </mc:Choice>
          <mc:Fallback xmlns="">
            <p:pic>
              <p:nvPicPr>
                <p:cNvPr id="190" name="Ink 189">
                  <a:extLst>
                    <a:ext uri="{FF2B5EF4-FFF2-40B4-BE49-F238E27FC236}">
                      <a16:creationId xmlns:a16="http://schemas.microsoft.com/office/drawing/2014/main" id="{68835443-CD33-086D-979B-7278FEBBB31D}"/>
                    </a:ext>
                  </a:extLst>
                </p:cNvPr>
                <p:cNvPicPr/>
                <p:nvPr/>
              </p:nvPicPr>
              <p:blipFill>
                <a:blip r:embed="rId303"/>
                <a:stretch>
                  <a:fillRect/>
                </a:stretch>
              </p:blipFill>
              <p:spPr>
                <a:xfrm>
                  <a:off x="2230230" y="3797124"/>
                  <a:ext cx="406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1" name="Ink 190">
                  <a:extLst>
                    <a:ext uri="{FF2B5EF4-FFF2-40B4-BE49-F238E27FC236}">
                      <a16:creationId xmlns:a16="http://schemas.microsoft.com/office/drawing/2014/main" id="{11EB831C-B922-FB55-4ED5-FC03AC40E6F0}"/>
                    </a:ext>
                  </a:extLst>
                </p14:cNvPr>
                <p14:cNvContentPartPr/>
                <p14:nvPr/>
              </p14:nvContentPartPr>
              <p14:xfrm>
                <a:off x="2247150" y="3776244"/>
                <a:ext cx="285120" cy="254880"/>
              </p14:xfrm>
            </p:contentPart>
          </mc:Choice>
          <mc:Fallback xmlns="">
            <p:pic>
              <p:nvPicPr>
                <p:cNvPr id="191" name="Ink 190">
                  <a:extLst>
                    <a:ext uri="{FF2B5EF4-FFF2-40B4-BE49-F238E27FC236}">
                      <a16:creationId xmlns:a16="http://schemas.microsoft.com/office/drawing/2014/main" id="{11EB831C-B922-FB55-4ED5-FC03AC40E6F0}"/>
                    </a:ext>
                  </a:extLst>
                </p:cNvPr>
                <p:cNvPicPr/>
                <p:nvPr/>
              </p:nvPicPr>
              <p:blipFill>
                <a:blip r:embed="rId305"/>
                <a:stretch>
                  <a:fillRect/>
                </a:stretch>
              </p:blipFill>
              <p:spPr>
                <a:xfrm>
                  <a:off x="2241030" y="3770124"/>
                  <a:ext cx="29736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92" name="Ink 191">
                  <a:extLst>
                    <a:ext uri="{FF2B5EF4-FFF2-40B4-BE49-F238E27FC236}">
                      <a16:creationId xmlns:a16="http://schemas.microsoft.com/office/drawing/2014/main" id="{FDF10285-B4CA-D0E2-681F-06EDC7428A8F}"/>
                    </a:ext>
                  </a:extLst>
                </p14:cNvPr>
                <p14:cNvContentPartPr/>
                <p14:nvPr/>
              </p14:nvContentPartPr>
              <p14:xfrm>
                <a:off x="2617950" y="3790284"/>
                <a:ext cx="52920" cy="265680"/>
              </p14:xfrm>
            </p:contentPart>
          </mc:Choice>
          <mc:Fallback xmlns="">
            <p:pic>
              <p:nvPicPr>
                <p:cNvPr id="192" name="Ink 191">
                  <a:extLst>
                    <a:ext uri="{FF2B5EF4-FFF2-40B4-BE49-F238E27FC236}">
                      <a16:creationId xmlns:a16="http://schemas.microsoft.com/office/drawing/2014/main" id="{FDF10285-B4CA-D0E2-681F-06EDC7428A8F}"/>
                    </a:ext>
                  </a:extLst>
                </p:cNvPr>
                <p:cNvPicPr/>
                <p:nvPr/>
              </p:nvPicPr>
              <p:blipFill>
                <a:blip r:embed="rId307"/>
                <a:stretch>
                  <a:fillRect/>
                </a:stretch>
              </p:blipFill>
              <p:spPr>
                <a:xfrm>
                  <a:off x="2611830" y="3784164"/>
                  <a:ext cx="6516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3" name="Ink 192">
                  <a:extLst>
                    <a:ext uri="{FF2B5EF4-FFF2-40B4-BE49-F238E27FC236}">
                      <a16:creationId xmlns:a16="http://schemas.microsoft.com/office/drawing/2014/main" id="{786D031B-5CEE-82AF-DDFA-C9897918DC5F}"/>
                    </a:ext>
                  </a:extLst>
                </p14:cNvPr>
                <p14:cNvContentPartPr/>
                <p14:nvPr/>
              </p14:nvContentPartPr>
              <p14:xfrm>
                <a:off x="2618670" y="3798564"/>
                <a:ext cx="214200" cy="207360"/>
              </p14:xfrm>
            </p:contentPart>
          </mc:Choice>
          <mc:Fallback xmlns="">
            <p:pic>
              <p:nvPicPr>
                <p:cNvPr id="193" name="Ink 192">
                  <a:extLst>
                    <a:ext uri="{FF2B5EF4-FFF2-40B4-BE49-F238E27FC236}">
                      <a16:creationId xmlns:a16="http://schemas.microsoft.com/office/drawing/2014/main" id="{786D031B-5CEE-82AF-DDFA-C9897918DC5F}"/>
                    </a:ext>
                  </a:extLst>
                </p:cNvPr>
                <p:cNvPicPr/>
                <p:nvPr/>
              </p:nvPicPr>
              <p:blipFill>
                <a:blip r:embed="rId309"/>
                <a:stretch>
                  <a:fillRect/>
                </a:stretch>
              </p:blipFill>
              <p:spPr>
                <a:xfrm>
                  <a:off x="2612550" y="3792444"/>
                  <a:ext cx="22644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94" name="Ink 193">
                  <a:extLst>
                    <a:ext uri="{FF2B5EF4-FFF2-40B4-BE49-F238E27FC236}">
                      <a16:creationId xmlns:a16="http://schemas.microsoft.com/office/drawing/2014/main" id="{5E7AF5A9-B270-4F41-78C7-D59BB8D3519A}"/>
                    </a:ext>
                  </a:extLst>
                </p14:cNvPr>
                <p14:cNvContentPartPr/>
                <p14:nvPr/>
              </p14:nvContentPartPr>
              <p14:xfrm>
                <a:off x="2859510" y="3798924"/>
                <a:ext cx="137880" cy="206280"/>
              </p14:xfrm>
            </p:contentPart>
          </mc:Choice>
          <mc:Fallback xmlns="">
            <p:pic>
              <p:nvPicPr>
                <p:cNvPr id="194" name="Ink 193">
                  <a:extLst>
                    <a:ext uri="{FF2B5EF4-FFF2-40B4-BE49-F238E27FC236}">
                      <a16:creationId xmlns:a16="http://schemas.microsoft.com/office/drawing/2014/main" id="{5E7AF5A9-B270-4F41-78C7-D59BB8D3519A}"/>
                    </a:ext>
                  </a:extLst>
                </p:cNvPr>
                <p:cNvPicPr/>
                <p:nvPr/>
              </p:nvPicPr>
              <p:blipFill>
                <a:blip r:embed="rId311"/>
                <a:stretch>
                  <a:fillRect/>
                </a:stretch>
              </p:blipFill>
              <p:spPr>
                <a:xfrm>
                  <a:off x="2853390" y="3792804"/>
                  <a:ext cx="15012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5" name="Ink 194">
                  <a:extLst>
                    <a:ext uri="{FF2B5EF4-FFF2-40B4-BE49-F238E27FC236}">
                      <a16:creationId xmlns:a16="http://schemas.microsoft.com/office/drawing/2014/main" id="{0C424CFD-A42E-12CD-D3E4-3E0223A9C38E}"/>
                    </a:ext>
                  </a:extLst>
                </p14:cNvPr>
                <p14:cNvContentPartPr/>
                <p14:nvPr/>
              </p14:nvContentPartPr>
              <p14:xfrm>
                <a:off x="3052470" y="3769764"/>
                <a:ext cx="238680" cy="271800"/>
              </p14:xfrm>
            </p:contentPart>
          </mc:Choice>
          <mc:Fallback xmlns="">
            <p:pic>
              <p:nvPicPr>
                <p:cNvPr id="195" name="Ink 194">
                  <a:extLst>
                    <a:ext uri="{FF2B5EF4-FFF2-40B4-BE49-F238E27FC236}">
                      <a16:creationId xmlns:a16="http://schemas.microsoft.com/office/drawing/2014/main" id="{0C424CFD-A42E-12CD-D3E4-3E0223A9C38E}"/>
                    </a:ext>
                  </a:extLst>
                </p:cNvPr>
                <p:cNvPicPr/>
                <p:nvPr/>
              </p:nvPicPr>
              <p:blipFill>
                <a:blip r:embed="rId313"/>
                <a:stretch>
                  <a:fillRect/>
                </a:stretch>
              </p:blipFill>
              <p:spPr>
                <a:xfrm>
                  <a:off x="3046350" y="3763644"/>
                  <a:ext cx="25092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96" name="Ink 195">
                  <a:extLst>
                    <a:ext uri="{FF2B5EF4-FFF2-40B4-BE49-F238E27FC236}">
                      <a16:creationId xmlns:a16="http://schemas.microsoft.com/office/drawing/2014/main" id="{7EB0D4B9-0A48-5D62-D713-39F7D6C2358E}"/>
                    </a:ext>
                  </a:extLst>
                </p14:cNvPr>
                <p14:cNvContentPartPr/>
                <p14:nvPr/>
              </p14:nvContentPartPr>
              <p14:xfrm>
                <a:off x="3197550" y="3806484"/>
                <a:ext cx="159840" cy="41400"/>
              </p14:xfrm>
            </p:contentPart>
          </mc:Choice>
          <mc:Fallback xmlns="">
            <p:pic>
              <p:nvPicPr>
                <p:cNvPr id="196" name="Ink 195">
                  <a:extLst>
                    <a:ext uri="{FF2B5EF4-FFF2-40B4-BE49-F238E27FC236}">
                      <a16:creationId xmlns:a16="http://schemas.microsoft.com/office/drawing/2014/main" id="{7EB0D4B9-0A48-5D62-D713-39F7D6C2358E}"/>
                    </a:ext>
                  </a:extLst>
                </p:cNvPr>
                <p:cNvPicPr/>
                <p:nvPr/>
              </p:nvPicPr>
              <p:blipFill>
                <a:blip r:embed="rId315"/>
                <a:stretch>
                  <a:fillRect/>
                </a:stretch>
              </p:blipFill>
              <p:spPr>
                <a:xfrm>
                  <a:off x="3191430" y="3800364"/>
                  <a:ext cx="1720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08" name="Ink 207">
                  <a:extLst>
                    <a:ext uri="{FF2B5EF4-FFF2-40B4-BE49-F238E27FC236}">
                      <a16:creationId xmlns:a16="http://schemas.microsoft.com/office/drawing/2014/main" id="{A15A2108-9CAA-9C32-2912-E3267AA6F579}"/>
                    </a:ext>
                  </a:extLst>
                </p14:cNvPr>
                <p14:cNvContentPartPr/>
                <p14:nvPr/>
              </p14:nvContentPartPr>
              <p14:xfrm>
                <a:off x="743790" y="4220124"/>
                <a:ext cx="178200" cy="167760"/>
              </p14:xfrm>
            </p:contentPart>
          </mc:Choice>
          <mc:Fallback xmlns="">
            <p:pic>
              <p:nvPicPr>
                <p:cNvPr id="208" name="Ink 207">
                  <a:extLst>
                    <a:ext uri="{FF2B5EF4-FFF2-40B4-BE49-F238E27FC236}">
                      <a16:creationId xmlns:a16="http://schemas.microsoft.com/office/drawing/2014/main" id="{A15A2108-9CAA-9C32-2912-E3267AA6F579}"/>
                    </a:ext>
                  </a:extLst>
                </p:cNvPr>
                <p:cNvPicPr/>
                <p:nvPr/>
              </p:nvPicPr>
              <p:blipFill>
                <a:blip r:embed="rId317"/>
                <a:stretch>
                  <a:fillRect/>
                </a:stretch>
              </p:blipFill>
              <p:spPr>
                <a:xfrm>
                  <a:off x="737670" y="4214004"/>
                  <a:ext cx="19044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9" name="Ink 208">
                  <a:extLst>
                    <a:ext uri="{FF2B5EF4-FFF2-40B4-BE49-F238E27FC236}">
                      <a16:creationId xmlns:a16="http://schemas.microsoft.com/office/drawing/2014/main" id="{591F3E54-56F3-F0FD-3D34-1EDCDA42CD62}"/>
                    </a:ext>
                  </a:extLst>
                </p14:cNvPr>
                <p14:cNvContentPartPr/>
                <p14:nvPr/>
              </p14:nvContentPartPr>
              <p14:xfrm>
                <a:off x="942870" y="4203924"/>
                <a:ext cx="184320" cy="171000"/>
              </p14:xfrm>
            </p:contentPart>
          </mc:Choice>
          <mc:Fallback xmlns="">
            <p:pic>
              <p:nvPicPr>
                <p:cNvPr id="209" name="Ink 208">
                  <a:extLst>
                    <a:ext uri="{FF2B5EF4-FFF2-40B4-BE49-F238E27FC236}">
                      <a16:creationId xmlns:a16="http://schemas.microsoft.com/office/drawing/2014/main" id="{591F3E54-56F3-F0FD-3D34-1EDCDA42CD62}"/>
                    </a:ext>
                  </a:extLst>
                </p:cNvPr>
                <p:cNvPicPr/>
                <p:nvPr/>
              </p:nvPicPr>
              <p:blipFill>
                <a:blip r:embed="rId319"/>
                <a:stretch>
                  <a:fillRect/>
                </a:stretch>
              </p:blipFill>
              <p:spPr>
                <a:xfrm>
                  <a:off x="936750" y="4197804"/>
                  <a:ext cx="19656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10" name="Ink 209">
                  <a:extLst>
                    <a:ext uri="{FF2B5EF4-FFF2-40B4-BE49-F238E27FC236}">
                      <a16:creationId xmlns:a16="http://schemas.microsoft.com/office/drawing/2014/main" id="{8318DAC1-C0BE-9539-E218-C42A2F5D2777}"/>
                    </a:ext>
                  </a:extLst>
                </p14:cNvPr>
                <p14:cNvContentPartPr/>
                <p14:nvPr/>
              </p14:nvContentPartPr>
              <p14:xfrm>
                <a:off x="1139430" y="4202844"/>
                <a:ext cx="79200" cy="184680"/>
              </p14:xfrm>
            </p:contentPart>
          </mc:Choice>
          <mc:Fallback xmlns="">
            <p:pic>
              <p:nvPicPr>
                <p:cNvPr id="210" name="Ink 209">
                  <a:extLst>
                    <a:ext uri="{FF2B5EF4-FFF2-40B4-BE49-F238E27FC236}">
                      <a16:creationId xmlns:a16="http://schemas.microsoft.com/office/drawing/2014/main" id="{8318DAC1-C0BE-9539-E218-C42A2F5D2777}"/>
                    </a:ext>
                  </a:extLst>
                </p:cNvPr>
                <p:cNvPicPr/>
                <p:nvPr/>
              </p:nvPicPr>
              <p:blipFill>
                <a:blip r:embed="rId321"/>
                <a:stretch>
                  <a:fillRect/>
                </a:stretch>
              </p:blipFill>
              <p:spPr>
                <a:xfrm>
                  <a:off x="1133310" y="4196724"/>
                  <a:ext cx="914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11" name="Ink 210">
                  <a:extLst>
                    <a:ext uri="{FF2B5EF4-FFF2-40B4-BE49-F238E27FC236}">
                      <a16:creationId xmlns:a16="http://schemas.microsoft.com/office/drawing/2014/main" id="{A7D63F75-0DF3-76AA-7148-D63C41EBED4F}"/>
                    </a:ext>
                  </a:extLst>
                </p14:cNvPr>
                <p14:cNvContentPartPr/>
                <p14:nvPr/>
              </p14:nvContentPartPr>
              <p14:xfrm>
                <a:off x="1295670" y="4179804"/>
                <a:ext cx="189000" cy="186480"/>
              </p14:xfrm>
            </p:contentPart>
          </mc:Choice>
          <mc:Fallback xmlns="">
            <p:pic>
              <p:nvPicPr>
                <p:cNvPr id="211" name="Ink 210">
                  <a:extLst>
                    <a:ext uri="{FF2B5EF4-FFF2-40B4-BE49-F238E27FC236}">
                      <a16:creationId xmlns:a16="http://schemas.microsoft.com/office/drawing/2014/main" id="{A7D63F75-0DF3-76AA-7148-D63C41EBED4F}"/>
                    </a:ext>
                  </a:extLst>
                </p:cNvPr>
                <p:cNvPicPr/>
                <p:nvPr/>
              </p:nvPicPr>
              <p:blipFill>
                <a:blip r:embed="rId323"/>
                <a:stretch>
                  <a:fillRect/>
                </a:stretch>
              </p:blipFill>
              <p:spPr>
                <a:xfrm>
                  <a:off x="1289550" y="4173684"/>
                  <a:ext cx="2012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98" name="Ink 197">
                  <a:extLst>
                    <a:ext uri="{FF2B5EF4-FFF2-40B4-BE49-F238E27FC236}">
                      <a16:creationId xmlns:a16="http://schemas.microsoft.com/office/drawing/2014/main" id="{06D149C9-C958-263E-1D19-878623FE24BC}"/>
                    </a:ext>
                  </a:extLst>
                </p14:cNvPr>
                <p14:cNvContentPartPr/>
                <p14:nvPr/>
              </p14:nvContentPartPr>
              <p14:xfrm>
                <a:off x="3648630" y="3913044"/>
                <a:ext cx="124200" cy="205920"/>
              </p14:xfrm>
            </p:contentPart>
          </mc:Choice>
          <mc:Fallback xmlns="">
            <p:pic>
              <p:nvPicPr>
                <p:cNvPr id="198" name="Ink 197">
                  <a:extLst>
                    <a:ext uri="{FF2B5EF4-FFF2-40B4-BE49-F238E27FC236}">
                      <a16:creationId xmlns:a16="http://schemas.microsoft.com/office/drawing/2014/main" id="{06D149C9-C958-263E-1D19-878623FE24BC}"/>
                    </a:ext>
                  </a:extLst>
                </p:cNvPr>
                <p:cNvPicPr/>
                <p:nvPr/>
              </p:nvPicPr>
              <p:blipFill>
                <a:blip r:embed="rId325"/>
                <a:stretch>
                  <a:fillRect/>
                </a:stretch>
              </p:blipFill>
              <p:spPr>
                <a:xfrm>
                  <a:off x="3642510" y="3906924"/>
                  <a:ext cx="13644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99" name="Ink 198">
                  <a:extLst>
                    <a:ext uri="{FF2B5EF4-FFF2-40B4-BE49-F238E27FC236}">
                      <a16:creationId xmlns:a16="http://schemas.microsoft.com/office/drawing/2014/main" id="{B314ABB4-D07F-363A-8768-02BA6396D374}"/>
                    </a:ext>
                  </a:extLst>
                </p14:cNvPr>
                <p14:cNvContentPartPr/>
                <p14:nvPr/>
              </p14:nvContentPartPr>
              <p14:xfrm>
                <a:off x="3808110" y="3816924"/>
                <a:ext cx="268560" cy="208080"/>
              </p14:xfrm>
            </p:contentPart>
          </mc:Choice>
          <mc:Fallback xmlns="">
            <p:pic>
              <p:nvPicPr>
                <p:cNvPr id="199" name="Ink 198">
                  <a:extLst>
                    <a:ext uri="{FF2B5EF4-FFF2-40B4-BE49-F238E27FC236}">
                      <a16:creationId xmlns:a16="http://schemas.microsoft.com/office/drawing/2014/main" id="{B314ABB4-D07F-363A-8768-02BA6396D374}"/>
                    </a:ext>
                  </a:extLst>
                </p:cNvPr>
                <p:cNvPicPr/>
                <p:nvPr/>
              </p:nvPicPr>
              <p:blipFill>
                <a:blip r:embed="rId327"/>
                <a:stretch>
                  <a:fillRect/>
                </a:stretch>
              </p:blipFill>
              <p:spPr>
                <a:xfrm>
                  <a:off x="3801990" y="3810804"/>
                  <a:ext cx="28080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00" name="Ink 199">
                  <a:extLst>
                    <a:ext uri="{FF2B5EF4-FFF2-40B4-BE49-F238E27FC236}">
                      <a16:creationId xmlns:a16="http://schemas.microsoft.com/office/drawing/2014/main" id="{D1EBF35C-34A5-CC75-04E3-0C16BAB501F3}"/>
                    </a:ext>
                  </a:extLst>
                </p14:cNvPr>
                <p14:cNvContentPartPr/>
                <p14:nvPr/>
              </p14:nvContentPartPr>
              <p14:xfrm>
                <a:off x="4071270" y="3794604"/>
                <a:ext cx="142920" cy="189000"/>
              </p14:xfrm>
            </p:contentPart>
          </mc:Choice>
          <mc:Fallback xmlns="">
            <p:pic>
              <p:nvPicPr>
                <p:cNvPr id="200" name="Ink 199">
                  <a:extLst>
                    <a:ext uri="{FF2B5EF4-FFF2-40B4-BE49-F238E27FC236}">
                      <a16:creationId xmlns:a16="http://schemas.microsoft.com/office/drawing/2014/main" id="{D1EBF35C-34A5-CC75-04E3-0C16BAB501F3}"/>
                    </a:ext>
                  </a:extLst>
                </p:cNvPr>
                <p:cNvPicPr/>
                <p:nvPr/>
              </p:nvPicPr>
              <p:blipFill>
                <a:blip r:embed="rId329"/>
                <a:stretch>
                  <a:fillRect/>
                </a:stretch>
              </p:blipFill>
              <p:spPr>
                <a:xfrm>
                  <a:off x="4065150" y="3788484"/>
                  <a:ext cx="15516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01" name="Ink 200">
                  <a:extLst>
                    <a:ext uri="{FF2B5EF4-FFF2-40B4-BE49-F238E27FC236}">
                      <a16:creationId xmlns:a16="http://schemas.microsoft.com/office/drawing/2014/main" id="{A8AE3B2B-461B-6730-6CA3-4A7C50449774}"/>
                    </a:ext>
                  </a:extLst>
                </p14:cNvPr>
                <p14:cNvContentPartPr/>
                <p14:nvPr/>
              </p14:nvContentPartPr>
              <p14:xfrm>
                <a:off x="4217070" y="3710724"/>
                <a:ext cx="122760" cy="302400"/>
              </p14:xfrm>
            </p:contentPart>
          </mc:Choice>
          <mc:Fallback xmlns="">
            <p:pic>
              <p:nvPicPr>
                <p:cNvPr id="201" name="Ink 200">
                  <a:extLst>
                    <a:ext uri="{FF2B5EF4-FFF2-40B4-BE49-F238E27FC236}">
                      <a16:creationId xmlns:a16="http://schemas.microsoft.com/office/drawing/2014/main" id="{A8AE3B2B-461B-6730-6CA3-4A7C50449774}"/>
                    </a:ext>
                  </a:extLst>
                </p:cNvPr>
                <p:cNvPicPr/>
                <p:nvPr/>
              </p:nvPicPr>
              <p:blipFill>
                <a:blip r:embed="rId331"/>
                <a:stretch>
                  <a:fillRect/>
                </a:stretch>
              </p:blipFill>
              <p:spPr>
                <a:xfrm>
                  <a:off x="4210950" y="3704604"/>
                  <a:ext cx="13500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02" name="Ink 201">
                  <a:extLst>
                    <a:ext uri="{FF2B5EF4-FFF2-40B4-BE49-F238E27FC236}">
                      <a16:creationId xmlns:a16="http://schemas.microsoft.com/office/drawing/2014/main" id="{86404F2C-1F2B-532C-1A74-77D6DBB60A15}"/>
                    </a:ext>
                  </a:extLst>
                </p14:cNvPr>
                <p14:cNvContentPartPr/>
                <p14:nvPr/>
              </p14:nvContentPartPr>
              <p14:xfrm>
                <a:off x="4298790" y="3778404"/>
                <a:ext cx="196920" cy="177120"/>
              </p14:xfrm>
            </p:contentPart>
          </mc:Choice>
          <mc:Fallback xmlns="">
            <p:pic>
              <p:nvPicPr>
                <p:cNvPr id="202" name="Ink 201">
                  <a:extLst>
                    <a:ext uri="{FF2B5EF4-FFF2-40B4-BE49-F238E27FC236}">
                      <a16:creationId xmlns:a16="http://schemas.microsoft.com/office/drawing/2014/main" id="{86404F2C-1F2B-532C-1A74-77D6DBB60A15}"/>
                    </a:ext>
                  </a:extLst>
                </p:cNvPr>
                <p:cNvPicPr/>
                <p:nvPr/>
              </p:nvPicPr>
              <p:blipFill>
                <a:blip r:embed="rId333"/>
                <a:stretch>
                  <a:fillRect/>
                </a:stretch>
              </p:blipFill>
              <p:spPr>
                <a:xfrm>
                  <a:off x="4292670" y="3772284"/>
                  <a:ext cx="2091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03" name="Ink 202">
                  <a:extLst>
                    <a:ext uri="{FF2B5EF4-FFF2-40B4-BE49-F238E27FC236}">
                      <a16:creationId xmlns:a16="http://schemas.microsoft.com/office/drawing/2014/main" id="{D35A4718-3CD4-DDDB-EE79-E66BEEE998B2}"/>
                    </a:ext>
                  </a:extLst>
                </p14:cNvPr>
                <p14:cNvContentPartPr/>
                <p14:nvPr/>
              </p14:nvContentPartPr>
              <p14:xfrm>
                <a:off x="4601910" y="3725844"/>
                <a:ext cx="67320" cy="255240"/>
              </p14:xfrm>
            </p:contentPart>
          </mc:Choice>
          <mc:Fallback xmlns="">
            <p:pic>
              <p:nvPicPr>
                <p:cNvPr id="203" name="Ink 202">
                  <a:extLst>
                    <a:ext uri="{FF2B5EF4-FFF2-40B4-BE49-F238E27FC236}">
                      <a16:creationId xmlns:a16="http://schemas.microsoft.com/office/drawing/2014/main" id="{D35A4718-3CD4-DDDB-EE79-E66BEEE998B2}"/>
                    </a:ext>
                  </a:extLst>
                </p:cNvPr>
                <p:cNvPicPr/>
                <p:nvPr/>
              </p:nvPicPr>
              <p:blipFill>
                <a:blip r:embed="rId335"/>
                <a:stretch>
                  <a:fillRect/>
                </a:stretch>
              </p:blipFill>
              <p:spPr>
                <a:xfrm>
                  <a:off x="4595790" y="3719724"/>
                  <a:ext cx="7956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04" name="Ink 203">
                  <a:extLst>
                    <a:ext uri="{FF2B5EF4-FFF2-40B4-BE49-F238E27FC236}">
                      <a16:creationId xmlns:a16="http://schemas.microsoft.com/office/drawing/2014/main" id="{A8C22B54-5CE1-99F1-8658-5F498717F8EF}"/>
                    </a:ext>
                  </a:extLst>
                </p14:cNvPr>
                <p14:cNvContentPartPr/>
                <p14:nvPr/>
              </p14:nvContentPartPr>
              <p14:xfrm>
                <a:off x="4671750" y="3887124"/>
                <a:ext cx="157680" cy="179640"/>
              </p14:xfrm>
            </p:contentPart>
          </mc:Choice>
          <mc:Fallback xmlns="">
            <p:pic>
              <p:nvPicPr>
                <p:cNvPr id="204" name="Ink 203">
                  <a:extLst>
                    <a:ext uri="{FF2B5EF4-FFF2-40B4-BE49-F238E27FC236}">
                      <a16:creationId xmlns:a16="http://schemas.microsoft.com/office/drawing/2014/main" id="{A8C22B54-5CE1-99F1-8658-5F498717F8EF}"/>
                    </a:ext>
                  </a:extLst>
                </p:cNvPr>
                <p:cNvPicPr/>
                <p:nvPr/>
              </p:nvPicPr>
              <p:blipFill>
                <a:blip r:embed="rId337"/>
                <a:stretch>
                  <a:fillRect/>
                </a:stretch>
              </p:blipFill>
              <p:spPr>
                <a:xfrm>
                  <a:off x="4665630" y="3881004"/>
                  <a:ext cx="1699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06" name="Ink 205">
                  <a:extLst>
                    <a:ext uri="{FF2B5EF4-FFF2-40B4-BE49-F238E27FC236}">
                      <a16:creationId xmlns:a16="http://schemas.microsoft.com/office/drawing/2014/main" id="{7E00BDF8-7DC6-B71B-23E9-696EC26A9633}"/>
                    </a:ext>
                  </a:extLst>
                </p14:cNvPr>
                <p14:cNvContentPartPr/>
                <p14:nvPr/>
              </p14:nvContentPartPr>
              <p14:xfrm>
                <a:off x="4700190" y="3826644"/>
                <a:ext cx="93600" cy="102600"/>
              </p14:xfrm>
            </p:contentPart>
          </mc:Choice>
          <mc:Fallback xmlns="">
            <p:pic>
              <p:nvPicPr>
                <p:cNvPr id="206" name="Ink 205">
                  <a:extLst>
                    <a:ext uri="{FF2B5EF4-FFF2-40B4-BE49-F238E27FC236}">
                      <a16:creationId xmlns:a16="http://schemas.microsoft.com/office/drawing/2014/main" id="{7E00BDF8-7DC6-B71B-23E9-696EC26A9633}"/>
                    </a:ext>
                  </a:extLst>
                </p:cNvPr>
                <p:cNvPicPr/>
                <p:nvPr/>
              </p:nvPicPr>
              <p:blipFill>
                <a:blip r:embed="rId339"/>
                <a:stretch>
                  <a:fillRect/>
                </a:stretch>
              </p:blipFill>
              <p:spPr>
                <a:xfrm>
                  <a:off x="4694070" y="3820524"/>
                  <a:ext cx="1058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13" name="Ink 212">
                  <a:extLst>
                    <a:ext uri="{FF2B5EF4-FFF2-40B4-BE49-F238E27FC236}">
                      <a16:creationId xmlns:a16="http://schemas.microsoft.com/office/drawing/2014/main" id="{7E44EC8B-1675-BAE6-C505-DC4B891C96C9}"/>
                    </a:ext>
                  </a:extLst>
                </p14:cNvPr>
                <p14:cNvContentPartPr/>
                <p14:nvPr/>
              </p14:nvContentPartPr>
              <p14:xfrm>
                <a:off x="2006670" y="4237404"/>
                <a:ext cx="102600" cy="128160"/>
              </p14:xfrm>
            </p:contentPart>
          </mc:Choice>
          <mc:Fallback xmlns="">
            <p:pic>
              <p:nvPicPr>
                <p:cNvPr id="213" name="Ink 212">
                  <a:extLst>
                    <a:ext uri="{FF2B5EF4-FFF2-40B4-BE49-F238E27FC236}">
                      <a16:creationId xmlns:a16="http://schemas.microsoft.com/office/drawing/2014/main" id="{7E44EC8B-1675-BAE6-C505-DC4B891C96C9}"/>
                    </a:ext>
                  </a:extLst>
                </p:cNvPr>
                <p:cNvPicPr/>
                <p:nvPr/>
              </p:nvPicPr>
              <p:blipFill>
                <a:blip r:embed="rId341"/>
                <a:stretch>
                  <a:fillRect/>
                </a:stretch>
              </p:blipFill>
              <p:spPr>
                <a:xfrm>
                  <a:off x="2000550" y="4231284"/>
                  <a:ext cx="1148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14" name="Ink 213">
                  <a:extLst>
                    <a:ext uri="{FF2B5EF4-FFF2-40B4-BE49-F238E27FC236}">
                      <a16:creationId xmlns:a16="http://schemas.microsoft.com/office/drawing/2014/main" id="{36290032-114F-ABE1-55C3-6EE87D0A653F}"/>
                    </a:ext>
                  </a:extLst>
                </p14:cNvPr>
                <p14:cNvContentPartPr/>
                <p14:nvPr/>
              </p14:nvContentPartPr>
              <p14:xfrm>
                <a:off x="2180550" y="4189524"/>
                <a:ext cx="30600" cy="175680"/>
              </p14:xfrm>
            </p:contentPart>
          </mc:Choice>
          <mc:Fallback xmlns="">
            <p:pic>
              <p:nvPicPr>
                <p:cNvPr id="214" name="Ink 213">
                  <a:extLst>
                    <a:ext uri="{FF2B5EF4-FFF2-40B4-BE49-F238E27FC236}">
                      <a16:creationId xmlns:a16="http://schemas.microsoft.com/office/drawing/2014/main" id="{36290032-114F-ABE1-55C3-6EE87D0A653F}"/>
                    </a:ext>
                  </a:extLst>
                </p:cNvPr>
                <p:cNvPicPr/>
                <p:nvPr/>
              </p:nvPicPr>
              <p:blipFill>
                <a:blip r:embed="rId343"/>
                <a:stretch>
                  <a:fillRect/>
                </a:stretch>
              </p:blipFill>
              <p:spPr>
                <a:xfrm>
                  <a:off x="2174430" y="4183404"/>
                  <a:ext cx="428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15" name="Ink 214">
                  <a:extLst>
                    <a:ext uri="{FF2B5EF4-FFF2-40B4-BE49-F238E27FC236}">
                      <a16:creationId xmlns:a16="http://schemas.microsoft.com/office/drawing/2014/main" id="{FE080B21-4747-520B-F1F4-746A0A9F9195}"/>
                    </a:ext>
                  </a:extLst>
                </p14:cNvPr>
                <p14:cNvContentPartPr/>
                <p14:nvPr/>
              </p14:nvContentPartPr>
              <p14:xfrm>
                <a:off x="2179830" y="4136964"/>
                <a:ext cx="198360" cy="176760"/>
              </p14:xfrm>
            </p:contentPart>
          </mc:Choice>
          <mc:Fallback xmlns="">
            <p:pic>
              <p:nvPicPr>
                <p:cNvPr id="215" name="Ink 214">
                  <a:extLst>
                    <a:ext uri="{FF2B5EF4-FFF2-40B4-BE49-F238E27FC236}">
                      <a16:creationId xmlns:a16="http://schemas.microsoft.com/office/drawing/2014/main" id="{FE080B21-4747-520B-F1F4-746A0A9F9195}"/>
                    </a:ext>
                  </a:extLst>
                </p:cNvPr>
                <p:cNvPicPr/>
                <p:nvPr/>
              </p:nvPicPr>
              <p:blipFill>
                <a:blip r:embed="rId345"/>
                <a:stretch>
                  <a:fillRect/>
                </a:stretch>
              </p:blipFill>
              <p:spPr>
                <a:xfrm>
                  <a:off x="2173710" y="4130844"/>
                  <a:ext cx="21060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16" name="Ink 215">
                  <a:extLst>
                    <a:ext uri="{FF2B5EF4-FFF2-40B4-BE49-F238E27FC236}">
                      <a16:creationId xmlns:a16="http://schemas.microsoft.com/office/drawing/2014/main" id="{73AAA87B-A116-BAE6-65BC-83756CB42A2D}"/>
                    </a:ext>
                  </a:extLst>
                </p14:cNvPr>
                <p14:cNvContentPartPr/>
                <p14:nvPr/>
              </p14:nvContentPartPr>
              <p14:xfrm>
                <a:off x="2403750" y="4157844"/>
                <a:ext cx="36000" cy="226080"/>
              </p14:xfrm>
            </p:contentPart>
          </mc:Choice>
          <mc:Fallback xmlns="">
            <p:pic>
              <p:nvPicPr>
                <p:cNvPr id="216" name="Ink 215">
                  <a:extLst>
                    <a:ext uri="{FF2B5EF4-FFF2-40B4-BE49-F238E27FC236}">
                      <a16:creationId xmlns:a16="http://schemas.microsoft.com/office/drawing/2014/main" id="{73AAA87B-A116-BAE6-65BC-83756CB42A2D}"/>
                    </a:ext>
                  </a:extLst>
                </p:cNvPr>
                <p:cNvPicPr/>
                <p:nvPr/>
              </p:nvPicPr>
              <p:blipFill>
                <a:blip r:embed="rId347"/>
                <a:stretch>
                  <a:fillRect/>
                </a:stretch>
              </p:blipFill>
              <p:spPr>
                <a:xfrm>
                  <a:off x="2397630" y="4151724"/>
                  <a:ext cx="4824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17" name="Ink 216">
                  <a:extLst>
                    <a:ext uri="{FF2B5EF4-FFF2-40B4-BE49-F238E27FC236}">
                      <a16:creationId xmlns:a16="http://schemas.microsoft.com/office/drawing/2014/main" id="{86788ABC-1A8C-16F0-1B14-621D430BCE76}"/>
                    </a:ext>
                  </a:extLst>
                </p14:cNvPr>
                <p14:cNvContentPartPr/>
                <p14:nvPr/>
              </p14:nvContentPartPr>
              <p14:xfrm>
                <a:off x="2430390" y="4147404"/>
                <a:ext cx="141120" cy="213840"/>
              </p14:xfrm>
            </p:contentPart>
          </mc:Choice>
          <mc:Fallback xmlns="">
            <p:pic>
              <p:nvPicPr>
                <p:cNvPr id="217" name="Ink 216">
                  <a:extLst>
                    <a:ext uri="{FF2B5EF4-FFF2-40B4-BE49-F238E27FC236}">
                      <a16:creationId xmlns:a16="http://schemas.microsoft.com/office/drawing/2014/main" id="{86788ABC-1A8C-16F0-1B14-621D430BCE76}"/>
                    </a:ext>
                  </a:extLst>
                </p:cNvPr>
                <p:cNvPicPr/>
                <p:nvPr/>
              </p:nvPicPr>
              <p:blipFill>
                <a:blip r:embed="rId349"/>
                <a:stretch>
                  <a:fillRect/>
                </a:stretch>
              </p:blipFill>
              <p:spPr>
                <a:xfrm>
                  <a:off x="2424270" y="4141284"/>
                  <a:ext cx="1533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18" name="Ink 217">
                  <a:extLst>
                    <a:ext uri="{FF2B5EF4-FFF2-40B4-BE49-F238E27FC236}">
                      <a16:creationId xmlns:a16="http://schemas.microsoft.com/office/drawing/2014/main" id="{E5FFD76E-A252-A669-9709-4CB991B8CAA3}"/>
                    </a:ext>
                  </a:extLst>
                </p14:cNvPr>
                <p14:cNvContentPartPr/>
                <p14:nvPr/>
              </p14:nvContentPartPr>
              <p14:xfrm>
                <a:off x="2581590" y="4136604"/>
                <a:ext cx="203400" cy="201240"/>
              </p14:xfrm>
            </p:contentPart>
          </mc:Choice>
          <mc:Fallback xmlns="">
            <p:pic>
              <p:nvPicPr>
                <p:cNvPr id="218" name="Ink 217">
                  <a:extLst>
                    <a:ext uri="{FF2B5EF4-FFF2-40B4-BE49-F238E27FC236}">
                      <a16:creationId xmlns:a16="http://schemas.microsoft.com/office/drawing/2014/main" id="{E5FFD76E-A252-A669-9709-4CB991B8CAA3}"/>
                    </a:ext>
                  </a:extLst>
                </p:cNvPr>
                <p:cNvPicPr/>
                <p:nvPr/>
              </p:nvPicPr>
              <p:blipFill>
                <a:blip r:embed="rId351"/>
                <a:stretch>
                  <a:fillRect/>
                </a:stretch>
              </p:blipFill>
              <p:spPr>
                <a:xfrm>
                  <a:off x="2575470" y="4130484"/>
                  <a:ext cx="2156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19" name="Ink 218">
                  <a:extLst>
                    <a:ext uri="{FF2B5EF4-FFF2-40B4-BE49-F238E27FC236}">
                      <a16:creationId xmlns:a16="http://schemas.microsoft.com/office/drawing/2014/main" id="{1A65A985-A97E-DA39-82E8-06958ED14A73}"/>
                    </a:ext>
                  </a:extLst>
                </p14:cNvPr>
                <p14:cNvContentPartPr/>
                <p14:nvPr/>
              </p14:nvContentPartPr>
              <p14:xfrm>
                <a:off x="2871390" y="4151004"/>
                <a:ext cx="5040" cy="159480"/>
              </p14:xfrm>
            </p:contentPart>
          </mc:Choice>
          <mc:Fallback xmlns="">
            <p:pic>
              <p:nvPicPr>
                <p:cNvPr id="219" name="Ink 218">
                  <a:extLst>
                    <a:ext uri="{FF2B5EF4-FFF2-40B4-BE49-F238E27FC236}">
                      <a16:creationId xmlns:a16="http://schemas.microsoft.com/office/drawing/2014/main" id="{1A65A985-A97E-DA39-82E8-06958ED14A73}"/>
                    </a:ext>
                  </a:extLst>
                </p:cNvPr>
                <p:cNvPicPr/>
                <p:nvPr/>
              </p:nvPicPr>
              <p:blipFill>
                <a:blip r:embed="rId353"/>
                <a:stretch>
                  <a:fillRect/>
                </a:stretch>
              </p:blipFill>
              <p:spPr>
                <a:xfrm>
                  <a:off x="2865270" y="4144884"/>
                  <a:ext cx="172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20" name="Ink 219">
                  <a:extLst>
                    <a:ext uri="{FF2B5EF4-FFF2-40B4-BE49-F238E27FC236}">
                      <a16:creationId xmlns:a16="http://schemas.microsoft.com/office/drawing/2014/main" id="{FA73AE14-5E9B-2854-076B-B5CB41E5258B}"/>
                    </a:ext>
                  </a:extLst>
                </p14:cNvPr>
                <p14:cNvContentPartPr/>
                <p14:nvPr/>
              </p14:nvContentPartPr>
              <p14:xfrm>
                <a:off x="2885790" y="4140924"/>
                <a:ext cx="145800" cy="184320"/>
              </p14:xfrm>
            </p:contentPart>
          </mc:Choice>
          <mc:Fallback xmlns="">
            <p:pic>
              <p:nvPicPr>
                <p:cNvPr id="220" name="Ink 219">
                  <a:extLst>
                    <a:ext uri="{FF2B5EF4-FFF2-40B4-BE49-F238E27FC236}">
                      <a16:creationId xmlns:a16="http://schemas.microsoft.com/office/drawing/2014/main" id="{FA73AE14-5E9B-2854-076B-B5CB41E5258B}"/>
                    </a:ext>
                  </a:extLst>
                </p:cNvPr>
                <p:cNvPicPr/>
                <p:nvPr/>
              </p:nvPicPr>
              <p:blipFill>
                <a:blip r:embed="rId355"/>
                <a:stretch>
                  <a:fillRect/>
                </a:stretch>
              </p:blipFill>
              <p:spPr>
                <a:xfrm>
                  <a:off x="2879670" y="4134804"/>
                  <a:ext cx="15804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310" name="Ink 309">
                  <a:extLst>
                    <a:ext uri="{FF2B5EF4-FFF2-40B4-BE49-F238E27FC236}">
                      <a16:creationId xmlns:a16="http://schemas.microsoft.com/office/drawing/2014/main" id="{559A9A79-0BF9-7026-1008-6EC528D05487}"/>
                    </a:ext>
                  </a:extLst>
                </p14:cNvPr>
                <p14:cNvContentPartPr/>
                <p14:nvPr/>
              </p14:nvContentPartPr>
              <p14:xfrm>
                <a:off x="3135270" y="4151364"/>
                <a:ext cx="18720" cy="207720"/>
              </p14:xfrm>
            </p:contentPart>
          </mc:Choice>
          <mc:Fallback xmlns="">
            <p:pic>
              <p:nvPicPr>
                <p:cNvPr id="310" name="Ink 309">
                  <a:extLst>
                    <a:ext uri="{FF2B5EF4-FFF2-40B4-BE49-F238E27FC236}">
                      <a16:creationId xmlns:a16="http://schemas.microsoft.com/office/drawing/2014/main" id="{559A9A79-0BF9-7026-1008-6EC528D05487}"/>
                    </a:ext>
                  </a:extLst>
                </p:cNvPr>
                <p:cNvPicPr/>
                <p:nvPr/>
              </p:nvPicPr>
              <p:blipFill>
                <a:blip r:embed="rId357"/>
                <a:stretch>
                  <a:fillRect/>
                </a:stretch>
              </p:blipFill>
              <p:spPr>
                <a:xfrm>
                  <a:off x="3129150" y="4145244"/>
                  <a:ext cx="309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311" name="Ink 310">
                  <a:extLst>
                    <a:ext uri="{FF2B5EF4-FFF2-40B4-BE49-F238E27FC236}">
                      <a16:creationId xmlns:a16="http://schemas.microsoft.com/office/drawing/2014/main" id="{BECE118C-7E87-4DFA-340C-CD89DF8E3368}"/>
                    </a:ext>
                  </a:extLst>
                </p14:cNvPr>
                <p14:cNvContentPartPr/>
                <p14:nvPr/>
              </p14:nvContentPartPr>
              <p14:xfrm>
                <a:off x="3124470" y="4133724"/>
                <a:ext cx="132480" cy="123120"/>
              </p14:xfrm>
            </p:contentPart>
          </mc:Choice>
          <mc:Fallback xmlns="">
            <p:pic>
              <p:nvPicPr>
                <p:cNvPr id="311" name="Ink 310">
                  <a:extLst>
                    <a:ext uri="{FF2B5EF4-FFF2-40B4-BE49-F238E27FC236}">
                      <a16:creationId xmlns:a16="http://schemas.microsoft.com/office/drawing/2014/main" id="{BECE118C-7E87-4DFA-340C-CD89DF8E3368}"/>
                    </a:ext>
                  </a:extLst>
                </p:cNvPr>
                <p:cNvPicPr/>
                <p:nvPr/>
              </p:nvPicPr>
              <p:blipFill>
                <a:blip r:embed="rId359"/>
                <a:stretch>
                  <a:fillRect/>
                </a:stretch>
              </p:blipFill>
              <p:spPr>
                <a:xfrm>
                  <a:off x="3118350" y="4127604"/>
                  <a:ext cx="14472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312" name="Ink 311">
                  <a:extLst>
                    <a:ext uri="{FF2B5EF4-FFF2-40B4-BE49-F238E27FC236}">
                      <a16:creationId xmlns:a16="http://schemas.microsoft.com/office/drawing/2014/main" id="{8E5EC4C4-3B2E-C33D-B8F2-B514A2DD27BF}"/>
                    </a:ext>
                  </a:extLst>
                </p14:cNvPr>
                <p14:cNvContentPartPr/>
                <p14:nvPr/>
              </p14:nvContentPartPr>
              <p14:xfrm>
                <a:off x="3229950" y="4166124"/>
                <a:ext cx="59040" cy="210240"/>
              </p14:xfrm>
            </p:contentPart>
          </mc:Choice>
          <mc:Fallback xmlns="">
            <p:pic>
              <p:nvPicPr>
                <p:cNvPr id="312" name="Ink 311">
                  <a:extLst>
                    <a:ext uri="{FF2B5EF4-FFF2-40B4-BE49-F238E27FC236}">
                      <a16:creationId xmlns:a16="http://schemas.microsoft.com/office/drawing/2014/main" id="{8E5EC4C4-3B2E-C33D-B8F2-B514A2DD27BF}"/>
                    </a:ext>
                  </a:extLst>
                </p:cNvPr>
                <p:cNvPicPr/>
                <p:nvPr/>
              </p:nvPicPr>
              <p:blipFill>
                <a:blip r:embed="rId361"/>
                <a:stretch>
                  <a:fillRect/>
                </a:stretch>
              </p:blipFill>
              <p:spPr>
                <a:xfrm>
                  <a:off x="3223830" y="4160004"/>
                  <a:ext cx="7128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313" name="Ink 312">
                  <a:extLst>
                    <a:ext uri="{FF2B5EF4-FFF2-40B4-BE49-F238E27FC236}">
                      <a16:creationId xmlns:a16="http://schemas.microsoft.com/office/drawing/2014/main" id="{2247547C-5332-6474-D59E-B8D51A5D1B5C}"/>
                    </a:ext>
                  </a:extLst>
                </p14:cNvPr>
                <p14:cNvContentPartPr/>
                <p14:nvPr/>
              </p14:nvContentPartPr>
              <p14:xfrm>
                <a:off x="3297270" y="4173324"/>
                <a:ext cx="122760" cy="188280"/>
              </p14:xfrm>
            </p:contentPart>
          </mc:Choice>
          <mc:Fallback xmlns="">
            <p:pic>
              <p:nvPicPr>
                <p:cNvPr id="313" name="Ink 312">
                  <a:extLst>
                    <a:ext uri="{FF2B5EF4-FFF2-40B4-BE49-F238E27FC236}">
                      <a16:creationId xmlns:a16="http://schemas.microsoft.com/office/drawing/2014/main" id="{2247547C-5332-6474-D59E-B8D51A5D1B5C}"/>
                    </a:ext>
                  </a:extLst>
                </p:cNvPr>
                <p:cNvPicPr/>
                <p:nvPr/>
              </p:nvPicPr>
              <p:blipFill>
                <a:blip r:embed="rId363"/>
                <a:stretch>
                  <a:fillRect/>
                </a:stretch>
              </p:blipFill>
              <p:spPr>
                <a:xfrm>
                  <a:off x="3291150" y="4167204"/>
                  <a:ext cx="13500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314" name="Ink 313">
                  <a:extLst>
                    <a:ext uri="{FF2B5EF4-FFF2-40B4-BE49-F238E27FC236}">
                      <a16:creationId xmlns:a16="http://schemas.microsoft.com/office/drawing/2014/main" id="{D57C69B9-DDB8-3F08-EF88-4D24574A157E}"/>
                    </a:ext>
                  </a:extLst>
                </p14:cNvPr>
                <p14:cNvContentPartPr/>
                <p14:nvPr/>
              </p14:nvContentPartPr>
              <p14:xfrm>
                <a:off x="3442710" y="4251804"/>
                <a:ext cx="71280" cy="135360"/>
              </p14:xfrm>
            </p:contentPart>
          </mc:Choice>
          <mc:Fallback xmlns="">
            <p:pic>
              <p:nvPicPr>
                <p:cNvPr id="314" name="Ink 313">
                  <a:extLst>
                    <a:ext uri="{FF2B5EF4-FFF2-40B4-BE49-F238E27FC236}">
                      <a16:creationId xmlns:a16="http://schemas.microsoft.com/office/drawing/2014/main" id="{D57C69B9-DDB8-3F08-EF88-4D24574A157E}"/>
                    </a:ext>
                  </a:extLst>
                </p:cNvPr>
                <p:cNvPicPr/>
                <p:nvPr/>
              </p:nvPicPr>
              <p:blipFill>
                <a:blip r:embed="rId365"/>
                <a:stretch>
                  <a:fillRect/>
                </a:stretch>
              </p:blipFill>
              <p:spPr>
                <a:xfrm>
                  <a:off x="3436590" y="4245684"/>
                  <a:ext cx="8352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315" name="Ink 314">
                  <a:extLst>
                    <a:ext uri="{FF2B5EF4-FFF2-40B4-BE49-F238E27FC236}">
                      <a16:creationId xmlns:a16="http://schemas.microsoft.com/office/drawing/2014/main" id="{C4656B3B-C264-98B7-7908-E23C6AF9A259}"/>
                    </a:ext>
                  </a:extLst>
                </p14:cNvPr>
                <p14:cNvContentPartPr/>
                <p14:nvPr/>
              </p14:nvContentPartPr>
              <p14:xfrm>
                <a:off x="3522270" y="4230924"/>
                <a:ext cx="58680" cy="157320"/>
              </p14:xfrm>
            </p:contentPart>
          </mc:Choice>
          <mc:Fallback xmlns="">
            <p:pic>
              <p:nvPicPr>
                <p:cNvPr id="315" name="Ink 314">
                  <a:extLst>
                    <a:ext uri="{FF2B5EF4-FFF2-40B4-BE49-F238E27FC236}">
                      <a16:creationId xmlns:a16="http://schemas.microsoft.com/office/drawing/2014/main" id="{C4656B3B-C264-98B7-7908-E23C6AF9A259}"/>
                    </a:ext>
                  </a:extLst>
                </p:cNvPr>
                <p:cNvPicPr/>
                <p:nvPr/>
              </p:nvPicPr>
              <p:blipFill>
                <a:blip r:embed="rId367"/>
                <a:stretch>
                  <a:fillRect/>
                </a:stretch>
              </p:blipFill>
              <p:spPr>
                <a:xfrm>
                  <a:off x="3516150" y="4224804"/>
                  <a:ext cx="709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316" name="Ink 315">
                  <a:extLst>
                    <a:ext uri="{FF2B5EF4-FFF2-40B4-BE49-F238E27FC236}">
                      <a16:creationId xmlns:a16="http://schemas.microsoft.com/office/drawing/2014/main" id="{F62EA49A-FB97-F561-8417-079C524E3ECD}"/>
                    </a:ext>
                  </a:extLst>
                </p14:cNvPr>
                <p14:cNvContentPartPr/>
                <p14:nvPr/>
              </p14:nvContentPartPr>
              <p14:xfrm>
                <a:off x="3506790" y="4221924"/>
                <a:ext cx="148320" cy="176400"/>
              </p14:xfrm>
            </p:contentPart>
          </mc:Choice>
          <mc:Fallback xmlns="">
            <p:pic>
              <p:nvPicPr>
                <p:cNvPr id="316" name="Ink 315">
                  <a:extLst>
                    <a:ext uri="{FF2B5EF4-FFF2-40B4-BE49-F238E27FC236}">
                      <a16:creationId xmlns:a16="http://schemas.microsoft.com/office/drawing/2014/main" id="{F62EA49A-FB97-F561-8417-079C524E3ECD}"/>
                    </a:ext>
                  </a:extLst>
                </p:cNvPr>
                <p:cNvPicPr/>
                <p:nvPr/>
              </p:nvPicPr>
              <p:blipFill>
                <a:blip r:embed="rId369"/>
                <a:stretch>
                  <a:fillRect/>
                </a:stretch>
              </p:blipFill>
              <p:spPr>
                <a:xfrm>
                  <a:off x="3500670" y="4215804"/>
                  <a:ext cx="16056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317" name="Ink 316">
                  <a:extLst>
                    <a:ext uri="{FF2B5EF4-FFF2-40B4-BE49-F238E27FC236}">
                      <a16:creationId xmlns:a16="http://schemas.microsoft.com/office/drawing/2014/main" id="{7951FF3A-7A4E-9F42-556D-6D502ECBFAF2}"/>
                    </a:ext>
                  </a:extLst>
                </p14:cNvPr>
                <p14:cNvContentPartPr/>
                <p14:nvPr/>
              </p14:nvContentPartPr>
              <p14:xfrm>
                <a:off x="3641070" y="4228764"/>
                <a:ext cx="160560" cy="153360"/>
              </p14:xfrm>
            </p:contentPart>
          </mc:Choice>
          <mc:Fallback xmlns="">
            <p:pic>
              <p:nvPicPr>
                <p:cNvPr id="317" name="Ink 316">
                  <a:extLst>
                    <a:ext uri="{FF2B5EF4-FFF2-40B4-BE49-F238E27FC236}">
                      <a16:creationId xmlns:a16="http://schemas.microsoft.com/office/drawing/2014/main" id="{7951FF3A-7A4E-9F42-556D-6D502ECBFAF2}"/>
                    </a:ext>
                  </a:extLst>
                </p:cNvPr>
                <p:cNvPicPr/>
                <p:nvPr/>
              </p:nvPicPr>
              <p:blipFill>
                <a:blip r:embed="rId371"/>
                <a:stretch>
                  <a:fillRect/>
                </a:stretch>
              </p:blipFill>
              <p:spPr>
                <a:xfrm>
                  <a:off x="3634950" y="4222644"/>
                  <a:ext cx="17280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318" name="Ink 317">
                  <a:extLst>
                    <a:ext uri="{FF2B5EF4-FFF2-40B4-BE49-F238E27FC236}">
                      <a16:creationId xmlns:a16="http://schemas.microsoft.com/office/drawing/2014/main" id="{E2A3EE1A-89E0-91C4-EE22-DDF15E4C6C7D}"/>
                    </a:ext>
                  </a:extLst>
                </p14:cNvPr>
                <p14:cNvContentPartPr/>
                <p14:nvPr/>
              </p14:nvContentPartPr>
              <p14:xfrm>
                <a:off x="3810630" y="4138764"/>
                <a:ext cx="317160" cy="230760"/>
              </p14:xfrm>
            </p:contentPart>
          </mc:Choice>
          <mc:Fallback xmlns="">
            <p:pic>
              <p:nvPicPr>
                <p:cNvPr id="318" name="Ink 317">
                  <a:extLst>
                    <a:ext uri="{FF2B5EF4-FFF2-40B4-BE49-F238E27FC236}">
                      <a16:creationId xmlns:a16="http://schemas.microsoft.com/office/drawing/2014/main" id="{E2A3EE1A-89E0-91C4-EE22-DDF15E4C6C7D}"/>
                    </a:ext>
                  </a:extLst>
                </p:cNvPr>
                <p:cNvPicPr/>
                <p:nvPr/>
              </p:nvPicPr>
              <p:blipFill>
                <a:blip r:embed="rId373"/>
                <a:stretch>
                  <a:fillRect/>
                </a:stretch>
              </p:blipFill>
              <p:spPr>
                <a:xfrm>
                  <a:off x="3804510" y="4132644"/>
                  <a:ext cx="32940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320" name="Ink 319">
                  <a:extLst>
                    <a:ext uri="{FF2B5EF4-FFF2-40B4-BE49-F238E27FC236}">
                      <a16:creationId xmlns:a16="http://schemas.microsoft.com/office/drawing/2014/main" id="{166BFD82-5218-7C75-4838-6C4CD51DF5AF}"/>
                    </a:ext>
                  </a:extLst>
                </p14:cNvPr>
                <p14:cNvContentPartPr/>
                <p14:nvPr/>
              </p14:nvContentPartPr>
              <p14:xfrm>
                <a:off x="4622070" y="4155684"/>
                <a:ext cx="130680" cy="164160"/>
              </p14:xfrm>
            </p:contentPart>
          </mc:Choice>
          <mc:Fallback xmlns="">
            <p:pic>
              <p:nvPicPr>
                <p:cNvPr id="320" name="Ink 319">
                  <a:extLst>
                    <a:ext uri="{FF2B5EF4-FFF2-40B4-BE49-F238E27FC236}">
                      <a16:creationId xmlns:a16="http://schemas.microsoft.com/office/drawing/2014/main" id="{166BFD82-5218-7C75-4838-6C4CD51DF5AF}"/>
                    </a:ext>
                  </a:extLst>
                </p:cNvPr>
                <p:cNvPicPr/>
                <p:nvPr/>
              </p:nvPicPr>
              <p:blipFill>
                <a:blip r:embed="rId375"/>
                <a:stretch>
                  <a:fillRect/>
                </a:stretch>
              </p:blipFill>
              <p:spPr>
                <a:xfrm>
                  <a:off x="4615950" y="4149564"/>
                  <a:ext cx="14292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321" name="Ink 320">
                  <a:extLst>
                    <a:ext uri="{FF2B5EF4-FFF2-40B4-BE49-F238E27FC236}">
                      <a16:creationId xmlns:a16="http://schemas.microsoft.com/office/drawing/2014/main" id="{8F069FE5-4C5C-D630-903B-2571CEDDD302}"/>
                    </a:ext>
                  </a:extLst>
                </p14:cNvPr>
                <p14:cNvContentPartPr/>
                <p14:nvPr/>
              </p14:nvContentPartPr>
              <p14:xfrm>
                <a:off x="4765350" y="4123644"/>
                <a:ext cx="65880" cy="208080"/>
              </p14:xfrm>
            </p:contentPart>
          </mc:Choice>
          <mc:Fallback xmlns="">
            <p:pic>
              <p:nvPicPr>
                <p:cNvPr id="321" name="Ink 320">
                  <a:extLst>
                    <a:ext uri="{FF2B5EF4-FFF2-40B4-BE49-F238E27FC236}">
                      <a16:creationId xmlns:a16="http://schemas.microsoft.com/office/drawing/2014/main" id="{8F069FE5-4C5C-D630-903B-2571CEDDD302}"/>
                    </a:ext>
                  </a:extLst>
                </p:cNvPr>
                <p:cNvPicPr/>
                <p:nvPr/>
              </p:nvPicPr>
              <p:blipFill>
                <a:blip r:embed="rId377"/>
                <a:stretch>
                  <a:fillRect/>
                </a:stretch>
              </p:blipFill>
              <p:spPr>
                <a:xfrm>
                  <a:off x="4759230" y="4117524"/>
                  <a:ext cx="78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322" name="Ink 321">
                  <a:extLst>
                    <a:ext uri="{FF2B5EF4-FFF2-40B4-BE49-F238E27FC236}">
                      <a16:creationId xmlns:a16="http://schemas.microsoft.com/office/drawing/2014/main" id="{393133C2-2745-B153-38C2-F1E568BF84CB}"/>
                    </a:ext>
                  </a:extLst>
                </p14:cNvPr>
                <p14:cNvContentPartPr/>
                <p14:nvPr/>
              </p14:nvContentPartPr>
              <p14:xfrm>
                <a:off x="4821870" y="4124724"/>
                <a:ext cx="150480" cy="195480"/>
              </p14:xfrm>
            </p:contentPart>
          </mc:Choice>
          <mc:Fallback xmlns="">
            <p:pic>
              <p:nvPicPr>
                <p:cNvPr id="322" name="Ink 321">
                  <a:extLst>
                    <a:ext uri="{FF2B5EF4-FFF2-40B4-BE49-F238E27FC236}">
                      <a16:creationId xmlns:a16="http://schemas.microsoft.com/office/drawing/2014/main" id="{393133C2-2745-B153-38C2-F1E568BF84CB}"/>
                    </a:ext>
                  </a:extLst>
                </p:cNvPr>
                <p:cNvPicPr/>
                <p:nvPr/>
              </p:nvPicPr>
              <p:blipFill>
                <a:blip r:embed="rId379"/>
                <a:stretch>
                  <a:fillRect/>
                </a:stretch>
              </p:blipFill>
              <p:spPr>
                <a:xfrm>
                  <a:off x="4815750" y="4118604"/>
                  <a:ext cx="16272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323" name="Ink 322">
                  <a:extLst>
                    <a:ext uri="{FF2B5EF4-FFF2-40B4-BE49-F238E27FC236}">
                      <a16:creationId xmlns:a16="http://schemas.microsoft.com/office/drawing/2014/main" id="{0ACE67D2-8B4D-A9EE-CB7E-BF0CB01AA727}"/>
                    </a:ext>
                  </a:extLst>
                </p14:cNvPr>
                <p14:cNvContentPartPr/>
                <p14:nvPr/>
              </p14:nvContentPartPr>
              <p14:xfrm>
                <a:off x="5029230" y="4128684"/>
                <a:ext cx="23040" cy="220680"/>
              </p14:xfrm>
            </p:contentPart>
          </mc:Choice>
          <mc:Fallback xmlns="">
            <p:pic>
              <p:nvPicPr>
                <p:cNvPr id="323" name="Ink 322">
                  <a:extLst>
                    <a:ext uri="{FF2B5EF4-FFF2-40B4-BE49-F238E27FC236}">
                      <a16:creationId xmlns:a16="http://schemas.microsoft.com/office/drawing/2014/main" id="{0ACE67D2-8B4D-A9EE-CB7E-BF0CB01AA727}"/>
                    </a:ext>
                  </a:extLst>
                </p:cNvPr>
                <p:cNvPicPr/>
                <p:nvPr/>
              </p:nvPicPr>
              <p:blipFill>
                <a:blip r:embed="rId381"/>
                <a:stretch>
                  <a:fillRect/>
                </a:stretch>
              </p:blipFill>
              <p:spPr>
                <a:xfrm>
                  <a:off x="5023110" y="4122564"/>
                  <a:ext cx="3528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324" name="Ink 323">
                  <a:extLst>
                    <a:ext uri="{FF2B5EF4-FFF2-40B4-BE49-F238E27FC236}">
                      <a16:creationId xmlns:a16="http://schemas.microsoft.com/office/drawing/2014/main" id="{86591F6A-1939-C946-9B01-D1F5B117CAF3}"/>
                    </a:ext>
                  </a:extLst>
                </p14:cNvPr>
                <p14:cNvContentPartPr/>
                <p14:nvPr/>
              </p14:nvContentPartPr>
              <p14:xfrm>
                <a:off x="5028150" y="4112844"/>
                <a:ext cx="360360" cy="251280"/>
              </p14:xfrm>
            </p:contentPart>
          </mc:Choice>
          <mc:Fallback xmlns="">
            <p:pic>
              <p:nvPicPr>
                <p:cNvPr id="324" name="Ink 323">
                  <a:extLst>
                    <a:ext uri="{FF2B5EF4-FFF2-40B4-BE49-F238E27FC236}">
                      <a16:creationId xmlns:a16="http://schemas.microsoft.com/office/drawing/2014/main" id="{86591F6A-1939-C946-9B01-D1F5B117CAF3}"/>
                    </a:ext>
                  </a:extLst>
                </p:cNvPr>
                <p:cNvPicPr/>
                <p:nvPr/>
              </p:nvPicPr>
              <p:blipFill>
                <a:blip r:embed="rId383"/>
                <a:stretch>
                  <a:fillRect/>
                </a:stretch>
              </p:blipFill>
              <p:spPr>
                <a:xfrm>
                  <a:off x="5022030" y="4106724"/>
                  <a:ext cx="37260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325" name="Ink 324">
                  <a:extLst>
                    <a:ext uri="{FF2B5EF4-FFF2-40B4-BE49-F238E27FC236}">
                      <a16:creationId xmlns:a16="http://schemas.microsoft.com/office/drawing/2014/main" id="{D64DED36-334C-3E0C-F000-C9362072360A}"/>
                    </a:ext>
                  </a:extLst>
                </p14:cNvPr>
                <p14:cNvContentPartPr/>
                <p14:nvPr/>
              </p14:nvContentPartPr>
              <p14:xfrm>
                <a:off x="5221470" y="4068924"/>
                <a:ext cx="243000" cy="180000"/>
              </p14:xfrm>
            </p:contentPart>
          </mc:Choice>
          <mc:Fallback xmlns="">
            <p:pic>
              <p:nvPicPr>
                <p:cNvPr id="325" name="Ink 324">
                  <a:extLst>
                    <a:ext uri="{FF2B5EF4-FFF2-40B4-BE49-F238E27FC236}">
                      <a16:creationId xmlns:a16="http://schemas.microsoft.com/office/drawing/2014/main" id="{D64DED36-334C-3E0C-F000-C9362072360A}"/>
                    </a:ext>
                  </a:extLst>
                </p:cNvPr>
                <p:cNvPicPr/>
                <p:nvPr/>
              </p:nvPicPr>
              <p:blipFill>
                <a:blip r:embed="rId385"/>
                <a:stretch>
                  <a:fillRect/>
                </a:stretch>
              </p:blipFill>
              <p:spPr>
                <a:xfrm>
                  <a:off x="5215350" y="4062804"/>
                  <a:ext cx="2552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326" name="Ink 325">
                  <a:extLst>
                    <a:ext uri="{FF2B5EF4-FFF2-40B4-BE49-F238E27FC236}">
                      <a16:creationId xmlns:a16="http://schemas.microsoft.com/office/drawing/2014/main" id="{4B1B0EEB-5FF5-CF94-C45E-D8161A93960F}"/>
                    </a:ext>
                  </a:extLst>
                </p14:cNvPr>
                <p14:cNvContentPartPr/>
                <p14:nvPr/>
              </p14:nvContentPartPr>
              <p14:xfrm>
                <a:off x="5469510" y="4122924"/>
                <a:ext cx="39960" cy="186480"/>
              </p14:xfrm>
            </p:contentPart>
          </mc:Choice>
          <mc:Fallback xmlns="">
            <p:pic>
              <p:nvPicPr>
                <p:cNvPr id="326" name="Ink 325">
                  <a:extLst>
                    <a:ext uri="{FF2B5EF4-FFF2-40B4-BE49-F238E27FC236}">
                      <a16:creationId xmlns:a16="http://schemas.microsoft.com/office/drawing/2014/main" id="{4B1B0EEB-5FF5-CF94-C45E-D8161A93960F}"/>
                    </a:ext>
                  </a:extLst>
                </p:cNvPr>
                <p:cNvPicPr/>
                <p:nvPr/>
              </p:nvPicPr>
              <p:blipFill>
                <a:blip r:embed="rId387"/>
                <a:stretch>
                  <a:fillRect/>
                </a:stretch>
              </p:blipFill>
              <p:spPr>
                <a:xfrm>
                  <a:off x="5463390" y="4116804"/>
                  <a:ext cx="522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327" name="Ink 326">
                  <a:extLst>
                    <a:ext uri="{FF2B5EF4-FFF2-40B4-BE49-F238E27FC236}">
                      <a16:creationId xmlns:a16="http://schemas.microsoft.com/office/drawing/2014/main" id="{6DC2B117-3C2B-8838-55E5-1AC08096A553}"/>
                    </a:ext>
                  </a:extLst>
                </p14:cNvPr>
                <p14:cNvContentPartPr/>
                <p14:nvPr/>
              </p14:nvContentPartPr>
              <p14:xfrm>
                <a:off x="5494350" y="4072524"/>
                <a:ext cx="384480" cy="217800"/>
              </p14:xfrm>
            </p:contentPart>
          </mc:Choice>
          <mc:Fallback xmlns="">
            <p:pic>
              <p:nvPicPr>
                <p:cNvPr id="327" name="Ink 326">
                  <a:extLst>
                    <a:ext uri="{FF2B5EF4-FFF2-40B4-BE49-F238E27FC236}">
                      <a16:creationId xmlns:a16="http://schemas.microsoft.com/office/drawing/2014/main" id="{6DC2B117-3C2B-8838-55E5-1AC08096A553}"/>
                    </a:ext>
                  </a:extLst>
                </p:cNvPr>
                <p:cNvPicPr/>
                <p:nvPr/>
              </p:nvPicPr>
              <p:blipFill>
                <a:blip r:embed="rId389"/>
                <a:stretch>
                  <a:fillRect/>
                </a:stretch>
              </p:blipFill>
              <p:spPr>
                <a:xfrm>
                  <a:off x="5488230" y="4066404"/>
                  <a:ext cx="3967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330" name="Ink 329">
                  <a:extLst>
                    <a:ext uri="{FF2B5EF4-FFF2-40B4-BE49-F238E27FC236}">
                      <a16:creationId xmlns:a16="http://schemas.microsoft.com/office/drawing/2014/main" id="{E2FF8E63-01A8-5D31-9BD4-0FE7213289AC}"/>
                    </a:ext>
                  </a:extLst>
                </p14:cNvPr>
                <p14:cNvContentPartPr/>
                <p14:nvPr/>
              </p14:nvContentPartPr>
              <p14:xfrm>
                <a:off x="4713491" y="4431673"/>
                <a:ext cx="20520" cy="199800"/>
              </p14:xfrm>
            </p:contentPart>
          </mc:Choice>
          <mc:Fallback xmlns="">
            <p:pic>
              <p:nvPicPr>
                <p:cNvPr id="330" name="Ink 329">
                  <a:extLst>
                    <a:ext uri="{FF2B5EF4-FFF2-40B4-BE49-F238E27FC236}">
                      <a16:creationId xmlns:a16="http://schemas.microsoft.com/office/drawing/2014/main" id="{E2FF8E63-01A8-5D31-9BD4-0FE7213289AC}"/>
                    </a:ext>
                  </a:extLst>
                </p:cNvPr>
                <p:cNvPicPr/>
                <p:nvPr/>
              </p:nvPicPr>
              <p:blipFill>
                <a:blip r:embed="rId391"/>
                <a:stretch>
                  <a:fillRect/>
                </a:stretch>
              </p:blipFill>
              <p:spPr>
                <a:xfrm>
                  <a:off x="4707371" y="4425553"/>
                  <a:ext cx="3276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331" name="Ink 330">
                  <a:extLst>
                    <a:ext uri="{FF2B5EF4-FFF2-40B4-BE49-F238E27FC236}">
                      <a16:creationId xmlns:a16="http://schemas.microsoft.com/office/drawing/2014/main" id="{AB09C67D-C39A-7AA5-BD42-2E55EC67E292}"/>
                    </a:ext>
                  </a:extLst>
                </p14:cNvPr>
                <p14:cNvContentPartPr/>
                <p14:nvPr/>
              </p14:nvContentPartPr>
              <p14:xfrm>
                <a:off x="4585691" y="4476313"/>
                <a:ext cx="266760" cy="88200"/>
              </p14:xfrm>
            </p:contentPart>
          </mc:Choice>
          <mc:Fallback xmlns="">
            <p:pic>
              <p:nvPicPr>
                <p:cNvPr id="331" name="Ink 330">
                  <a:extLst>
                    <a:ext uri="{FF2B5EF4-FFF2-40B4-BE49-F238E27FC236}">
                      <a16:creationId xmlns:a16="http://schemas.microsoft.com/office/drawing/2014/main" id="{AB09C67D-C39A-7AA5-BD42-2E55EC67E292}"/>
                    </a:ext>
                  </a:extLst>
                </p:cNvPr>
                <p:cNvPicPr/>
                <p:nvPr/>
              </p:nvPicPr>
              <p:blipFill>
                <a:blip r:embed="rId393"/>
                <a:stretch>
                  <a:fillRect/>
                </a:stretch>
              </p:blipFill>
              <p:spPr>
                <a:xfrm>
                  <a:off x="4579571" y="4470193"/>
                  <a:ext cx="2790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332" name="Ink 331">
                  <a:extLst>
                    <a:ext uri="{FF2B5EF4-FFF2-40B4-BE49-F238E27FC236}">
                      <a16:creationId xmlns:a16="http://schemas.microsoft.com/office/drawing/2014/main" id="{977125AB-EB57-5756-B22F-740D772FB525}"/>
                    </a:ext>
                  </a:extLst>
                </p14:cNvPr>
                <p14:cNvContentPartPr/>
                <p14:nvPr/>
              </p14:nvContentPartPr>
              <p14:xfrm>
                <a:off x="4614131" y="4552633"/>
                <a:ext cx="227520" cy="37080"/>
              </p14:xfrm>
            </p:contentPart>
          </mc:Choice>
          <mc:Fallback xmlns="">
            <p:pic>
              <p:nvPicPr>
                <p:cNvPr id="332" name="Ink 331">
                  <a:extLst>
                    <a:ext uri="{FF2B5EF4-FFF2-40B4-BE49-F238E27FC236}">
                      <a16:creationId xmlns:a16="http://schemas.microsoft.com/office/drawing/2014/main" id="{977125AB-EB57-5756-B22F-740D772FB525}"/>
                    </a:ext>
                  </a:extLst>
                </p:cNvPr>
                <p:cNvPicPr/>
                <p:nvPr/>
              </p:nvPicPr>
              <p:blipFill>
                <a:blip r:embed="rId395"/>
                <a:stretch>
                  <a:fillRect/>
                </a:stretch>
              </p:blipFill>
              <p:spPr>
                <a:xfrm>
                  <a:off x="4608011" y="4546513"/>
                  <a:ext cx="2397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334" name="Ink 333">
                  <a:extLst>
                    <a:ext uri="{FF2B5EF4-FFF2-40B4-BE49-F238E27FC236}">
                      <a16:creationId xmlns:a16="http://schemas.microsoft.com/office/drawing/2014/main" id="{A085EADA-72E8-4F54-6F64-3D70834F7770}"/>
                    </a:ext>
                  </a:extLst>
                </p14:cNvPr>
                <p14:cNvContentPartPr/>
                <p14:nvPr/>
              </p14:nvContentPartPr>
              <p14:xfrm>
                <a:off x="4736891" y="4448953"/>
                <a:ext cx="57240" cy="251280"/>
              </p14:xfrm>
            </p:contentPart>
          </mc:Choice>
          <mc:Fallback xmlns="">
            <p:pic>
              <p:nvPicPr>
                <p:cNvPr id="334" name="Ink 333">
                  <a:extLst>
                    <a:ext uri="{FF2B5EF4-FFF2-40B4-BE49-F238E27FC236}">
                      <a16:creationId xmlns:a16="http://schemas.microsoft.com/office/drawing/2014/main" id="{A085EADA-72E8-4F54-6F64-3D70834F7770}"/>
                    </a:ext>
                  </a:extLst>
                </p:cNvPr>
                <p:cNvPicPr/>
                <p:nvPr/>
              </p:nvPicPr>
              <p:blipFill>
                <a:blip r:embed="rId397"/>
                <a:stretch>
                  <a:fillRect/>
                </a:stretch>
              </p:blipFill>
              <p:spPr>
                <a:xfrm>
                  <a:off x="4730771" y="4442833"/>
                  <a:ext cx="694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335" name="Ink 334">
                  <a:extLst>
                    <a:ext uri="{FF2B5EF4-FFF2-40B4-BE49-F238E27FC236}">
                      <a16:creationId xmlns:a16="http://schemas.microsoft.com/office/drawing/2014/main" id="{1364B4A9-1BA8-62D6-A6A5-B941DC6FBF65}"/>
                    </a:ext>
                  </a:extLst>
                </p14:cNvPr>
                <p14:cNvContentPartPr/>
                <p14:nvPr/>
              </p14:nvContentPartPr>
              <p14:xfrm>
                <a:off x="4951811" y="4459393"/>
                <a:ext cx="675720" cy="215280"/>
              </p14:xfrm>
            </p:contentPart>
          </mc:Choice>
          <mc:Fallback xmlns="">
            <p:pic>
              <p:nvPicPr>
                <p:cNvPr id="335" name="Ink 334">
                  <a:extLst>
                    <a:ext uri="{FF2B5EF4-FFF2-40B4-BE49-F238E27FC236}">
                      <a16:creationId xmlns:a16="http://schemas.microsoft.com/office/drawing/2014/main" id="{1364B4A9-1BA8-62D6-A6A5-B941DC6FBF65}"/>
                    </a:ext>
                  </a:extLst>
                </p:cNvPr>
                <p:cNvPicPr/>
                <p:nvPr/>
              </p:nvPicPr>
              <p:blipFill>
                <a:blip r:embed="rId399"/>
                <a:stretch>
                  <a:fillRect/>
                </a:stretch>
              </p:blipFill>
              <p:spPr>
                <a:xfrm>
                  <a:off x="4945691" y="4453273"/>
                  <a:ext cx="6879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336" name="Ink 335">
                  <a:extLst>
                    <a:ext uri="{FF2B5EF4-FFF2-40B4-BE49-F238E27FC236}">
                      <a16:creationId xmlns:a16="http://schemas.microsoft.com/office/drawing/2014/main" id="{3D150495-078F-3BE6-8D55-4B75C979C854}"/>
                    </a:ext>
                  </a:extLst>
                </p14:cNvPr>
                <p14:cNvContentPartPr/>
                <p14:nvPr/>
              </p14:nvContentPartPr>
              <p14:xfrm>
                <a:off x="4657691" y="4738753"/>
                <a:ext cx="1126080" cy="20880"/>
              </p14:xfrm>
            </p:contentPart>
          </mc:Choice>
          <mc:Fallback xmlns="">
            <p:pic>
              <p:nvPicPr>
                <p:cNvPr id="336" name="Ink 335">
                  <a:extLst>
                    <a:ext uri="{FF2B5EF4-FFF2-40B4-BE49-F238E27FC236}">
                      <a16:creationId xmlns:a16="http://schemas.microsoft.com/office/drawing/2014/main" id="{3D150495-078F-3BE6-8D55-4B75C979C854}"/>
                    </a:ext>
                  </a:extLst>
                </p:cNvPr>
                <p:cNvPicPr/>
                <p:nvPr/>
              </p:nvPicPr>
              <p:blipFill>
                <a:blip r:embed="rId401"/>
                <a:stretch>
                  <a:fillRect/>
                </a:stretch>
              </p:blipFill>
              <p:spPr>
                <a:xfrm>
                  <a:off x="4651571" y="4732633"/>
                  <a:ext cx="11383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338" name="Ink 337">
                  <a:extLst>
                    <a:ext uri="{FF2B5EF4-FFF2-40B4-BE49-F238E27FC236}">
                      <a16:creationId xmlns:a16="http://schemas.microsoft.com/office/drawing/2014/main" id="{ECB01382-2A07-5A2C-5C30-9FFA037DB7C2}"/>
                    </a:ext>
                  </a:extLst>
                </p14:cNvPr>
                <p14:cNvContentPartPr/>
                <p14:nvPr/>
              </p14:nvContentPartPr>
              <p14:xfrm>
                <a:off x="4698011" y="4847113"/>
                <a:ext cx="138960" cy="183960"/>
              </p14:xfrm>
            </p:contentPart>
          </mc:Choice>
          <mc:Fallback xmlns="">
            <p:pic>
              <p:nvPicPr>
                <p:cNvPr id="338" name="Ink 337">
                  <a:extLst>
                    <a:ext uri="{FF2B5EF4-FFF2-40B4-BE49-F238E27FC236}">
                      <a16:creationId xmlns:a16="http://schemas.microsoft.com/office/drawing/2014/main" id="{ECB01382-2A07-5A2C-5C30-9FFA037DB7C2}"/>
                    </a:ext>
                  </a:extLst>
                </p:cNvPr>
                <p:cNvPicPr/>
                <p:nvPr/>
              </p:nvPicPr>
              <p:blipFill>
                <a:blip r:embed="rId403"/>
                <a:stretch>
                  <a:fillRect/>
                </a:stretch>
              </p:blipFill>
              <p:spPr>
                <a:xfrm>
                  <a:off x="4691891" y="4840993"/>
                  <a:ext cx="1512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339" name="Ink 338">
                  <a:extLst>
                    <a:ext uri="{FF2B5EF4-FFF2-40B4-BE49-F238E27FC236}">
                      <a16:creationId xmlns:a16="http://schemas.microsoft.com/office/drawing/2014/main" id="{B6A6D053-1706-7FDC-D504-C581484485D8}"/>
                    </a:ext>
                  </a:extLst>
                </p14:cNvPr>
                <p14:cNvContentPartPr/>
                <p14:nvPr/>
              </p14:nvContentPartPr>
              <p14:xfrm>
                <a:off x="4828691" y="4806433"/>
                <a:ext cx="85320" cy="209520"/>
              </p14:xfrm>
            </p:contentPart>
          </mc:Choice>
          <mc:Fallback xmlns="">
            <p:pic>
              <p:nvPicPr>
                <p:cNvPr id="339" name="Ink 338">
                  <a:extLst>
                    <a:ext uri="{FF2B5EF4-FFF2-40B4-BE49-F238E27FC236}">
                      <a16:creationId xmlns:a16="http://schemas.microsoft.com/office/drawing/2014/main" id="{B6A6D053-1706-7FDC-D504-C581484485D8}"/>
                    </a:ext>
                  </a:extLst>
                </p:cNvPr>
                <p:cNvPicPr/>
                <p:nvPr/>
              </p:nvPicPr>
              <p:blipFill>
                <a:blip r:embed="rId405"/>
                <a:stretch>
                  <a:fillRect/>
                </a:stretch>
              </p:blipFill>
              <p:spPr>
                <a:xfrm>
                  <a:off x="4822571" y="4800313"/>
                  <a:ext cx="975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340" name="Ink 339">
                  <a:extLst>
                    <a:ext uri="{FF2B5EF4-FFF2-40B4-BE49-F238E27FC236}">
                      <a16:creationId xmlns:a16="http://schemas.microsoft.com/office/drawing/2014/main" id="{C7AF993A-C5EE-F09F-2EB7-6A5D1A4DD69E}"/>
                    </a:ext>
                  </a:extLst>
                </p14:cNvPr>
                <p14:cNvContentPartPr/>
                <p14:nvPr/>
              </p14:nvContentPartPr>
              <p14:xfrm>
                <a:off x="4672091" y="4890313"/>
                <a:ext cx="282240" cy="111600"/>
              </p14:xfrm>
            </p:contentPart>
          </mc:Choice>
          <mc:Fallback xmlns="">
            <p:pic>
              <p:nvPicPr>
                <p:cNvPr id="340" name="Ink 339">
                  <a:extLst>
                    <a:ext uri="{FF2B5EF4-FFF2-40B4-BE49-F238E27FC236}">
                      <a16:creationId xmlns:a16="http://schemas.microsoft.com/office/drawing/2014/main" id="{C7AF993A-C5EE-F09F-2EB7-6A5D1A4DD69E}"/>
                    </a:ext>
                  </a:extLst>
                </p:cNvPr>
                <p:cNvPicPr/>
                <p:nvPr/>
              </p:nvPicPr>
              <p:blipFill>
                <a:blip r:embed="rId407"/>
                <a:stretch>
                  <a:fillRect/>
                </a:stretch>
              </p:blipFill>
              <p:spPr>
                <a:xfrm>
                  <a:off x="4665971" y="4884193"/>
                  <a:ext cx="2944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342" name="Ink 341">
                  <a:extLst>
                    <a:ext uri="{FF2B5EF4-FFF2-40B4-BE49-F238E27FC236}">
                      <a16:creationId xmlns:a16="http://schemas.microsoft.com/office/drawing/2014/main" id="{66BA7538-851A-4A69-787A-EAF5DD7A81EC}"/>
                    </a:ext>
                  </a:extLst>
                </p14:cNvPr>
                <p14:cNvContentPartPr/>
                <p14:nvPr/>
              </p14:nvContentPartPr>
              <p14:xfrm>
                <a:off x="4937771" y="4871593"/>
                <a:ext cx="696600" cy="200880"/>
              </p14:xfrm>
            </p:contentPart>
          </mc:Choice>
          <mc:Fallback xmlns="">
            <p:pic>
              <p:nvPicPr>
                <p:cNvPr id="342" name="Ink 341">
                  <a:extLst>
                    <a:ext uri="{FF2B5EF4-FFF2-40B4-BE49-F238E27FC236}">
                      <a16:creationId xmlns:a16="http://schemas.microsoft.com/office/drawing/2014/main" id="{66BA7538-851A-4A69-787A-EAF5DD7A81EC}"/>
                    </a:ext>
                  </a:extLst>
                </p:cNvPr>
                <p:cNvPicPr/>
                <p:nvPr/>
              </p:nvPicPr>
              <p:blipFill>
                <a:blip r:embed="rId409"/>
                <a:stretch>
                  <a:fillRect/>
                </a:stretch>
              </p:blipFill>
              <p:spPr>
                <a:xfrm>
                  <a:off x="4931651" y="4865473"/>
                  <a:ext cx="7088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343" name="Ink 342">
                  <a:extLst>
                    <a:ext uri="{FF2B5EF4-FFF2-40B4-BE49-F238E27FC236}">
                      <a16:creationId xmlns:a16="http://schemas.microsoft.com/office/drawing/2014/main" id="{BB613AE5-E7FB-5E4C-EFF7-3EB8A7933B1B}"/>
                    </a:ext>
                  </a:extLst>
                </p14:cNvPr>
                <p14:cNvContentPartPr/>
                <p14:nvPr/>
              </p14:nvContentPartPr>
              <p14:xfrm>
                <a:off x="5395691" y="4901113"/>
                <a:ext cx="389520" cy="67320"/>
              </p14:xfrm>
            </p:contentPart>
          </mc:Choice>
          <mc:Fallback xmlns="">
            <p:pic>
              <p:nvPicPr>
                <p:cNvPr id="343" name="Ink 342">
                  <a:extLst>
                    <a:ext uri="{FF2B5EF4-FFF2-40B4-BE49-F238E27FC236}">
                      <a16:creationId xmlns:a16="http://schemas.microsoft.com/office/drawing/2014/main" id="{BB613AE5-E7FB-5E4C-EFF7-3EB8A7933B1B}"/>
                    </a:ext>
                  </a:extLst>
                </p:cNvPr>
                <p:cNvPicPr/>
                <p:nvPr/>
              </p:nvPicPr>
              <p:blipFill>
                <a:blip r:embed="rId411"/>
                <a:stretch>
                  <a:fillRect/>
                </a:stretch>
              </p:blipFill>
              <p:spPr>
                <a:xfrm>
                  <a:off x="5389571" y="4894993"/>
                  <a:ext cx="4017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346" name="Ink 345">
                  <a:extLst>
                    <a:ext uri="{FF2B5EF4-FFF2-40B4-BE49-F238E27FC236}">
                      <a16:creationId xmlns:a16="http://schemas.microsoft.com/office/drawing/2014/main" id="{C1FEB558-9945-B17C-B68D-35F0E8BC39D3}"/>
                    </a:ext>
                  </a:extLst>
                </p14:cNvPr>
                <p14:cNvContentPartPr/>
                <p14:nvPr/>
              </p14:nvContentPartPr>
              <p14:xfrm>
                <a:off x="4615211" y="5471713"/>
                <a:ext cx="199440" cy="259920"/>
              </p14:xfrm>
            </p:contentPart>
          </mc:Choice>
          <mc:Fallback xmlns="">
            <p:pic>
              <p:nvPicPr>
                <p:cNvPr id="346" name="Ink 345">
                  <a:extLst>
                    <a:ext uri="{FF2B5EF4-FFF2-40B4-BE49-F238E27FC236}">
                      <a16:creationId xmlns:a16="http://schemas.microsoft.com/office/drawing/2014/main" id="{C1FEB558-9945-B17C-B68D-35F0E8BC39D3}"/>
                    </a:ext>
                  </a:extLst>
                </p:cNvPr>
                <p:cNvPicPr/>
                <p:nvPr/>
              </p:nvPicPr>
              <p:blipFill>
                <a:blip r:embed="rId413"/>
                <a:stretch>
                  <a:fillRect/>
                </a:stretch>
              </p:blipFill>
              <p:spPr>
                <a:xfrm>
                  <a:off x="4609091" y="5465593"/>
                  <a:ext cx="21168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347" name="Ink 346">
                  <a:extLst>
                    <a:ext uri="{FF2B5EF4-FFF2-40B4-BE49-F238E27FC236}">
                      <a16:creationId xmlns:a16="http://schemas.microsoft.com/office/drawing/2014/main" id="{E955047B-2CF3-230E-BDC7-5561E266458D}"/>
                    </a:ext>
                  </a:extLst>
                </p14:cNvPr>
                <p14:cNvContentPartPr/>
                <p14:nvPr/>
              </p14:nvContentPartPr>
              <p14:xfrm>
                <a:off x="4804571" y="5533273"/>
                <a:ext cx="100800" cy="128520"/>
              </p14:xfrm>
            </p:contentPart>
          </mc:Choice>
          <mc:Fallback xmlns="">
            <p:pic>
              <p:nvPicPr>
                <p:cNvPr id="347" name="Ink 346">
                  <a:extLst>
                    <a:ext uri="{FF2B5EF4-FFF2-40B4-BE49-F238E27FC236}">
                      <a16:creationId xmlns:a16="http://schemas.microsoft.com/office/drawing/2014/main" id="{E955047B-2CF3-230E-BDC7-5561E266458D}"/>
                    </a:ext>
                  </a:extLst>
                </p:cNvPr>
                <p:cNvPicPr/>
                <p:nvPr/>
              </p:nvPicPr>
              <p:blipFill>
                <a:blip r:embed="rId415"/>
                <a:stretch>
                  <a:fillRect/>
                </a:stretch>
              </p:blipFill>
              <p:spPr>
                <a:xfrm>
                  <a:off x="4798451" y="5527153"/>
                  <a:ext cx="1130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348" name="Ink 347">
                  <a:extLst>
                    <a:ext uri="{FF2B5EF4-FFF2-40B4-BE49-F238E27FC236}">
                      <a16:creationId xmlns:a16="http://schemas.microsoft.com/office/drawing/2014/main" id="{F31CC5A8-1749-F0E5-8519-572FBA13D50F}"/>
                    </a:ext>
                  </a:extLst>
                </p14:cNvPr>
                <p14:cNvContentPartPr/>
                <p14:nvPr/>
              </p14:nvContentPartPr>
              <p14:xfrm>
                <a:off x="4885931" y="5468473"/>
                <a:ext cx="263160" cy="206280"/>
              </p14:xfrm>
            </p:contentPart>
          </mc:Choice>
          <mc:Fallback xmlns="">
            <p:pic>
              <p:nvPicPr>
                <p:cNvPr id="348" name="Ink 347">
                  <a:extLst>
                    <a:ext uri="{FF2B5EF4-FFF2-40B4-BE49-F238E27FC236}">
                      <a16:creationId xmlns:a16="http://schemas.microsoft.com/office/drawing/2014/main" id="{F31CC5A8-1749-F0E5-8519-572FBA13D50F}"/>
                    </a:ext>
                  </a:extLst>
                </p:cNvPr>
                <p:cNvPicPr/>
                <p:nvPr/>
              </p:nvPicPr>
              <p:blipFill>
                <a:blip r:embed="rId417"/>
                <a:stretch>
                  <a:fillRect/>
                </a:stretch>
              </p:blipFill>
              <p:spPr>
                <a:xfrm>
                  <a:off x="4879811" y="5462353"/>
                  <a:ext cx="27540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349" name="Ink 348">
                  <a:extLst>
                    <a:ext uri="{FF2B5EF4-FFF2-40B4-BE49-F238E27FC236}">
                      <a16:creationId xmlns:a16="http://schemas.microsoft.com/office/drawing/2014/main" id="{9A3E229F-B4C3-404C-437C-D53283A33BB9}"/>
                    </a:ext>
                  </a:extLst>
                </p14:cNvPr>
                <p14:cNvContentPartPr/>
                <p14:nvPr/>
              </p14:nvContentPartPr>
              <p14:xfrm>
                <a:off x="5179691" y="5474953"/>
                <a:ext cx="702720" cy="221040"/>
              </p14:xfrm>
            </p:contentPart>
          </mc:Choice>
          <mc:Fallback xmlns="">
            <p:pic>
              <p:nvPicPr>
                <p:cNvPr id="349" name="Ink 348">
                  <a:extLst>
                    <a:ext uri="{FF2B5EF4-FFF2-40B4-BE49-F238E27FC236}">
                      <a16:creationId xmlns:a16="http://schemas.microsoft.com/office/drawing/2014/main" id="{9A3E229F-B4C3-404C-437C-D53283A33BB9}"/>
                    </a:ext>
                  </a:extLst>
                </p:cNvPr>
                <p:cNvPicPr/>
                <p:nvPr/>
              </p:nvPicPr>
              <p:blipFill>
                <a:blip r:embed="rId419"/>
                <a:stretch>
                  <a:fillRect/>
                </a:stretch>
              </p:blipFill>
              <p:spPr>
                <a:xfrm>
                  <a:off x="5173571" y="5468833"/>
                  <a:ext cx="71496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350" name="Ink 349">
                  <a:extLst>
                    <a:ext uri="{FF2B5EF4-FFF2-40B4-BE49-F238E27FC236}">
                      <a16:creationId xmlns:a16="http://schemas.microsoft.com/office/drawing/2014/main" id="{79F533EB-DCF7-6118-3E10-9464339AA940}"/>
                    </a:ext>
                  </a:extLst>
                </p14:cNvPr>
                <p14:cNvContentPartPr/>
                <p14:nvPr/>
              </p14:nvContentPartPr>
              <p14:xfrm>
                <a:off x="4565891" y="5831353"/>
                <a:ext cx="167400" cy="188640"/>
              </p14:xfrm>
            </p:contentPart>
          </mc:Choice>
          <mc:Fallback xmlns="">
            <p:pic>
              <p:nvPicPr>
                <p:cNvPr id="350" name="Ink 349">
                  <a:extLst>
                    <a:ext uri="{FF2B5EF4-FFF2-40B4-BE49-F238E27FC236}">
                      <a16:creationId xmlns:a16="http://schemas.microsoft.com/office/drawing/2014/main" id="{79F533EB-DCF7-6118-3E10-9464339AA940}"/>
                    </a:ext>
                  </a:extLst>
                </p:cNvPr>
                <p:cNvPicPr/>
                <p:nvPr/>
              </p:nvPicPr>
              <p:blipFill>
                <a:blip r:embed="rId421"/>
                <a:stretch>
                  <a:fillRect/>
                </a:stretch>
              </p:blipFill>
              <p:spPr>
                <a:xfrm>
                  <a:off x="4559771" y="5825233"/>
                  <a:ext cx="17964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351" name="Ink 350">
                  <a:extLst>
                    <a:ext uri="{FF2B5EF4-FFF2-40B4-BE49-F238E27FC236}">
                      <a16:creationId xmlns:a16="http://schemas.microsoft.com/office/drawing/2014/main" id="{D5FC313A-A2FA-D4AC-0BEF-1606E15A7C35}"/>
                    </a:ext>
                  </a:extLst>
                </p14:cNvPr>
                <p14:cNvContentPartPr/>
                <p14:nvPr/>
              </p14:nvContentPartPr>
              <p14:xfrm>
                <a:off x="4692251" y="5878513"/>
                <a:ext cx="228960" cy="120240"/>
              </p14:xfrm>
            </p:contentPart>
          </mc:Choice>
          <mc:Fallback xmlns="">
            <p:pic>
              <p:nvPicPr>
                <p:cNvPr id="351" name="Ink 350">
                  <a:extLst>
                    <a:ext uri="{FF2B5EF4-FFF2-40B4-BE49-F238E27FC236}">
                      <a16:creationId xmlns:a16="http://schemas.microsoft.com/office/drawing/2014/main" id="{D5FC313A-A2FA-D4AC-0BEF-1606E15A7C35}"/>
                    </a:ext>
                  </a:extLst>
                </p:cNvPr>
                <p:cNvPicPr/>
                <p:nvPr/>
              </p:nvPicPr>
              <p:blipFill>
                <a:blip r:embed="rId423"/>
                <a:stretch>
                  <a:fillRect/>
                </a:stretch>
              </p:blipFill>
              <p:spPr>
                <a:xfrm>
                  <a:off x="4686131" y="5872393"/>
                  <a:ext cx="2412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352" name="Ink 351">
                  <a:extLst>
                    <a:ext uri="{FF2B5EF4-FFF2-40B4-BE49-F238E27FC236}">
                      <a16:creationId xmlns:a16="http://schemas.microsoft.com/office/drawing/2014/main" id="{0DBDFCEB-6FE4-45F9-A283-525C1CC8682F}"/>
                    </a:ext>
                  </a:extLst>
                </p14:cNvPr>
                <p14:cNvContentPartPr/>
                <p14:nvPr/>
              </p14:nvContentPartPr>
              <p14:xfrm>
                <a:off x="4887011" y="5796073"/>
                <a:ext cx="180000" cy="210960"/>
              </p14:xfrm>
            </p:contentPart>
          </mc:Choice>
          <mc:Fallback xmlns="">
            <p:pic>
              <p:nvPicPr>
                <p:cNvPr id="352" name="Ink 351">
                  <a:extLst>
                    <a:ext uri="{FF2B5EF4-FFF2-40B4-BE49-F238E27FC236}">
                      <a16:creationId xmlns:a16="http://schemas.microsoft.com/office/drawing/2014/main" id="{0DBDFCEB-6FE4-45F9-A283-525C1CC8682F}"/>
                    </a:ext>
                  </a:extLst>
                </p:cNvPr>
                <p:cNvPicPr/>
                <p:nvPr/>
              </p:nvPicPr>
              <p:blipFill>
                <a:blip r:embed="rId425"/>
                <a:stretch>
                  <a:fillRect/>
                </a:stretch>
              </p:blipFill>
              <p:spPr>
                <a:xfrm>
                  <a:off x="4880891" y="5789953"/>
                  <a:ext cx="19224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353" name="Ink 352">
                  <a:extLst>
                    <a:ext uri="{FF2B5EF4-FFF2-40B4-BE49-F238E27FC236}">
                      <a16:creationId xmlns:a16="http://schemas.microsoft.com/office/drawing/2014/main" id="{AEDC3440-DDE7-B6EB-95AB-5F821BAD27EB}"/>
                    </a:ext>
                  </a:extLst>
                </p14:cNvPr>
                <p14:cNvContentPartPr/>
                <p14:nvPr/>
              </p14:nvContentPartPr>
              <p14:xfrm>
                <a:off x="5142611" y="5881393"/>
                <a:ext cx="135720" cy="179280"/>
              </p14:xfrm>
            </p:contentPart>
          </mc:Choice>
          <mc:Fallback xmlns="">
            <p:pic>
              <p:nvPicPr>
                <p:cNvPr id="353" name="Ink 352">
                  <a:extLst>
                    <a:ext uri="{FF2B5EF4-FFF2-40B4-BE49-F238E27FC236}">
                      <a16:creationId xmlns:a16="http://schemas.microsoft.com/office/drawing/2014/main" id="{AEDC3440-DDE7-B6EB-95AB-5F821BAD27EB}"/>
                    </a:ext>
                  </a:extLst>
                </p:cNvPr>
                <p:cNvPicPr/>
                <p:nvPr/>
              </p:nvPicPr>
              <p:blipFill>
                <a:blip r:embed="rId427"/>
                <a:stretch>
                  <a:fillRect/>
                </a:stretch>
              </p:blipFill>
              <p:spPr>
                <a:xfrm>
                  <a:off x="5136491" y="5875273"/>
                  <a:ext cx="1479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354" name="Ink 353">
                  <a:extLst>
                    <a:ext uri="{FF2B5EF4-FFF2-40B4-BE49-F238E27FC236}">
                      <a16:creationId xmlns:a16="http://schemas.microsoft.com/office/drawing/2014/main" id="{18B56DD5-8A01-F7BE-2461-C5D476E24FFE}"/>
                    </a:ext>
                  </a:extLst>
                </p14:cNvPr>
                <p14:cNvContentPartPr/>
                <p14:nvPr/>
              </p14:nvContentPartPr>
              <p14:xfrm>
                <a:off x="5298131" y="5901193"/>
                <a:ext cx="111600" cy="85680"/>
              </p14:xfrm>
            </p:contentPart>
          </mc:Choice>
          <mc:Fallback xmlns="">
            <p:pic>
              <p:nvPicPr>
                <p:cNvPr id="354" name="Ink 353">
                  <a:extLst>
                    <a:ext uri="{FF2B5EF4-FFF2-40B4-BE49-F238E27FC236}">
                      <a16:creationId xmlns:a16="http://schemas.microsoft.com/office/drawing/2014/main" id="{18B56DD5-8A01-F7BE-2461-C5D476E24FFE}"/>
                    </a:ext>
                  </a:extLst>
                </p:cNvPr>
                <p:cNvPicPr/>
                <p:nvPr/>
              </p:nvPicPr>
              <p:blipFill>
                <a:blip r:embed="rId429"/>
                <a:stretch>
                  <a:fillRect/>
                </a:stretch>
              </p:blipFill>
              <p:spPr>
                <a:xfrm>
                  <a:off x="5292011" y="5895073"/>
                  <a:ext cx="12384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355" name="Ink 354">
                  <a:extLst>
                    <a:ext uri="{FF2B5EF4-FFF2-40B4-BE49-F238E27FC236}">
                      <a16:creationId xmlns:a16="http://schemas.microsoft.com/office/drawing/2014/main" id="{12F5B4A9-B858-2302-B4D2-3C47CD23B1BE}"/>
                    </a:ext>
                  </a:extLst>
                </p14:cNvPr>
                <p14:cNvContentPartPr/>
                <p14:nvPr/>
              </p14:nvContentPartPr>
              <p14:xfrm>
                <a:off x="5438531" y="5768353"/>
                <a:ext cx="38160" cy="37080"/>
              </p14:xfrm>
            </p:contentPart>
          </mc:Choice>
          <mc:Fallback xmlns="">
            <p:pic>
              <p:nvPicPr>
                <p:cNvPr id="355" name="Ink 354">
                  <a:extLst>
                    <a:ext uri="{FF2B5EF4-FFF2-40B4-BE49-F238E27FC236}">
                      <a16:creationId xmlns:a16="http://schemas.microsoft.com/office/drawing/2014/main" id="{12F5B4A9-B858-2302-B4D2-3C47CD23B1BE}"/>
                    </a:ext>
                  </a:extLst>
                </p:cNvPr>
                <p:cNvPicPr/>
                <p:nvPr/>
              </p:nvPicPr>
              <p:blipFill>
                <a:blip r:embed="rId431"/>
                <a:stretch>
                  <a:fillRect/>
                </a:stretch>
              </p:blipFill>
              <p:spPr>
                <a:xfrm>
                  <a:off x="5432411" y="5762233"/>
                  <a:ext cx="5040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356" name="Ink 355">
                  <a:extLst>
                    <a:ext uri="{FF2B5EF4-FFF2-40B4-BE49-F238E27FC236}">
                      <a16:creationId xmlns:a16="http://schemas.microsoft.com/office/drawing/2014/main" id="{3159D5D2-FFD5-8AE9-27EE-2C074136B5E8}"/>
                    </a:ext>
                  </a:extLst>
                </p14:cNvPr>
                <p14:cNvContentPartPr/>
                <p14:nvPr/>
              </p14:nvContentPartPr>
              <p14:xfrm>
                <a:off x="5436011" y="5880673"/>
                <a:ext cx="234000" cy="102960"/>
              </p14:xfrm>
            </p:contentPart>
          </mc:Choice>
          <mc:Fallback xmlns="">
            <p:pic>
              <p:nvPicPr>
                <p:cNvPr id="356" name="Ink 355">
                  <a:extLst>
                    <a:ext uri="{FF2B5EF4-FFF2-40B4-BE49-F238E27FC236}">
                      <a16:creationId xmlns:a16="http://schemas.microsoft.com/office/drawing/2014/main" id="{3159D5D2-FFD5-8AE9-27EE-2C074136B5E8}"/>
                    </a:ext>
                  </a:extLst>
                </p:cNvPr>
                <p:cNvPicPr/>
                <p:nvPr/>
              </p:nvPicPr>
              <p:blipFill>
                <a:blip r:embed="rId433"/>
                <a:stretch>
                  <a:fillRect/>
                </a:stretch>
              </p:blipFill>
              <p:spPr>
                <a:xfrm>
                  <a:off x="5429891" y="5874553"/>
                  <a:ext cx="24624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358" name="Ink 357">
                  <a:extLst>
                    <a:ext uri="{FF2B5EF4-FFF2-40B4-BE49-F238E27FC236}">
                      <a16:creationId xmlns:a16="http://schemas.microsoft.com/office/drawing/2014/main" id="{1C78FF70-0084-71F4-B6DC-E36232124D53}"/>
                    </a:ext>
                  </a:extLst>
                </p14:cNvPr>
                <p14:cNvContentPartPr/>
                <p14:nvPr/>
              </p14:nvContentPartPr>
              <p14:xfrm>
                <a:off x="2213291" y="4496113"/>
                <a:ext cx="47520" cy="216000"/>
              </p14:xfrm>
            </p:contentPart>
          </mc:Choice>
          <mc:Fallback xmlns="">
            <p:pic>
              <p:nvPicPr>
                <p:cNvPr id="358" name="Ink 357">
                  <a:extLst>
                    <a:ext uri="{FF2B5EF4-FFF2-40B4-BE49-F238E27FC236}">
                      <a16:creationId xmlns:a16="http://schemas.microsoft.com/office/drawing/2014/main" id="{1C78FF70-0084-71F4-B6DC-E36232124D53}"/>
                    </a:ext>
                  </a:extLst>
                </p:cNvPr>
                <p:cNvPicPr/>
                <p:nvPr/>
              </p:nvPicPr>
              <p:blipFill>
                <a:blip r:embed="rId435"/>
                <a:stretch>
                  <a:fillRect/>
                </a:stretch>
              </p:blipFill>
              <p:spPr>
                <a:xfrm>
                  <a:off x="2207171" y="4489993"/>
                  <a:ext cx="5976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359" name="Ink 358">
                  <a:extLst>
                    <a:ext uri="{FF2B5EF4-FFF2-40B4-BE49-F238E27FC236}">
                      <a16:creationId xmlns:a16="http://schemas.microsoft.com/office/drawing/2014/main" id="{BFA5EE48-6EED-26BC-8B5C-B7852BAAF7BC}"/>
                    </a:ext>
                  </a:extLst>
                </p14:cNvPr>
                <p14:cNvContentPartPr/>
                <p14:nvPr/>
              </p14:nvContentPartPr>
              <p14:xfrm>
                <a:off x="2346851" y="4503673"/>
                <a:ext cx="29160" cy="209160"/>
              </p14:xfrm>
            </p:contentPart>
          </mc:Choice>
          <mc:Fallback xmlns="">
            <p:pic>
              <p:nvPicPr>
                <p:cNvPr id="359" name="Ink 358">
                  <a:extLst>
                    <a:ext uri="{FF2B5EF4-FFF2-40B4-BE49-F238E27FC236}">
                      <a16:creationId xmlns:a16="http://schemas.microsoft.com/office/drawing/2014/main" id="{BFA5EE48-6EED-26BC-8B5C-B7852BAAF7BC}"/>
                    </a:ext>
                  </a:extLst>
                </p:cNvPr>
                <p:cNvPicPr/>
                <p:nvPr/>
              </p:nvPicPr>
              <p:blipFill>
                <a:blip r:embed="rId437"/>
                <a:stretch>
                  <a:fillRect/>
                </a:stretch>
              </p:blipFill>
              <p:spPr>
                <a:xfrm>
                  <a:off x="2340731" y="4497553"/>
                  <a:ext cx="4140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360" name="Ink 359">
                  <a:extLst>
                    <a:ext uri="{FF2B5EF4-FFF2-40B4-BE49-F238E27FC236}">
                      <a16:creationId xmlns:a16="http://schemas.microsoft.com/office/drawing/2014/main" id="{DFF13E7D-142B-E078-F9C2-80B745E1F89A}"/>
                    </a:ext>
                  </a:extLst>
                </p14:cNvPr>
                <p14:cNvContentPartPr/>
                <p14:nvPr/>
              </p14:nvContentPartPr>
              <p14:xfrm>
                <a:off x="2163971" y="4641553"/>
                <a:ext cx="214200" cy="63360"/>
              </p14:xfrm>
            </p:contentPart>
          </mc:Choice>
          <mc:Fallback xmlns="">
            <p:pic>
              <p:nvPicPr>
                <p:cNvPr id="360" name="Ink 359">
                  <a:extLst>
                    <a:ext uri="{FF2B5EF4-FFF2-40B4-BE49-F238E27FC236}">
                      <a16:creationId xmlns:a16="http://schemas.microsoft.com/office/drawing/2014/main" id="{DFF13E7D-142B-E078-F9C2-80B745E1F89A}"/>
                    </a:ext>
                  </a:extLst>
                </p:cNvPr>
                <p:cNvPicPr/>
                <p:nvPr/>
              </p:nvPicPr>
              <p:blipFill>
                <a:blip r:embed="rId439"/>
                <a:stretch>
                  <a:fillRect/>
                </a:stretch>
              </p:blipFill>
              <p:spPr>
                <a:xfrm>
                  <a:off x="2157851" y="4635433"/>
                  <a:ext cx="22644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362" name="Ink 361">
                  <a:extLst>
                    <a:ext uri="{FF2B5EF4-FFF2-40B4-BE49-F238E27FC236}">
                      <a16:creationId xmlns:a16="http://schemas.microsoft.com/office/drawing/2014/main" id="{D30C4366-AB06-DE13-1379-4208F7B5230A}"/>
                    </a:ext>
                  </a:extLst>
                </p14:cNvPr>
                <p14:cNvContentPartPr/>
                <p14:nvPr/>
              </p14:nvContentPartPr>
              <p14:xfrm>
                <a:off x="2428571" y="4559113"/>
                <a:ext cx="248400" cy="178560"/>
              </p14:xfrm>
            </p:contentPart>
          </mc:Choice>
          <mc:Fallback xmlns="">
            <p:pic>
              <p:nvPicPr>
                <p:cNvPr id="362" name="Ink 361">
                  <a:extLst>
                    <a:ext uri="{FF2B5EF4-FFF2-40B4-BE49-F238E27FC236}">
                      <a16:creationId xmlns:a16="http://schemas.microsoft.com/office/drawing/2014/main" id="{D30C4366-AB06-DE13-1379-4208F7B5230A}"/>
                    </a:ext>
                  </a:extLst>
                </p:cNvPr>
                <p:cNvPicPr/>
                <p:nvPr/>
              </p:nvPicPr>
              <p:blipFill>
                <a:blip r:embed="rId441"/>
                <a:stretch>
                  <a:fillRect/>
                </a:stretch>
              </p:blipFill>
              <p:spPr>
                <a:xfrm>
                  <a:off x="2422451" y="4552993"/>
                  <a:ext cx="26064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363" name="Ink 362">
                  <a:extLst>
                    <a:ext uri="{FF2B5EF4-FFF2-40B4-BE49-F238E27FC236}">
                      <a16:creationId xmlns:a16="http://schemas.microsoft.com/office/drawing/2014/main" id="{321107D4-9B8C-0DA0-8394-B9D4C87C684F}"/>
                    </a:ext>
                  </a:extLst>
                </p14:cNvPr>
                <p14:cNvContentPartPr/>
                <p14:nvPr/>
              </p14:nvContentPartPr>
              <p14:xfrm>
                <a:off x="2607131" y="4539673"/>
                <a:ext cx="540000" cy="197640"/>
              </p14:xfrm>
            </p:contentPart>
          </mc:Choice>
          <mc:Fallback xmlns="">
            <p:pic>
              <p:nvPicPr>
                <p:cNvPr id="363" name="Ink 362">
                  <a:extLst>
                    <a:ext uri="{FF2B5EF4-FFF2-40B4-BE49-F238E27FC236}">
                      <a16:creationId xmlns:a16="http://schemas.microsoft.com/office/drawing/2014/main" id="{321107D4-9B8C-0DA0-8394-B9D4C87C684F}"/>
                    </a:ext>
                  </a:extLst>
                </p:cNvPr>
                <p:cNvPicPr/>
                <p:nvPr/>
              </p:nvPicPr>
              <p:blipFill>
                <a:blip r:embed="rId443"/>
                <a:stretch>
                  <a:fillRect/>
                </a:stretch>
              </p:blipFill>
              <p:spPr>
                <a:xfrm>
                  <a:off x="2601011" y="4533553"/>
                  <a:ext cx="55224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364" name="Ink 363">
                  <a:extLst>
                    <a:ext uri="{FF2B5EF4-FFF2-40B4-BE49-F238E27FC236}">
                      <a16:creationId xmlns:a16="http://schemas.microsoft.com/office/drawing/2014/main" id="{6604E911-4C37-747C-0DB7-492F58B41738}"/>
                    </a:ext>
                  </a:extLst>
                </p14:cNvPr>
                <p14:cNvContentPartPr/>
                <p14:nvPr/>
              </p14:nvContentPartPr>
              <p14:xfrm>
                <a:off x="2107091" y="4794913"/>
                <a:ext cx="1031400" cy="49680"/>
              </p14:xfrm>
            </p:contentPart>
          </mc:Choice>
          <mc:Fallback xmlns="">
            <p:pic>
              <p:nvPicPr>
                <p:cNvPr id="364" name="Ink 363">
                  <a:extLst>
                    <a:ext uri="{FF2B5EF4-FFF2-40B4-BE49-F238E27FC236}">
                      <a16:creationId xmlns:a16="http://schemas.microsoft.com/office/drawing/2014/main" id="{6604E911-4C37-747C-0DB7-492F58B41738}"/>
                    </a:ext>
                  </a:extLst>
                </p:cNvPr>
                <p:cNvPicPr/>
                <p:nvPr/>
              </p:nvPicPr>
              <p:blipFill>
                <a:blip r:embed="rId445"/>
                <a:stretch>
                  <a:fillRect/>
                </a:stretch>
              </p:blipFill>
              <p:spPr>
                <a:xfrm>
                  <a:off x="2100971" y="4788793"/>
                  <a:ext cx="10436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365" name="Ink 364">
                  <a:extLst>
                    <a:ext uri="{FF2B5EF4-FFF2-40B4-BE49-F238E27FC236}">
                      <a16:creationId xmlns:a16="http://schemas.microsoft.com/office/drawing/2014/main" id="{A18D6AEF-A43E-8F45-8958-C792FED04530}"/>
                    </a:ext>
                  </a:extLst>
                </p14:cNvPr>
                <p14:cNvContentPartPr/>
                <p14:nvPr/>
              </p14:nvContentPartPr>
              <p14:xfrm>
                <a:off x="2221211" y="4944673"/>
                <a:ext cx="85320" cy="175320"/>
              </p14:xfrm>
            </p:contentPart>
          </mc:Choice>
          <mc:Fallback xmlns="">
            <p:pic>
              <p:nvPicPr>
                <p:cNvPr id="365" name="Ink 364">
                  <a:extLst>
                    <a:ext uri="{FF2B5EF4-FFF2-40B4-BE49-F238E27FC236}">
                      <a16:creationId xmlns:a16="http://schemas.microsoft.com/office/drawing/2014/main" id="{A18D6AEF-A43E-8F45-8958-C792FED04530}"/>
                    </a:ext>
                  </a:extLst>
                </p:cNvPr>
                <p:cNvPicPr/>
                <p:nvPr/>
              </p:nvPicPr>
              <p:blipFill>
                <a:blip r:embed="rId447"/>
                <a:stretch>
                  <a:fillRect/>
                </a:stretch>
              </p:blipFill>
              <p:spPr>
                <a:xfrm>
                  <a:off x="2215091" y="4938553"/>
                  <a:ext cx="9756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366" name="Ink 365">
                  <a:extLst>
                    <a:ext uri="{FF2B5EF4-FFF2-40B4-BE49-F238E27FC236}">
                      <a16:creationId xmlns:a16="http://schemas.microsoft.com/office/drawing/2014/main" id="{860BFCB1-3921-AD74-B04C-6BBC1220B283}"/>
                    </a:ext>
                  </a:extLst>
                </p14:cNvPr>
                <p14:cNvContentPartPr/>
                <p14:nvPr/>
              </p14:nvContentPartPr>
              <p14:xfrm>
                <a:off x="2401571" y="4943593"/>
                <a:ext cx="155520" cy="110160"/>
              </p14:xfrm>
            </p:contentPart>
          </mc:Choice>
          <mc:Fallback xmlns="">
            <p:pic>
              <p:nvPicPr>
                <p:cNvPr id="366" name="Ink 365">
                  <a:extLst>
                    <a:ext uri="{FF2B5EF4-FFF2-40B4-BE49-F238E27FC236}">
                      <a16:creationId xmlns:a16="http://schemas.microsoft.com/office/drawing/2014/main" id="{860BFCB1-3921-AD74-B04C-6BBC1220B283}"/>
                    </a:ext>
                  </a:extLst>
                </p:cNvPr>
                <p:cNvPicPr/>
                <p:nvPr/>
              </p:nvPicPr>
              <p:blipFill>
                <a:blip r:embed="rId449"/>
                <a:stretch>
                  <a:fillRect/>
                </a:stretch>
              </p:blipFill>
              <p:spPr>
                <a:xfrm>
                  <a:off x="2395451" y="4937473"/>
                  <a:ext cx="1677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367" name="Ink 366">
                  <a:extLst>
                    <a:ext uri="{FF2B5EF4-FFF2-40B4-BE49-F238E27FC236}">
                      <a16:creationId xmlns:a16="http://schemas.microsoft.com/office/drawing/2014/main" id="{2BD4676B-61B0-05F2-4960-209290C16F5A}"/>
                    </a:ext>
                  </a:extLst>
                </p14:cNvPr>
                <p14:cNvContentPartPr/>
                <p14:nvPr/>
              </p14:nvContentPartPr>
              <p14:xfrm>
                <a:off x="2131571" y="4993273"/>
                <a:ext cx="502560" cy="91440"/>
              </p14:xfrm>
            </p:contentPart>
          </mc:Choice>
          <mc:Fallback xmlns="">
            <p:pic>
              <p:nvPicPr>
                <p:cNvPr id="367" name="Ink 366">
                  <a:extLst>
                    <a:ext uri="{FF2B5EF4-FFF2-40B4-BE49-F238E27FC236}">
                      <a16:creationId xmlns:a16="http://schemas.microsoft.com/office/drawing/2014/main" id="{2BD4676B-61B0-05F2-4960-209290C16F5A}"/>
                    </a:ext>
                  </a:extLst>
                </p:cNvPr>
                <p:cNvPicPr/>
                <p:nvPr/>
              </p:nvPicPr>
              <p:blipFill>
                <a:blip r:embed="rId451"/>
                <a:stretch>
                  <a:fillRect/>
                </a:stretch>
              </p:blipFill>
              <p:spPr>
                <a:xfrm>
                  <a:off x="2125451" y="4987153"/>
                  <a:ext cx="5148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368" name="Ink 367">
                  <a:extLst>
                    <a:ext uri="{FF2B5EF4-FFF2-40B4-BE49-F238E27FC236}">
                      <a16:creationId xmlns:a16="http://schemas.microsoft.com/office/drawing/2014/main" id="{3BDEB2A9-2202-AF1B-C79B-2747BF06A0D5}"/>
                    </a:ext>
                  </a:extLst>
                </p14:cNvPr>
                <p14:cNvContentPartPr/>
                <p14:nvPr/>
              </p14:nvContentPartPr>
              <p14:xfrm>
                <a:off x="2658251" y="5005513"/>
                <a:ext cx="301680" cy="193680"/>
              </p14:xfrm>
            </p:contentPart>
          </mc:Choice>
          <mc:Fallback xmlns="">
            <p:pic>
              <p:nvPicPr>
                <p:cNvPr id="368" name="Ink 367">
                  <a:extLst>
                    <a:ext uri="{FF2B5EF4-FFF2-40B4-BE49-F238E27FC236}">
                      <a16:creationId xmlns:a16="http://schemas.microsoft.com/office/drawing/2014/main" id="{3BDEB2A9-2202-AF1B-C79B-2747BF06A0D5}"/>
                    </a:ext>
                  </a:extLst>
                </p:cNvPr>
                <p:cNvPicPr/>
                <p:nvPr/>
              </p:nvPicPr>
              <p:blipFill>
                <a:blip r:embed="rId453"/>
                <a:stretch>
                  <a:fillRect/>
                </a:stretch>
              </p:blipFill>
              <p:spPr>
                <a:xfrm>
                  <a:off x="2652131" y="4999393"/>
                  <a:ext cx="3139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369" name="Ink 368">
                  <a:extLst>
                    <a:ext uri="{FF2B5EF4-FFF2-40B4-BE49-F238E27FC236}">
                      <a16:creationId xmlns:a16="http://schemas.microsoft.com/office/drawing/2014/main" id="{266125B6-D697-1324-8835-814DEF74A6F8}"/>
                    </a:ext>
                  </a:extLst>
                </p14:cNvPr>
                <p14:cNvContentPartPr/>
                <p14:nvPr/>
              </p14:nvContentPartPr>
              <p14:xfrm>
                <a:off x="2937611" y="4908313"/>
                <a:ext cx="402120" cy="178920"/>
              </p14:xfrm>
            </p:contentPart>
          </mc:Choice>
          <mc:Fallback xmlns="">
            <p:pic>
              <p:nvPicPr>
                <p:cNvPr id="369" name="Ink 368">
                  <a:extLst>
                    <a:ext uri="{FF2B5EF4-FFF2-40B4-BE49-F238E27FC236}">
                      <a16:creationId xmlns:a16="http://schemas.microsoft.com/office/drawing/2014/main" id="{266125B6-D697-1324-8835-814DEF74A6F8}"/>
                    </a:ext>
                  </a:extLst>
                </p:cNvPr>
                <p:cNvPicPr/>
                <p:nvPr/>
              </p:nvPicPr>
              <p:blipFill>
                <a:blip r:embed="rId455"/>
                <a:stretch>
                  <a:fillRect/>
                </a:stretch>
              </p:blipFill>
              <p:spPr>
                <a:xfrm>
                  <a:off x="2931491" y="4902193"/>
                  <a:ext cx="41436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370" name="Ink 369">
                  <a:extLst>
                    <a:ext uri="{FF2B5EF4-FFF2-40B4-BE49-F238E27FC236}">
                      <a16:creationId xmlns:a16="http://schemas.microsoft.com/office/drawing/2014/main" id="{70B8DBFF-8BA7-6864-DF63-F14D02CE2180}"/>
                    </a:ext>
                  </a:extLst>
                </p14:cNvPr>
                <p14:cNvContentPartPr/>
                <p14:nvPr/>
              </p14:nvContentPartPr>
              <p14:xfrm>
                <a:off x="3368531" y="4960153"/>
                <a:ext cx="191520" cy="120600"/>
              </p14:xfrm>
            </p:contentPart>
          </mc:Choice>
          <mc:Fallback xmlns="">
            <p:pic>
              <p:nvPicPr>
                <p:cNvPr id="370" name="Ink 369">
                  <a:extLst>
                    <a:ext uri="{FF2B5EF4-FFF2-40B4-BE49-F238E27FC236}">
                      <a16:creationId xmlns:a16="http://schemas.microsoft.com/office/drawing/2014/main" id="{70B8DBFF-8BA7-6864-DF63-F14D02CE2180}"/>
                    </a:ext>
                  </a:extLst>
                </p:cNvPr>
                <p:cNvPicPr/>
                <p:nvPr/>
              </p:nvPicPr>
              <p:blipFill>
                <a:blip r:embed="rId457"/>
                <a:stretch>
                  <a:fillRect/>
                </a:stretch>
              </p:blipFill>
              <p:spPr>
                <a:xfrm>
                  <a:off x="3362411" y="4954033"/>
                  <a:ext cx="2037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371" name="Ink 370">
                  <a:extLst>
                    <a:ext uri="{FF2B5EF4-FFF2-40B4-BE49-F238E27FC236}">
                      <a16:creationId xmlns:a16="http://schemas.microsoft.com/office/drawing/2014/main" id="{898D005E-D1AE-8076-CDAD-B5C138C6AC30}"/>
                    </a:ext>
                  </a:extLst>
                </p14:cNvPr>
                <p14:cNvContentPartPr/>
                <p14:nvPr/>
              </p14:nvContentPartPr>
              <p14:xfrm>
                <a:off x="3556091" y="4885633"/>
                <a:ext cx="394200" cy="233280"/>
              </p14:xfrm>
            </p:contentPart>
          </mc:Choice>
          <mc:Fallback xmlns="">
            <p:pic>
              <p:nvPicPr>
                <p:cNvPr id="371" name="Ink 370">
                  <a:extLst>
                    <a:ext uri="{FF2B5EF4-FFF2-40B4-BE49-F238E27FC236}">
                      <a16:creationId xmlns:a16="http://schemas.microsoft.com/office/drawing/2014/main" id="{898D005E-D1AE-8076-CDAD-B5C138C6AC30}"/>
                    </a:ext>
                  </a:extLst>
                </p:cNvPr>
                <p:cNvPicPr/>
                <p:nvPr/>
              </p:nvPicPr>
              <p:blipFill>
                <a:blip r:embed="rId459"/>
                <a:stretch>
                  <a:fillRect/>
                </a:stretch>
              </p:blipFill>
              <p:spPr>
                <a:xfrm>
                  <a:off x="3549971" y="4879513"/>
                  <a:ext cx="40644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372" name="Ink 371">
                  <a:extLst>
                    <a:ext uri="{FF2B5EF4-FFF2-40B4-BE49-F238E27FC236}">
                      <a16:creationId xmlns:a16="http://schemas.microsoft.com/office/drawing/2014/main" id="{821F90CF-8324-C9A7-28A4-77D0101C57B1}"/>
                    </a:ext>
                  </a:extLst>
                </p14:cNvPr>
                <p14:cNvContentPartPr/>
                <p14:nvPr/>
              </p14:nvContentPartPr>
              <p14:xfrm>
                <a:off x="1999451" y="5126833"/>
                <a:ext cx="1668240" cy="92160"/>
              </p14:xfrm>
            </p:contentPart>
          </mc:Choice>
          <mc:Fallback xmlns="">
            <p:pic>
              <p:nvPicPr>
                <p:cNvPr id="372" name="Ink 371">
                  <a:extLst>
                    <a:ext uri="{FF2B5EF4-FFF2-40B4-BE49-F238E27FC236}">
                      <a16:creationId xmlns:a16="http://schemas.microsoft.com/office/drawing/2014/main" id="{821F90CF-8324-C9A7-28A4-77D0101C57B1}"/>
                    </a:ext>
                  </a:extLst>
                </p:cNvPr>
                <p:cNvPicPr/>
                <p:nvPr/>
              </p:nvPicPr>
              <p:blipFill>
                <a:blip r:embed="rId461"/>
                <a:stretch>
                  <a:fillRect/>
                </a:stretch>
              </p:blipFill>
              <p:spPr>
                <a:xfrm>
                  <a:off x="1993331" y="5120713"/>
                  <a:ext cx="168048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373" name="Ink 372">
                  <a:extLst>
                    <a:ext uri="{FF2B5EF4-FFF2-40B4-BE49-F238E27FC236}">
                      <a16:creationId xmlns:a16="http://schemas.microsoft.com/office/drawing/2014/main" id="{4F2B5BD8-A10E-14B4-F7E1-B8A7D875A5A5}"/>
                    </a:ext>
                  </a:extLst>
                </p14:cNvPr>
                <p14:cNvContentPartPr/>
                <p14:nvPr/>
              </p14:nvContentPartPr>
              <p14:xfrm>
                <a:off x="2173691" y="5429953"/>
                <a:ext cx="156240" cy="196560"/>
              </p14:xfrm>
            </p:contentPart>
          </mc:Choice>
          <mc:Fallback xmlns="">
            <p:pic>
              <p:nvPicPr>
                <p:cNvPr id="373" name="Ink 372">
                  <a:extLst>
                    <a:ext uri="{FF2B5EF4-FFF2-40B4-BE49-F238E27FC236}">
                      <a16:creationId xmlns:a16="http://schemas.microsoft.com/office/drawing/2014/main" id="{4F2B5BD8-A10E-14B4-F7E1-B8A7D875A5A5}"/>
                    </a:ext>
                  </a:extLst>
                </p:cNvPr>
                <p:cNvPicPr/>
                <p:nvPr/>
              </p:nvPicPr>
              <p:blipFill>
                <a:blip r:embed="rId463"/>
                <a:stretch>
                  <a:fillRect/>
                </a:stretch>
              </p:blipFill>
              <p:spPr>
                <a:xfrm>
                  <a:off x="2167571" y="5423833"/>
                  <a:ext cx="1684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374" name="Ink 373">
                  <a:extLst>
                    <a:ext uri="{FF2B5EF4-FFF2-40B4-BE49-F238E27FC236}">
                      <a16:creationId xmlns:a16="http://schemas.microsoft.com/office/drawing/2014/main" id="{046F1F95-21BA-D030-0459-3F67A6CBF611}"/>
                    </a:ext>
                  </a:extLst>
                </p14:cNvPr>
                <p14:cNvContentPartPr/>
                <p14:nvPr/>
              </p14:nvContentPartPr>
              <p14:xfrm>
                <a:off x="2360171" y="5482513"/>
                <a:ext cx="206640" cy="105840"/>
              </p14:xfrm>
            </p:contentPart>
          </mc:Choice>
          <mc:Fallback xmlns="">
            <p:pic>
              <p:nvPicPr>
                <p:cNvPr id="374" name="Ink 373">
                  <a:extLst>
                    <a:ext uri="{FF2B5EF4-FFF2-40B4-BE49-F238E27FC236}">
                      <a16:creationId xmlns:a16="http://schemas.microsoft.com/office/drawing/2014/main" id="{046F1F95-21BA-D030-0459-3F67A6CBF611}"/>
                    </a:ext>
                  </a:extLst>
                </p:cNvPr>
                <p:cNvPicPr/>
                <p:nvPr/>
              </p:nvPicPr>
              <p:blipFill>
                <a:blip r:embed="rId465"/>
                <a:stretch>
                  <a:fillRect/>
                </a:stretch>
              </p:blipFill>
              <p:spPr>
                <a:xfrm>
                  <a:off x="2354051" y="5476393"/>
                  <a:ext cx="21888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375" name="Ink 374">
                  <a:extLst>
                    <a:ext uri="{FF2B5EF4-FFF2-40B4-BE49-F238E27FC236}">
                      <a16:creationId xmlns:a16="http://schemas.microsoft.com/office/drawing/2014/main" id="{69381FDD-BA3B-C8C7-EF80-F50AF587BEE4}"/>
                    </a:ext>
                  </a:extLst>
                </p14:cNvPr>
                <p14:cNvContentPartPr/>
                <p14:nvPr/>
              </p14:nvContentPartPr>
              <p14:xfrm>
                <a:off x="2476451" y="5408353"/>
                <a:ext cx="388080" cy="151200"/>
              </p14:xfrm>
            </p:contentPart>
          </mc:Choice>
          <mc:Fallback xmlns="">
            <p:pic>
              <p:nvPicPr>
                <p:cNvPr id="375" name="Ink 374">
                  <a:extLst>
                    <a:ext uri="{FF2B5EF4-FFF2-40B4-BE49-F238E27FC236}">
                      <a16:creationId xmlns:a16="http://schemas.microsoft.com/office/drawing/2014/main" id="{69381FDD-BA3B-C8C7-EF80-F50AF587BEE4}"/>
                    </a:ext>
                  </a:extLst>
                </p:cNvPr>
                <p:cNvPicPr/>
                <p:nvPr/>
              </p:nvPicPr>
              <p:blipFill>
                <a:blip r:embed="rId467"/>
                <a:stretch>
                  <a:fillRect/>
                </a:stretch>
              </p:blipFill>
              <p:spPr>
                <a:xfrm>
                  <a:off x="2470331" y="5402233"/>
                  <a:ext cx="40032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376" name="Ink 375">
                  <a:extLst>
                    <a:ext uri="{FF2B5EF4-FFF2-40B4-BE49-F238E27FC236}">
                      <a16:creationId xmlns:a16="http://schemas.microsoft.com/office/drawing/2014/main" id="{A4E7E18D-10E2-5C4B-1B1F-38E4D9D1CAD6}"/>
                    </a:ext>
                  </a:extLst>
                </p14:cNvPr>
                <p14:cNvContentPartPr/>
                <p14:nvPr/>
              </p14:nvContentPartPr>
              <p14:xfrm>
                <a:off x="2768411" y="5355073"/>
                <a:ext cx="248040" cy="156240"/>
              </p14:xfrm>
            </p:contentPart>
          </mc:Choice>
          <mc:Fallback xmlns="">
            <p:pic>
              <p:nvPicPr>
                <p:cNvPr id="376" name="Ink 375">
                  <a:extLst>
                    <a:ext uri="{FF2B5EF4-FFF2-40B4-BE49-F238E27FC236}">
                      <a16:creationId xmlns:a16="http://schemas.microsoft.com/office/drawing/2014/main" id="{A4E7E18D-10E2-5C4B-1B1F-38E4D9D1CAD6}"/>
                    </a:ext>
                  </a:extLst>
                </p:cNvPr>
                <p:cNvPicPr/>
                <p:nvPr/>
              </p:nvPicPr>
              <p:blipFill>
                <a:blip r:embed="rId469"/>
                <a:stretch>
                  <a:fillRect/>
                </a:stretch>
              </p:blipFill>
              <p:spPr>
                <a:xfrm>
                  <a:off x="2762291" y="5348953"/>
                  <a:ext cx="2602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377" name="Ink 376">
                  <a:extLst>
                    <a:ext uri="{FF2B5EF4-FFF2-40B4-BE49-F238E27FC236}">
                      <a16:creationId xmlns:a16="http://schemas.microsoft.com/office/drawing/2014/main" id="{45A82F9C-D595-5AD6-DDD4-F645F4B26B4A}"/>
                    </a:ext>
                  </a:extLst>
                </p14:cNvPr>
                <p14:cNvContentPartPr/>
                <p14:nvPr/>
              </p14:nvContentPartPr>
              <p14:xfrm>
                <a:off x="3011051" y="5454793"/>
                <a:ext cx="111960" cy="66240"/>
              </p14:xfrm>
            </p:contentPart>
          </mc:Choice>
          <mc:Fallback xmlns="">
            <p:pic>
              <p:nvPicPr>
                <p:cNvPr id="377" name="Ink 376">
                  <a:extLst>
                    <a:ext uri="{FF2B5EF4-FFF2-40B4-BE49-F238E27FC236}">
                      <a16:creationId xmlns:a16="http://schemas.microsoft.com/office/drawing/2014/main" id="{45A82F9C-D595-5AD6-DDD4-F645F4B26B4A}"/>
                    </a:ext>
                  </a:extLst>
                </p:cNvPr>
                <p:cNvPicPr/>
                <p:nvPr/>
              </p:nvPicPr>
              <p:blipFill>
                <a:blip r:embed="rId471"/>
                <a:stretch>
                  <a:fillRect/>
                </a:stretch>
              </p:blipFill>
              <p:spPr>
                <a:xfrm>
                  <a:off x="3004931" y="5448673"/>
                  <a:ext cx="1242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378" name="Ink 377">
                  <a:extLst>
                    <a:ext uri="{FF2B5EF4-FFF2-40B4-BE49-F238E27FC236}">
                      <a16:creationId xmlns:a16="http://schemas.microsoft.com/office/drawing/2014/main" id="{33FB58D6-214A-9FC5-75F5-6A4BB53FA73A}"/>
                    </a:ext>
                  </a:extLst>
                </p14:cNvPr>
                <p14:cNvContentPartPr/>
                <p14:nvPr/>
              </p14:nvContentPartPr>
              <p14:xfrm>
                <a:off x="3102131" y="5448313"/>
                <a:ext cx="191160" cy="315000"/>
              </p14:xfrm>
            </p:contentPart>
          </mc:Choice>
          <mc:Fallback xmlns="">
            <p:pic>
              <p:nvPicPr>
                <p:cNvPr id="378" name="Ink 377">
                  <a:extLst>
                    <a:ext uri="{FF2B5EF4-FFF2-40B4-BE49-F238E27FC236}">
                      <a16:creationId xmlns:a16="http://schemas.microsoft.com/office/drawing/2014/main" id="{33FB58D6-214A-9FC5-75F5-6A4BB53FA73A}"/>
                    </a:ext>
                  </a:extLst>
                </p:cNvPr>
                <p:cNvPicPr/>
                <p:nvPr/>
              </p:nvPicPr>
              <p:blipFill>
                <a:blip r:embed="rId473"/>
                <a:stretch>
                  <a:fillRect/>
                </a:stretch>
              </p:blipFill>
              <p:spPr>
                <a:xfrm>
                  <a:off x="3096011" y="5442193"/>
                  <a:ext cx="20340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383" name="Ink 382">
                  <a:extLst>
                    <a:ext uri="{FF2B5EF4-FFF2-40B4-BE49-F238E27FC236}">
                      <a16:creationId xmlns:a16="http://schemas.microsoft.com/office/drawing/2014/main" id="{B0EC2300-44FC-5D31-46E5-13316FBDC81F}"/>
                    </a:ext>
                  </a:extLst>
                </p14:cNvPr>
                <p14:cNvContentPartPr/>
                <p14:nvPr/>
              </p14:nvContentPartPr>
              <p14:xfrm>
                <a:off x="-5029" y="3604229"/>
                <a:ext cx="5936400" cy="106560"/>
              </p14:xfrm>
            </p:contentPart>
          </mc:Choice>
          <mc:Fallback xmlns="">
            <p:pic>
              <p:nvPicPr>
                <p:cNvPr id="383" name="Ink 382">
                  <a:extLst>
                    <a:ext uri="{FF2B5EF4-FFF2-40B4-BE49-F238E27FC236}">
                      <a16:creationId xmlns:a16="http://schemas.microsoft.com/office/drawing/2014/main" id="{B0EC2300-44FC-5D31-46E5-13316FBDC81F}"/>
                    </a:ext>
                  </a:extLst>
                </p:cNvPr>
                <p:cNvPicPr/>
                <p:nvPr/>
              </p:nvPicPr>
              <p:blipFill>
                <a:blip r:embed="rId475"/>
                <a:stretch>
                  <a:fillRect/>
                </a:stretch>
              </p:blipFill>
              <p:spPr>
                <a:xfrm>
                  <a:off x="-11149" y="3598109"/>
                  <a:ext cx="5948640" cy="118800"/>
                </a:xfrm>
                <a:prstGeom prst="rect">
                  <a:avLst/>
                </a:prstGeom>
              </p:spPr>
            </p:pic>
          </mc:Fallback>
        </mc:AlternateContent>
      </p:grpSp>
      <p:grpSp>
        <p:nvGrpSpPr>
          <p:cNvPr id="397" name="Group 396">
            <a:extLst>
              <a:ext uri="{FF2B5EF4-FFF2-40B4-BE49-F238E27FC236}">
                <a16:creationId xmlns:a16="http://schemas.microsoft.com/office/drawing/2014/main" id="{B4C662BA-FB9A-EFBF-123B-01F46294CC58}"/>
              </a:ext>
            </a:extLst>
          </p:cNvPr>
          <p:cNvGrpSpPr/>
          <p:nvPr/>
        </p:nvGrpSpPr>
        <p:grpSpPr>
          <a:xfrm>
            <a:off x="6098411" y="1028069"/>
            <a:ext cx="561600" cy="251280"/>
            <a:chOff x="6098411" y="1028069"/>
            <a:chExt cx="561600" cy="251280"/>
          </a:xfrm>
        </p:grpSpPr>
        <mc:AlternateContent xmlns:mc="http://schemas.openxmlformats.org/markup-compatibility/2006" xmlns:p14="http://schemas.microsoft.com/office/powerpoint/2010/main">
          <mc:Choice Requires="p14">
            <p:contentPart p14:bwMode="auto" r:id="rId476">
              <p14:nvContentPartPr>
                <p14:cNvPr id="385" name="Ink 384">
                  <a:extLst>
                    <a:ext uri="{FF2B5EF4-FFF2-40B4-BE49-F238E27FC236}">
                      <a16:creationId xmlns:a16="http://schemas.microsoft.com/office/drawing/2014/main" id="{942D53BA-8B79-DCF4-E126-A46F765BDD76}"/>
                    </a:ext>
                  </a:extLst>
                </p14:cNvPr>
                <p14:cNvContentPartPr/>
                <p14:nvPr/>
              </p14:nvContentPartPr>
              <p14:xfrm>
                <a:off x="6098411" y="1028069"/>
                <a:ext cx="114480" cy="176760"/>
              </p14:xfrm>
            </p:contentPart>
          </mc:Choice>
          <mc:Fallback xmlns="">
            <p:pic>
              <p:nvPicPr>
                <p:cNvPr id="385" name="Ink 384">
                  <a:extLst>
                    <a:ext uri="{FF2B5EF4-FFF2-40B4-BE49-F238E27FC236}">
                      <a16:creationId xmlns:a16="http://schemas.microsoft.com/office/drawing/2014/main" id="{942D53BA-8B79-DCF4-E126-A46F765BDD76}"/>
                    </a:ext>
                  </a:extLst>
                </p:cNvPr>
                <p:cNvPicPr/>
                <p:nvPr/>
              </p:nvPicPr>
              <p:blipFill>
                <a:blip r:embed="rId477"/>
                <a:stretch>
                  <a:fillRect/>
                </a:stretch>
              </p:blipFill>
              <p:spPr>
                <a:xfrm>
                  <a:off x="6092291" y="1021949"/>
                  <a:ext cx="1267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386" name="Ink 385">
                  <a:extLst>
                    <a:ext uri="{FF2B5EF4-FFF2-40B4-BE49-F238E27FC236}">
                      <a16:creationId xmlns:a16="http://schemas.microsoft.com/office/drawing/2014/main" id="{B6B82DAE-926C-F15E-0219-3D86502F7EFA}"/>
                    </a:ext>
                  </a:extLst>
                </p14:cNvPr>
                <p14:cNvContentPartPr/>
                <p14:nvPr/>
              </p14:nvContentPartPr>
              <p14:xfrm>
                <a:off x="6203531" y="1043189"/>
                <a:ext cx="257400" cy="212760"/>
              </p14:xfrm>
            </p:contentPart>
          </mc:Choice>
          <mc:Fallback xmlns="">
            <p:pic>
              <p:nvPicPr>
                <p:cNvPr id="386" name="Ink 385">
                  <a:extLst>
                    <a:ext uri="{FF2B5EF4-FFF2-40B4-BE49-F238E27FC236}">
                      <a16:creationId xmlns:a16="http://schemas.microsoft.com/office/drawing/2014/main" id="{B6B82DAE-926C-F15E-0219-3D86502F7EFA}"/>
                    </a:ext>
                  </a:extLst>
                </p:cNvPr>
                <p:cNvPicPr/>
                <p:nvPr/>
              </p:nvPicPr>
              <p:blipFill>
                <a:blip r:embed="rId479"/>
                <a:stretch>
                  <a:fillRect/>
                </a:stretch>
              </p:blipFill>
              <p:spPr>
                <a:xfrm>
                  <a:off x="6197411" y="1037069"/>
                  <a:ext cx="26964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387" name="Ink 386">
                  <a:extLst>
                    <a:ext uri="{FF2B5EF4-FFF2-40B4-BE49-F238E27FC236}">
                      <a16:creationId xmlns:a16="http://schemas.microsoft.com/office/drawing/2014/main" id="{A38D8609-2760-43C9-6E72-78DE546D46BB}"/>
                    </a:ext>
                  </a:extLst>
                </p14:cNvPr>
                <p14:cNvContentPartPr/>
                <p14:nvPr/>
              </p14:nvContentPartPr>
              <p14:xfrm>
                <a:off x="6342491" y="1044629"/>
                <a:ext cx="233640" cy="122040"/>
              </p14:xfrm>
            </p:contentPart>
          </mc:Choice>
          <mc:Fallback xmlns="">
            <p:pic>
              <p:nvPicPr>
                <p:cNvPr id="387" name="Ink 386">
                  <a:extLst>
                    <a:ext uri="{FF2B5EF4-FFF2-40B4-BE49-F238E27FC236}">
                      <a16:creationId xmlns:a16="http://schemas.microsoft.com/office/drawing/2014/main" id="{A38D8609-2760-43C9-6E72-78DE546D46BB}"/>
                    </a:ext>
                  </a:extLst>
                </p:cNvPr>
                <p:cNvPicPr/>
                <p:nvPr/>
              </p:nvPicPr>
              <p:blipFill>
                <a:blip r:embed="rId481"/>
                <a:stretch>
                  <a:fillRect/>
                </a:stretch>
              </p:blipFill>
              <p:spPr>
                <a:xfrm>
                  <a:off x="6336371" y="1038509"/>
                  <a:ext cx="2458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389" name="Ink 388">
                  <a:extLst>
                    <a:ext uri="{FF2B5EF4-FFF2-40B4-BE49-F238E27FC236}">
                      <a16:creationId xmlns:a16="http://schemas.microsoft.com/office/drawing/2014/main" id="{ADF22BC3-871C-FA9F-31B8-C1F90FD0D971}"/>
                    </a:ext>
                  </a:extLst>
                </p14:cNvPr>
                <p14:cNvContentPartPr/>
                <p14:nvPr/>
              </p14:nvContentPartPr>
              <p14:xfrm>
                <a:off x="6616091" y="1203389"/>
                <a:ext cx="9000" cy="23400"/>
              </p14:xfrm>
            </p:contentPart>
          </mc:Choice>
          <mc:Fallback xmlns="">
            <p:pic>
              <p:nvPicPr>
                <p:cNvPr id="389" name="Ink 388">
                  <a:extLst>
                    <a:ext uri="{FF2B5EF4-FFF2-40B4-BE49-F238E27FC236}">
                      <a16:creationId xmlns:a16="http://schemas.microsoft.com/office/drawing/2014/main" id="{ADF22BC3-871C-FA9F-31B8-C1F90FD0D971}"/>
                    </a:ext>
                  </a:extLst>
                </p:cNvPr>
                <p:cNvPicPr/>
                <p:nvPr/>
              </p:nvPicPr>
              <p:blipFill>
                <a:blip r:embed="rId483"/>
                <a:stretch>
                  <a:fillRect/>
                </a:stretch>
              </p:blipFill>
              <p:spPr>
                <a:xfrm>
                  <a:off x="6609971" y="1197269"/>
                  <a:ext cx="212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390" name="Ink 389">
                  <a:extLst>
                    <a:ext uri="{FF2B5EF4-FFF2-40B4-BE49-F238E27FC236}">
                      <a16:creationId xmlns:a16="http://schemas.microsoft.com/office/drawing/2014/main" id="{8DE83835-6BCB-6FC7-9FCE-EE0404297FB5}"/>
                    </a:ext>
                  </a:extLst>
                </p14:cNvPr>
                <p14:cNvContentPartPr/>
                <p14:nvPr/>
              </p14:nvContentPartPr>
              <p14:xfrm>
                <a:off x="6585491" y="1104749"/>
                <a:ext cx="72720" cy="69840"/>
              </p14:xfrm>
            </p:contentPart>
          </mc:Choice>
          <mc:Fallback xmlns="">
            <p:pic>
              <p:nvPicPr>
                <p:cNvPr id="390" name="Ink 389">
                  <a:extLst>
                    <a:ext uri="{FF2B5EF4-FFF2-40B4-BE49-F238E27FC236}">
                      <a16:creationId xmlns:a16="http://schemas.microsoft.com/office/drawing/2014/main" id="{8DE83835-6BCB-6FC7-9FCE-EE0404297FB5}"/>
                    </a:ext>
                  </a:extLst>
                </p:cNvPr>
                <p:cNvPicPr/>
                <p:nvPr/>
              </p:nvPicPr>
              <p:blipFill>
                <a:blip r:embed="rId485"/>
                <a:stretch>
                  <a:fillRect/>
                </a:stretch>
              </p:blipFill>
              <p:spPr>
                <a:xfrm>
                  <a:off x="6579371" y="1098629"/>
                  <a:ext cx="849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391" name="Ink 390">
                  <a:extLst>
                    <a:ext uri="{FF2B5EF4-FFF2-40B4-BE49-F238E27FC236}">
                      <a16:creationId xmlns:a16="http://schemas.microsoft.com/office/drawing/2014/main" id="{0FE935F0-1904-9E52-8649-3D8A9B887647}"/>
                    </a:ext>
                  </a:extLst>
                </p14:cNvPr>
                <p14:cNvContentPartPr/>
                <p14:nvPr/>
              </p14:nvContentPartPr>
              <p14:xfrm>
                <a:off x="6567851" y="1200149"/>
                <a:ext cx="70920" cy="50400"/>
              </p14:xfrm>
            </p:contentPart>
          </mc:Choice>
          <mc:Fallback xmlns="">
            <p:pic>
              <p:nvPicPr>
                <p:cNvPr id="391" name="Ink 390">
                  <a:extLst>
                    <a:ext uri="{FF2B5EF4-FFF2-40B4-BE49-F238E27FC236}">
                      <a16:creationId xmlns:a16="http://schemas.microsoft.com/office/drawing/2014/main" id="{0FE935F0-1904-9E52-8649-3D8A9B887647}"/>
                    </a:ext>
                  </a:extLst>
                </p:cNvPr>
                <p:cNvPicPr/>
                <p:nvPr/>
              </p:nvPicPr>
              <p:blipFill>
                <a:blip r:embed="rId487"/>
                <a:stretch>
                  <a:fillRect/>
                </a:stretch>
              </p:blipFill>
              <p:spPr>
                <a:xfrm>
                  <a:off x="6561731" y="1194029"/>
                  <a:ext cx="8316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392" name="Ink 391">
                  <a:extLst>
                    <a:ext uri="{FF2B5EF4-FFF2-40B4-BE49-F238E27FC236}">
                      <a16:creationId xmlns:a16="http://schemas.microsoft.com/office/drawing/2014/main" id="{381DF5A9-895B-B382-C8BD-0896CFB05B28}"/>
                    </a:ext>
                  </a:extLst>
                </p14:cNvPr>
                <p14:cNvContentPartPr/>
                <p14:nvPr/>
              </p14:nvContentPartPr>
              <p14:xfrm>
                <a:off x="6590531" y="1098269"/>
                <a:ext cx="69480" cy="70560"/>
              </p14:xfrm>
            </p:contentPart>
          </mc:Choice>
          <mc:Fallback xmlns="">
            <p:pic>
              <p:nvPicPr>
                <p:cNvPr id="392" name="Ink 391">
                  <a:extLst>
                    <a:ext uri="{FF2B5EF4-FFF2-40B4-BE49-F238E27FC236}">
                      <a16:creationId xmlns:a16="http://schemas.microsoft.com/office/drawing/2014/main" id="{381DF5A9-895B-B382-C8BD-0896CFB05B28}"/>
                    </a:ext>
                  </a:extLst>
                </p:cNvPr>
                <p:cNvPicPr/>
                <p:nvPr/>
              </p:nvPicPr>
              <p:blipFill>
                <a:blip r:embed="rId489"/>
                <a:stretch>
                  <a:fillRect/>
                </a:stretch>
              </p:blipFill>
              <p:spPr>
                <a:xfrm>
                  <a:off x="6584411" y="1092149"/>
                  <a:ext cx="817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393" name="Ink 392">
                  <a:extLst>
                    <a:ext uri="{FF2B5EF4-FFF2-40B4-BE49-F238E27FC236}">
                      <a16:creationId xmlns:a16="http://schemas.microsoft.com/office/drawing/2014/main" id="{F7B083E6-2E49-5C5D-3986-B6612D58B9EA}"/>
                    </a:ext>
                  </a:extLst>
                </p14:cNvPr>
                <p14:cNvContentPartPr/>
                <p14:nvPr/>
              </p14:nvContentPartPr>
              <p14:xfrm>
                <a:off x="6584051" y="1210589"/>
                <a:ext cx="53280" cy="60480"/>
              </p14:xfrm>
            </p:contentPart>
          </mc:Choice>
          <mc:Fallback xmlns="">
            <p:pic>
              <p:nvPicPr>
                <p:cNvPr id="393" name="Ink 392">
                  <a:extLst>
                    <a:ext uri="{FF2B5EF4-FFF2-40B4-BE49-F238E27FC236}">
                      <a16:creationId xmlns:a16="http://schemas.microsoft.com/office/drawing/2014/main" id="{F7B083E6-2E49-5C5D-3986-B6612D58B9EA}"/>
                    </a:ext>
                  </a:extLst>
                </p:cNvPr>
                <p:cNvPicPr/>
                <p:nvPr/>
              </p:nvPicPr>
              <p:blipFill>
                <a:blip r:embed="rId491"/>
                <a:stretch>
                  <a:fillRect/>
                </a:stretch>
              </p:blipFill>
              <p:spPr>
                <a:xfrm>
                  <a:off x="6577931" y="1204469"/>
                  <a:ext cx="655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394" name="Ink 393">
                  <a:extLst>
                    <a:ext uri="{FF2B5EF4-FFF2-40B4-BE49-F238E27FC236}">
                      <a16:creationId xmlns:a16="http://schemas.microsoft.com/office/drawing/2014/main" id="{3DD05E21-FE6A-A3FB-FB79-7F898FBC5BF9}"/>
                    </a:ext>
                  </a:extLst>
                </p14:cNvPr>
                <p14:cNvContentPartPr/>
                <p14:nvPr/>
              </p14:nvContentPartPr>
              <p14:xfrm>
                <a:off x="6620411" y="1123829"/>
                <a:ext cx="33840" cy="54360"/>
              </p14:xfrm>
            </p:contentPart>
          </mc:Choice>
          <mc:Fallback xmlns="">
            <p:pic>
              <p:nvPicPr>
                <p:cNvPr id="394" name="Ink 393">
                  <a:extLst>
                    <a:ext uri="{FF2B5EF4-FFF2-40B4-BE49-F238E27FC236}">
                      <a16:creationId xmlns:a16="http://schemas.microsoft.com/office/drawing/2014/main" id="{3DD05E21-FE6A-A3FB-FB79-7F898FBC5BF9}"/>
                    </a:ext>
                  </a:extLst>
                </p:cNvPr>
                <p:cNvPicPr/>
                <p:nvPr/>
              </p:nvPicPr>
              <p:blipFill>
                <a:blip r:embed="rId493"/>
                <a:stretch>
                  <a:fillRect/>
                </a:stretch>
              </p:blipFill>
              <p:spPr>
                <a:xfrm>
                  <a:off x="6614291" y="1117709"/>
                  <a:ext cx="4608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395" name="Ink 394">
                  <a:extLst>
                    <a:ext uri="{FF2B5EF4-FFF2-40B4-BE49-F238E27FC236}">
                      <a16:creationId xmlns:a16="http://schemas.microsoft.com/office/drawing/2014/main" id="{55340883-32FA-97FA-1C79-EC900898E925}"/>
                    </a:ext>
                  </a:extLst>
                </p14:cNvPr>
                <p14:cNvContentPartPr/>
                <p14:nvPr/>
              </p14:nvContentPartPr>
              <p14:xfrm>
                <a:off x="6590531" y="1236149"/>
                <a:ext cx="35640" cy="43200"/>
              </p14:xfrm>
            </p:contentPart>
          </mc:Choice>
          <mc:Fallback xmlns="">
            <p:pic>
              <p:nvPicPr>
                <p:cNvPr id="395" name="Ink 394">
                  <a:extLst>
                    <a:ext uri="{FF2B5EF4-FFF2-40B4-BE49-F238E27FC236}">
                      <a16:creationId xmlns:a16="http://schemas.microsoft.com/office/drawing/2014/main" id="{55340883-32FA-97FA-1C79-EC900898E925}"/>
                    </a:ext>
                  </a:extLst>
                </p:cNvPr>
                <p:cNvPicPr/>
                <p:nvPr/>
              </p:nvPicPr>
              <p:blipFill>
                <a:blip r:embed="rId495"/>
                <a:stretch>
                  <a:fillRect/>
                </a:stretch>
              </p:blipFill>
              <p:spPr>
                <a:xfrm>
                  <a:off x="6584411" y="1230029"/>
                  <a:ext cx="478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396" name="Ink 395">
                  <a:extLst>
                    <a:ext uri="{FF2B5EF4-FFF2-40B4-BE49-F238E27FC236}">
                      <a16:creationId xmlns:a16="http://schemas.microsoft.com/office/drawing/2014/main" id="{DED70FBF-161C-E78A-AEDF-920B2A48EEAD}"/>
                    </a:ext>
                  </a:extLst>
                </p14:cNvPr>
                <p14:cNvContentPartPr/>
                <p14:nvPr/>
              </p14:nvContentPartPr>
              <p14:xfrm>
                <a:off x="6611411" y="1147949"/>
                <a:ext cx="12960" cy="30600"/>
              </p14:xfrm>
            </p:contentPart>
          </mc:Choice>
          <mc:Fallback xmlns="">
            <p:pic>
              <p:nvPicPr>
                <p:cNvPr id="396" name="Ink 395">
                  <a:extLst>
                    <a:ext uri="{FF2B5EF4-FFF2-40B4-BE49-F238E27FC236}">
                      <a16:creationId xmlns:a16="http://schemas.microsoft.com/office/drawing/2014/main" id="{DED70FBF-161C-E78A-AEDF-920B2A48EEAD}"/>
                    </a:ext>
                  </a:extLst>
                </p:cNvPr>
                <p:cNvPicPr/>
                <p:nvPr/>
              </p:nvPicPr>
              <p:blipFill>
                <a:blip r:embed="rId497"/>
                <a:stretch>
                  <a:fillRect/>
                </a:stretch>
              </p:blipFill>
              <p:spPr>
                <a:xfrm>
                  <a:off x="6605291" y="1141829"/>
                  <a:ext cx="25200" cy="42840"/>
                </a:xfrm>
                <a:prstGeom prst="rect">
                  <a:avLst/>
                </a:prstGeom>
              </p:spPr>
            </p:pic>
          </mc:Fallback>
        </mc:AlternateContent>
      </p:grpSp>
      <p:grpSp>
        <p:nvGrpSpPr>
          <p:cNvPr id="458" name="Group 457">
            <a:extLst>
              <a:ext uri="{FF2B5EF4-FFF2-40B4-BE49-F238E27FC236}">
                <a16:creationId xmlns:a16="http://schemas.microsoft.com/office/drawing/2014/main" id="{48C54C20-44C0-37E4-58FA-E9BF4B13E6AC}"/>
              </a:ext>
            </a:extLst>
          </p:cNvPr>
          <p:cNvGrpSpPr/>
          <p:nvPr/>
        </p:nvGrpSpPr>
        <p:grpSpPr>
          <a:xfrm>
            <a:off x="6055931" y="1444229"/>
            <a:ext cx="2702520" cy="871920"/>
            <a:chOff x="6055931" y="1444229"/>
            <a:chExt cx="2702520" cy="871920"/>
          </a:xfrm>
        </p:grpSpPr>
        <mc:AlternateContent xmlns:mc="http://schemas.openxmlformats.org/markup-compatibility/2006" xmlns:p14="http://schemas.microsoft.com/office/powerpoint/2010/main">
          <mc:Choice Requires="p14">
            <p:contentPart p14:bwMode="auto" r:id="rId498">
              <p14:nvContentPartPr>
                <p14:cNvPr id="398" name="Ink 397">
                  <a:extLst>
                    <a:ext uri="{FF2B5EF4-FFF2-40B4-BE49-F238E27FC236}">
                      <a16:creationId xmlns:a16="http://schemas.microsoft.com/office/drawing/2014/main" id="{A74AC270-7671-DCDA-E1B6-DE3465113170}"/>
                    </a:ext>
                  </a:extLst>
                </p14:cNvPr>
                <p14:cNvContentPartPr/>
                <p14:nvPr/>
              </p14:nvContentPartPr>
              <p14:xfrm>
                <a:off x="6098051" y="1444229"/>
                <a:ext cx="164160" cy="250200"/>
              </p14:xfrm>
            </p:contentPart>
          </mc:Choice>
          <mc:Fallback xmlns="">
            <p:pic>
              <p:nvPicPr>
                <p:cNvPr id="398" name="Ink 397">
                  <a:extLst>
                    <a:ext uri="{FF2B5EF4-FFF2-40B4-BE49-F238E27FC236}">
                      <a16:creationId xmlns:a16="http://schemas.microsoft.com/office/drawing/2014/main" id="{A74AC270-7671-DCDA-E1B6-DE3465113170}"/>
                    </a:ext>
                  </a:extLst>
                </p:cNvPr>
                <p:cNvPicPr/>
                <p:nvPr/>
              </p:nvPicPr>
              <p:blipFill>
                <a:blip r:embed="rId499"/>
                <a:stretch>
                  <a:fillRect/>
                </a:stretch>
              </p:blipFill>
              <p:spPr>
                <a:xfrm>
                  <a:off x="6091931" y="1438109"/>
                  <a:ext cx="17640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399" name="Ink 398">
                  <a:extLst>
                    <a:ext uri="{FF2B5EF4-FFF2-40B4-BE49-F238E27FC236}">
                      <a16:creationId xmlns:a16="http://schemas.microsoft.com/office/drawing/2014/main" id="{8E1BC00D-CE89-6F87-A6A1-BF5407267055}"/>
                    </a:ext>
                  </a:extLst>
                </p14:cNvPr>
                <p14:cNvContentPartPr/>
                <p14:nvPr/>
              </p14:nvContentPartPr>
              <p14:xfrm>
                <a:off x="6223691" y="1464389"/>
                <a:ext cx="134640" cy="221040"/>
              </p14:xfrm>
            </p:contentPart>
          </mc:Choice>
          <mc:Fallback xmlns="">
            <p:pic>
              <p:nvPicPr>
                <p:cNvPr id="399" name="Ink 398">
                  <a:extLst>
                    <a:ext uri="{FF2B5EF4-FFF2-40B4-BE49-F238E27FC236}">
                      <a16:creationId xmlns:a16="http://schemas.microsoft.com/office/drawing/2014/main" id="{8E1BC00D-CE89-6F87-A6A1-BF5407267055}"/>
                    </a:ext>
                  </a:extLst>
                </p:cNvPr>
                <p:cNvPicPr/>
                <p:nvPr/>
              </p:nvPicPr>
              <p:blipFill>
                <a:blip r:embed="rId501"/>
                <a:stretch>
                  <a:fillRect/>
                </a:stretch>
              </p:blipFill>
              <p:spPr>
                <a:xfrm>
                  <a:off x="6217571" y="1458269"/>
                  <a:ext cx="1468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400" name="Ink 399">
                  <a:extLst>
                    <a:ext uri="{FF2B5EF4-FFF2-40B4-BE49-F238E27FC236}">
                      <a16:creationId xmlns:a16="http://schemas.microsoft.com/office/drawing/2014/main" id="{B83E32A2-1986-7E2B-99DF-A35B8B2FA9CA}"/>
                    </a:ext>
                  </a:extLst>
                </p14:cNvPr>
                <p14:cNvContentPartPr/>
                <p14:nvPr/>
              </p14:nvContentPartPr>
              <p14:xfrm>
                <a:off x="6364091" y="1479509"/>
                <a:ext cx="104400" cy="214560"/>
              </p14:xfrm>
            </p:contentPart>
          </mc:Choice>
          <mc:Fallback xmlns="">
            <p:pic>
              <p:nvPicPr>
                <p:cNvPr id="400" name="Ink 399">
                  <a:extLst>
                    <a:ext uri="{FF2B5EF4-FFF2-40B4-BE49-F238E27FC236}">
                      <a16:creationId xmlns:a16="http://schemas.microsoft.com/office/drawing/2014/main" id="{B83E32A2-1986-7E2B-99DF-A35B8B2FA9CA}"/>
                    </a:ext>
                  </a:extLst>
                </p:cNvPr>
                <p:cNvPicPr/>
                <p:nvPr/>
              </p:nvPicPr>
              <p:blipFill>
                <a:blip r:embed="rId503"/>
                <a:stretch>
                  <a:fillRect/>
                </a:stretch>
              </p:blipFill>
              <p:spPr>
                <a:xfrm>
                  <a:off x="6357971" y="1473389"/>
                  <a:ext cx="1166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401" name="Ink 400">
                  <a:extLst>
                    <a:ext uri="{FF2B5EF4-FFF2-40B4-BE49-F238E27FC236}">
                      <a16:creationId xmlns:a16="http://schemas.microsoft.com/office/drawing/2014/main" id="{A5BF17A2-1BE3-A998-17B0-E02FE5E9C5BA}"/>
                    </a:ext>
                  </a:extLst>
                </p14:cNvPr>
                <p14:cNvContentPartPr/>
                <p14:nvPr/>
              </p14:nvContentPartPr>
              <p14:xfrm>
                <a:off x="6452291" y="1490669"/>
                <a:ext cx="264240" cy="181080"/>
              </p14:xfrm>
            </p:contentPart>
          </mc:Choice>
          <mc:Fallback xmlns="">
            <p:pic>
              <p:nvPicPr>
                <p:cNvPr id="401" name="Ink 400">
                  <a:extLst>
                    <a:ext uri="{FF2B5EF4-FFF2-40B4-BE49-F238E27FC236}">
                      <a16:creationId xmlns:a16="http://schemas.microsoft.com/office/drawing/2014/main" id="{A5BF17A2-1BE3-A998-17B0-E02FE5E9C5BA}"/>
                    </a:ext>
                  </a:extLst>
                </p:cNvPr>
                <p:cNvPicPr/>
                <p:nvPr/>
              </p:nvPicPr>
              <p:blipFill>
                <a:blip r:embed="rId505"/>
                <a:stretch>
                  <a:fillRect/>
                </a:stretch>
              </p:blipFill>
              <p:spPr>
                <a:xfrm>
                  <a:off x="6446171" y="1484549"/>
                  <a:ext cx="27648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402" name="Ink 401">
                  <a:extLst>
                    <a:ext uri="{FF2B5EF4-FFF2-40B4-BE49-F238E27FC236}">
                      <a16:creationId xmlns:a16="http://schemas.microsoft.com/office/drawing/2014/main" id="{7AA68083-76B6-C1D5-A0D8-EB334900AB38}"/>
                    </a:ext>
                  </a:extLst>
                </p14:cNvPr>
                <p14:cNvContentPartPr/>
                <p14:nvPr/>
              </p14:nvContentPartPr>
              <p14:xfrm>
                <a:off x="6882851" y="1506149"/>
                <a:ext cx="106560" cy="154800"/>
              </p14:xfrm>
            </p:contentPart>
          </mc:Choice>
          <mc:Fallback xmlns="">
            <p:pic>
              <p:nvPicPr>
                <p:cNvPr id="402" name="Ink 401">
                  <a:extLst>
                    <a:ext uri="{FF2B5EF4-FFF2-40B4-BE49-F238E27FC236}">
                      <a16:creationId xmlns:a16="http://schemas.microsoft.com/office/drawing/2014/main" id="{7AA68083-76B6-C1D5-A0D8-EB334900AB38}"/>
                    </a:ext>
                  </a:extLst>
                </p:cNvPr>
                <p:cNvPicPr/>
                <p:nvPr/>
              </p:nvPicPr>
              <p:blipFill>
                <a:blip r:embed="rId507"/>
                <a:stretch>
                  <a:fillRect/>
                </a:stretch>
              </p:blipFill>
              <p:spPr>
                <a:xfrm>
                  <a:off x="6876731" y="1500029"/>
                  <a:ext cx="11880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403" name="Ink 402">
                  <a:extLst>
                    <a:ext uri="{FF2B5EF4-FFF2-40B4-BE49-F238E27FC236}">
                      <a16:creationId xmlns:a16="http://schemas.microsoft.com/office/drawing/2014/main" id="{1BCE5FFF-A090-E355-A6B8-F919DC767F2B}"/>
                    </a:ext>
                  </a:extLst>
                </p14:cNvPr>
                <p14:cNvContentPartPr/>
                <p14:nvPr/>
              </p14:nvContentPartPr>
              <p14:xfrm>
                <a:off x="6985811" y="1497509"/>
                <a:ext cx="54360" cy="188280"/>
              </p14:xfrm>
            </p:contentPart>
          </mc:Choice>
          <mc:Fallback xmlns="">
            <p:pic>
              <p:nvPicPr>
                <p:cNvPr id="403" name="Ink 402">
                  <a:extLst>
                    <a:ext uri="{FF2B5EF4-FFF2-40B4-BE49-F238E27FC236}">
                      <a16:creationId xmlns:a16="http://schemas.microsoft.com/office/drawing/2014/main" id="{1BCE5FFF-A090-E355-A6B8-F919DC767F2B}"/>
                    </a:ext>
                  </a:extLst>
                </p:cNvPr>
                <p:cNvPicPr/>
                <p:nvPr/>
              </p:nvPicPr>
              <p:blipFill>
                <a:blip r:embed="rId509"/>
                <a:stretch>
                  <a:fillRect/>
                </a:stretch>
              </p:blipFill>
              <p:spPr>
                <a:xfrm>
                  <a:off x="6979691" y="1491389"/>
                  <a:ext cx="6660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404" name="Ink 403">
                  <a:extLst>
                    <a:ext uri="{FF2B5EF4-FFF2-40B4-BE49-F238E27FC236}">
                      <a16:creationId xmlns:a16="http://schemas.microsoft.com/office/drawing/2014/main" id="{C3F21AC1-C75D-9853-DB80-E4EA93835BB2}"/>
                    </a:ext>
                  </a:extLst>
                </p14:cNvPr>
                <p14:cNvContentPartPr/>
                <p14:nvPr/>
              </p14:nvContentPartPr>
              <p14:xfrm>
                <a:off x="7026491" y="1480949"/>
                <a:ext cx="188640" cy="103680"/>
              </p14:xfrm>
            </p:contentPart>
          </mc:Choice>
          <mc:Fallback xmlns="">
            <p:pic>
              <p:nvPicPr>
                <p:cNvPr id="404" name="Ink 403">
                  <a:extLst>
                    <a:ext uri="{FF2B5EF4-FFF2-40B4-BE49-F238E27FC236}">
                      <a16:creationId xmlns:a16="http://schemas.microsoft.com/office/drawing/2014/main" id="{C3F21AC1-C75D-9853-DB80-E4EA93835BB2}"/>
                    </a:ext>
                  </a:extLst>
                </p:cNvPr>
                <p:cNvPicPr/>
                <p:nvPr/>
              </p:nvPicPr>
              <p:blipFill>
                <a:blip r:embed="rId511"/>
                <a:stretch>
                  <a:fillRect/>
                </a:stretch>
              </p:blipFill>
              <p:spPr>
                <a:xfrm>
                  <a:off x="7020371" y="1474829"/>
                  <a:ext cx="2008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406" name="Ink 405">
                  <a:extLst>
                    <a:ext uri="{FF2B5EF4-FFF2-40B4-BE49-F238E27FC236}">
                      <a16:creationId xmlns:a16="http://schemas.microsoft.com/office/drawing/2014/main" id="{B589E27C-E7FA-0BBC-0B09-85BA25E5C24C}"/>
                    </a:ext>
                  </a:extLst>
                </p14:cNvPr>
                <p14:cNvContentPartPr/>
                <p14:nvPr/>
              </p14:nvContentPartPr>
              <p14:xfrm>
                <a:off x="7383971" y="1528829"/>
                <a:ext cx="91440" cy="155520"/>
              </p14:xfrm>
            </p:contentPart>
          </mc:Choice>
          <mc:Fallback xmlns="">
            <p:pic>
              <p:nvPicPr>
                <p:cNvPr id="406" name="Ink 405">
                  <a:extLst>
                    <a:ext uri="{FF2B5EF4-FFF2-40B4-BE49-F238E27FC236}">
                      <a16:creationId xmlns:a16="http://schemas.microsoft.com/office/drawing/2014/main" id="{B589E27C-E7FA-0BBC-0B09-85BA25E5C24C}"/>
                    </a:ext>
                  </a:extLst>
                </p:cNvPr>
                <p:cNvPicPr/>
                <p:nvPr/>
              </p:nvPicPr>
              <p:blipFill>
                <a:blip r:embed="rId513"/>
                <a:stretch>
                  <a:fillRect/>
                </a:stretch>
              </p:blipFill>
              <p:spPr>
                <a:xfrm>
                  <a:off x="7377851" y="1522709"/>
                  <a:ext cx="10368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407" name="Ink 406">
                  <a:extLst>
                    <a:ext uri="{FF2B5EF4-FFF2-40B4-BE49-F238E27FC236}">
                      <a16:creationId xmlns:a16="http://schemas.microsoft.com/office/drawing/2014/main" id="{BC4ED293-BAF3-F105-0E71-85AAD7F0EB44}"/>
                    </a:ext>
                  </a:extLst>
                </p14:cNvPr>
                <p14:cNvContentPartPr/>
                <p14:nvPr/>
              </p14:nvContentPartPr>
              <p14:xfrm>
                <a:off x="7501691" y="1525589"/>
                <a:ext cx="63000" cy="139320"/>
              </p14:xfrm>
            </p:contentPart>
          </mc:Choice>
          <mc:Fallback xmlns="">
            <p:pic>
              <p:nvPicPr>
                <p:cNvPr id="407" name="Ink 406">
                  <a:extLst>
                    <a:ext uri="{FF2B5EF4-FFF2-40B4-BE49-F238E27FC236}">
                      <a16:creationId xmlns:a16="http://schemas.microsoft.com/office/drawing/2014/main" id="{BC4ED293-BAF3-F105-0E71-85AAD7F0EB44}"/>
                    </a:ext>
                  </a:extLst>
                </p:cNvPr>
                <p:cNvPicPr/>
                <p:nvPr/>
              </p:nvPicPr>
              <p:blipFill>
                <a:blip r:embed="rId515"/>
                <a:stretch>
                  <a:fillRect/>
                </a:stretch>
              </p:blipFill>
              <p:spPr>
                <a:xfrm>
                  <a:off x="7495571" y="1519469"/>
                  <a:ext cx="752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408" name="Ink 407">
                  <a:extLst>
                    <a:ext uri="{FF2B5EF4-FFF2-40B4-BE49-F238E27FC236}">
                      <a16:creationId xmlns:a16="http://schemas.microsoft.com/office/drawing/2014/main" id="{2B6444F1-1F24-B088-6AEE-07C1CBD1FC8F}"/>
                    </a:ext>
                  </a:extLst>
                </p14:cNvPr>
                <p14:cNvContentPartPr/>
                <p14:nvPr/>
              </p14:nvContentPartPr>
              <p14:xfrm>
                <a:off x="7538051" y="1500749"/>
                <a:ext cx="21600" cy="176400"/>
              </p14:xfrm>
            </p:contentPart>
          </mc:Choice>
          <mc:Fallback xmlns="">
            <p:pic>
              <p:nvPicPr>
                <p:cNvPr id="408" name="Ink 407">
                  <a:extLst>
                    <a:ext uri="{FF2B5EF4-FFF2-40B4-BE49-F238E27FC236}">
                      <a16:creationId xmlns:a16="http://schemas.microsoft.com/office/drawing/2014/main" id="{2B6444F1-1F24-B088-6AEE-07C1CBD1FC8F}"/>
                    </a:ext>
                  </a:extLst>
                </p:cNvPr>
                <p:cNvPicPr/>
                <p:nvPr/>
              </p:nvPicPr>
              <p:blipFill>
                <a:blip r:embed="rId517"/>
                <a:stretch>
                  <a:fillRect/>
                </a:stretch>
              </p:blipFill>
              <p:spPr>
                <a:xfrm>
                  <a:off x="7531931" y="1494629"/>
                  <a:ext cx="3384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409" name="Ink 408">
                  <a:extLst>
                    <a:ext uri="{FF2B5EF4-FFF2-40B4-BE49-F238E27FC236}">
                      <a16:creationId xmlns:a16="http://schemas.microsoft.com/office/drawing/2014/main" id="{B0D74DC8-8CE1-7928-F454-DE8802D84E82}"/>
                    </a:ext>
                  </a:extLst>
                </p14:cNvPr>
                <p14:cNvContentPartPr/>
                <p14:nvPr/>
              </p14:nvContentPartPr>
              <p14:xfrm>
                <a:off x="7518971" y="1549709"/>
                <a:ext cx="132480" cy="94680"/>
              </p14:xfrm>
            </p:contentPart>
          </mc:Choice>
          <mc:Fallback xmlns="">
            <p:pic>
              <p:nvPicPr>
                <p:cNvPr id="409" name="Ink 408">
                  <a:extLst>
                    <a:ext uri="{FF2B5EF4-FFF2-40B4-BE49-F238E27FC236}">
                      <a16:creationId xmlns:a16="http://schemas.microsoft.com/office/drawing/2014/main" id="{B0D74DC8-8CE1-7928-F454-DE8802D84E82}"/>
                    </a:ext>
                  </a:extLst>
                </p:cNvPr>
                <p:cNvPicPr/>
                <p:nvPr/>
              </p:nvPicPr>
              <p:blipFill>
                <a:blip r:embed="rId519"/>
                <a:stretch>
                  <a:fillRect/>
                </a:stretch>
              </p:blipFill>
              <p:spPr>
                <a:xfrm>
                  <a:off x="7512851" y="1543589"/>
                  <a:ext cx="144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410" name="Ink 409">
                  <a:extLst>
                    <a:ext uri="{FF2B5EF4-FFF2-40B4-BE49-F238E27FC236}">
                      <a16:creationId xmlns:a16="http://schemas.microsoft.com/office/drawing/2014/main" id="{921D685D-BF16-BE17-26D8-29265741E384}"/>
                    </a:ext>
                  </a:extLst>
                </p14:cNvPr>
                <p14:cNvContentPartPr/>
                <p14:nvPr/>
              </p14:nvContentPartPr>
              <p14:xfrm>
                <a:off x="7643891" y="1578149"/>
                <a:ext cx="408960" cy="146520"/>
              </p14:xfrm>
            </p:contentPart>
          </mc:Choice>
          <mc:Fallback xmlns="">
            <p:pic>
              <p:nvPicPr>
                <p:cNvPr id="410" name="Ink 409">
                  <a:extLst>
                    <a:ext uri="{FF2B5EF4-FFF2-40B4-BE49-F238E27FC236}">
                      <a16:creationId xmlns:a16="http://schemas.microsoft.com/office/drawing/2014/main" id="{921D685D-BF16-BE17-26D8-29265741E384}"/>
                    </a:ext>
                  </a:extLst>
                </p:cNvPr>
                <p:cNvPicPr/>
                <p:nvPr/>
              </p:nvPicPr>
              <p:blipFill>
                <a:blip r:embed="rId521"/>
                <a:stretch>
                  <a:fillRect/>
                </a:stretch>
              </p:blipFill>
              <p:spPr>
                <a:xfrm>
                  <a:off x="7637771" y="1572029"/>
                  <a:ext cx="4212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411" name="Ink 410">
                  <a:extLst>
                    <a:ext uri="{FF2B5EF4-FFF2-40B4-BE49-F238E27FC236}">
                      <a16:creationId xmlns:a16="http://schemas.microsoft.com/office/drawing/2014/main" id="{75F5CF6D-72E1-5569-31EB-21090E200CAC}"/>
                    </a:ext>
                  </a:extLst>
                </p14:cNvPr>
                <p14:cNvContentPartPr/>
                <p14:nvPr/>
              </p14:nvContentPartPr>
              <p14:xfrm>
                <a:off x="8168051" y="1536749"/>
                <a:ext cx="24840" cy="213120"/>
              </p14:xfrm>
            </p:contentPart>
          </mc:Choice>
          <mc:Fallback xmlns="">
            <p:pic>
              <p:nvPicPr>
                <p:cNvPr id="411" name="Ink 410">
                  <a:extLst>
                    <a:ext uri="{FF2B5EF4-FFF2-40B4-BE49-F238E27FC236}">
                      <a16:creationId xmlns:a16="http://schemas.microsoft.com/office/drawing/2014/main" id="{75F5CF6D-72E1-5569-31EB-21090E200CAC}"/>
                    </a:ext>
                  </a:extLst>
                </p:cNvPr>
                <p:cNvPicPr/>
                <p:nvPr/>
              </p:nvPicPr>
              <p:blipFill>
                <a:blip r:embed="rId523"/>
                <a:stretch>
                  <a:fillRect/>
                </a:stretch>
              </p:blipFill>
              <p:spPr>
                <a:xfrm>
                  <a:off x="8161931" y="1530629"/>
                  <a:ext cx="3708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412" name="Ink 411">
                  <a:extLst>
                    <a:ext uri="{FF2B5EF4-FFF2-40B4-BE49-F238E27FC236}">
                      <a16:creationId xmlns:a16="http://schemas.microsoft.com/office/drawing/2014/main" id="{338BC5E7-8541-CC7B-F041-B0B70455D342}"/>
                    </a:ext>
                  </a:extLst>
                </p14:cNvPr>
                <p14:cNvContentPartPr/>
                <p14:nvPr/>
              </p14:nvContentPartPr>
              <p14:xfrm>
                <a:off x="8157251" y="1509029"/>
                <a:ext cx="128160" cy="128880"/>
              </p14:xfrm>
            </p:contentPart>
          </mc:Choice>
          <mc:Fallback xmlns="">
            <p:pic>
              <p:nvPicPr>
                <p:cNvPr id="412" name="Ink 411">
                  <a:extLst>
                    <a:ext uri="{FF2B5EF4-FFF2-40B4-BE49-F238E27FC236}">
                      <a16:creationId xmlns:a16="http://schemas.microsoft.com/office/drawing/2014/main" id="{338BC5E7-8541-CC7B-F041-B0B70455D342}"/>
                    </a:ext>
                  </a:extLst>
                </p:cNvPr>
                <p:cNvPicPr/>
                <p:nvPr/>
              </p:nvPicPr>
              <p:blipFill>
                <a:blip r:embed="rId525"/>
                <a:stretch>
                  <a:fillRect/>
                </a:stretch>
              </p:blipFill>
              <p:spPr>
                <a:xfrm>
                  <a:off x="8151131" y="1502909"/>
                  <a:ext cx="1404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413" name="Ink 412">
                  <a:extLst>
                    <a:ext uri="{FF2B5EF4-FFF2-40B4-BE49-F238E27FC236}">
                      <a16:creationId xmlns:a16="http://schemas.microsoft.com/office/drawing/2014/main" id="{E8380861-7199-5343-C9B3-259E03E62710}"/>
                    </a:ext>
                  </a:extLst>
                </p14:cNvPr>
                <p14:cNvContentPartPr/>
                <p14:nvPr/>
              </p14:nvContentPartPr>
              <p14:xfrm>
                <a:off x="8310611" y="1560509"/>
                <a:ext cx="155880" cy="181440"/>
              </p14:xfrm>
            </p:contentPart>
          </mc:Choice>
          <mc:Fallback xmlns="">
            <p:pic>
              <p:nvPicPr>
                <p:cNvPr id="413" name="Ink 412">
                  <a:extLst>
                    <a:ext uri="{FF2B5EF4-FFF2-40B4-BE49-F238E27FC236}">
                      <a16:creationId xmlns:a16="http://schemas.microsoft.com/office/drawing/2014/main" id="{E8380861-7199-5343-C9B3-259E03E62710}"/>
                    </a:ext>
                  </a:extLst>
                </p:cNvPr>
                <p:cNvPicPr/>
                <p:nvPr/>
              </p:nvPicPr>
              <p:blipFill>
                <a:blip r:embed="rId527"/>
                <a:stretch>
                  <a:fillRect/>
                </a:stretch>
              </p:blipFill>
              <p:spPr>
                <a:xfrm>
                  <a:off x="8304491" y="1554389"/>
                  <a:ext cx="1681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414" name="Ink 413">
                  <a:extLst>
                    <a:ext uri="{FF2B5EF4-FFF2-40B4-BE49-F238E27FC236}">
                      <a16:creationId xmlns:a16="http://schemas.microsoft.com/office/drawing/2014/main" id="{343A5E6C-89A1-2D55-2AD8-A6B39A9CBCA1}"/>
                    </a:ext>
                  </a:extLst>
                </p14:cNvPr>
                <p14:cNvContentPartPr/>
                <p14:nvPr/>
              </p14:nvContentPartPr>
              <p14:xfrm>
                <a:off x="8444891" y="1595429"/>
                <a:ext cx="89280" cy="168480"/>
              </p14:xfrm>
            </p:contentPart>
          </mc:Choice>
          <mc:Fallback xmlns="">
            <p:pic>
              <p:nvPicPr>
                <p:cNvPr id="414" name="Ink 413">
                  <a:extLst>
                    <a:ext uri="{FF2B5EF4-FFF2-40B4-BE49-F238E27FC236}">
                      <a16:creationId xmlns:a16="http://schemas.microsoft.com/office/drawing/2014/main" id="{343A5E6C-89A1-2D55-2AD8-A6B39A9CBCA1}"/>
                    </a:ext>
                  </a:extLst>
                </p:cNvPr>
                <p:cNvPicPr/>
                <p:nvPr/>
              </p:nvPicPr>
              <p:blipFill>
                <a:blip r:embed="rId529"/>
                <a:stretch>
                  <a:fillRect/>
                </a:stretch>
              </p:blipFill>
              <p:spPr>
                <a:xfrm>
                  <a:off x="8438771" y="1589309"/>
                  <a:ext cx="10152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415" name="Ink 414">
                  <a:extLst>
                    <a:ext uri="{FF2B5EF4-FFF2-40B4-BE49-F238E27FC236}">
                      <a16:creationId xmlns:a16="http://schemas.microsoft.com/office/drawing/2014/main" id="{FB9AFE72-292C-B8B3-312C-2AAA305C69C9}"/>
                    </a:ext>
                  </a:extLst>
                </p14:cNvPr>
                <p14:cNvContentPartPr/>
                <p14:nvPr/>
              </p14:nvContentPartPr>
              <p14:xfrm>
                <a:off x="8579891" y="1523789"/>
                <a:ext cx="63720" cy="195120"/>
              </p14:xfrm>
            </p:contentPart>
          </mc:Choice>
          <mc:Fallback xmlns="">
            <p:pic>
              <p:nvPicPr>
                <p:cNvPr id="415" name="Ink 414">
                  <a:extLst>
                    <a:ext uri="{FF2B5EF4-FFF2-40B4-BE49-F238E27FC236}">
                      <a16:creationId xmlns:a16="http://schemas.microsoft.com/office/drawing/2014/main" id="{FB9AFE72-292C-B8B3-312C-2AAA305C69C9}"/>
                    </a:ext>
                  </a:extLst>
                </p:cNvPr>
                <p:cNvPicPr/>
                <p:nvPr/>
              </p:nvPicPr>
              <p:blipFill>
                <a:blip r:embed="rId531"/>
                <a:stretch>
                  <a:fillRect/>
                </a:stretch>
              </p:blipFill>
              <p:spPr>
                <a:xfrm>
                  <a:off x="8573771" y="1517669"/>
                  <a:ext cx="759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416" name="Ink 415">
                  <a:extLst>
                    <a:ext uri="{FF2B5EF4-FFF2-40B4-BE49-F238E27FC236}">
                      <a16:creationId xmlns:a16="http://schemas.microsoft.com/office/drawing/2014/main" id="{37FBD8BF-4634-00B6-A72D-2A4946219D5D}"/>
                    </a:ext>
                  </a:extLst>
                </p14:cNvPr>
                <p14:cNvContentPartPr/>
                <p14:nvPr/>
              </p14:nvContentPartPr>
              <p14:xfrm>
                <a:off x="8548931" y="1514789"/>
                <a:ext cx="209520" cy="257400"/>
              </p14:xfrm>
            </p:contentPart>
          </mc:Choice>
          <mc:Fallback xmlns="">
            <p:pic>
              <p:nvPicPr>
                <p:cNvPr id="416" name="Ink 415">
                  <a:extLst>
                    <a:ext uri="{FF2B5EF4-FFF2-40B4-BE49-F238E27FC236}">
                      <a16:creationId xmlns:a16="http://schemas.microsoft.com/office/drawing/2014/main" id="{37FBD8BF-4634-00B6-A72D-2A4946219D5D}"/>
                    </a:ext>
                  </a:extLst>
                </p:cNvPr>
                <p:cNvPicPr/>
                <p:nvPr/>
              </p:nvPicPr>
              <p:blipFill>
                <a:blip r:embed="rId533"/>
                <a:stretch>
                  <a:fillRect/>
                </a:stretch>
              </p:blipFill>
              <p:spPr>
                <a:xfrm>
                  <a:off x="8542811" y="1508669"/>
                  <a:ext cx="22176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421" name="Ink 420">
                  <a:extLst>
                    <a:ext uri="{FF2B5EF4-FFF2-40B4-BE49-F238E27FC236}">
                      <a16:creationId xmlns:a16="http://schemas.microsoft.com/office/drawing/2014/main" id="{3CFA2DC8-0055-0B2F-9955-1655F8E459D6}"/>
                    </a:ext>
                  </a:extLst>
                </p14:cNvPr>
                <p14:cNvContentPartPr/>
                <p14:nvPr/>
              </p14:nvContentPartPr>
              <p14:xfrm>
                <a:off x="6892931" y="1866509"/>
                <a:ext cx="57600" cy="112680"/>
              </p14:xfrm>
            </p:contentPart>
          </mc:Choice>
          <mc:Fallback xmlns="">
            <p:pic>
              <p:nvPicPr>
                <p:cNvPr id="421" name="Ink 420">
                  <a:extLst>
                    <a:ext uri="{FF2B5EF4-FFF2-40B4-BE49-F238E27FC236}">
                      <a16:creationId xmlns:a16="http://schemas.microsoft.com/office/drawing/2014/main" id="{3CFA2DC8-0055-0B2F-9955-1655F8E459D6}"/>
                    </a:ext>
                  </a:extLst>
                </p:cNvPr>
                <p:cNvPicPr/>
                <p:nvPr/>
              </p:nvPicPr>
              <p:blipFill>
                <a:blip r:embed="rId535"/>
                <a:stretch>
                  <a:fillRect/>
                </a:stretch>
              </p:blipFill>
              <p:spPr>
                <a:xfrm>
                  <a:off x="6886811" y="1860389"/>
                  <a:ext cx="698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536">
              <p14:nvContentPartPr>
                <p14:cNvPr id="422" name="Ink 421">
                  <a:extLst>
                    <a:ext uri="{FF2B5EF4-FFF2-40B4-BE49-F238E27FC236}">
                      <a16:creationId xmlns:a16="http://schemas.microsoft.com/office/drawing/2014/main" id="{AB588C0D-7888-115A-3A2C-647761925C26}"/>
                    </a:ext>
                  </a:extLst>
                </p14:cNvPr>
                <p14:cNvContentPartPr/>
                <p14:nvPr/>
              </p14:nvContentPartPr>
              <p14:xfrm>
                <a:off x="6961691" y="1820069"/>
                <a:ext cx="20880" cy="209160"/>
              </p14:xfrm>
            </p:contentPart>
          </mc:Choice>
          <mc:Fallback xmlns="">
            <p:pic>
              <p:nvPicPr>
                <p:cNvPr id="422" name="Ink 421">
                  <a:extLst>
                    <a:ext uri="{FF2B5EF4-FFF2-40B4-BE49-F238E27FC236}">
                      <a16:creationId xmlns:a16="http://schemas.microsoft.com/office/drawing/2014/main" id="{AB588C0D-7888-115A-3A2C-647761925C26}"/>
                    </a:ext>
                  </a:extLst>
                </p:cNvPr>
                <p:cNvPicPr/>
                <p:nvPr/>
              </p:nvPicPr>
              <p:blipFill>
                <a:blip r:embed="rId537"/>
                <a:stretch>
                  <a:fillRect/>
                </a:stretch>
              </p:blipFill>
              <p:spPr>
                <a:xfrm>
                  <a:off x="6955571" y="1813949"/>
                  <a:ext cx="3312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538">
              <p14:nvContentPartPr>
                <p14:cNvPr id="423" name="Ink 422">
                  <a:extLst>
                    <a:ext uri="{FF2B5EF4-FFF2-40B4-BE49-F238E27FC236}">
                      <a16:creationId xmlns:a16="http://schemas.microsoft.com/office/drawing/2014/main" id="{E2441F95-E5DD-237D-D129-092A7E704F22}"/>
                    </a:ext>
                  </a:extLst>
                </p14:cNvPr>
                <p14:cNvContentPartPr/>
                <p14:nvPr/>
              </p14:nvContentPartPr>
              <p14:xfrm>
                <a:off x="6878531" y="1901429"/>
                <a:ext cx="165600" cy="14040"/>
              </p14:xfrm>
            </p:contentPart>
          </mc:Choice>
          <mc:Fallback xmlns="">
            <p:pic>
              <p:nvPicPr>
                <p:cNvPr id="423" name="Ink 422">
                  <a:extLst>
                    <a:ext uri="{FF2B5EF4-FFF2-40B4-BE49-F238E27FC236}">
                      <a16:creationId xmlns:a16="http://schemas.microsoft.com/office/drawing/2014/main" id="{E2441F95-E5DD-237D-D129-092A7E704F22}"/>
                    </a:ext>
                  </a:extLst>
                </p:cNvPr>
                <p:cNvPicPr/>
                <p:nvPr/>
              </p:nvPicPr>
              <p:blipFill>
                <a:blip r:embed="rId539"/>
                <a:stretch>
                  <a:fillRect/>
                </a:stretch>
              </p:blipFill>
              <p:spPr>
                <a:xfrm>
                  <a:off x="6872411" y="1895309"/>
                  <a:ext cx="1778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540">
              <p14:nvContentPartPr>
                <p14:cNvPr id="424" name="Ink 423">
                  <a:extLst>
                    <a:ext uri="{FF2B5EF4-FFF2-40B4-BE49-F238E27FC236}">
                      <a16:creationId xmlns:a16="http://schemas.microsoft.com/office/drawing/2014/main" id="{B15DA469-7856-05AA-083B-72104B8BC328}"/>
                    </a:ext>
                  </a:extLst>
                </p14:cNvPr>
                <p14:cNvContentPartPr/>
                <p14:nvPr/>
              </p14:nvContentPartPr>
              <p14:xfrm>
                <a:off x="6867011" y="1920509"/>
                <a:ext cx="210240" cy="26640"/>
              </p14:xfrm>
            </p:contentPart>
          </mc:Choice>
          <mc:Fallback xmlns="">
            <p:pic>
              <p:nvPicPr>
                <p:cNvPr id="424" name="Ink 423">
                  <a:extLst>
                    <a:ext uri="{FF2B5EF4-FFF2-40B4-BE49-F238E27FC236}">
                      <a16:creationId xmlns:a16="http://schemas.microsoft.com/office/drawing/2014/main" id="{B15DA469-7856-05AA-083B-72104B8BC328}"/>
                    </a:ext>
                  </a:extLst>
                </p:cNvPr>
                <p:cNvPicPr/>
                <p:nvPr/>
              </p:nvPicPr>
              <p:blipFill>
                <a:blip r:embed="rId541"/>
                <a:stretch>
                  <a:fillRect/>
                </a:stretch>
              </p:blipFill>
              <p:spPr>
                <a:xfrm>
                  <a:off x="6860891" y="1914389"/>
                  <a:ext cx="22248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425" name="Ink 424">
                  <a:extLst>
                    <a:ext uri="{FF2B5EF4-FFF2-40B4-BE49-F238E27FC236}">
                      <a16:creationId xmlns:a16="http://schemas.microsoft.com/office/drawing/2014/main" id="{203C1BAD-0FC9-23A1-1794-DB854951F027}"/>
                    </a:ext>
                  </a:extLst>
                </p14:cNvPr>
                <p14:cNvContentPartPr/>
                <p14:nvPr/>
              </p14:nvContentPartPr>
              <p14:xfrm>
                <a:off x="6861971" y="2090069"/>
                <a:ext cx="52920" cy="195120"/>
              </p14:xfrm>
            </p:contentPart>
          </mc:Choice>
          <mc:Fallback xmlns="">
            <p:pic>
              <p:nvPicPr>
                <p:cNvPr id="425" name="Ink 424">
                  <a:extLst>
                    <a:ext uri="{FF2B5EF4-FFF2-40B4-BE49-F238E27FC236}">
                      <a16:creationId xmlns:a16="http://schemas.microsoft.com/office/drawing/2014/main" id="{203C1BAD-0FC9-23A1-1794-DB854951F027}"/>
                    </a:ext>
                  </a:extLst>
                </p:cNvPr>
                <p:cNvPicPr/>
                <p:nvPr/>
              </p:nvPicPr>
              <p:blipFill>
                <a:blip r:embed="rId543"/>
                <a:stretch>
                  <a:fillRect/>
                </a:stretch>
              </p:blipFill>
              <p:spPr>
                <a:xfrm>
                  <a:off x="6855851" y="2083949"/>
                  <a:ext cx="651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544">
              <p14:nvContentPartPr>
                <p14:cNvPr id="426" name="Ink 425">
                  <a:extLst>
                    <a:ext uri="{FF2B5EF4-FFF2-40B4-BE49-F238E27FC236}">
                      <a16:creationId xmlns:a16="http://schemas.microsoft.com/office/drawing/2014/main" id="{985AC587-B3C7-1AA2-115F-46A8046856A9}"/>
                    </a:ext>
                  </a:extLst>
                </p14:cNvPr>
                <p14:cNvContentPartPr/>
                <p14:nvPr/>
              </p14:nvContentPartPr>
              <p14:xfrm>
                <a:off x="6926771" y="2118509"/>
                <a:ext cx="111960" cy="145800"/>
              </p14:xfrm>
            </p:contentPart>
          </mc:Choice>
          <mc:Fallback xmlns="">
            <p:pic>
              <p:nvPicPr>
                <p:cNvPr id="426" name="Ink 425">
                  <a:extLst>
                    <a:ext uri="{FF2B5EF4-FFF2-40B4-BE49-F238E27FC236}">
                      <a16:creationId xmlns:a16="http://schemas.microsoft.com/office/drawing/2014/main" id="{985AC587-B3C7-1AA2-115F-46A8046856A9}"/>
                    </a:ext>
                  </a:extLst>
                </p:cNvPr>
                <p:cNvPicPr/>
                <p:nvPr/>
              </p:nvPicPr>
              <p:blipFill>
                <a:blip r:embed="rId545"/>
                <a:stretch>
                  <a:fillRect/>
                </a:stretch>
              </p:blipFill>
              <p:spPr>
                <a:xfrm>
                  <a:off x="6920651" y="2112389"/>
                  <a:ext cx="1242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427" name="Ink 426">
                  <a:extLst>
                    <a:ext uri="{FF2B5EF4-FFF2-40B4-BE49-F238E27FC236}">
                      <a16:creationId xmlns:a16="http://schemas.microsoft.com/office/drawing/2014/main" id="{2F171738-85FE-DFEA-EF0B-E7BEC94B15B2}"/>
                    </a:ext>
                  </a:extLst>
                </p14:cNvPr>
                <p14:cNvContentPartPr/>
                <p14:nvPr/>
              </p14:nvContentPartPr>
              <p14:xfrm>
                <a:off x="6829211" y="2191589"/>
                <a:ext cx="160200" cy="37440"/>
              </p14:xfrm>
            </p:contentPart>
          </mc:Choice>
          <mc:Fallback xmlns="">
            <p:pic>
              <p:nvPicPr>
                <p:cNvPr id="427" name="Ink 426">
                  <a:extLst>
                    <a:ext uri="{FF2B5EF4-FFF2-40B4-BE49-F238E27FC236}">
                      <a16:creationId xmlns:a16="http://schemas.microsoft.com/office/drawing/2014/main" id="{2F171738-85FE-DFEA-EF0B-E7BEC94B15B2}"/>
                    </a:ext>
                  </a:extLst>
                </p:cNvPr>
                <p:cNvPicPr/>
                <p:nvPr/>
              </p:nvPicPr>
              <p:blipFill>
                <a:blip r:embed="rId547"/>
                <a:stretch>
                  <a:fillRect/>
                </a:stretch>
              </p:blipFill>
              <p:spPr>
                <a:xfrm>
                  <a:off x="6823091" y="2185469"/>
                  <a:ext cx="1724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548">
              <p14:nvContentPartPr>
                <p14:cNvPr id="430" name="Ink 429">
                  <a:extLst>
                    <a:ext uri="{FF2B5EF4-FFF2-40B4-BE49-F238E27FC236}">
                      <a16:creationId xmlns:a16="http://schemas.microsoft.com/office/drawing/2014/main" id="{21E7E1F5-CEBE-01E4-CC18-4E6E3F52A003}"/>
                    </a:ext>
                  </a:extLst>
                </p14:cNvPr>
                <p14:cNvContentPartPr/>
                <p14:nvPr/>
              </p14:nvContentPartPr>
              <p14:xfrm>
                <a:off x="7075451" y="1890629"/>
                <a:ext cx="100440" cy="93240"/>
              </p14:xfrm>
            </p:contentPart>
          </mc:Choice>
          <mc:Fallback xmlns="">
            <p:pic>
              <p:nvPicPr>
                <p:cNvPr id="430" name="Ink 429">
                  <a:extLst>
                    <a:ext uri="{FF2B5EF4-FFF2-40B4-BE49-F238E27FC236}">
                      <a16:creationId xmlns:a16="http://schemas.microsoft.com/office/drawing/2014/main" id="{21E7E1F5-CEBE-01E4-CC18-4E6E3F52A003}"/>
                    </a:ext>
                  </a:extLst>
                </p:cNvPr>
                <p:cNvPicPr/>
                <p:nvPr/>
              </p:nvPicPr>
              <p:blipFill>
                <a:blip r:embed="rId549"/>
                <a:stretch>
                  <a:fillRect/>
                </a:stretch>
              </p:blipFill>
              <p:spPr>
                <a:xfrm>
                  <a:off x="7069331" y="1884509"/>
                  <a:ext cx="11268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550">
              <p14:nvContentPartPr>
                <p14:cNvPr id="431" name="Ink 430">
                  <a:extLst>
                    <a:ext uri="{FF2B5EF4-FFF2-40B4-BE49-F238E27FC236}">
                      <a16:creationId xmlns:a16="http://schemas.microsoft.com/office/drawing/2014/main" id="{BA4181E1-6F37-C361-6B27-035FD942A627}"/>
                    </a:ext>
                  </a:extLst>
                </p14:cNvPr>
                <p14:cNvContentPartPr/>
                <p14:nvPr/>
              </p14:nvContentPartPr>
              <p14:xfrm>
                <a:off x="7059611" y="2171789"/>
                <a:ext cx="118080" cy="144360"/>
              </p14:xfrm>
            </p:contentPart>
          </mc:Choice>
          <mc:Fallback xmlns="">
            <p:pic>
              <p:nvPicPr>
                <p:cNvPr id="431" name="Ink 430">
                  <a:extLst>
                    <a:ext uri="{FF2B5EF4-FFF2-40B4-BE49-F238E27FC236}">
                      <a16:creationId xmlns:a16="http://schemas.microsoft.com/office/drawing/2014/main" id="{BA4181E1-6F37-C361-6B27-035FD942A627}"/>
                    </a:ext>
                  </a:extLst>
                </p:cNvPr>
                <p:cNvPicPr/>
                <p:nvPr/>
              </p:nvPicPr>
              <p:blipFill>
                <a:blip r:embed="rId551"/>
                <a:stretch>
                  <a:fillRect/>
                </a:stretch>
              </p:blipFill>
              <p:spPr>
                <a:xfrm>
                  <a:off x="7053491" y="2165669"/>
                  <a:ext cx="13032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552">
              <p14:nvContentPartPr>
                <p14:cNvPr id="433" name="Ink 432">
                  <a:extLst>
                    <a:ext uri="{FF2B5EF4-FFF2-40B4-BE49-F238E27FC236}">
                      <a16:creationId xmlns:a16="http://schemas.microsoft.com/office/drawing/2014/main" id="{DCC40289-DC7B-3AC2-5B1F-BF57DDE2FD0F}"/>
                    </a:ext>
                  </a:extLst>
                </p14:cNvPr>
                <p14:cNvContentPartPr/>
                <p14:nvPr/>
              </p14:nvContentPartPr>
              <p14:xfrm>
                <a:off x="7449491" y="1813589"/>
                <a:ext cx="23760" cy="176760"/>
              </p14:xfrm>
            </p:contentPart>
          </mc:Choice>
          <mc:Fallback xmlns="">
            <p:pic>
              <p:nvPicPr>
                <p:cNvPr id="433" name="Ink 432">
                  <a:extLst>
                    <a:ext uri="{FF2B5EF4-FFF2-40B4-BE49-F238E27FC236}">
                      <a16:creationId xmlns:a16="http://schemas.microsoft.com/office/drawing/2014/main" id="{DCC40289-DC7B-3AC2-5B1F-BF57DDE2FD0F}"/>
                    </a:ext>
                  </a:extLst>
                </p:cNvPr>
                <p:cNvPicPr/>
                <p:nvPr/>
              </p:nvPicPr>
              <p:blipFill>
                <a:blip r:embed="rId553"/>
                <a:stretch>
                  <a:fillRect/>
                </a:stretch>
              </p:blipFill>
              <p:spPr>
                <a:xfrm>
                  <a:off x="7443371" y="1807469"/>
                  <a:ext cx="3600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554">
              <p14:nvContentPartPr>
                <p14:cNvPr id="434" name="Ink 433">
                  <a:extLst>
                    <a:ext uri="{FF2B5EF4-FFF2-40B4-BE49-F238E27FC236}">
                      <a16:creationId xmlns:a16="http://schemas.microsoft.com/office/drawing/2014/main" id="{B82A144C-D8C0-5691-BDB7-BC35E2F381C8}"/>
                    </a:ext>
                  </a:extLst>
                </p14:cNvPr>
                <p14:cNvContentPartPr/>
                <p14:nvPr/>
              </p14:nvContentPartPr>
              <p14:xfrm>
                <a:off x="7515731" y="1816109"/>
                <a:ext cx="20520" cy="134640"/>
              </p14:xfrm>
            </p:contentPart>
          </mc:Choice>
          <mc:Fallback xmlns="">
            <p:pic>
              <p:nvPicPr>
                <p:cNvPr id="434" name="Ink 433">
                  <a:extLst>
                    <a:ext uri="{FF2B5EF4-FFF2-40B4-BE49-F238E27FC236}">
                      <a16:creationId xmlns:a16="http://schemas.microsoft.com/office/drawing/2014/main" id="{B82A144C-D8C0-5691-BDB7-BC35E2F381C8}"/>
                    </a:ext>
                  </a:extLst>
                </p:cNvPr>
                <p:cNvPicPr/>
                <p:nvPr/>
              </p:nvPicPr>
              <p:blipFill>
                <a:blip r:embed="rId555"/>
                <a:stretch>
                  <a:fillRect/>
                </a:stretch>
              </p:blipFill>
              <p:spPr>
                <a:xfrm>
                  <a:off x="7509611" y="1809989"/>
                  <a:ext cx="327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556">
              <p14:nvContentPartPr>
                <p14:cNvPr id="435" name="Ink 434">
                  <a:extLst>
                    <a:ext uri="{FF2B5EF4-FFF2-40B4-BE49-F238E27FC236}">
                      <a16:creationId xmlns:a16="http://schemas.microsoft.com/office/drawing/2014/main" id="{A2F19414-DA44-7E5A-9E31-90604E3379DF}"/>
                    </a:ext>
                  </a:extLst>
                </p14:cNvPr>
                <p14:cNvContentPartPr/>
                <p14:nvPr/>
              </p14:nvContentPartPr>
              <p14:xfrm>
                <a:off x="7404491" y="1861469"/>
                <a:ext cx="191160" cy="74880"/>
              </p14:xfrm>
            </p:contentPart>
          </mc:Choice>
          <mc:Fallback xmlns="">
            <p:pic>
              <p:nvPicPr>
                <p:cNvPr id="435" name="Ink 434">
                  <a:extLst>
                    <a:ext uri="{FF2B5EF4-FFF2-40B4-BE49-F238E27FC236}">
                      <a16:creationId xmlns:a16="http://schemas.microsoft.com/office/drawing/2014/main" id="{A2F19414-DA44-7E5A-9E31-90604E3379DF}"/>
                    </a:ext>
                  </a:extLst>
                </p:cNvPr>
                <p:cNvPicPr/>
                <p:nvPr/>
              </p:nvPicPr>
              <p:blipFill>
                <a:blip r:embed="rId557"/>
                <a:stretch>
                  <a:fillRect/>
                </a:stretch>
              </p:blipFill>
              <p:spPr>
                <a:xfrm>
                  <a:off x="7398371" y="1855349"/>
                  <a:ext cx="2034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558">
              <p14:nvContentPartPr>
                <p14:cNvPr id="436" name="Ink 435">
                  <a:extLst>
                    <a:ext uri="{FF2B5EF4-FFF2-40B4-BE49-F238E27FC236}">
                      <a16:creationId xmlns:a16="http://schemas.microsoft.com/office/drawing/2014/main" id="{FBECC1D7-799C-0940-5830-65FA4F438E93}"/>
                    </a:ext>
                  </a:extLst>
                </p14:cNvPr>
                <p14:cNvContentPartPr/>
                <p14:nvPr/>
              </p14:nvContentPartPr>
              <p14:xfrm>
                <a:off x="7642091" y="1902509"/>
                <a:ext cx="67320" cy="84600"/>
              </p14:xfrm>
            </p:contentPart>
          </mc:Choice>
          <mc:Fallback xmlns="">
            <p:pic>
              <p:nvPicPr>
                <p:cNvPr id="436" name="Ink 435">
                  <a:extLst>
                    <a:ext uri="{FF2B5EF4-FFF2-40B4-BE49-F238E27FC236}">
                      <a16:creationId xmlns:a16="http://schemas.microsoft.com/office/drawing/2014/main" id="{FBECC1D7-799C-0940-5830-65FA4F438E93}"/>
                    </a:ext>
                  </a:extLst>
                </p:cNvPr>
                <p:cNvPicPr/>
                <p:nvPr/>
              </p:nvPicPr>
              <p:blipFill>
                <a:blip r:embed="rId559"/>
                <a:stretch>
                  <a:fillRect/>
                </a:stretch>
              </p:blipFill>
              <p:spPr>
                <a:xfrm>
                  <a:off x="7635971" y="1896389"/>
                  <a:ext cx="7956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560">
              <p14:nvContentPartPr>
                <p14:cNvPr id="437" name="Ink 436">
                  <a:extLst>
                    <a:ext uri="{FF2B5EF4-FFF2-40B4-BE49-F238E27FC236}">
                      <a16:creationId xmlns:a16="http://schemas.microsoft.com/office/drawing/2014/main" id="{0D496C46-C64F-BB11-F94C-A2F597C7F07D}"/>
                    </a:ext>
                  </a:extLst>
                </p14:cNvPr>
                <p14:cNvContentPartPr/>
                <p14:nvPr/>
              </p14:nvContentPartPr>
              <p14:xfrm>
                <a:off x="8219891" y="1864709"/>
                <a:ext cx="53640" cy="181440"/>
              </p14:xfrm>
            </p:contentPart>
          </mc:Choice>
          <mc:Fallback xmlns="">
            <p:pic>
              <p:nvPicPr>
                <p:cNvPr id="437" name="Ink 436">
                  <a:extLst>
                    <a:ext uri="{FF2B5EF4-FFF2-40B4-BE49-F238E27FC236}">
                      <a16:creationId xmlns:a16="http://schemas.microsoft.com/office/drawing/2014/main" id="{0D496C46-C64F-BB11-F94C-A2F597C7F07D}"/>
                    </a:ext>
                  </a:extLst>
                </p:cNvPr>
                <p:cNvPicPr/>
                <p:nvPr/>
              </p:nvPicPr>
              <p:blipFill>
                <a:blip r:embed="rId561"/>
                <a:stretch>
                  <a:fillRect/>
                </a:stretch>
              </p:blipFill>
              <p:spPr>
                <a:xfrm>
                  <a:off x="8213771" y="1858589"/>
                  <a:ext cx="6588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562">
              <p14:nvContentPartPr>
                <p14:cNvPr id="438" name="Ink 437">
                  <a:extLst>
                    <a:ext uri="{FF2B5EF4-FFF2-40B4-BE49-F238E27FC236}">
                      <a16:creationId xmlns:a16="http://schemas.microsoft.com/office/drawing/2014/main" id="{072FF683-B871-F8A5-E3B2-040C699914F8}"/>
                    </a:ext>
                  </a:extLst>
                </p14:cNvPr>
                <p14:cNvContentPartPr/>
                <p14:nvPr/>
              </p14:nvContentPartPr>
              <p14:xfrm>
                <a:off x="8173451" y="1949669"/>
                <a:ext cx="183240" cy="65880"/>
              </p14:xfrm>
            </p:contentPart>
          </mc:Choice>
          <mc:Fallback xmlns="">
            <p:pic>
              <p:nvPicPr>
                <p:cNvPr id="438" name="Ink 437">
                  <a:extLst>
                    <a:ext uri="{FF2B5EF4-FFF2-40B4-BE49-F238E27FC236}">
                      <a16:creationId xmlns:a16="http://schemas.microsoft.com/office/drawing/2014/main" id="{072FF683-B871-F8A5-E3B2-040C699914F8}"/>
                    </a:ext>
                  </a:extLst>
                </p:cNvPr>
                <p:cNvPicPr/>
                <p:nvPr/>
              </p:nvPicPr>
              <p:blipFill>
                <a:blip r:embed="rId563"/>
                <a:stretch>
                  <a:fillRect/>
                </a:stretch>
              </p:blipFill>
              <p:spPr>
                <a:xfrm>
                  <a:off x="8167331" y="1943549"/>
                  <a:ext cx="1954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564">
              <p14:nvContentPartPr>
                <p14:cNvPr id="439" name="Ink 438">
                  <a:extLst>
                    <a:ext uri="{FF2B5EF4-FFF2-40B4-BE49-F238E27FC236}">
                      <a16:creationId xmlns:a16="http://schemas.microsoft.com/office/drawing/2014/main" id="{D2BEDD41-32BA-4897-7B3B-95B27B319461}"/>
                    </a:ext>
                  </a:extLst>
                </p14:cNvPr>
                <p14:cNvContentPartPr/>
                <p14:nvPr/>
              </p14:nvContentPartPr>
              <p14:xfrm>
                <a:off x="8172011" y="1982789"/>
                <a:ext cx="210600" cy="31320"/>
              </p14:xfrm>
            </p:contentPart>
          </mc:Choice>
          <mc:Fallback xmlns="">
            <p:pic>
              <p:nvPicPr>
                <p:cNvPr id="439" name="Ink 438">
                  <a:extLst>
                    <a:ext uri="{FF2B5EF4-FFF2-40B4-BE49-F238E27FC236}">
                      <a16:creationId xmlns:a16="http://schemas.microsoft.com/office/drawing/2014/main" id="{D2BEDD41-32BA-4897-7B3B-95B27B319461}"/>
                    </a:ext>
                  </a:extLst>
                </p:cNvPr>
                <p:cNvPicPr/>
                <p:nvPr/>
              </p:nvPicPr>
              <p:blipFill>
                <a:blip r:embed="rId565"/>
                <a:stretch>
                  <a:fillRect/>
                </a:stretch>
              </p:blipFill>
              <p:spPr>
                <a:xfrm>
                  <a:off x="8165891" y="1976669"/>
                  <a:ext cx="2228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566">
              <p14:nvContentPartPr>
                <p14:cNvPr id="440" name="Ink 439">
                  <a:extLst>
                    <a:ext uri="{FF2B5EF4-FFF2-40B4-BE49-F238E27FC236}">
                      <a16:creationId xmlns:a16="http://schemas.microsoft.com/office/drawing/2014/main" id="{0273F70E-B04F-F498-AACB-490FACFD8CDF}"/>
                    </a:ext>
                  </a:extLst>
                </p14:cNvPr>
                <p14:cNvContentPartPr/>
                <p14:nvPr/>
              </p14:nvContentPartPr>
              <p14:xfrm>
                <a:off x="8288651" y="1906469"/>
                <a:ext cx="38880" cy="160920"/>
              </p14:xfrm>
            </p:contentPart>
          </mc:Choice>
          <mc:Fallback xmlns="">
            <p:pic>
              <p:nvPicPr>
                <p:cNvPr id="440" name="Ink 439">
                  <a:extLst>
                    <a:ext uri="{FF2B5EF4-FFF2-40B4-BE49-F238E27FC236}">
                      <a16:creationId xmlns:a16="http://schemas.microsoft.com/office/drawing/2014/main" id="{0273F70E-B04F-F498-AACB-490FACFD8CDF}"/>
                    </a:ext>
                  </a:extLst>
                </p:cNvPr>
                <p:cNvPicPr/>
                <p:nvPr/>
              </p:nvPicPr>
              <p:blipFill>
                <a:blip r:embed="rId567"/>
                <a:stretch>
                  <a:fillRect/>
                </a:stretch>
              </p:blipFill>
              <p:spPr>
                <a:xfrm>
                  <a:off x="8282531" y="1900349"/>
                  <a:ext cx="511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568">
              <p14:nvContentPartPr>
                <p14:cNvPr id="443" name="Ink 442">
                  <a:extLst>
                    <a:ext uri="{FF2B5EF4-FFF2-40B4-BE49-F238E27FC236}">
                      <a16:creationId xmlns:a16="http://schemas.microsoft.com/office/drawing/2014/main" id="{25D85A8B-8D2F-729A-06DA-3D8B096A7F1D}"/>
                    </a:ext>
                  </a:extLst>
                </p14:cNvPr>
                <p14:cNvContentPartPr/>
                <p14:nvPr/>
              </p14:nvContentPartPr>
              <p14:xfrm>
                <a:off x="8431211" y="1913309"/>
                <a:ext cx="33480" cy="123480"/>
              </p14:xfrm>
            </p:contentPart>
          </mc:Choice>
          <mc:Fallback xmlns="">
            <p:pic>
              <p:nvPicPr>
                <p:cNvPr id="443" name="Ink 442">
                  <a:extLst>
                    <a:ext uri="{FF2B5EF4-FFF2-40B4-BE49-F238E27FC236}">
                      <a16:creationId xmlns:a16="http://schemas.microsoft.com/office/drawing/2014/main" id="{25D85A8B-8D2F-729A-06DA-3D8B096A7F1D}"/>
                    </a:ext>
                  </a:extLst>
                </p:cNvPr>
                <p:cNvPicPr/>
                <p:nvPr/>
              </p:nvPicPr>
              <p:blipFill>
                <a:blip r:embed="rId569"/>
                <a:stretch>
                  <a:fillRect/>
                </a:stretch>
              </p:blipFill>
              <p:spPr>
                <a:xfrm>
                  <a:off x="8425091" y="1907189"/>
                  <a:ext cx="457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570">
              <p14:nvContentPartPr>
                <p14:cNvPr id="444" name="Ink 443">
                  <a:extLst>
                    <a:ext uri="{FF2B5EF4-FFF2-40B4-BE49-F238E27FC236}">
                      <a16:creationId xmlns:a16="http://schemas.microsoft.com/office/drawing/2014/main" id="{976B5489-4965-1DC1-CF86-23FC1878864C}"/>
                    </a:ext>
                  </a:extLst>
                </p14:cNvPr>
                <p14:cNvContentPartPr/>
                <p14:nvPr/>
              </p14:nvContentPartPr>
              <p14:xfrm>
                <a:off x="8456771" y="1882349"/>
                <a:ext cx="104040" cy="71280"/>
              </p14:xfrm>
            </p:contentPart>
          </mc:Choice>
          <mc:Fallback xmlns="">
            <p:pic>
              <p:nvPicPr>
                <p:cNvPr id="444" name="Ink 443">
                  <a:extLst>
                    <a:ext uri="{FF2B5EF4-FFF2-40B4-BE49-F238E27FC236}">
                      <a16:creationId xmlns:a16="http://schemas.microsoft.com/office/drawing/2014/main" id="{976B5489-4965-1DC1-CF86-23FC1878864C}"/>
                    </a:ext>
                  </a:extLst>
                </p:cNvPr>
                <p:cNvPicPr/>
                <p:nvPr/>
              </p:nvPicPr>
              <p:blipFill>
                <a:blip r:embed="rId571"/>
                <a:stretch>
                  <a:fillRect/>
                </a:stretch>
              </p:blipFill>
              <p:spPr>
                <a:xfrm>
                  <a:off x="8450651" y="1876229"/>
                  <a:ext cx="11628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572">
              <p14:nvContentPartPr>
                <p14:cNvPr id="445" name="Ink 444">
                  <a:extLst>
                    <a:ext uri="{FF2B5EF4-FFF2-40B4-BE49-F238E27FC236}">
                      <a16:creationId xmlns:a16="http://schemas.microsoft.com/office/drawing/2014/main" id="{DF8E37B3-0C37-D055-2257-7543B75A5950}"/>
                    </a:ext>
                  </a:extLst>
                </p14:cNvPr>
                <p14:cNvContentPartPr/>
                <p14:nvPr/>
              </p14:nvContentPartPr>
              <p14:xfrm>
                <a:off x="7414931" y="2111309"/>
                <a:ext cx="37440" cy="160920"/>
              </p14:xfrm>
            </p:contentPart>
          </mc:Choice>
          <mc:Fallback xmlns="">
            <p:pic>
              <p:nvPicPr>
                <p:cNvPr id="445" name="Ink 444">
                  <a:extLst>
                    <a:ext uri="{FF2B5EF4-FFF2-40B4-BE49-F238E27FC236}">
                      <a16:creationId xmlns:a16="http://schemas.microsoft.com/office/drawing/2014/main" id="{DF8E37B3-0C37-D055-2257-7543B75A5950}"/>
                    </a:ext>
                  </a:extLst>
                </p:cNvPr>
                <p:cNvPicPr/>
                <p:nvPr/>
              </p:nvPicPr>
              <p:blipFill>
                <a:blip r:embed="rId573"/>
                <a:stretch>
                  <a:fillRect/>
                </a:stretch>
              </p:blipFill>
              <p:spPr>
                <a:xfrm>
                  <a:off x="7408811" y="2105189"/>
                  <a:ext cx="496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574">
              <p14:nvContentPartPr>
                <p14:cNvPr id="446" name="Ink 445">
                  <a:extLst>
                    <a:ext uri="{FF2B5EF4-FFF2-40B4-BE49-F238E27FC236}">
                      <a16:creationId xmlns:a16="http://schemas.microsoft.com/office/drawing/2014/main" id="{6A98BFCC-A684-DAE8-2DCB-68F1CC1B22C1}"/>
                    </a:ext>
                  </a:extLst>
                </p14:cNvPr>
                <p14:cNvContentPartPr/>
                <p14:nvPr/>
              </p14:nvContentPartPr>
              <p14:xfrm>
                <a:off x="7416731" y="2099069"/>
                <a:ext cx="121320" cy="151200"/>
              </p14:xfrm>
            </p:contentPart>
          </mc:Choice>
          <mc:Fallback xmlns="">
            <p:pic>
              <p:nvPicPr>
                <p:cNvPr id="446" name="Ink 445">
                  <a:extLst>
                    <a:ext uri="{FF2B5EF4-FFF2-40B4-BE49-F238E27FC236}">
                      <a16:creationId xmlns:a16="http://schemas.microsoft.com/office/drawing/2014/main" id="{6A98BFCC-A684-DAE8-2DCB-68F1CC1B22C1}"/>
                    </a:ext>
                  </a:extLst>
                </p:cNvPr>
                <p:cNvPicPr/>
                <p:nvPr/>
              </p:nvPicPr>
              <p:blipFill>
                <a:blip r:embed="rId575"/>
                <a:stretch>
                  <a:fillRect/>
                </a:stretch>
              </p:blipFill>
              <p:spPr>
                <a:xfrm>
                  <a:off x="7410611" y="2092949"/>
                  <a:ext cx="13356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576">
              <p14:nvContentPartPr>
                <p14:cNvPr id="447" name="Ink 446">
                  <a:extLst>
                    <a:ext uri="{FF2B5EF4-FFF2-40B4-BE49-F238E27FC236}">
                      <a16:creationId xmlns:a16="http://schemas.microsoft.com/office/drawing/2014/main" id="{5A500957-1D65-1C9C-0DBA-8E57C31982DE}"/>
                    </a:ext>
                  </a:extLst>
                </p14:cNvPr>
                <p14:cNvContentPartPr/>
                <p14:nvPr/>
              </p14:nvContentPartPr>
              <p14:xfrm>
                <a:off x="7419971" y="2193749"/>
                <a:ext cx="163800" cy="41040"/>
              </p14:xfrm>
            </p:contentPart>
          </mc:Choice>
          <mc:Fallback xmlns="">
            <p:pic>
              <p:nvPicPr>
                <p:cNvPr id="447" name="Ink 446">
                  <a:extLst>
                    <a:ext uri="{FF2B5EF4-FFF2-40B4-BE49-F238E27FC236}">
                      <a16:creationId xmlns:a16="http://schemas.microsoft.com/office/drawing/2014/main" id="{5A500957-1D65-1C9C-0DBA-8E57C31982DE}"/>
                    </a:ext>
                  </a:extLst>
                </p:cNvPr>
                <p:cNvPicPr/>
                <p:nvPr/>
              </p:nvPicPr>
              <p:blipFill>
                <a:blip r:embed="rId577"/>
                <a:stretch>
                  <a:fillRect/>
                </a:stretch>
              </p:blipFill>
              <p:spPr>
                <a:xfrm>
                  <a:off x="7413851" y="2187629"/>
                  <a:ext cx="1760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578">
              <p14:nvContentPartPr>
                <p14:cNvPr id="448" name="Ink 447">
                  <a:extLst>
                    <a:ext uri="{FF2B5EF4-FFF2-40B4-BE49-F238E27FC236}">
                      <a16:creationId xmlns:a16="http://schemas.microsoft.com/office/drawing/2014/main" id="{62B7655B-A624-7299-F982-A69B509ADFC4}"/>
                    </a:ext>
                  </a:extLst>
                </p14:cNvPr>
                <p14:cNvContentPartPr/>
                <p14:nvPr/>
              </p14:nvContentPartPr>
              <p14:xfrm>
                <a:off x="7600331" y="2148749"/>
                <a:ext cx="103680" cy="146520"/>
              </p14:xfrm>
            </p:contentPart>
          </mc:Choice>
          <mc:Fallback xmlns="">
            <p:pic>
              <p:nvPicPr>
                <p:cNvPr id="448" name="Ink 447">
                  <a:extLst>
                    <a:ext uri="{FF2B5EF4-FFF2-40B4-BE49-F238E27FC236}">
                      <a16:creationId xmlns:a16="http://schemas.microsoft.com/office/drawing/2014/main" id="{62B7655B-A624-7299-F982-A69B509ADFC4}"/>
                    </a:ext>
                  </a:extLst>
                </p:cNvPr>
                <p:cNvPicPr/>
                <p:nvPr/>
              </p:nvPicPr>
              <p:blipFill>
                <a:blip r:embed="rId579"/>
                <a:stretch>
                  <a:fillRect/>
                </a:stretch>
              </p:blipFill>
              <p:spPr>
                <a:xfrm>
                  <a:off x="7594211" y="2142629"/>
                  <a:ext cx="1159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580">
              <p14:nvContentPartPr>
                <p14:cNvPr id="418" name="Ink 417">
                  <a:extLst>
                    <a:ext uri="{FF2B5EF4-FFF2-40B4-BE49-F238E27FC236}">
                      <a16:creationId xmlns:a16="http://schemas.microsoft.com/office/drawing/2014/main" id="{D585A6AF-F40F-7759-0782-9BF99DD6722B}"/>
                    </a:ext>
                  </a:extLst>
                </p14:cNvPr>
                <p14:cNvContentPartPr/>
                <p14:nvPr/>
              </p14:nvContentPartPr>
              <p14:xfrm>
                <a:off x="6115691" y="1799549"/>
                <a:ext cx="47520" cy="231480"/>
              </p14:xfrm>
            </p:contentPart>
          </mc:Choice>
          <mc:Fallback xmlns="">
            <p:pic>
              <p:nvPicPr>
                <p:cNvPr id="418" name="Ink 417">
                  <a:extLst>
                    <a:ext uri="{FF2B5EF4-FFF2-40B4-BE49-F238E27FC236}">
                      <a16:creationId xmlns:a16="http://schemas.microsoft.com/office/drawing/2014/main" id="{D585A6AF-F40F-7759-0782-9BF99DD6722B}"/>
                    </a:ext>
                  </a:extLst>
                </p:cNvPr>
                <p:cNvPicPr/>
                <p:nvPr/>
              </p:nvPicPr>
              <p:blipFill>
                <a:blip r:embed="rId581"/>
                <a:stretch>
                  <a:fillRect/>
                </a:stretch>
              </p:blipFill>
              <p:spPr>
                <a:xfrm>
                  <a:off x="6109571" y="1793429"/>
                  <a:ext cx="5976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582">
              <p14:nvContentPartPr>
                <p14:cNvPr id="419" name="Ink 418">
                  <a:extLst>
                    <a:ext uri="{FF2B5EF4-FFF2-40B4-BE49-F238E27FC236}">
                      <a16:creationId xmlns:a16="http://schemas.microsoft.com/office/drawing/2014/main" id="{63B97046-CA7A-E020-962F-D35D3091B1B9}"/>
                    </a:ext>
                  </a:extLst>
                </p14:cNvPr>
                <p14:cNvContentPartPr/>
                <p14:nvPr/>
              </p14:nvContentPartPr>
              <p14:xfrm>
                <a:off x="6199931" y="1814309"/>
                <a:ext cx="19440" cy="190080"/>
              </p14:xfrm>
            </p:contentPart>
          </mc:Choice>
          <mc:Fallback xmlns="">
            <p:pic>
              <p:nvPicPr>
                <p:cNvPr id="419" name="Ink 418">
                  <a:extLst>
                    <a:ext uri="{FF2B5EF4-FFF2-40B4-BE49-F238E27FC236}">
                      <a16:creationId xmlns:a16="http://schemas.microsoft.com/office/drawing/2014/main" id="{63B97046-CA7A-E020-962F-D35D3091B1B9}"/>
                    </a:ext>
                  </a:extLst>
                </p:cNvPr>
                <p:cNvPicPr/>
                <p:nvPr/>
              </p:nvPicPr>
              <p:blipFill>
                <a:blip r:embed="rId583"/>
                <a:stretch>
                  <a:fillRect/>
                </a:stretch>
              </p:blipFill>
              <p:spPr>
                <a:xfrm>
                  <a:off x="6193811" y="1808189"/>
                  <a:ext cx="316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584">
              <p14:nvContentPartPr>
                <p14:cNvPr id="420" name="Ink 419">
                  <a:extLst>
                    <a:ext uri="{FF2B5EF4-FFF2-40B4-BE49-F238E27FC236}">
                      <a16:creationId xmlns:a16="http://schemas.microsoft.com/office/drawing/2014/main" id="{14639416-05E9-23C0-51EA-13125B602AE6}"/>
                    </a:ext>
                  </a:extLst>
                </p14:cNvPr>
                <p14:cNvContentPartPr/>
                <p14:nvPr/>
              </p14:nvContentPartPr>
              <p14:xfrm>
                <a:off x="6055931" y="1831949"/>
                <a:ext cx="253080" cy="142560"/>
              </p14:xfrm>
            </p:contentPart>
          </mc:Choice>
          <mc:Fallback xmlns="">
            <p:pic>
              <p:nvPicPr>
                <p:cNvPr id="420" name="Ink 419">
                  <a:extLst>
                    <a:ext uri="{FF2B5EF4-FFF2-40B4-BE49-F238E27FC236}">
                      <a16:creationId xmlns:a16="http://schemas.microsoft.com/office/drawing/2014/main" id="{14639416-05E9-23C0-51EA-13125B602AE6}"/>
                    </a:ext>
                  </a:extLst>
                </p:cNvPr>
                <p:cNvPicPr/>
                <p:nvPr/>
              </p:nvPicPr>
              <p:blipFill>
                <a:blip r:embed="rId585"/>
                <a:stretch>
                  <a:fillRect/>
                </a:stretch>
              </p:blipFill>
              <p:spPr>
                <a:xfrm>
                  <a:off x="6049811" y="1825829"/>
                  <a:ext cx="26532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586">
              <p14:nvContentPartPr>
                <p14:cNvPr id="451" name="Ink 450">
                  <a:extLst>
                    <a:ext uri="{FF2B5EF4-FFF2-40B4-BE49-F238E27FC236}">
                      <a16:creationId xmlns:a16="http://schemas.microsoft.com/office/drawing/2014/main" id="{1CA43F7B-96DF-4C2B-8672-957616759C91}"/>
                    </a:ext>
                  </a:extLst>
                </p14:cNvPr>
                <p14:cNvContentPartPr/>
                <p14:nvPr/>
              </p14:nvContentPartPr>
              <p14:xfrm>
                <a:off x="6351851" y="1785149"/>
                <a:ext cx="132840" cy="216000"/>
              </p14:xfrm>
            </p:contentPart>
          </mc:Choice>
          <mc:Fallback xmlns="">
            <p:pic>
              <p:nvPicPr>
                <p:cNvPr id="451" name="Ink 450">
                  <a:extLst>
                    <a:ext uri="{FF2B5EF4-FFF2-40B4-BE49-F238E27FC236}">
                      <a16:creationId xmlns:a16="http://schemas.microsoft.com/office/drawing/2014/main" id="{1CA43F7B-96DF-4C2B-8672-957616759C91}"/>
                    </a:ext>
                  </a:extLst>
                </p:cNvPr>
                <p:cNvPicPr/>
                <p:nvPr/>
              </p:nvPicPr>
              <p:blipFill>
                <a:blip r:embed="rId587"/>
                <a:stretch>
                  <a:fillRect/>
                </a:stretch>
              </p:blipFill>
              <p:spPr>
                <a:xfrm>
                  <a:off x="6345731" y="1779029"/>
                  <a:ext cx="14508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588">
              <p14:nvContentPartPr>
                <p14:cNvPr id="453" name="Ink 452">
                  <a:extLst>
                    <a:ext uri="{FF2B5EF4-FFF2-40B4-BE49-F238E27FC236}">
                      <a16:creationId xmlns:a16="http://schemas.microsoft.com/office/drawing/2014/main" id="{DDDD8BCA-9B54-D5C3-859B-F1F786DE6168}"/>
                    </a:ext>
                  </a:extLst>
                </p14:cNvPr>
                <p14:cNvContentPartPr/>
                <p14:nvPr/>
              </p14:nvContentPartPr>
              <p14:xfrm>
                <a:off x="6959891" y="1683629"/>
                <a:ext cx="18720" cy="22320"/>
              </p14:xfrm>
            </p:contentPart>
          </mc:Choice>
          <mc:Fallback xmlns="">
            <p:pic>
              <p:nvPicPr>
                <p:cNvPr id="453" name="Ink 452">
                  <a:extLst>
                    <a:ext uri="{FF2B5EF4-FFF2-40B4-BE49-F238E27FC236}">
                      <a16:creationId xmlns:a16="http://schemas.microsoft.com/office/drawing/2014/main" id="{DDDD8BCA-9B54-D5C3-859B-F1F786DE6168}"/>
                    </a:ext>
                  </a:extLst>
                </p:cNvPr>
                <p:cNvPicPr/>
                <p:nvPr/>
              </p:nvPicPr>
              <p:blipFill>
                <a:blip r:embed="rId589"/>
                <a:stretch>
                  <a:fillRect/>
                </a:stretch>
              </p:blipFill>
              <p:spPr>
                <a:xfrm>
                  <a:off x="6953771" y="1677509"/>
                  <a:ext cx="309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590">
              <p14:nvContentPartPr>
                <p14:cNvPr id="454" name="Ink 453">
                  <a:extLst>
                    <a:ext uri="{FF2B5EF4-FFF2-40B4-BE49-F238E27FC236}">
                      <a16:creationId xmlns:a16="http://schemas.microsoft.com/office/drawing/2014/main" id="{BC769A1E-6E4F-F3B8-5D0E-74FACFEB41C2}"/>
                    </a:ext>
                  </a:extLst>
                </p14:cNvPr>
                <p14:cNvContentPartPr/>
                <p14:nvPr/>
              </p14:nvContentPartPr>
              <p14:xfrm>
                <a:off x="7153571" y="1668509"/>
                <a:ext cx="38520" cy="45720"/>
              </p14:xfrm>
            </p:contentPart>
          </mc:Choice>
          <mc:Fallback xmlns="">
            <p:pic>
              <p:nvPicPr>
                <p:cNvPr id="454" name="Ink 453">
                  <a:extLst>
                    <a:ext uri="{FF2B5EF4-FFF2-40B4-BE49-F238E27FC236}">
                      <a16:creationId xmlns:a16="http://schemas.microsoft.com/office/drawing/2014/main" id="{BC769A1E-6E4F-F3B8-5D0E-74FACFEB41C2}"/>
                    </a:ext>
                  </a:extLst>
                </p:cNvPr>
                <p:cNvPicPr/>
                <p:nvPr/>
              </p:nvPicPr>
              <p:blipFill>
                <a:blip r:embed="rId591"/>
                <a:stretch>
                  <a:fillRect/>
                </a:stretch>
              </p:blipFill>
              <p:spPr>
                <a:xfrm>
                  <a:off x="7147451" y="1662389"/>
                  <a:ext cx="507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592">
              <p14:nvContentPartPr>
                <p14:cNvPr id="455" name="Ink 454">
                  <a:extLst>
                    <a:ext uri="{FF2B5EF4-FFF2-40B4-BE49-F238E27FC236}">
                      <a16:creationId xmlns:a16="http://schemas.microsoft.com/office/drawing/2014/main" id="{99C52DC6-2767-9F2E-054B-9F948CC1588A}"/>
                    </a:ext>
                  </a:extLst>
                </p14:cNvPr>
                <p14:cNvContentPartPr/>
                <p14:nvPr/>
              </p14:nvContentPartPr>
              <p14:xfrm>
                <a:off x="7139171" y="1673909"/>
                <a:ext cx="70560" cy="39240"/>
              </p14:xfrm>
            </p:contentPart>
          </mc:Choice>
          <mc:Fallback xmlns="">
            <p:pic>
              <p:nvPicPr>
                <p:cNvPr id="455" name="Ink 454">
                  <a:extLst>
                    <a:ext uri="{FF2B5EF4-FFF2-40B4-BE49-F238E27FC236}">
                      <a16:creationId xmlns:a16="http://schemas.microsoft.com/office/drawing/2014/main" id="{99C52DC6-2767-9F2E-054B-9F948CC1588A}"/>
                    </a:ext>
                  </a:extLst>
                </p:cNvPr>
                <p:cNvPicPr/>
                <p:nvPr/>
              </p:nvPicPr>
              <p:blipFill>
                <a:blip r:embed="rId593"/>
                <a:stretch>
                  <a:fillRect/>
                </a:stretch>
              </p:blipFill>
              <p:spPr>
                <a:xfrm>
                  <a:off x="7133051" y="1667789"/>
                  <a:ext cx="828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594">
              <p14:nvContentPartPr>
                <p14:cNvPr id="456" name="Ink 455">
                  <a:extLst>
                    <a:ext uri="{FF2B5EF4-FFF2-40B4-BE49-F238E27FC236}">
                      <a16:creationId xmlns:a16="http://schemas.microsoft.com/office/drawing/2014/main" id="{34B15EA7-434F-84AC-837D-8A6D7D82F281}"/>
                    </a:ext>
                  </a:extLst>
                </p14:cNvPr>
                <p14:cNvContentPartPr/>
                <p14:nvPr/>
              </p14:nvContentPartPr>
              <p14:xfrm>
                <a:off x="6959171" y="1673909"/>
                <a:ext cx="44280" cy="17280"/>
              </p14:xfrm>
            </p:contentPart>
          </mc:Choice>
          <mc:Fallback xmlns="">
            <p:pic>
              <p:nvPicPr>
                <p:cNvPr id="456" name="Ink 455">
                  <a:extLst>
                    <a:ext uri="{FF2B5EF4-FFF2-40B4-BE49-F238E27FC236}">
                      <a16:creationId xmlns:a16="http://schemas.microsoft.com/office/drawing/2014/main" id="{34B15EA7-434F-84AC-837D-8A6D7D82F281}"/>
                    </a:ext>
                  </a:extLst>
                </p:cNvPr>
                <p:cNvPicPr/>
                <p:nvPr/>
              </p:nvPicPr>
              <p:blipFill>
                <a:blip r:embed="rId595"/>
                <a:stretch>
                  <a:fillRect/>
                </a:stretch>
              </p:blipFill>
              <p:spPr>
                <a:xfrm>
                  <a:off x="6953051" y="1667789"/>
                  <a:ext cx="565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596">
              <p14:nvContentPartPr>
                <p14:cNvPr id="457" name="Ink 456">
                  <a:extLst>
                    <a:ext uri="{FF2B5EF4-FFF2-40B4-BE49-F238E27FC236}">
                      <a16:creationId xmlns:a16="http://schemas.microsoft.com/office/drawing/2014/main" id="{C83D68CB-E4BA-4190-821E-67F095D8DABF}"/>
                    </a:ext>
                  </a:extLst>
                </p14:cNvPr>
                <p14:cNvContentPartPr/>
                <p14:nvPr/>
              </p14:nvContentPartPr>
              <p14:xfrm>
                <a:off x="7140971" y="1694429"/>
                <a:ext cx="19800" cy="26280"/>
              </p14:xfrm>
            </p:contentPart>
          </mc:Choice>
          <mc:Fallback xmlns="">
            <p:pic>
              <p:nvPicPr>
                <p:cNvPr id="457" name="Ink 456">
                  <a:extLst>
                    <a:ext uri="{FF2B5EF4-FFF2-40B4-BE49-F238E27FC236}">
                      <a16:creationId xmlns:a16="http://schemas.microsoft.com/office/drawing/2014/main" id="{C83D68CB-E4BA-4190-821E-67F095D8DABF}"/>
                    </a:ext>
                  </a:extLst>
                </p:cNvPr>
                <p:cNvPicPr/>
                <p:nvPr/>
              </p:nvPicPr>
              <p:blipFill>
                <a:blip r:embed="rId597"/>
                <a:stretch>
                  <a:fillRect/>
                </a:stretch>
              </p:blipFill>
              <p:spPr>
                <a:xfrm>
                  <a:off x="7134851" y="1688309"/>
                  <a:ext cx="32040" cy="38520"/>
                </a:xfrm>
                <a:prstGeom prst="rect">
                  <a:avLst/>
                </a:prstGeom>
              </p:spPr>
            </p:pic>
          </mc:Fallback>
        </mc:AlternateContent>
      </p:grpSp>
      <p:grpSp>
        <p:nvGrpSpPr>
          <p:cNvPr id="519" name="Group 518">
            <a:extLst>
              <a:ext uri="{FF2B5EF4-FFF2-40B4-BE49-F238E27FC236}">
                <a16:creationId xmlns:a16="http://schemas.microsoft.com/office/drawing/2014/main" id="{2650ACF2-544A-579C-D3CB-2A5117A7945D}"/>
              </a:ext>
            </a:extLst>
          </p:cNvPr>
          <p:cNvGrpSpPr/>
          <p:nvPr/>
        </p:nvGrpSpPr>
        <p:grpSpPr>
          <a:xfrm>
            <a:off x="5944691" y="2489309"/>
            <a:ext cx="3017520" cy="2442960"/>
            <a:chOff x="5944691" y="2489309"/>
            <a:chExt cx="3017520" cy="2442960"/>
          </a:xfrm>
        </p:grpSpPr>
        <mc:AlternateContent xmlns:mc="http://schemas.openxmlformats.org/markup-compatibility/2006" xmlns:p14="http://schemas.microsoft.com/office/powerpoint/2010/main">
          <mc:Choice Requires="p14">
            <p:contentPart p14:bwMode="auto" r:id="rId598">
              <p14:nvContentPartPr>
                <p14:cNvPr id="492" name="Ink 491">
                  <a:extLst>
                    <a:ext uri="{FF2B5EF4-FFF2-40B4-BE49-F238E27FC236}">
                      <a16:creationId xmlns:a16="http://schemas.microsoft.com/office/drawing/2014/main" id="{4820A2FB-DFDC-EA4D-DBAF-790253B9BFB4}"/>
                    </a:ext>
                  </a:extLst>
                </p14:cNvPr>
                <p14:cNvContentPartPr/>
                <p14:nvPr/>
              </p14:nvContentPartPr>
              <p14:xfrm>
                <a:off x="7524011" y="4324949"/>
                <a:ext cx="44640" cy="252720"/>
              </p14:xfrm>
            </p:contentPart>
          </mc:Choice>
          <mc:Fallback xmlns="">
            <p:pic>
              <p:nvPicPr>
                <p:cNvPr id="492" name="Ink 491">
                  <a:extLst>
                    <a:ext uri="{FF2B5EF4-FFF2-40B4-BE49-F238E27FC236}">
                      <a16:creationId xmlns:a16="http://schemas.microsoft.com/office/drawing/2014/main" id="{4820A2FB-DFDC-EA4D-DBAF-790253B9BFB4}"/>
                    </a:ext>
                  </a:extLst>
                </p:cNvPr>
                <p:cNvPicPr/>
                <p:nvPr/>
              </p:nvPicPr>
              <p:blipFill>
                <a:blip r:embed="rId599"/>
                <a:stretch>
                  <a:fillRect/>
                </a:stretch>
              </p:blipFill>
              <p:spPr>
                <a:xfrm>
                  <a:off x="7517891" y="4318829"/>
                  <a:ext cx="5688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600">
              <p14:nvContentPartPr>
                <p14:cNvPr id="493" name="Ink 492">
                  <a:extLst>
                    <a:ext uri="{FF2B5EF4-FFF2-40B4-BE49-F238E27FC236}">
                      <a16:creationId xmlns:a16="http://schemas.microsoft.com/office/drawing/2014/main" id="{E5008BD2-2981-69BF-9A86-96BA0D589575}"/>
                    </a:ext>
                  </a:extLst>
                </p14:cNvPr>
                <p14:cNvContentPartPr/>
                <p14:nvPr/>
              </p14:nvContentPartPr>
              <p14:xfrm>
                <a:off x="7536971" y="4392629"/>
                <a:ext cx="154080" cy="171000"/>
              </p14:xfrm>
            </p:contentPart>
          </mc:Choice>
          <mc:Fallback xmlns="">
            <p:pic>
              <p:nvPicPr>
                <p:cNvPr id="493" name="Ink 492">
                  <a:extLst>
                    <a:ext uri="{FF2B5EF4-FFF2-40B4-BE49-F238E27FC236}">
                      <a16:creationId xmlns:a16="http://schemas.microsoft.com/office/drawing/2014/main" id="{E5008BD2-2981-69BF-9A86-96BA0D589575}"/>
                    </a:ext>
                  </a:extLst>
                </p:cNvPr>
                <p:cNvPicPr/>
                <p:nvPr/>
              </p:nvPicPr>
              <p:blipFill>
                <a:blip r:embed="rId601"/>
                <a:stretch>
                  <a:fillRect/>
                </a:stretch>
              </p:blipFill>
              <p:spPr>
                <a:xfrm>
                  <a:off x="7530851" y="4386509"/>
                  <a:ext cx="16632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602">
              <p14:nvContentPartPr>
                <p14:cNvPr id="494" name="Ink 493">
                  <a:extLst>
                    <a:ext uri="{FF2B5EF4-FFF2-40B4-BE49-F238E27FC236}">
                      <a16:creationId xmlns:a16="http://schemas.microsoft.com/office/drawing/2014/main" id="{BE851AD6-F641-8EBD-82AD-21BE7B308912}"/>
                    </a:ext>
                  </a:extLst>
                </p14:cNvPr>
                <p14:cNvContentPartPr/>
                <p14:nvPr/>
              </p14:nvContentPartPr>
              <p14:xfrm>
                <a:off x="7491251" y="4488749"/>
                <a:ext cx="199800" cy="24480"/>
              </p14:xfrm>
            </p:contentPart>
          </mc:Choice>
          <mc:Fallback xmlns="">
            <p:pic>
              <p:nvPicPr>
                <p:cNvPr id="494" name="Ink 493">
                  <a:extLst>
                    <a:ext uri="{FF2B5EF4-FFF2-40B4-BE49-F238E27FC236}">
                      <a16:creationId xmlns:a16="http://schemas.microsoft.com/office/drawing/2014/main" id="{BE851AD6-F641-8EBD-82AD-21BE7B308912}"/>
                    </a:ext>
                  </a:extLst>
                </p:cNvPr>
                <p:cNvPicPr/>
                <p:nvPr/>
              </p:nvPicPr>
              <p:blipFill>
                <a:blip r:embed="rId603"/>
                <a:stretch>
                  <a:fillRect/>
                </a:stretch>
              </p:blipFill>
              <p:spPr>
                <a:xfrm>
                  <a:off x="7485131" y="4482629"/>
                  <a:ext cx="21204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604">
              <p14:nvContentPartPr>
                <p14:cNvPr id="495" name="Ink 494">
                  <a:extLst>
                    <a:ext uri="{FF2B5EF4-FFF2-40B4-BE49-F238E27FC236}">
                      <a16:creationId xmlns:a16="http://schemas.microsoft.com/office/drawing/2014/main" id="{29DD6A43-D34D-1F9F-63FF-09FCC944FEBB}"/>
                    </a:ext>
                  </a:extLst>
                </p14:cNvPr>
                <p14:cNvContentPartPr/>
                <p14:nvPr/>
              </p14:nvContentPartPr>
              <p14:xfrm>
                <a:off x="7776011" y="4392629"/>
                <a:ext cx="28440" cy="162000"/>
              </p14:xfrm>
            </p:contentPart>
          </mc:Choice>
          <mc:Fallback xmlns="">
            <p:pic>
              <p:nvPicPr>
                <p:cNvPr id="495" name="Ink 494">
                  <a:extLst>
                    <a:ext uri="{FF2B5EF4-FFF2-40B4-BE49-F238E27FC236}">
                      <a16:creationId xmlns:a16="http://schemas.microsoft.com/office/drawing/2014/main" id="{29DD6A43-D34D-1F9F-63FF-09FCC944FEBB}"/>
                    </a:ext>
                  </a:extLst>
                </p:cNvPr>
                <p:cNvPicPr/>
                <p:nvPr/>
              </p:nvPicPr>
              <p:blipFill>
                <a:blip r:embed="rId605"/>
                <a:stretch>
                  <a:fillRect/>
                </a:stretch>
              </p:blipFill>
              <p:spPr>
                <a:xfrm>
                  <a:off x="7769891" y="4386509"/>
                  <a:ext cx="406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606">
              <p14:nvContentPartPr>
                <p14:cNvPr id="496" name="Ink 495">
                  <a:extLst>
                    <a:ext uri="{FF2B5EF4-FFF2-40B4-BE49-F238E27FC236}">
                      <a16:creationId xmlns:a16="http://schemas.microsoft.com/office/drawing/2014/main" id="{E4040017-3216-8D56-4173-CDD06D4B5746}"/>
                    </a:ext>
                  </a:extLst>
                </p14:cNvPr>
                <p14:cNvContentPartPr/>
                <p14:nvPr/>
              </p14:nvContentPartPr>
              <p14:xfrm>
                <a:off x="7526891" y="4349069"/>
                <a:ext cx="415440" cy="313920"/>
              </p14:xfrm>
            </p:contentPart>
          </mc:Choice>
          <mc:Fallback xmlns="">
            <p:pic>
              <p:nvPicPr>
                <p:cNvPr id="496" name="Ink 495">
                  <a:extLst>
                    <a:ext uri="{FF2B5EF4-FFF2-40B4-BE49-F238E27FC236}">
                      <a16:creationId xmlns:a16="http://schemas.microsoft.com/office/drawing/2014/main" id="{E4040017-3216-8D56-4173-CDD06D4B5746}"/>
                    </a:ext>
                  </a:extLst>
                </p:cNvPr>
                <p:cNvPicPr/>
                <p:nvPr/>
              </p:nvPicPr>
              <p:blipFill>
                <a:blip r:embed="rId607"/>
                <a:stretch>
                  <a:fillRect/>
                </a:stretch>
              </p:blipFill>
              <p:spPr>
                <a:xfrm>
                  <a:off x="7520771" y="4342949"/>
                  <a:ext cx="42768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608">
              <p14:nvContentPartPr>
                <p14:cNvPr id="474" name="Ink 473">
                  <a:extLst>
                    <a:ext uri="{FF2B5EF4-FFF2-40B4-BE49-F238E27FC236}">
                      <a16:creationId xmlns:a16="http://schemas.microsoft.com/office/drawing/2014/main" id="{8DAFE934-D1D3-49C4-4168-2F002850F0EC}"/>
                    </a:ext>
                  </a:extLst>
                </p14:cNvPr>
                <p14:cNvContentPartPr/>
                <p14:nvPr/>
              </p14:nvContentPartPr>
              <p14:xfrm>
                <a:off x="7474691" y="3921389"/>
                <a:ext cx="24480" cy="294840"/>
              </p14:xfrm>
            </p:contentPart>
          </mc:Choice>
          <mc:Fallback xmlns="">
            <p:pic>
              <p:nvPicPr>
                <p:cNvPr id="474" name="Ink 473">
                  <a:extLst>
                    <a:ext uri="{FF2B5EF4-FFF2-40B4-BE49-F238E27FC236}">
                      <a16:creationId xmlns:a16="http://schemas.microsoft.com/office/drawing/2014/main" id="{8DAFE934-D1D3-49C4-4168-2F002850F0EC}"/>
                    </a:ext>
                  </a:extLst>
                </p:cNvPr>
                <p:cNvPicPr/>
                <p:nvPr/>
              </p:nvPicPr>
              <p:blipFill>
                <a:blip r:embed="rId609"/>
                <a:stretch>
                  <a:fillRect/>
                </a:stretch>
              </p:blipFill>
              <p:spPr>
                <a:xfrm>
                  <a:off x="7468571" y="3915269"/>
                  <a:ext cx="3672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610">
              <p14:nvContentPartPr>
                <p14:cNvPr id="475" name="Ink 474">
                  <a:extLst>
                    <a:ext uri="{FF2B5EF4-FFF2-40B4-BE49-F238E27FC236}">
                      <a16:creationId xmlns:a16="http://schemas.microsoft.com/office/drawing/2014/main" id="{682C7788-12B6-7024-219C-346EF9A78C9C}"/>
                    </a:ext>
                  </a:extLst>
                </p14:cNvPr>
                <p14:cNvContentPartPr/>
                <p14:nvPr/>
              </p14:nvContentPartPr>
              <p14:xfrm>
                <a:off x="7476851" y="3905189"/>
                <a:ext cx="161280" cy="181440"/>
              </p14:xfrm>
            </p:contentPart>
          </mc:Choice>
          <mc:Fallback xmlns="">
            <p:pic>
              <p:nvPicPr>
                <p:cNvPr id="475" name="Ink 474">
                  <a:extLst>
                    <a:ext uri="{FF2B5EF4-FFF2-40B4-BE49-F238E27FC236}">
                      <a16:creationId xmlns:a16="http://schemas.microsoft.com/office/drawing/2014/main" id="{682C7788-12B6-7024-219C-346EF9A78C9C}"/>
                    </a:ext>
                  </a:extLst>
                </p:cNvPr>
                <p:cNvPicPr/>
                <p:nvPr/>
              </p:nvPicPr>
              <p:blipFill>
                <a:blip r:embed="rId611"/>
                <a:stretch>
                  <a:fillRect/>
                </a:stretch>
              </p:blipFill>
              <p:spPr>
                <a:xfrm>
                  <a:off x="7470731" y="3899069"/>
                  <a:ext cx="1735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612">
              <p14:nvContentPartPr>
                <p14:cNvPr id="476" name="Ink 475">
                  <a:extLst>
                    <a:ext uri="{FF2B5EF4-FFF2-40B4-BE49-F238E27FC236}">
                      <a16:creationId xmlns:a16="http://schemas.microsoft.com/office/drawing/2014/main" id="{3536A963-074F-4943-08B7-2B2D442CBD9B}"/>
                    </a:ext>
                  </a:extLst>
                </p14:cNvPr>
                <p14:cNvContentPartPr/>
                <p14:nvPr/>
              </p14:nvContentPartPr>
              <p14:xfrm>
                <a:off x="7663331" y="3937589"/>
                <a:ext cx="11160" cy="266760"/>
              </p14:xfrm>
            </p:contentPart>
          </mc:Choice>
          <mc:Fallback xmlns="">
            <p:pic>
              <p:nvPicPr>
                <p:cNvPr id="476" name="Ink 475">
                  <a:extLst>
                    <a:ext uri="{FF2B5EF4-FFF2-40B4-BE49-F238E27FC236}">
                      <a16:creationId xmlns:a16="http://schemas.microsoft.com/office/drawing/2014/main" id="{3536A963-074F-4943-08B7-2B2D442CBD9B}"/>
                    </a:ext>
                  </a:extLst>
                </p:cNvPr>
                <p:cNvPicPr/>
                <p:nvPr/>
              </p:nvPicPr>
              <p:blipFill>
                <a:blip r:embed="rId613"/>
                <a:stretch>
                  <a:fillRect/>
                </a:stretch>
              </p:blipFill>
              <p:spPr>
                <a:xfrm>
                  <a:off x="7657211" y="3931469"/>
                  <a:ext cx="2340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614">
              <p14:nvContentPartPr>
                <p14:cNvPr id="477" name="Ink 476">
                  <a:extLst>
                    <a:ext uri="{FF2B5EF4-FFF2-40B4-BE49-F238E27FC236}">
                      <a16:creationId xmlns:a16="http://schemas.microsoft.com/office/drawing/2014/main" id="{2975B0FB-3292-4477-1331-B45E8FD8CD6F}"/>
                    </a:ext>
                  </a:extLst>
                </p14:cNvPr>
                <p14:cNvContentPartPr/>
                <p14:nvPr/>
              </p14:nvContentPartPr>
              <p14:xfrm>
                <a:off x="7664411" y="3940469"/>
                <a:ext cx="102240" cy="203400"/>
              </p14:xfrm>
            </p:contentPart>
          </mc:Choice>
          <mc:Fallback xmlns="">
            <p:pic>
              <p:nvPicPr>
                <p:cNvPr id="477" name="Ink 476">
                  <a:extLst>
                    <a:ext uri="{FF2B5EF4-FFF2-40B4-BE49-F238E27FC236}">
                      <a16:creationId xmlns:a16="http://schemas.microsoft.com/office/drawing/2014/main" id="{2975B0FB-3292-4477-1331-B45E8FD8CD6F}"/>
                    </a:ext>
                  </a:extLst>
                </p:cNvPr>
                <p:cNvPicPr/>
                <p:nvPr/>
              </p:nvPicPr>
              <p:blipFill>
                <a:blip r:embed="rId615"/>
                <a:stretch>
                  <a:fillRect/>
                </a:stretch>
              </p:blipFill>
              <p:spPr>
                <a:xfrm>
                  <a:off x="7658291" y="3934349"/>
                  <a:ext cx="1144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616">
              <p14:nvContentPartPr>
                <p14:cNvPr id="478" name="Ink 477">
                  <a:extLst>
                    <a:ext uri="{FF2B5EF4-FFF2-40B4-BE49-F238E27FC236}">
                      <a16:creationId xmlns:a16="http://schemas.microsoft.com/office/drawing/2014/main" id="{3184BEAC-07F4-68DE-667E-CF319AFBF0D6}"/>
                    </a:ext>
                  </a:extLst>
                </p14:cNvPr>
                <p14:cNvContentPartPr/>
                <p14:nvPr/>
              </p14:nvContentPartPr>
              <p14:xfrm>
                <a:off x="7768091" y="3973589"/>
                <a:ext cx="205560" cy="215280"/>
              </p14:xfrm>
            </p:contentPart>
          </mc:Choice>
          <mc:Fallback xmlns="">
            <p:pic>
              <p:nvPicPr>
                <p:cNvPr id="478" name="Ink 477">
                  <a:extLst>
                    <a:ext uri="{FF2B5EF4-FFF2-40B4-BE49-F238E27FC236}">
                      <a16:creationId xmlns:a16="http://schemas.microsoft.com/office/drawing/2014/main" id="{3184BEAC-07F4-68DE-667E-CF319AFBF0D6}"/>
                    </a:ext>
                  </a:extLst>
                </p:cNvPr>
                <p:cNvPicPr/>
                <p:nvPr/>
              </p:nvPicPr>
              <p:blipFill>
                <a:blip r:embed="rId617"/>
                <a:stretch>
                  <a:fillRect/>
                </a:stretch>
              </p:blipFill>
              <p:spPr>
                <a:xfrm>
                  <a:off x="7761971" y="3967469"/>
                  <a:ext cx="21780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618">
              <p14:nvContentPartPr>
                <p14:cNvPr id="479" name="Ink 478">
                  <a:extLst>
                    <a:ext uri="{FF2B5EF4-FFF2-40B4-BE49-F238E27FC236}">
                      <a16:creationId xmlns:a16="http://schemas.microsoft.com/office/drawing/2014/main" id="{677EF401-D713-B874-0A2F-AE6A5493E8A6}"/>
                    </a:ext>
                  </a:extLst>
                </p14:cNvPr>
                <p14:cNvContentPartPr/>
                <p14:nvPr/>
              </p14:nvContentPartPr>
              <p14:xfrm>
                <a:off x="7940531" y="3942629"/>
                <a:ext cx="193680" cy="249840"/>
              </p14:xfrm>
            </p:contentPart>
          </mc:Choice>
          <mc:Fallback xmlns="">
            <p:pic>
              <p:nvPicPr>
                <p:cNvPr id="479" name="Ink 478">
                  <a:extLst>
                    <a:ext uri="{FF2B5EF4-FFF2-40B4-BE49-F238E27FC236}">
                      <a16:creationId xmlns:a16="http://schemas.microsoft.com/office/drawing/2014/main" id="{677EF401-D713-B874-0A2F-AE6A5493E8A6}"/>
                    </a:ext>
                  </a:extLst>
                </p:cNvPr>
                <p:cNvPicPr/>
                <p:nvPr/>
              </p:nvPicPr>
              <p:blipFill>
                <a:blip r:embed="rId619"/>
                <a:stretch>
                  <a:fillRect/>
                </a:stretch>
              </p:blipFill>
              <p:spPr>
                <a:xfrm>
                  <a:off x="7934411" y="3936509"/>
                  <a:ext cx="2059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620">
              <p14:nvContentPartPr>
                <p14:cNvPr id="480" name="Ink 479">
                  <a:extLst>
                    <a:ext uri="{FF2B5EF4-FFF2-40B4-BE49-F238E27FC236}">
                      <a16:creationId xmlns:a16="http://schemas.microsoft.com/office/drawing/2014/main" id="{5563E7E3-40E2-4B00-CF08-DC7BD9CFB6D8}"/>
                    </a:ext>
                  </a:extLst>
                </p14:cNvPr>
                <p14:cNvContentPartPr/>
                <p14:nvPr/>
              </p14:nvContentPartPr>
              <p14:xfrm>
                <a:off x="8131691" y="3981149"/>
                <a:ext cx="161640" cy="200160"/>
              </p14:xfrm>
            </p:contentPart>
          </mc:Choice>
          <mc:Fallback xmlns="">
            <p:pic>
              <p:nvPicPr>
                <p:cNvPr id="480" name="Ink 479">
                  <a:extLst>
                    <a:ext uri="{FF2B5EF4-FFF2-40B4-BE49-F238E27FC236}">
                      <a16:creationId xmlns:a16="http://schemas.microsoft.com/office/drawing/2014/main" id="{5563E7E3-40E2-4B00-CF08-DC7BD9CFB6D8}"/>
                    </a:ext>
                  </a:extLst>
                </p:cNvPr>
                <p:cNvPicPr/>
                <p:nvPr/>
              </p:nvPicPr>
              <p:blipFill>
                <a:blip r:embed="rId621"/>
                <a:stretch>
                  <a:fillRect/>
                </a:stretch>
              </p:blipFill>
              <p:spPr>
                <a:xfrm>
                  <a:off x="8125571" y="3975029"/>
                  <a:ext cx="17388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622">
              <p14:nvContentPartPr>
                <p14:cNvPr id="481" name="Ink 480">
                  <a:extLst>
                    <a:ext uri="{FF2B5EF4-FFF2-40B4-BE49-F238E27FC236}">
                      <a16:creationId xmlns:a16="http://schemas.microsoft.com/office/drawing/2014/main" id="{65E12AC2-4B47-871F-4A71-BCC739A68B1C}"/>
                    </a:ext>
                  </a:extLst>
                </p14:cNvPr>
                <p14:cNvContentPartPr/>
                <p14:nvPr/>
              </p14:nvContentPartPr>
              <p14:xfrm>
                <a:off x="8380091" y="3936149"/>
                <a:ext cx="182520" cy="265680"/>
              </p14:xfrm>
            </p:contentPart>
          </mc:Choice>
          <mc:Fallback xmlns="">
            <p:pic>
              <p:nvPicPr>
                <p:cNvPr id="481" name="Ink 480">
                  <a:extLst>
                    <a:ext uri="{FF2B5EF4-FFF2-40B4-BE49-F238E27FC236}">
                      <a16:creationId xmlns:a16="http://schemas.microsoft.com/office/drawing/2014/main" id="{65E12AC2-4B47-871F-4A71-BCC739A68B1C}"/>
                    </a:ext>
                  </a:extLst>
                </p:cNvPr>
                <p:cNvPicPr/>
                <p:nvPr/>
              </p:nvPicPr>
              <p:blipFill>
                <a:blip r:embed="rId623"/>
                <a:stretch>
                  <a:fillRect/>
                </a:stretch>
              </p:blipFill>
              <p:spPr>
                <a:xfrm>
                  <a:off x="8373971" y="3930029"/>
                  <a:ext cx="19476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624">
              <p14:nvContentPartPr>
                <p14:cNvPr id="482" name="Ink 481">
                  <a:extLst>
                    <a:ext uri="{FF2B5EF4-FFF2-40B4-BE49-F238E27FC236}">
                      <a16:creationId xmlns:a16="http://schemas.microsoft.com/office/drawing/2014/main" id="{A95C701E-8130-0CB6-A0F9-FA19E60E70E9}"/>
                    </a:ext>
                  </a:extLst>
                </p14:cNvPr>
                <p14:cNvContentPartPr/>
                <p14:nvPr/>
              </p14:nvContentPartPr>
              <p14:xfrm>
                <a:off x="8472971" y="3978629"/>
                <a:ext cx="178560" cy="62280"/>
              </p14:xfrm>
            </p:contentPart>
          </mc:Choice>
          <mc:Fallback xmlns="">
            <p:pic>
              <p:nvPicPr>
                <p:cNvPr id="482" name="Ink 481">
                  <a:extLst>
                    <a:ext uri="{FF2B5EF4-FFF2-40B4-BE49-F238E27FC236}">
                      <a16:creationId xmlns:a16="http://schemas.microsoft.com/office/drawing/2014/main" id="{A95C701E-8130-0CB6-A0F9-FA19E60E70E9}"/>
                    </a:ext>
                  </a:extLst>
                </p:cNvPr>
                <p:cNvPicPr/>
                <p:nvPr/>
              </p:nvPicPr>
              <p:blipFill>
                <a:blip r:embed="rId625"/>
                <a:stretch>
                  <a:fillRect/>
                </a:stretch>
              </p:blipFill>
              <p:spPr>
                <a:xfrm>
                  <a:off x="8466851" y="3972509"/>
                  <a:ext cx="1908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626">
              <p14:nvContentPartPr>
                <p14:cNvPr id="464" name="Ink 463">
                  <a:extLst>
                    <a:ext uri="{FF2B5EF4-FFF2-40B4-BE49-F238E27FC236}">
                      <a16:creationId xmlns:a16="http://schemas.microsoft.com/office/drawing/2014/main" id="{A6E1044B-ADF3-E491-53DA-56CBA54A49D2}"/>
                    </a:ext>
                  </a:extLst>
                </p14:cNvPr>
                <p14:cNvContentPartPr/>
                <p14:nvPr/>
              </p14:nvContentPartPr>
              <p14:xfrm>
                <a:off x="7407011" y="2784869"/>
                <a:ext cx="129240" cy="195120"/>
              </p14:xfrm>
            </p:contentPart>
          </mc:Choice>
          <mc:Fallback xmlns="">
            <p:pic>
              <p:nvPicPr>
                <p:cNvPr id="464" name="Ink 463">
                  <a:extLst>
                    <a:ext uri="{FF2B5EF4-FFF2-40B4-BE49-F238E27FC236}">
                      <a16:creationId xmlns:a16="http://schemas.microsoft.com/office/drawing/2014/main" id="{A6E1044B-ADF3-E491-53DA-56CBA54A49D2}"/>
                    </a:ext>
                  </a:extLst>
                </p:cNvPr>
                <p:cNvPicPr/>
                <p:nvPr/>
              </p:nvPicPr>
              <p:blipFill>
                <a:blip r:embed="rId627"/>
                <a:stretch>
                  <a:fillRect/>
                </a:stretch>
              </p:blipFill>
              <p:spPr>
                <a:xfrm>
                  <a:off x="7400891" y="2778749"/>
                  <a:ext cx="14148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628">
              <p14:nvContentPartPr>
                <p14:cNvPr id="465" name="Ink 464">
                  <a:extLst>
                    <a:ext uri="{FF2B5EF4-FFF2-40B4-BE49-F238E27FC236}">
                      <a16:creationId xmlns:a16="http://schemas.microsoft.com/office/drawing/2014/main" id="{AA7D6E77-101B-8341-1F21-A77F6A1CCACD}"/>
                    </a:ext>
                  </a:extLst>
                </p14:cNvPr>
                <p14:cNvContentPartPr/>
                <p14:nvPr/>
              </p14:nvContentPartPr>
              <p14:xfrm>
                <a:off x="7602491" y="2778389"/>
                <a:ext cx="33480" cy="187200"/>
              </p14:xfrm>
            </p:contentPart>
          </mc:Choice>
          <mc:Fallback xmlns="">
            <p:pic>
              <p:nvPicPr>
                <p:cNvPr id="465" name="Ink 464">
                  <a:extLst>
                    <a:ext uri="{FF2B5EF4-FFF2-40B4-BE49-F238E27FC236}">
                      <a16:creationId xmlns:a16="http://schemas.microsoft.com/office/drawing/2014/main" id="{AA7D6E77-101B-8341-1F21-A77F6A1CCACD}"/>
                    </a:ext>
                  </a:extLst>
                </p:cNvPr>
                <p:cNvPicPr/>
                <p:nvPr/>
              </p:nvPicPr>
              <p:blipFill>
                <a:blip r:embed="rId629"/>
                <a:stretch>
                  <a:fillRect/>
                </a:stretch>
              </p:blipFill>
              <p:spPr>
                <a:xfrm>
                  <a:off x="7596371" y="2772269"/>
                  <a:ext cx="457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630">
              <p14:nvContentPartPr>
                <p14:cNvPr id="466" name="Ink 465">
                  <a:extLst>
                    <a:ext uri="{FF2B5EF4-FFF2-40B4-BE49-F238E27FC236}">
                      <a16:creationId xmlns:a16="http://schemas.microsoft.com/office/drawing/2014/main" id="{41AA4ADE-D8F1-D705-8E17-6E4949388C94}"/>
                    </a:ext>
                  </a:extLst>
                </p14:cNvPr>
                <p14:cNvContentPartPr/>
                <p14:nvPr/>
              </p14:nvContentPartPr>
              <p14:xfrm>
                <a:off x="7598531" y="2765789"/>
                <a:ext cx="161280" cy="158040"/>
              </p14:xfrm>
            </p:contentPart>
          </mc:Choice>
          <mc:Fallback xmlns="">
            <p:pic>
              <p:nvPicPr>
                <p:cNvPr id="466" name="Ink 465">
                  <a:extLst>
                    <a:ext uri="{FF2B5EF4-FFF2-40B4-BE49-F238E27FC236}">
                      <a16:creationId xmlns:a16="http://schemas.microsoft.com/office/drawing/2014/main" id="{41AA4ADE-D8F1-D705-8E17-6E4949388C94}"/>
                    </a:ext>
                  </a:extLst>
                </p:cNvPr>
                <p:cNvPicPr/>
                <p:nvPr/>
              </p:nvPicPr>
              <p:blipFill>
                <a:blip r:embed="rId631"/>
                <a:stretch>
                  <a:fillRect/>
                </a:stretch>
              </p:blipFill>
              <p:spPr>
                <a:xfrm>
                  <a:off x="7592411" y="2759669"/>
                  <a:ext cx="17352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632">
              <p14:nvContentPartPr>
                <p14:cNvPr id="467" name="Ink 466">
                  <a:extLst>
                    <a:ext uri="{FF2B5EF4-FFF2-40B4-BE49-F238E27FC236}">
                      <a16:creationId xmlns:a16="http://schemas.microsoft.com/office/drawing/2014/main" id="{E0E094ED-CFEB-1B6B-743D-00F88C5F3B8D}"/>
                    </a:ext>
                  </a:extLst>
                </p14:cNvPr>
                <p14:cNvContentPartPr/>
                <p14:nvPr/>
              </p14:nvContentPartPr>
              <p14:xfrm>
                <a:off x="7797251" y="2765789"/>
                <a:ext cx="148320" cy="191160"/>
              </p14:xfrm>
            </p:contentPart>
          </mc:Choice>
          <mc:Fallback xmlns="">
            <p:pic>
              <p:nvPicPr>
                <p:cNvPr id="467" name="Ink 466">
                  <a:extLst>
                    <a:ext uri="{FF2B5EF4-FFF2-40B4-BE49-F238E27FC236}">
                      <a16:creationId xmlns:a16="http://schemas.microsoft.com/office/drawing/2014/main" id="{E0E094ED-CFEB-1B6B-743D-00F88C5F3B8D}"/>
                    </a:ext>
                  </a:extLst>
                </p:cNvPr>
                <p:cNvPicPr/>
                <p:nvPr/>
              </p:nvPicPr>
              <p:blipFill>
                <a:blip r:embed="rId633"/>
                <a:stretch>
                  <a:fillRect/>
                </a:stretch>
              </p:blipFill>
              <p:spPr>
                <a:xfrm>
                  <a:off x="7791131" y="2759669"/>
                  <a:ext cx="1605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634">
              <p14:nvContentPartPr>
                <p14:cNvPr id="468" name="Ink 467">
                  <a:extLst>
                    <a:ext uri="{FF2B5EF4-FFF2-40B4-BE49-F238E27FC236}">
                      <a16:creationId xmlns:a16="http://schemas.microsoft.com/office/drawing/2014/main" id="{A9859FE3-8CC2-C0BC-EA96-1DF5971B7C76}"/>
                    </a:ext>
                  </a:extLst>
                </p14:cNvPr>
                <p14:cNvContentPartPr/>
                <p14:nvPr/>
              </p14:nvContentPartPr>
              <p14:xfrm>
                <a:off x="7991651" y="2751029"/>
                <a:ext cx="33480" cy="186120"/>
              </p14:xfrm>
            </p:contentPart>
          </mc:Choice>
          <mc:Fallback xmlns="">
            <p:pic>
              <p:nvPicPr>
                <p:cNvPr id="468" name="Ink 467">
                  <a:extLst>
                    <a:ext uri="{FF2B5EF4-FFF2-40B4-BE49-F238E27FC236}">
                      <a16:creationId xmlns:a16="http://schemas.microsoft.com/office/drawing/2014/main" id="{A9859FE3-8CC2-C0BC-EA96-1DF5971B7C76}"/>
                    </a:ext>
                  </a:extLst>
                </p:cNvPr>
                <p:cNvPicPr/>
                <p:nvPr/>
              </p:nvPicPr>
              <p:blipFill>
                <a:blip r:embed="rId635"/>
                <a:stretch>
                  <a:fillRect/>
                </a:stretch>
              </p:blipFill>
              <p:spPr>
                <a:xfrm>
                  <a:off x="7985531" y="2744909"/>
                  <a:ext cx="4572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636">
              <p14:nvContentPartPr>
                <p14:cNvPr id="469" name="Ink 468">
                  <a:extLst>
                    <a:ext uri="{FF2B5EF4-FFF2-40B4-BE49-F238E27FC236}">
                      <a16:creationId xmlns:a16="http://schemas.microsoft.com/office/drawing/2014/main" id="{651F2C96-89A3-E7A4-F3B0-03318F545203}"/>
                    </a:ext>
                  </a:extLst>
                </p14:cNvPr>
                <p14:cNvContentPartPr/>
                <p14:nvPr/>
              </p14:nvContentPartPr>
              <p14:xfrm>
                <a:off x="7989851" y="2748149"/>
                <a:ext cx="153000" cy="83880"/>
              </p14:xfrm>
            </p:contentPart>
          </mc:Choice>
          <mc:Fallback xmlns="">
            <p:pic>
              <p:nvPicPr>
                <p:cNvPr id="469" name="Ink 468">
                  <a:extLst>
                    <a:ext uri="{FF2B5EF4-FFF2-40B4-BE49-F238E27FC236}">
                      <a16:creationId xmlns:a16="http://schemas.microsoft.com/office/drawing/2014/main" id="{651F2C96-89A3-E7A4-F3B0-03318F545203}"/>
                    </a:ext>
                  </a:extLst>
                </p:cNvPr>
                <p:cNvPicPr/>
                <p:nvPr/>
              </p:nvPicPr>
              <p:blipFill>
                <a:blip r:embed="rId637"/>
                <a:stretch>
                  <a:fillRect/>
                </a:stretch>
              </p:blipFill>
              <p:spPr>
                <a:xfrm>
                  <a:off x="7983731" y="2742029"/>
                  <a:ext cx="16524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638">
              <p14:nvContentPartPr>
                <p14:cNvPr id="470" name="Ink 469">
                  <a:extLst>
                    <a:ext uri="{FF2B5EF4-FFF2-40B4-BE49-F238E27FC236}">
                      <a16:creationId xmlns:a16="http://schemas.microsoft.com/office/drawing/2014/main" id="{BB84F5AE-017F-1349-580C-53A8FF78C7D6}"/>
                    </a:ext>
                  </a:extLst>
                </p14:cNvPr>
                <p14:cNvContentPartPr/>
                <p14:nvPr/>
              </p14:nvContentPartPr>
              <p14:xfrm>
                <a:off x="8001371" y="2761109"/>
                <a:ext cx="252720" cy="185040"/>
              </p14:xfrm>
            </p:contentPart>
          </mc:Choice>
          <mc:Fallback xmlns="">
            <p:pic>
              <p:nvPicPr>
                <p:cNvPr id="470" name="Ink 469">
                  <a:extLst>
                    <a:ext uri="{FF2B5EF4-FFF2-40B4-BE49-F238E27FC236}">
                      <a16:creationId xmlns:a16="http://schemas.microsoft.com/office/drawing/2014/main" id="{BB84F5AE-017F-1349-580C-53A8FF78C7D6}"/>
                    </a:ext>
                  </a:extLst>
                </p:cNvPr>
                <p:cNvPicPr/>
                <p:nvPr/>
              </p:nvPicPr>
              <p:blipFill>
                <a:blip r:embed="rId639"/>
                <a:stretch>
                  <a:fillRect/>
                </a:stretch>
              </p:blipFill>
              <p:spPr>
                <a:xfrm>
                  <a:off x="7995251" y="2754989"/>
                  <a:ext cx="26496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640">
              <p14:nvContentPartPr>
                <p14:cNvPr id="471" name="Ink 470">
                  <a:extLst>
                    <a:ext uri="{FF2B5EF4-FFF2-40B4-BE49-F238E27FC236}">
                      <a16:creationId xmlns:a16="http://schemas.microsoft.com/office/drawing/2014/main" id="{62B857AD-3130-E030-B353-8EC2A9D1A1F5}"/>
                    </a:ext>
                  </a:extLst>
                </p14:cNvPr>
                <p14:cNvContentPartPr/>
                <p14:nvPr/>
              </p14:nvContentPartPr>
              <p14:xfrm>
                <a:off x="8243291" y="2720429"/>
                <a:ext cx="303480" cy="217800"/>
              </p14:xfrm>
            </p:contentPart>
          </mc:Choice>
          <mc:Fallback xmlns="">
            <p:pic>
              <p:nvPicPr>
                <p:cNvPr id="471" name="Ink 470">
                  <a:extLst>
                    <a:ext uri="{FF2B5EF4-FFF2-40B4-BE49-F238E27FC236}">
                      <a16:creationId xmlns:a16="http://schemas.microsoft.com/office/drawing/2014/main" id="{62B857AD-3130-E030-B353-8EC2A9D1A1F5}"/>
                    </a:ext>
                  </a:extLst>
                </p:cNvPr>
                <p:cNvPicPr/>
                <p:nvPr/>
              </p:nvPicPr>
              <p:blipFill>
                <a:blip r:embed="rId641"/>
                <a:stretch>
                  <a:fillRect/>
                </a:stretch>
              </p:blipFill>
              <p:spPr>
                <a:xfrm>
                  <a:off x="8237171" y="2714309"/>
                  <a:ext cx="3157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642">
              <p14:nvContentPartPr>
                <p14:cNvPr id="488" name="Ink 487">
                  <a:extLst>
                    <a:ext uri="{FF2B5EF4-FFF2-40B4-BE49-F238E27FC236}">
                      <a16:creationId xmlns:a16="http://schemas.microsoft.com/office/drawing/2014/main" id="{EE81905C-0EE2-8E03-D4DF-08D5383E5B59}"/>
                    </a:ext>
                  </a:extLst>
                </p14:cNvPr>
                <p14:cNvContentPartPr/>
                <p14:nvPr/>
              </p14:nvContentPartPr>
              <p14:xfrm>
                <a:off x="7511411" y="3068549"/>
                <a:ext cx="37440" cy="158040"/>
              </p14:xfrm>
            </p:contentPart>
          </mc:Choice>
          <mc:Fallback xmlns="">
            <p:pic>
              <p:nvPicPr>
                <p:cNvPr id="488" name="Ink 487">
                  <a:extLst>
                    <a:ext uri="{FF2B5EF4-FFF2-40B4-BE49-F238E27FC236}">
                      <a16:creationId xmlns:a16="http://schemas.microsoft.com/office/drawing/2014/main" id="{EE81905C-0EE2-8E03-D4DF-08D5383E5B59}"/>
                    </a:ext>
                  </a:extLst>
                </p:cNvPr>
                <p:cNvPicPr/>
                <p:nvPr/>
              </p:nvPicPr>
              <p:blipFill>
                <a:blip r:embed="rId643"/>
                <a:stretch>
                  <a:fillRect/>
                </a:stretch>
              </p:blipFill>
              <p:spPr>
                <a:xfrm>
                  <a:off x="7505291" y="3062429"/>
                  <a:ext cx="4968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644">
              <p14:nvContentPartPr>
                <p14:cNvPr id="489" name="Ink 488">
                  <a:extLst>
                    <a:ext uri="{FF2B5EF4-FFF2-40B4-BE49-F238E27FC236}">
                      <a16:creationId xmlns:a16="http://schemas.microsoft.com/office/drawing/2014/main" id="{4A9CD511-06A3-1AF9-A1D5-51285B60DE62}"/>
                    </a:ext>
                  </a:extLst>
                </p14:cNvPr>
                <p14:cNvContentPartPr/>
                <p14:nvPr/>
              </p14:nvContentPartPr>
              <p14:xfrm>
                <a:off x="7482611" y="3059909"/>
                <a:ext cx="178560" cy="157320"/>
              </p14:xfrm>
            </p:contentPart>
          </mc:Choice>
          <mc:Fallback xmlns="">
            <p:pic>
              <p:nvPicPr>
                <p:cNvPr id="489" name="Ink 488">
                  <a:extLst>
                    <a:ext uri="{FF2B5EF4-FFF2-40B4-BE49-F238E27FC236}">
                      <a16:creationId xmlns:a16="http://schemas.microsoft.com/office/drawing/2014/main" id="{4A9CD511-06A3-1AF9-A1D5-51285B60DE62}"/>
                    </a:ext>
                  </a:extLst>
                </p:cNvPr>
                <p:cNvPicPr/>
                <p:nvPr/>
              </p:nvPicPr>
              <p:blipFill>
                <a:blip r:embed="rId645"/>
                <a:stretch>
                  <a:fillRect/>
                </a:stretch>
              </p:blipFill>
              <p:spPr>
                <a:xfrm>
                  <a:off x="7476491" y="3053789"/>
                  <a:ext cx="19080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646">
              <p14:nvContentPartPr>
                <p14:cNvPr id="490" name="Ink 489">
                  <a:extLst>
                    <a:ext uri="{FF2B5EF4-FFF2-40B4-BE49-F238E27FC236}">
                      <a16:creationId xmlns:a16="http://schemas.microsoft.com/office/drawing/2014/main" id="{067F634E-4CE1-3C62-48E7-B43AD226F876}"/>
                    </a:ext>
                  </a:extLst>
                </p14:cNvPr>
                <p14:cNvContentPartPr/>
                <p14:nvPr/>
              </p14:nvContentPartPr>
              <p14:xfrm>
                <a:off x="7486571" y="3169349"/>
                <a:ext cx="192960" cy="28440"/>
              </p14:xfrm>
            </p:contentPart>
          </mc:Choice>
          <mc:Fallback xmlns="">
            <p:pic>
              <p:nvPicPr>
                <p:cNvPr id="490" name="Ink 489">
                  <a:extLst>
                    <a:ext uri="{FF2B5EF4-FFF2-40B4-BE49-F238E27FC236}">
                      <a16:creationId xmlns:a16="http://schemas.microsoft.com/office/drawing/2014/main" id="{067F634E-4CE1-3C62-48E7-B43AD226F876}"/>
                    </a:ext>
                  </a:extLst>
                </p:cNvPr>
                <p:cNvPicPr/>
                <p:nvPr/>
              </p:nvPicPr>
              <p:blipFill>
                <a:blip r:embed="rId647"/>
                <a:stretch>
                  <a:fillRect/>
                </a:stretch>
              </p:blipFill>
              <p:spPr>
                <a:xfrm>
                  <a:off x="7480451" y="3163229"/>
                  <a:ext cx="20520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648">
              <p14:nvContentPartPr>
                <p14:cNvPr id="491" name="Ink 490">
                  <a:extLst>
                    <a:ext uri="{FF2B5EF4-FFF2-40B4-BE49-F238E27FC236}">
                      <a16:creationId xmlns:a16="http://schemas.microsoft.com/office/drawing/2014/main" id="{E0654677-3C02-59B6-955A-09F76533A0BD}"/>
                    </a:ext>
                  </a:extLst>
                </p14:cNvPr>
                <p14:cNvContentPartPr/>
                <p14:nvPr/>
              </p14:nvContentPartPr>
              <p14:xfrm>
                <a:off x="7694291" y="3057029"/>
                <a:ext cx="91080" cy="149760"/>
              </p14:xfrm>
            </p:contentPart>
          </mc:Choice>
          <mc:Fallback xmlns="">
            <p:pic>
              <p:nvPicPr>
                <p:cNvPr id="491" name="Ink 490">
                  <a:extLst>
                    <a:ext uri="{FF2B5EF4-FFF2-40B4-BE49-F238E27FC236}">
                      <a16:creationId xmlns:a16="http://schemas.microsoft.com/office/drawing/2014/main" id="{E0654677-3C02-59B6-955A-09F76533A0BD}"/>
                    </a:ext>
                  </a:extLst>
                </p:cNvPr>
                <p:cNvPicPr/>
                <p:nvPr/>
              </p:nvPicPr>
              <p:blipFill>
                <a:blip r:embed="rId649"/>
                <a:stretch>
                  <a:fillRect/>
                </a:stretch>
              </p:blipFill>
              <p:spPr>
                <a:xfrm>
                  <a:off x="7688171" y="3050909"/>
                  <a:ext cx="1033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650">
              <p14:nvContentPartPr>
                <p14:cNvPr id="497" name="Ink 496">
                  <a:extLst>
                    <a:ext uri="{FF2B5EF4-FFF2-40B4-BE49-F238E27FC236}">
                      <a16:creationId xmlns:a16="http://schemas.microsoft.com/office/drawing/2014/main" id="{E7377110-485B-0A57-1465-AAC462B34AFF}"/>
                    </a:ext>
                  </a:extLst>
                </p14:cNvPr>
                <p14:cNvContentPartPr/>
                <p14:nvPr/>
              </p14:nvContentPartPr>
              <p14:xfrm>
                <a:off x="7497371" y="3226589"/>
                <a:ext cx="391320" cy="62280"/>
              </p14:xfrm>
            </p:contentPart>
          </mc:Choice>
          <mc:Fallback xmlns="">
            <p:pic>
              <p:nvPicPr>
                <p:cNvPr id="497" name="Ink 496">
                  <a:extLst>
                    <a:ext uri="{FF2B5EF4-FFF2-40B4-BE49-F238E27FC236}">
                      <a16:creationId xmlns:a16="http://schemas.microsoft.com/office/drawing/2014/main" id="{E7377110-485B-0A57-1465-AAC462B34AFF}"/>
                    </a:ext>
                  </a:extLst>
                </p:cNvPr>
                <p:cNvPicPr/>
                <p:nvPr/>
              </p:nvPicPr>
              <p:blipFill>
                <a:blip r:embed="rId651"/>
                <a:stretch>
                  <a:fillRect/>
                </a:stretch>
              </p:blipFill>
              <p:spPr>
                <a:xfrm>
                  <a:off x="7491251" y="3220469"/>
                  <a:ext cx="40356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652">
              <p14:nvContentPartPr>
                <p14:cNvPr id="459" name="Ink 458">
                  <a:extLst>
                    <a:ext uri="{FF2B5EF4-FFF2-40B4-BE49-F238E27FC236}">
                      <a16:creationId xmlns:a16="http://schemas.microsoft.com/office/drawing/2014/main" id="{30DFD98A-7449-DC17-C1E6-CB396183265B}"/>
                    </a:ext>
                  </a:extLst>
                </p14:cNvPr>
                <p14:cNvContentPartPr/>
                <p14:nvPr/>
              </p14:nvContentPartPr>
              <p14:xfrm>
                <a:off x="6146651" y="2802509"/>
                <a:ext cx="154080" cy="252360"/>
              </p14:xfrm>
            </p:contentPart>
          </mc:Choice>
          <mc:Fallback xmlns="">
            <p:pic>
              <p:nvPicPr>
                <p:cNvPr id="459" name="Ink 458">
                  <a:extLst>
                    <a:ext uri="{FF2B5EF4-FFF2-40B4-BE49-F238E27FC236}">
                      <a16:creationId xmlns:a16="http://schemas.microsoft.com/office/drawing/2014/main" id="{30DFD98A-7449-DC17-C1E6-CB396183265B}"/>
                    </a:ext>
                  </a:extLst>
                </p:cNvPr>
                <p:cNvPicPr/>
                <p:nvPr/>
              </p:nvPicPr>
              <p:blipFill>
                <a:blip r:embed="rId653"/>
                <a:stretch>
                  <a:fillRect/>
                </a:stretch>
              </p:blipFill>
              <p:spPr>
                <a:xfrm>
                  <a:off x="6140531" y="2796389"/>
                  <a:ext cx="16632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654">
              <p14:nvContentPartPr>
                <p14:cNvPr id="460" name="Ink 459">
                  <a:extLst>
                    <a:ext uri="{FF2B5EF4-FFF2-40B4-BE49-F238E27FC236}">
                      <a16:creationId xmlns:a16="http://schemas.microsoft.com/office/drawing/2014/main" id="{91758F8C-7177-8647-340B-25011B9F13EF}"/>
                    </a:ext>
                  </a:extLst>
                </p14:cNvPr>
                <p14:cNvContentPartPr/>
                <p14:nvPr/>
              </p14:nvContentPartPr>
              <p14:xfrm>
                <a:off x="6327371" y="2812589"/>
                <a:ext cx="113040" cy="203400"/>
              </p14:xfrm>
            </p:contentPart>
          </mc:Choice>
          <mc:Fallback xmlns="">
            <p:pic>
              <p:nvPicPr>
                <p:cNvPr id="460" name="Ink 459">
                  <a:extLst>
                    <a:ext uri="{FF2B5EF4-FFF2-40B4-BE49-F238E27FC236}">
                      <a16:creationId xmlns:a16="http://schemas.microsoft.com/office/drawing/2014/main" id="{91758F8C-7177-8647-340B-25011B9F13EF}"/>
                    </a:ext>
                  </a:extLst>
                </p:cNvPr>
                <p:cNvPicPr/>
                <p:nvPr/>
              </p:nvPicPr>
              <p:blipFill>
                <a:blip r:embed="rId655"/>
                <a:stretch>
                  <a:fillRect/>
                </a:stretch>
              </p:blipFill>
              <p:spPr>
                <a:xfrm>
                  <a:off x="6321251" y="2806469"/>
                  <a:ext cx="1252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656">
              <p14:nvContentPartPr>
                <p14:cNvPr id="461" name="Ink 460">
                  <a:extLst>
                    <a:ext uri="{FF2B5EF4-FFF2-40B4-BE49-F238E27FC236}">
                      <a16:creationId xmlns:a16="http://schemas.microsoft.com/office/drawing/2014/main" id="{48CF88E1-0D17-DE9A-ECA2-75C6E863022B}"/>
                    </a:ext>
                  </a:extLst>
                </p14:cNvPr>
                <p14:cNvContentPartPr/>
                <p14:nvPr/>
              </p14:nvContentPartPr>
              <p14:xfrm>
                <a:off x="6479651" y="2786309"/>
                <a:ext cx="103680" cy="232920"/>
              </p14:xfrm>
            </p:contentPart>
          </mc:Choice>
          <mc:Fallback xmlns="">
            <p:pic>
              <p:nvPicPr>
                <p:cNvPr id="461" name="Ink 460">
                  <a:extLst>
                    <a:ext uri="{FF2B5EF4-FFF2-40B4-BE49-F238E27FC236}">
                      <a16:creationId xmlns:a16="http://schemas.microsoft.com/office/drawing/2014/main" id="{48CF88E1-0D17-DE9A-ECA2-75C6E863022B}"/>
                    </a:ext>
                  </a:extLst>
                </p:cNvPr>
                <p:cNvPicPr/>
                <p:nvPr/>
              </p:nvPicPr>
              <p:blipFill>
                <a:blip r:embed="rId657"/>
                <a:stretch>
                  <a:fillRect/>
                </a:stretch>
              </p:blipFill>
              <p:spPr>
                <a:xfrm>
                  <a:off x="6473531" y="2780189"/>
                  <a:ext cx="11592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658">
              <p14:nvContentPartPr>
                <p14:cNvPr id="462" name="Ink 461">
                  <a:extLst>
                    <a:ext uri="{FF2B5EF4-FFF2-40B4-BE49-F238E27FC236}">
                      <a16:creationId xmlns:a16="http://schemas.microsoft.com/office/drawing/2014/main" id="{BB3A5151-F65E-467C-D8F1-1A46C03AC8A8}"/>
                    </a:ext>
                  </a:extLst>
                </p14:cNvPr>
                <p14:cNvContentPartPr/>
                <p14:nvPr/>
              </p14:nvContentPartPr>
              <p14:xfrm>
                <a:off x="6648131" y="2769389"/>
                <a:ext cx="11160" cy="244080"/>
              </p14:xfrm>
            </p:contentPart>
          </mc:Choice>
          <mc:Fallback xmlns="">
            <p:pic>
              <p:nvPicPr>
                <p:cNvPr id="462" name="Ink 461">
                  <a:extLst>
                    <a:ext uri="{FF2B5EF4-FFF2-40B4-BE49-F238E27FC236}">
                      <a16:creationId xmlns:a16="http://schemas.microsoft.com/office/drawing/2014/main" id="{BB3A5151-F65E-467C-D8F1-1A46C03AC8A8}"/>
                    </a:ext>
                  </a:extLst>
                </p:cNvPr>
                <p:cNvPicPr/>
                <p:nvPr/>
              </p:nvPicPr>
              <p:blipFill>
                <a:blip r:embed="rId659"/>
                <a:stretch>
                  <a:fillRect/>
                </a:stretch>
              </p:blipFill>
              <p:spPr>
                <a:xfrm>
                  <a:off x="6642011" y="2763269"/>
                  <a:ext cx="234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660">
              <p14:nvContentPartPr>
                <p14:cNvPr id="463" name="Ink 462">
                  <a:extLst>
                    <a:ext uri="{FF2B5EF4-FFF2-40B4-BE49-F238E27FC236}">
                      <a16:creationId xmlns:a16="http://schemas.microsoft.com/office/drawing/2014/main" id="{03705429-1ABA-1251-745D-9BC6C188C632}"/>
                    </a:ext>
                  </a:extLst>
                </p14:cNvPr>
                <p14:cNvContentPartPr/>
                <p14:nvPr/>
              </p14:nvContentPartPr>
              <p14:xfrm>
                <a:off x="6601691" y="2816909"/>
                <a:ext cx="160920" cy="29160"/>
              </p14:xfrm>
            </p:contentPart>
          </mc:Choice>
          <mc:Fallback xmlns="">
            <p:pic>
              <p:nvPicPr>
                <p:cNvPr id="463" name="Ink 462">
                  <a:extLst>
                    <a:ext uri="{FF2B5EF4-FFF2-40B4-BE49-F238E27FC236}">
                      <a16:creationId xmlns:a16="http://schemas.microsoft.com/office/drawing/2014/main" id="{03705429-1ABA-1251-745D-9BC6C188C632}"/>
                    </a:ext>
                  </a:extLst>
                </p:cNvPr>
                <p:cNvPicPr/>
                <p:nvPr/>
              </p:nvPicPr>
              <p:blipFill>
                <a:blip r:embed="rId661"/>
                <a:stretch>
                  <a:fillRect/>
                </a:stretch>
              </p:blipFill>
              <p:spPr>
                <a:xfrm>
                  <a:off x="6595571" y="2810789"/>
                  <a:ext cx="1731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662">
              <p14:nvContentPartPr>
                <p14:cNvPr id="484" name="Ink 483">
                  <a:extLst>
                    <a:ext uri="{FF2B5EF4-FFF2-40B4-BE49-F238E27FC236}">
                      <a16:creationId xmlns:a16="http://schemas.microsoft.com/office/drawing/2014/main" id="{885D8DB6-2705-84BE-EF64-4A9FFAC6B9DC}"/>
                    </a:ext>
                  </a:extLst>
                </p14:cNvPr>
                <p14:cNvContentPartPr/>
                <p14:nvPr/>
              </p14:nvContentPartPr>
              <p14:xfrm>
                <a:off x="6206771" y="3098429"/>
                <a:ext cx="19440" cy="159120"/>
              </p14:xfrm>
            </p:contentPart>
          </mc:Choice>
          <mc:Fallback xmlns="">
            <p:pic>
              <p:nvPicPr>
                <p:cNvPr id="484" name="Ink 483">
                  <a:extLst>
                    <a:ext uri="{FF2B5EF4-FFF2-40B4-BE49-F238E27FC236}">
                      <a16:creationId xmlns:a16="http://schemas.microsoft.com/office/drawing/2014/main" id="{885D8DB6-2705-84BE-EF64-4A9FFAC6B9DC}"/>
                    </a:ext>
                  </a:extLst>
                </p:cNvPr>
                <p:cNvPicPr/>
                <p:nvPr/>
              </p:nvPicPr>
              <p:blipFill>
                <a:blip r:embed="rId663"/>
                <a:stretch>
                  <a:fillRect/>
                </a:stretch>
              </p:blipFill>
              <p:spPr>
                <a:xfrm>
                  <a:off x="6200651" y="3092309"/>
                  <a:ext cx="3168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664">
              <p14:nvContentPartPr>
                <p14:cNvPr id="485" name="Ink 484">
                  <a:extLst>
                    <a:ext uri="{FF2B5EF4-FFF2-40B4-BE49-F238E27FC236}">
                      <a16:creationId xmlns:a16="http://schemas.microsoft.com/office/drawing/2014/main" id="{3564C791-01A8-EF39-7D70-95B1A230B986}"/>
                    </a:ext>
                  </a:extLst>
                </p14:cNvPr>
                <p14:cNvContentPartPr/>
                <p14:nvPr/>
              </p14:nvContentPartPr>
              <p14:xfrm>
                <a:off x="6294971" y="3113189"/>
                <a:ext cx="15840" cy="127080"/>
              </p14:xfrm>
            </p:contentPart>
          </mc:Choice>
          <mc:Fallback xmlns="">
            <p:pic>
              <p:nvPicPr>
                <p:cNvPr id="485" name="Ink 484">
                  <a:extLst>
                    <a:ext uri="{FF2B5EF4-FFF2-40B4-BE49-F238E27FC236}">
                      <a16:creationId xmlns:a16="http://schemas.microsoft.com/office/drawing/2014/main" id="{3564C791-01A8-EF39-7D70-95B1A230B986}"/>
                    </a:ext>
                  </a:extLst>
                </p:cNvPr>
                <p:cNvPicPr/>
                <p:nvPr/>
              </p:nvPicPr>
              <p:blipFill>
                <a:blip r:embed="rId665"/>
                <a:stretch>
                  <a:fillRect/>
                </a:stretch>
              </p:blipFill>
              <p:spPr>
                <a:xfrm>
                  <a:off x="6288851" y="3107069"/>
                  <a:ext cx="280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666">
              <p14:nvContentPartPr>
                <p14:cNvPr id="486" name="Ink 485">
                  <a:extLst>
                    <a:ext uri="{FF2B5EF4-FFF2-40B4-BE49-F238E27FC236}">
                      <a16:creationId xmlns:a16="http://schemas.microsoft.com/office/drawing/2014/main" id="{1F3E510A-A15E-A540-FC28-0B7BE50703E5}"/>
                    </a:ext>
                  </a:extLst>
                </p14:cNvPr>
                <p14:cNvContentPartPr/>
                <p14:nvPr/>
              </p14:nvContentPartPr>
              <p14:xfrm>
                <a:off x="6184451" y="3127949"/>
                <a:ext cx="164160" cy="90360"/>
              </p14:xfrm>
            </p:contentPart>
          </mc:Choice>
          <mc:Fallback xmlns="">
            <p:pic>
              <p:nvPicPr>
                <p:cNvPr id="486" name="Ink 485">
                  <a:extLst>
                    <a:ext uri="{FF2B5EF4-FFF2-40B4-BE49-F238E27FC236}">
                      <a16:creationId xmlns:a16="http://schemas.microsoft.com/office/drawing/2014/main" id="{1F3E510A-A15E-A540-FC28-0B7BE50703E5}"/>
                    </a:ext>
                  </a:extLst>
                </p:cNvPr>
                <p:cNvPicPr/>
                <p:nvPr/>
              </p:nvPicPr>
              <p:blipFill>
                <a:blip r:embed="rId667"/>
                <a:stretch>
                  <a:fillRect/>
                </a:stretch>
              </p:blipFill>
              <p:spPr>
                <a:xfrm>
                  <a:off x="6178331" y="3121829"/>
                  <a:ext cx="1764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668">
              <p14:nvContentPartPr>
                <p14:cNvPr id="487" name="Ink 486">
                  <a:extLst>
                    <a:ext uri="{FF2B5EF4-FFF2-40B4-BE49-F238E27FC236}">
                      <a16:creationId xmlns:a16="http://schemas.microsoft.com/office/drawing/2014/main" id="{F8FDFB06-D87B-E70F-DCA9-08807484FC37}"/>
                    </a:ext>
                  </a:extLst>
                </p14:cNvPr>
                <p14:cNvContentPartPr/>
                <p14:nvPr/>
              </p14:nvContentPartPr>
              <p14:xfrm>
                <a:off x="6405491" y="3108869"/>
                <a:ext cx="130320" cy="140400"/>
              </p14:xfrm>
            </p:contentPart>
          </mc:Choice>
          <mc:Fallback xmlns="">
            <p:pic>
              <p:nvPicPr>
                <p:cNvPr id="487" name="Ink 486">
                  <a:extLst>
                    <a:ext uri="{FF2B5EF4-FFF2-40B4-BE49-F238E27FC236}">
                      <a16:creationId xmlns:a16="http://schemas.microsoft.com/office/drawing/2014/main" id="{F8FDFB06-D87B-E70F-DCA9-08807484FC37}"/>
                    </a:ext>
                  </a:extLst>
                </p:cNvPr>
                <p:cNvPicPr/>
                <p:nvPr/>
              </p:nvPicPr>
              <p:blipFill>
                <a:blip r:embed="rId669"/>
                <a:stretch>
                  <a:fillRect/>
                </a:stretch>
              </p:blipFill>
              <p:spPr>
                <a:xfrm>
                  <a:off x="6399371" y="3102749"/>
                  <a:ext cx="1425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670">
              <p14:nvContentPartPr>
                <p14:cNvPr id="498" name="Ink 497">
                  <a:extLst>
                    <a:ext uri="{FF2B5EF4-FFF2-40B4-BE49-F238E27FC236}">
                      <a16:creationId xmlns:a16="http://schemas.microsoft.com/office/drawing/2014/main" id="{A5047105-6F59-DE54-324A-87E9774A8070}"/>
                    </a:ext>
                  </a:extLst>
                </p14:cNvPr>
                <p14:cNvContentPartPr/>
                <p14:nvPr/>
              </p14:nvContentPartPr>
              <p14:xfrm>
                <a:off x="6206051" y="3276629"/>
                <a:ext cx="403200" cy="30600"/>
              </p14:xfrm>
            </p:contentPart>
          </mc:Choice>
          <mc:Fallback xmlns="">
            <p:pic>
              <p:nvPicPr>
                <p:cNvPr id="498" name="Ink 497">
                  <a:extLst>
                    <a:ext uri="{FF2B5EF4-FFF2-40B4-BE49-F238E27FC236}">
                      <a16:creationId xmlns:a16="http://schemas.microsoft.com/office/drawing/2014/main" id="{A5047105-6F59-DE54-324A-87E9774A8070}"/>
                    </a:ext>
                  </a:extLst>
                </p:cNvPr>
                <p:cNvPicPr/>
                <p:nvPr/>
              </p:nvPicPr>
              <p:blipFill>
                <a:blip r:embed="rId671"/>
                <a:stretch>
                  <a:fillRect/>
                </a:stretch>
              </p:blipFill>
              <p:spPr>
                <a:xfrm>
                  <a:off x="6199931" y="3270509"/>
                  <a:ext cx="4154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672">
              <p14:nvContentPartPr>
                <p14:cNvPr id="502" name="Ink 501">
                  <a:extLst>
                    <a:ext uri="{FF2B5EF4-FFF2-40B4-BE49-F238E27FC236}">
                      <a16:creationId xmlns:a16="http://schemas.microsoft.com/office/drawing/2014/main" id="{C1AC325F-02BC-5803-A649-587F37919250}"/>
                    </a:ext>
                  </a:extLst>
                </p14:cNvPr>
                <p14:cNvContentPartPr/>
                <p14:nvPr/>
              </p14:nvContentPartPr>
              <p14:xfrm>
                <a:off x="6777011" y="3024989"/>
                <a:ext cx="658800" cy="72000"/>
              </p14:xfrm>
            </p:contentPart>
          </mc:Choice>
          <mc:Fallback xmlns="">
            <p:pic>
              <p:nvPicPr>
                <p:cNvPr id="502" name="Ink 501">
                  <a:extLst>
                    <a:ext uri="{FF2B5EF4-FFF2-40B4-BE49-F238E27FC236}">
                      <a16:creationId xmlns:a16="http://schemas.microsoft.com/office/drawing/2014/main" id="{C1AC325F-02BC-5803-A649-587F37919250}"/>
                    </a:ext>
                  </a:extLst>
                </p:cNvPr>
                <p:cNvPicPr/>
                <p:nvPr/>
              </p:nvPicPr>
              <p:blipFill>
                <a:blip r:embed="rId673"/>
                <a:stretch>
                  <a:fillRect/>
                </a:stretch>
              </p:blipFill>
              <p:spPr>
                <a:xfrm>
                  <a:off x="6770891" y="3018869"/>
                  <a:ext cx="6710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674">
              <p14:nvContentPartPr>
                <p14:cNvPr id="504" name="Ink 503">
                  <a:extLst>
                    <a:ext uri="{FF2B5EF4-FFF2-40B4-BE49-F238E27FC236}">
                      <a16:creationId xmlns:a16="http://schemas.microsoft.com/office/drawing/2014/main" id="{930433F8-E47E-4C06-BC6D-08D9343E7315}"/>
                    </a:ext>
                  </a:extLst>
                </p14:cNvPr>
                <p14:cNvContentPartPr/>
                <p14:nvPr/>
              </p14:nvContentPartPr>
              <p14:xfrm>
                <a:off x="7949171" y="3344669"/>
                <a:ext cx="19800" cy="422640"/>
              </p14:xfrm>
            </p:contentPart>
          </mc:Choice>
          <mc:Fallback xmlns="">
            <p:pic>
              <p:nvPicPr>
                <p:cNvPr id="504" name="Ink 503">
                  <a:extLst>
                    <a:ext uri="{FF2B5EF4-FFF2-40B4-BE49-F238E27FC236}">
                      <a16:creationId xmlns:a16="http://schemas.microsoft.com/office/drawing/2014/main" id="{930433F8-E47E-4C06-BC6D-08D9343E7315}"/>
                    </a:ext>
                  </a:extLst>
                </p:cNvPr>
                <p:cNvPicPr/>
                <p:nvPr/>
              </p:nvPicPr>
              <p:blipFill>
                <a:blip r:embed="rId675"/>
                <a:stretch>
                  <a:fillRect/>
                </a:stretch>
              </p:blipFill>
              <p:spPr>
                <a:xfrm>
                  <a:off x="7943051" y="3338549"/>
                  <a:ext cx="32040" cy="434880"/>
                </a:xfrm>
                <a:prstGeom prst="rect">
                  <a:avLst/>
                </a:prstGeom>
              </p:spPr>
            </p:pic>
          </mc:Fallback>
        </mc:AlternateContent>
        <mc:AlternateContent xmlns:mc="http://schemas.openxmlformats.org/markup-compatibility/2006" xmlns:p14="http://schemas.microsoft.com/office/powerpoint/2010/main">
          <mc:Choice Requires="p14">
            <p:contentPart p14:bwMode="auto" r:id="rId676">
              <p14:nvContentPartPr>
                <p14:cNvPr id="505" name="Ink 504">
                  <a:extLst>
                    <a:ext uri="{FF2B5EF4-FFF2-40B4-BE49-F238E27FC236}">
                      <a16:creationId xmlns:a16="http://schemas.microsoft.com/office/drawing/2014/main" id="{1F48B44C-BFCA-CA5E-3DA0-B8433DA3F065}"/>
                    </a:ext>
                  </a:extLst>
                </p14:cNvPr>
                <p14:cNvContentPartPr/>
                <p14:nvPr/>
              </p14:nvContentPartPr>
              <p14:xfrm>
                <a:off x="7904891" y="3315509"/>
                <a:ext cx="245160" cy="172080"/>
              </p14:xfrm>
            </p:contentPart>
          </mc:Choice>
          <mc:Fallback xmlns="">
            <p:pic>
              <p:nvPicPr>
                <p:cNvPr id="505" name="Ink 504">
                  <a:extLst>
                    <a:ext uri="{FF2B5EF4-FFF2-40B4-BE49-F238E27FC236}">
                      <a16:creationId xmlns:a16="http://schemas.microsoft.com/office/drawing/2014/main" id="{1F48B44C-BFCA-CA5E-3DA0-B8433DA3F065}"/>
                    </a:ext>
                  </a:extLst>
                </p:cNvPr>
                <p:cNvPicPr/>
                <p:nvPr/>
              </p:nvPicPr>
              <p:blipFill>
                <a:blip r:embed="rId677"/>
                <a:stretch>
                  <a:fillRect/>
                </a:stretch>
              </p:blipFill>
              <p:spPr>
                <a:xfrm>
                  <a:off x="7898771" y="3309389"/>
                  <a:ext cx="25740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678">
              <p14:nvContentPartPr>
                <p14:cNvPr id="506" name="Ink 505">
                  <a:extLst>
                    <a:ext uri="{FF2B5EF4-FFF2-40B4-BE49-F238E27FC236}">
                      <a16:creationId xmlns:a16="http://schemas.microsoft.com/office/drawing/2014/main" id="{A98B983C-1ABD-9EA2-FB92-5E7012AACC3E}"/>
                    </a:ext>
                  </a:extLst>
                </p14:cNvPr>
                <p14:cNvContentPartPr/>
                <p14:nvPr/>
              </p14:nvContentPartPr>
              <p14:xfrm>
                <a:off x="7851611" y="3688829"/>
                <a:ext cx="186480" cy="147240"/>
              </p14:xfrm>
            </p:contentPart>
          </mc:Choice>
          <mc:Fallback xmlns="">
            <p:pic>
              <p:nvPicPr>
                <p:cNvPr id="506" name="Ink 505">
                  <a:extLst>
                    <a:ext uri="{FF2B5EF4-FFF2-40B4-BE49-F238E27FC236}">
                      <a16:creationId xmlns:a16="http://schemas.microsoft.com/office/drawing/2014/main" id="{A98B983C-1ABD-9EA2-FB92-5E7012AACC3E}"/>
                    </a:ext>
                  </a:extLst>
                </p:cNvPr>
                <p:cNvPicPr/>
                <p:nvPr/>
              </p:nvPicPr>
              <p:blipFill>
                <a:blip r:embed="rId679"/>
                <a:stretch>
                  <a:fillRect/>
                </a:stretch>
              </p:blipFill>
              <p:spPr>
                <a:xfrm>
                  <a:off x="7845491" y="3682709"/>
                  <a:ext cx="1987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680">
              <p14:nvContentPartPr>
                <p14:cNvPr id="507" name="Ink 506">
                  <a:extLst>
                    <a:ext uri="{FF2B5EF4-FFF2-40B4-BE49-F238E27FC236}">
                      <a16:creationId xmlns:a16="http://schemas.microsoft.com/office/drawing/2014/main" id="{0A0A1657-C939-2FBB-2195-FB1E968322D4}"/>
                    </a:ext>
                  </a:extLst>
                </p14:cNvPr>
                <p14:cNvContentPartPr/>
                <p14:nvPr/>
              </p14:nvContentPartPr>
              <p14:xfrm>
                <a:off x="7812371" y="3590189"/>
                <a:ext cx="330480" cy="110880"/>
              </p14:xfrm>
            </p:contentPart>
          </mc:Choice>
          <mc:Fallback xmlns="">
            <p:pic>
              <p:nvPicPr>
                <p:cNvPr id="507" name="Ink 506">
                  <a:extLst>
                    <a:ext uri="{FF2B5EF4-FFF2-40B4-BE49-F238E27FC236}">
                      <a16:creationId xmlns:a16="http://schemas.microsoft.com/office/drawing/2014/main" id="{0A0A1657-C939-2FBB-2195-FB1E968322D4}"/>
                    </a:ext>
                  </a:extLst>
                </p:cNvPr>
                <p:cNvPicPr/>
                <p:nvPr/>
              </p:nvPicPr>
              <p:blipFill>
                <a:blip r:embed="rId681"/>
                <a:stretch>
                  <a:fillRect/>
                </a:stretch>
              </p:blipFill>
              <p:spPr>
                <a:xfrm>
                  <a:off x="7806251" y="3584069"/>
                  <a:ext cx="3427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682">
              <p14:nvContentPartPr>
                <p14:cNvPr id="508" name="Ink 507">
                  <a:extLst>
                    <a:ext uri="{FF2B5EF4-FFF2-40B4-BE49-F238E27FC236}">
                      <a16:creationId xmlns:a16="http://schemas.microsoft.com/office/drawing/2014/main" id="{A0A52D82-A9C5-A6A9-E22A-BD002918F61E}"/>
                    </a:ext>
                  </a:extLst>
                </p14:cNvPr>
                <p14:cNvContentPartPr/>
                <p14:nvPr/>
              </p14:nvContentPartPr>
              <p14:xfrm>
                <a:off x="7820291" y="3480029"/>
                <a:ext cx="322920" cy="55440"/>
              </p14:xfrm>
            </p:contentPart>
          </mc:Choice>
          <mc:Fallback xmlns="">
            <p:pic>
              <p:nvPicPr>
                <p:cNvPr id="508" name="Ink 507">
                  <a:extLst>
                    <a:ext uri="{FF2B5EF4-FFF2-40B4-BE49-F238E27FC236}">
                      <a16:creationId xmlns:a16="http://schemas.microsoft.com/office/drawing/2014/main" id="{A0A52D82-A9C5-A6A9-E22A-BD002918F61E}"/>
                    </a:ext>
                  </a:extLst>
                </p:cNvPr>
                <p:cNvPicPr/>
                <p:nvPr/>
              </p:nvPicPr>
              <p:blipFill>
                <a:blip r:embed="rId683"/>
                <a:stretch>
                  <a:fillRect/>
                </a:stretch>
              </p:blipFill>
              <p:spPr>
                <a:xfrm>
                  <a:off x="7814171" y="3473909"/>
                  <a:ext cx="33516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684">
              <p14:nvContentPartPr>
                <p14:cNvPr id="510" name="Ink 509">
                  <a:extLst>
                    <a:ext uri="{FF2B5EF4-FFF2-40B4-BE49-F238E27FC236}">
                      <a16:creationId xmlns:a16="http://schemas.microsoft.com/office/drawing/2014/main" id="{345041C1-C2F9-85FD-EEC0-0AF51E80F4FB}"/>
                    </a:ext>
                  </a:extLst>
                </p14:cNvPr>
                <p14:cNvContentPartPr/>
                <p14:nvPr/>
              </p14:nvContentPartPr>
              <p14:xfrm>
                <a:off x="6804371" y="2942189"/>
                <a:ext cx="19440" cy="162720"/>
              </p14:xfrm>
            </p:contentPart>
          </mc:Choice>
          <mc:Fallback xmlns="">
            <p:pic>
              <p:nvPicPr>
                <p:cNvPr id="510" name="Ink 509">
                  <a:extLst>
                    <a:ext uri="{FF2B5EF4-FFF2-40B4-BE49-F238E27FC236}">
                      <a16:creationId xmlns:a16="http://schemas.microsoft.com/office/drawing/2014/main" id="{345041C1-C2F9-85FD-EEC0-0AF51E80F4FB}"/>
                    </a:ext>
                  </a:extLst>
                </p:cNvPr>
                <p:cNvPicPr/>
                <p:nvPr/>
              </p:nvPicPr>
              <p:blipFill>
                <a:blip r:embed="rId685"/>
                <a:stretch>
                  <a:fillRect/>
                </a:stretch>
              </p:blipFill>
              <p:spPr>
                <a:xfrm>
                  <a:off x="6798251" y="2936069"/>
                  <a:ext cx="316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686">
              <p14:nvContentPartPr>
                <p14:cNvPr id="511" name="Ink 510">
                  <a:extLst>
                    <a:ext uri="{FF2B5EF4-FFF2-40B4-BE49-F238E27FC236}">
                      <a16:creationId xmlns:a16="http://schemas.microsoft.com/office/drawing/2014/main" id="{BE4C221B-ADC4-4C86-0856-D495E34CBBD9}"/>
                    </a:ext>
                  </a:extLst>
                </p14:cNvPr>
                <p14:cNvContentPartPr/>
                <p14:nvPr/>
              </p14:nvContentPartPr>
              <p14:xfrm>
                <a:off x="6892211" y="2992949"/>
                <a:ext cx="33120" cy="230760"/>
              </p14:xfrm>
            </p:contentPart>
          </mc:Choice>
          <mc:Fallback xmlns="">
            <p:pic>
              <p:nvPicPr>
                <p:cNvPr id="511" name="Ink 510">
                  <a:extLst>
                    <a:ext uri="{FF2B5EF4-FFF2-40B4-BE49-F238E27FC236}">
                      <a16:creationId xmlns:a16="http://schemas.microsoft.com/office/drawing/2014/main" id="{BE4C221B-ADC4-4C86-0856-D495E34CBBD9}"/>
                    </a:ext>
                  </a:extLst>
                </p:cNvPr>
                <p:cNvPicPr/>
                <p:nvPr/>
              </p:nvPicPr>
              <p:blipFill>
                <a:blip r:embed="rId687"/>
                <a:stretch>
                  <a:fillRect/>
                </a:stretch>
              </p:blipFill>
              <p:spPr>
                <a:xfrm>
                  <a:off x="6886091" y="2986829"/>
                  <a:ext cx="453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688">
              <p14:nvContentPartPr>
                <p14:cNvPr id="512" name="Ink 511">
                  <a:extLst>
                    <a:ext uri="{FF2B5EF4-FFF2-40B4-BE49-F238E27FC236}">
                      <a16:creationId xmlns:a16="http://schemas.microsoft.com/office/drawing/2014/main" id="{9123FC61-927A-8999-4718-32083A6B85CC}"/>
                    </a:ext>
                  </a:extLst>
                </p14:cNvPr>
                <p14:cNvContentPartPr/>
                <p14:nvPr/>
              </p14:nvContentPartPr>
              <p14:xfrm>
                <a:off x="7188491" y="2932469"/>
                <a:ext cx="36360" cy="194040"/>
              </p14:xfrm>
            </p:contentPart>
          </mc:Choice>
          <mc:Fallback xmlns="">
            <p:pic>
              <p:nvPicPr>
                <p:cNvPr id="512" name="Ink 511">
                  <a:extLst>
                    <a:ext uri="{FF2B5EF4-FFF2-40B4-BE49-F238E27FC236}">
                      <a16:creationId xmlns:a16="http://schemas.microsoft.com/office/drawing/2014/main" id="{9123FC61-927A-8999-4718-32083A6B85CC}"/>
                    </a:ext>
                  </a:extLst>
                </p:cNvPr>
                <p:cNvPicPr/>
                <p:nvPr/>
              </p:nvPicPr>
              <p:blipFill>
                <a:blip r:embed="rId689"/>
                <a:stretch>
                  <a:fillRect/>
                </a:stretch>
              </p:blipFill>
              <p:spPr>
                <a:xfrm>
                  <a:off x="7182371" y="2926349"/>
                  <a:ext cx="486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690">
              <p14:nvContentPartPr>
                <p14:cNvPr id="513" name="Ink 512">
                  <a:extLst>
                    <a:ext uri="{FF2B5EF4-FFF2-40B4-BE49-F238E27FC236}">
                      <a16:creationId xmlns:a16="http://schemas.microsoft.com/office/drawing/2014/main" id="{51F7E492-0DD1-82B3-43FD-C69018A2B7AE}"/>
                    </a:ext>
                  </a:extLst>
                </p14:cNvPr>
                <p14:cNvContentPartPr/>
                <p14:nvPr/>
              </p14:nvContentPartPr>
              <p14:xfrm>
                <a:off x="7257611" y="2918789"/>
                <a:ext cx="134280" cy="208440"/>
              </p14:xfrm>
            </p:contentPart>
          </mc:Choice>
          <mc:Fallback xmlns="">
            <p:pic>
              <p:nvPicPr>
                <p:cNvPr id="513" name="Ink 512">
                  <a:extLst>
                    <a:ext uri="{FF2B5EF4-FFF2-40B4-BE49-F238E27FC236}">
                      <a16:creationId xmlns:a16="http://schemas.microsoft.com/office/drawing/2014/main" id="{51F7E492-0DD1-82B3-43FD-C69018A2B7AE}"/>
                    </a:ext>
                  </a:extLst>
                </p:cNvPr>
                <p:cNvPicPr/>
                <p:nvPr/>
              </p:nvPicPr>
              <p:blipFill>
                <a:blip r:embed="rId691"/>
                <a:stretch>
                  <a:fillRect/>
                </a:stretch>
              </p:blipFill>
              <p:spPr>
                <a:xfrm>
                  <a:off x="7251491" y="2912669"/>
                  <a:ext cx="1465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692">
              <p14:nvContentPartPr>
                <p14:cNvPr id="514" name="Ink 513">
                  <a:extLst>
                    <a:ext uri="{FF2B5EF4-FFF2-40B4-BE49-F238E27FC236}">
                      <a16:creationId xmlns:a16="http://schemas.microsoft.com/office/drawing/2014/main" id="{DFE1D30C-A856-C8FD-F246-105326323953}"/>
                    </a:ext>
                  </a:extLst>
                </p14:cNvPr>
                <p14:cNvContentPartPr/>
                <p14:nvPr/>
              </p14:nvContentPartPr>
              <p14:xfrm>
                <a:off x="6795731" y="2957309"/>
                <a:ext cx="21240" cy="251280"/>
              </p14:xfrm>
            </p:contentPart>
          </mc:Choice>
          <mc:Fallback xmlns="">
            <p:pic>
              <p:nvPicPr>
                <p:cNvPr id="514" name="Ink 513">
                  <a:extLst>
                    <a:ext uri="{FF2B5EF4-FFF2-40B4-BE49-F238E27FC236}">
                      <a16:creationId xmlns:a16="http://schemas.microsoft.com/office/drawing/2014/main" id="{DFE1D30C-A856-C8FD-F246-105326323953}"/>
                    </a:ext>
                  </a:extLst>
                </p:cNvPr>
                <p:cNvPicPr/>
                <p:nvPr/>
              </p:nvPicPr>
              <p:blipFill>
                <a:blip r:embed="rId693"/>
                <a:stretch>
                  <a:fillRect/>
                </a:stretch>
              </p:blipFill>
              <p:spPr>
                <a:xfrm>
                  <a:off x="6789611" y="2951189"/>
                  <a:ext cx="334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694">
              <p14:nvContentPartPr>
                <p14:cNvPr id="516" name="Ink 515">
                  <a:extLst>
                    <a:ext uri="{FF2B5EF4-FFF2-40B4-BE49-F238E27FC236}">
                      <a16:creationId xmlns:a16="http://schemas.microsoft.com/office/drawing/2014/main" id="{5C6E81A9-DA1F-1AB6-7F88-B88DFA7C2AF3}"/>
                    </a:ext>
                  </a:extLst>
                </p14:cNvPr>
                <p14:cNvContentPartPr/>
                <p14:nvPr/>
              </p14:nvContentPartPr>
              <p14:xfrm>
                <a:off x="7410971" y="3780629"/>
                <a:ext cx="1519560" cy="1151640"/>
              </p14:xfrm>
            </p:contentPart>
          </mc:Choice>
          <mc:Fallback xmlns="">
            <p:pic>
              <p:nvPicPr>
                <p:cNvPr id="516" name="Ink 515">
                  <a:extLst>
                    <a:ext uri="{FF2B5EF4-FFF2-40B4-BE49-F238E27FC236}">
                      <a16:creationId xmlns:a16="http://schemas.microsoft.com/office/drawing/2014/main" id="{5C6E81A9-DA1F-1AB6-7F88-B88DFA7C2AF3}"/>
                    </a:ext>
                  </a:extLst>
                </p:cNvPr>
                <p:cNvPicPr/>
                <p:nvPr/>
              </p:nvPicPr>
              <p:blipFill>
                <a:blip r:embed="rId695"/>
                <a:stretch>
                  <a:fillRect/>
                </a:stretch>
              </p:blipFill>
              <p:spPr>
                <a:xfrm>
                  <a:off x="7404851" y="3774509"/>
                  <a:ext cx="1531800" cy="1163880"/>
                </a:xfrm>
                <a:prstGeom prst="rect">
                  <a:avLst/>
                </a:prstGeom>
              </p:spPr>
            </p:pic>
          </mc:Fallback>
        </mc:AlternateContent>
        <mc:AlternateContent xmlns:mc="http://schemas.openxmlformats.org/markup-compatibility/2006" xmlns:p14="http://schemas.microsoft.com/office/powerpoint/2010/main">
          <mc:Choice Requires="p14">
            <p:contentPart p14:bwMode="auto" r:id="rId696">
              <p14:nvContentPartPr>
                <p14:cNvPr id="517" name="Ink 516">
                  <a:extLst>
                    <a:ext uri="{FF2B5EF4-FFF2-40B4-BE49-F238E27FC236}">
                      <a16:creationId xmlns:a16="http://schemas.microsoft.com/office/drawing/2014/main" id="{B943B150-359A-3190-C4DF-DD541F2FA512}"/>
                    </a:ext>
                  </a:extLst>
                </p14:cNvPr>
                <p14:cNvContentPartPr/>
                <p14:nvPr/>
              </p14:nvContentPartPr>
              <p14:xfrm>
                <a:off x="7355531" y="2489309"/>
                <a:ext cx="1606680" cy="1030320"/>
              </p14:xfrm>
            </p:contentPart>
          </mc:Choice>
          <mc:Fallback xmlns="">
            <p:pic>
              <p:nvPicPr>
                <p:cNvPr id="517" name="Ink 516">
                  <a:extLst>
                    <a:ext uri="{FF2B5EF4-FFF2-40B4-BE49-F238E27FC236}">
                      <a16:creationId xmlns:a16="http://schemas.microsoft.com/office/drawing/2014/main" id="{B943B150-359A-3190-C4DF-DD541F2FA512}"/>
                    </a:ext>
                  </a:extLst>
                </p:cNvPr>
                <p:cNvPicPr/>
                <p:nvPr/>
              </p:nvPicPr>
              <p:blipFill>
                <a:blip r:embed="rId697"/>
                <a:stretch>
                  <a:fillRect/>
                </a:stretch>
              </p:blipFill>
              <p:spPr>
                <a:xfrm>
                  <a:off x="7349411" y="2483189"/>
                  <a:ext cx="1618920" cy="1042560"/>
                </a:xfrm>
                <a:prstGeom prst="rect">
                  <a:avLst/>
                </a:prstGeom>
              </p:spPr>
            </p:pic>
          </mc:Fallback>
        </mc:AlternateContent>
        <mc:AlternateContent xmlns:mc="http://schemas.openxmlformats.org/markup-compatibility/2006" xmlns:p14="http://schemas.microsoft.com/office/powerpoint/2010/main">
          <mc:Choice Requires="p14">
            <p:contentPart p14:bwMode="auto" r:id="rId698">
              <p14:nvContentPartPr>
                <p14:cNvPr id="518" name="Ink 517">
                  <a:extLst>
                    <a:ext uri="{FF2B5EF4-FFF2-40B4-BE49-F238E27FC236}">
                      <a16:creationId xmlns:a16="http://schemas.microsoft.com/office/drawing/2014/main" id="{D9DDADC1-EBA0-7F50-88A4-D14EE6BBE8ED}"/>
                    </a:ext>
                  </a:extLst>
                </p14:cNvPr>
                <p14:cNvContentPartPr/>
                <p14:nvPr/>
              </p14:nvContentPartPr>
              <p14:xfrm>
                <a:off x="5944691" y="2526029"/>
                <a:ext cx="962640" cy="961560"/>
              </p14:xfrm>
            </p:contentPart>
          </mc:Choice>
          <mc:Fallback xmlns="">
            <p:pic>
              <p:nvPicPr>
                <p:cNvPr id="518" name="Ink 517">
                  <a:extLst>
                    <a:ext uri="{FF2B5EF4-FFF2-40B4-BE49-F238E27FC236}">
                      <a16:creationId xmlns:a16="http://schemas.microsoft.com/office/drawing/2014/main" id="{D9DDADC1-EBA0-7F50-88A4-D14EE6BBE8ED}"/>
                    </a:ext>
                  </a:extLst>
                </p:cNvPr>
                <p:cNvPicPr/>
                <p:nvPr/>
              </p:nvPicPr>
              <p:blipFill>
                <a:blip r:embed="rId699"/>
                <a:stretch>
                  <a:fillRect/>
                </a:stretch>
              </p:blipFill>
              <p:spPr>
                <a:xfrm>
                  <a:off x="5938571" y="2519909"/>
                  <a:ext cx="974880" cy="973800"/>
                </a:xfrm>
                <a:prstGeom prst="rect">
                  <a:avLst/>
                </a:prstGeom>
              </p:spPr>
            </p:pic>
          </mc:Fallback>
        </mc:AlternateContent>
      </p:grpSp>
    </p:spTree>
    <p:extLst>
      <p:ext uri="{BB962C8B-B14F-4D97-AF65-F5344CB8AC3E}">
        <p14:creationId xmlns:p14="http://schemas.microsoft.com/office/powerpoint/2010/main" val="35075948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1153-8CC1-4D9B-9005-A719DC8C7936}"/>
              </a:ext>
            </a:extLst>
          </p:cNvPr>
          <p:cNvSpPr>
            <a:spLocks noGrp="1"/>
          </p:cNvSpPr>
          <p:nvPr>
            <p:ph type="title"/>
          </p:nvPr>
        </p:nvSpPr>
        <p:spPr>
          <a:xfrm>
            <a:off x="628650" y="365127"/>
            <a:ext cx="7886700" cy="930274"/>
          </a:xfrm>
        </p:spPr>
        <p:txBody>
          <a:bodyPr>
            <a:normAutofit fontScale="90000"/>
          </a:bodyPr>
          <a:lstStyle/>
          <a:p>
            <a:r>
              <a:rPr lang="en-US" b="1" dirty="0"/>
              <a:t>Exercise 2</a:t>
            </a:r>
            <a:br>
              <a:rPr lang="en-US" dirty="0"/>
            </a:br>
            <a:endParaRPr lang="en-US" dirty="0">
              <a:solidFill>
                <a:srgbClr val="00B0F0"/>
              </a:solidFill>
            </a:endParaRPr>
          </a:p>
        </p:txBody>
      </p:sp>
      <p:sp>
        <p:nvSpPr>
          <p:cNvPr id="3" name="Content Placeholder 2">
            <a:extLst>
              <a:ext uri="{FF2B5EF4-FFF2-40B4-BE49-F238E27FC236}">
                <a16:creationId xmlns:a16="http://schemas.microsoft.com/office/drawing/2014/main" id="{EC14BAEB-0AAF-4518-8897-3C92898F490C}"/>
              </a:ext>
            </a:extLst>
          </p:cNvPr>
          <p:cNvSpPr>
            <a:spLocks noGrp="1"/>
          </p:cNvSpPr>
          <p:nvPr>
            <p:ph idx="1"/>
          </p:nvPr>
        </p:nvSpPr>
        <p:spPr>
          <a:xfrm>
            <a:off x="914400" y="1143000"/>
            <a:ext cx="8077200" cy="4572000"/>
          </a:xfrm>
        </p:spPr>
        <p:txBody>
          <a:bodyPr>
            <a:normAutofit/>
          </a:bodyPr>
          <a:lstStyle/>
          <a:p>
            <a:pPr marL="0" indent="0">
              <a:buNone/>
            </a:pPr>
            <a:r>
              <a:rPr lang="en-US" sz="2400" dirty="0"/>
              <a:t>Normalize the following UNF. Check till third normal form. </a:t>
            </a:r>
          </a:p>
          <a:p>
            <a:pPr marL="0" marR="0" indent="0">
              <a:lnSpc>
                <a:spcPct val="107000"/>
              </a:lnSpc>
              <a:spcBef>
                <a:spcPts val="0"/>
              </a:spcBef>
              <a:spcAft>
                <a:spcPts val="80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Book (ISBN, </a:t>
            </a:r>
            <a:r>
              <a:rPr lang="en-US" sz="2400" dirty="0" err="1">
                <a:effectLst/>
                <a:latin typeface="Calibri" panose="020F0502020204030204" pitchFamily="34" charset="0"/>
                <a:ea typeface="Calibri" panose="020F0502020204030204" pitchFamily="34" charset="0"/>
                <a:cs typeface="Times New Roman" panose="02020603050405020304" pitchFamily="18" charset="0"/>
              </a:rPr>
              <a:t>BookTitle</a:t>
            </a:r>
            <a:r>
              <a:rPr lang="en-US" sz="2400" dirty="0">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effectLst/>
                <a:latin typeface="Calibri" panose="020F0502020204030204" pitchFamily="34" charset="0"/>
                <a:ea typeface="Calibri" panose="020F0502020204030204" pitchFamily="34" charset="0"/>
                <a:cs typeface="Times New Roman" panose="02020603050405020304" pitchFamily="18" charset="0"/>
              </a:rPr>
              <a:t>Author_Num</a:t>
            </a:r>
            <a:r>
              <a:rPr lang="en-US" sz="2400" dirty="0">
                <a:effectLst/>
                <a:latin typeface="Calibri" panose="020F0502020204030204" pitchFamily="34" charset="0"/>
                <a:ea typeface="Calibri" panose="020F0502020204030204" pitchFamily="34" charset="0"/>
                <a:cs typeface="Times New Roman" panose="02020603050405020304" pitchFamily="18" charset="0"/>
              </a:rPr>
              <a:t>, Last Name, Publisher name, </a:t>
            </a:r>
            <a:r>
              <a:rPr lang="en-US" sz="2400" dirty="0" err="1">
                <a:effectLst/>
                <a:latin typeface="Calibri" panose="020F0502020204030204" pitchFamily="34" charset="0"/>
                <a:ea typeface="Calibri" panose="020F0502020204030204" pitchFamily="34" charset="0"/>
                <a:cs typeface="Times New Roman" panose="02020603050405020304" pitchFamily="18" charset="0"/>
              </a:rPr>
              <a:t>Publisher_address</a:t>
            </a:r>
            <a:r>
              <a:rPr lang="en-US" sz="2400" dirty="0">
                <a:effectLst/>
                <a:latin typeface="Calibri" panose="020F0502020204030204" pitchFamily="34" charset="0"/>
                <a:ea typeface="Calibri" panose="020F0502020204030204" pitchFamily="34" charset="0"/>
                <a:cs typeface="Times New Roman" panose="02020603050405020304" pitchFamily="18" charset="0"/>
              </a:rPr>
              <a:t>, Royalty) </a:t>
            </a:r>
          </a:p>
          <a:p>
            <a:pPr marL="0" indent="0">
              <a:buNone/>
            </a:pPr>
            <a:endParaRPr lang="en-US" sz="2400" dirty="0"/>
          </a:p>
          <a:p>
            <a:pPr marL="0" indent="0">
              <a:buNone/>
            </a:pPr>
            <a:endParaRPr lang="en-US" sz="2400" dirty="0"/>
          </a:p>
          <a:p>
            <a:pPr marL="0" indent="0">
              <a:buNone/>
            </a:pPr>
            <a:r>
              <a:rPr lang="en-US" sz="2400" dirty="0"/>
              <a:t>Business Rules: </a:t>
            </a:r>
          </a:p>
          <a:p>
            <a:pPr marL="0" indent="0">
              <a:buNone/>
            </a:pPr>
            <a:r>
              <a:rPr lang="en-US" sz="2400" dirty="0"/>
              <a:t>A book may have more than one author</a:t>
            </a:r>
          </a:p>
          <a:p>
            <a:pPr marL="0" indent="0">
              <a:buNone/>
            </a:pPr>
            <a:r>
              <a:rPr lang="en-US" sz="2400" dirty="0"/>
              <a:t>An author may write several books</a:t>
            </a:r>
          </a:p>
          <a:p>
            <a:pPr marL="0" indent="0">
              <a:buNone/>
            </a:pPr>
            <a:endParaRPr lang="en-US" sz="2400" dirty="0"/>
          </a:p>
          <a:p>
            <a:pPr marL="0" indent="0">
              <a:buNone/>
            </a:pPr>
            <a:r>
              <a:rPr lang="en-US" sz="2400" dirty="0"/>
              <a:t>Create ERD as well.</a:t>
            </a:r>
          </a:p>
        </p:txBody>
      </p:sp>
      <p:sp>
        <p:nvSpPr>
          <p:cNvPr id="4" name="Slide Number Placeholder 3">
            <a:extLst>
              <a:ext uri="{FF2B5EF4-FFF2-40B4-BE49-F238E27FC236}">
                <a16:creationId xmlns:a16="http://schemas.microsoft.com/office/drawing/2014/main" id="{FA9D2E91-07EA-479E-9314-C01277C8E328}"/>
              </a:ext>
            </a:extLst>
          </p:cNvPr>
          <p:cNvSpPr>
            <a:spLocks noGrp="1"/>
          </p:cNvSpPr>
          <p:nvPr>
            <p:ph type="sldNum" sz="quarter" idx="10"/>
          </p:nvPr>
        </p:nvSpPr>
        <p:spPr/>
        <p:txBody>
          <a:bodyPr/>
          <a:lstStyle/>
          <a:p>
            <a:pPr>
              <a:defRPr/>
            </a:pPr>
            <a:fld id="{E5C1B064-A49E-4989-8EF0-4B3889E562AC}" type="slidenum">
              <a:rPr lang="en-US" smtClean="0"/>
              <a:pPr>
                <a:defRPr/>
              </a:pPr>
              <a:t>53</a:t>
            </a:fld>
            <a:endParaRPr lang="en-US"/>
          </a:p>
        </p:txBody>
      </p:sp>
      <p:grpSp>
        <p:nvGrpSpPr>
          <p:cNvPr id="11" name="Group 10">
            <a:extLst>
              <a:ext uri="{FF2B5EF4-FFF2-40B4-BE49-F238E27FC236}">
                <a16:creationId xmlns:a16="http://schemas.microsoft.com/office/drawing/2014/main" id="{3315B9D8-883E-5EE8-6B88-7DF09B24DBD1}"/>
              </a:ext>
            </a:extLst>
          </p:cNvPr>
          <p:cNvGrpSpPr/>
          <p:nvPr/>
        </p:nvGrpSpPr>
        <p:grpSpPr>
          <a:xfrm>
            <a:off x="6072491" y="3191309"/>
            <a:ext cx="473040" cy="312480"/>
            <a:chOff x="6072491" y="3191309"/>
            <a:chExt cx="473040" cy="31248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65F5696-BEB7-7779-77AC-0BF6452BD087}"/>
                    </a:ext>
                  </a:extLst>
                </p14:cNvPr>
                <p14:cNvContentPartPr/>
                <p14:nvPr/>
              </p14:nvContentPartPr>
              <p14:xfrm>
                <a:off x="6117851" y="3302189"/>
                <a:ext cx="17640" cy="201600"/>
              </p14:xfrm>
            </p:contentPart>
          </mc:Choice>
          <mc:Fallback xmlns="">
            <p:pic>
              <p:nvPicPr>
                <p:cNvPr id="5" name="Ink 4">
                  <a:extLst>
                    <a:ext uri="{FF2B5EF4-FFF2-40B4-BE49-F238E27FC236}">
                      <a16:creationId xmlns:a16="http://schemas.microsoft.com/office/drawing/2014/main" id="{A65F5696-BEB7-7779-77AC-0BF6452BD087}"/>
                    </a:ext>
                  </a:extLst>
                </p:cNvPr>
                <p:cNvPicPr/>
                <p:nvPr/>
              </p:nvPicPr>
              <p:blipFill>
                <a:blip r:embed="rId3"/>
                <a:stretch>
                  <a:fillRect/>
                </a:stretch>
              </p:blipFill>
              <p:spPr>
                <a:xfrm>
                  <a:off x="6111731" y="3296069"/>
                  <a:ext cx="298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5B7FDC7-771F-512B-9F8A-60FADE1E1934}"/>
                    </a:ext>
                  </a:extLst>
                </p14:cNvPr>
                <p14:cNvContentPartPr/>
                <p14:nvPr/>
              </p14:nvContentPartPr>
              <p14:xfrm>
                <a:off x="6072491" y="3269789"/>
                <a:ext cx="162720" cy="164160"/>
              </p14:xfrm>
            </p:contentPart>
          </mc:Choice>
          <mc:Fallback xmlns="">
            <p:pic>
              <p:nvPicPr>
                <p:cNvPr id="6" name="Ink 5">
                  <a:extLst>
                    <a:ext uri="{FF2B5EF4-FFF2-40B4-BE49-F238E27FC236}">
                      <a16:creationId xmlns:a16="http://schemas.microsoft.com/office/drawing/2014/main" id="{A5B7FDC7-771F-512B-9F8A-60FADE1E1934}"/>
                    </a:ext>
                  </a:extLst>
                </p:cNvPr>
                <p:cNvPicPr/>
                <p:nvPr/>
              </p:nvPicPr>
              <p:blipFill>
                <a:blip r:embed="rId5"/>
                <a:stretch>
                  <a:fillRect/>
                </a:stretch>
              </p:blipFill>
              <p:spPr>
                <a:xfrm>
                  <a:off x="6066371" y="3263669"/>
                  <a:ext cx="1749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03F88EF4-6F29-C9A7-714E-4957F3CB7CF3}"/>
                    </a:ext>
                  </a:extLst>
                </p14:cNvPr>
                <p14:cNvContentPartPr/>
                <p14:nvPr/>
              </p14:nvContentPartPr>
              <p14:xfrm>
                <a:off x="6263291" y="3276989"/>
                <a:ext cx="23400" cy="185040"/>
              </p14:xfrm>
            </p:contentPart>
          </mc:Choice>
          <mc:Fallback xmlns="">
            <p:pic>
              <p:nvPicPr>
                <p:cNvPr id="7" name="Ink 6">
                  <a:extLst>
                    <a:ext uri="{FF2B5EF4-FFF2-40B4-BE49-F238E27FC236}">
                      <a16:creationId xmlns:a16="http://schemas.microsoft.com/office/drawing/2014/main" id="{03F88EF4-6F29-C9A7-714E-4957F3CB7CF3}"/>
                    </a:ext>
                  </a:extLst>
                </p:cNvPr>
                <p:cNvPicPr/>
                <p:nvPr/>
              </p:nvPicPr>
              <p:blipFill>
                <a:blip r:embed="rId7"/>
                <a:stretch>
                  <a:fillRect/>
                </a:stretch>
              </p:blipFill>
              <p:spPr>
                <a:xfrm>
                  <a:off x="6257171" y="3270869"/>
                  <a:ext cx="3564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7ECACF44-B272-8852-60DB-F21F12176B60}"/>
                    </a:ext>
                  </a:extLst>
                </p14:cNvPr>
                <p14:cNvContentPartPr/>
                <p14:nvPr/>
              </p14:nvContentPartPr>
              <p14:xfrm>
                <a:off x="6275891" y="3247829"/>
                <a:ext cx="101880" cy="194040"/>
              </p14:xfrm>
            </p:contentPart>
          </mc:Choice>
          <mc:Fallback xmlns="">
            <p:pic>
              <p:nvPicPr>
                <p:cNvPr id="8" name="Ink 7">
                  <a:extLst>
                    <a:ext uri="{FF2B5EF4-FFF2-40B4-BE49-F238E27FC236}">
                      <a16:creationId xmlns:a16="http://schemas.microsoft.com/office/drawing/2014/main" id="{7ECACF44-B272-8852-60DB-F21F12176B60}"/>
                    </a:ext>
                  </a:extLst>
                </p:cNvPr>
                <p:cNvPicPr/>
                <p:nvPr/>
              </p:nvPicPr>
              <p:blipFill>
                <a:blip r:embed="rId9"/>
                <a:stretch>
                  <a:fillRect/>
                </a:stretch>
              </p:blipFill>
              <p:spPr>
                <a:xfrm>
                  <a:off x="6269771" y="3241709"/>
                  <a:ext cx="11412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B8343DB8-64C3-BF22-96AF-C282B2C35C22}"/>
                    </a:ext>
                  </a:extLst>
                </p14:cNvPr>
                <p14:cNvContentPartPr/>
                <p14:nvPr/>
              </p14:nvContentPartPr>
              <p14:xfrm>
                <a:off x="6396851" y="3191309"/>
                <a:ext cx="148680" cy="147960"/>
              </p14:xfrm>
            </p:contentPart>
          </mc:Choice>
          <mc:Fallback xmlns="">
            <p:pic>
              <p:nvPicPr>
                <p:cNvPr id="9" name="Ink 8">
                  <a:extLst>
                    <a:ext uri="{FF2B5EF4-FFF2-40B4-BE49-F238E27FC236}">
                      <a16:creationId xmlns:a16="http://schemas.microsoft.com/office/drawing/2014/main" id="{B8343DB8-64C3-BF22-96AF-C282B2C35C22}"/>
                    </a:ext>
                  </a:extLst>
                </p:cNvPr>
                <p:cNvPicPr/>
                <p:nvPr/>
              </p:nvPicPr>
              <p:blipFill>
                <a:blip r:embed="rId11"/>
                <a:stretch>
                  <a:fillRect/>
                </a:stretch>
              </p:blipFill>
              <p:spPr>
                <a:xfrm>
                  <a:off x="6390731" y="3185189"/>
                  <a:ext cx="16092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85144FDC-AD13-9B60-1B72-B7F948AE590D}"/>
                    </a:ext>
                  </a:extLst>
                </p14:cNvPr>
                <p14:cNvContentPartPr/>
                <p14:nvPr/>
              </p14:nvContentPartPr>
              <p14:xfrm>
                <a:off x="6454451" y="3463829"/>
                <a:ext cx="38160" cy="23760"/>
              </p14:xfrm>
            </p:contentPart>
          </mc:Choice>
          <mc:Fallback xmlns="">
            <p:pic>
              <p:nvPicPr>
                <p:cNvPr id="10" name="Ink 9">
                  <a:extLst>
                    <a:ext uri="{FF2B5EF4-FFF2-40B4-BE49-F238E27FC236}">
                      <a16:creationId xmlns:a16="http://schemas.microsoft.com/office/drawing/2014/main" id="{85144FDC-AD13-9B60-1B72-B7F948AE590D}"/>
                    </a:ext>
                  </a:extLst>
                </p:cNvPr>
                <p:cNvPicPr/>
                <p:nvPr/>
              </p:nvPicPr>
              <p:blipFill>
                <a:blip r:embed="rId13"/>
                <a:stretch>
                  <a:fillRect/>
                </a:stretch>
              </p:blipFill>
              <p:spPr>
                <a:xfrm>
                  <a:off x="6448331" y="3457709"/>
                  <a:ext cx="50400" cy="36000"/>
                </a:xfrm>
                <a:prstGeom prst="rect">
                  <a:avLst/>
                </a:prstGeom>
              </p:spPr>
            </p:pic>
          </mc:Fallback>
        </mc:AlternateContent>
      </p:grpSp>
      <p:grpSp>
        <p:nvGrpSpPr>
          <p:cNvPr id="26" name="Group 25">
            <a:extLst>
              <a:ext uri="{FF2B5EF4-FFF2-40B4-BE49-F238E27FC236}">
                <a16:creationId xmlns:a16="http://schemas.microsoft.com/office/drawing/2014/main" id="{947136AC-3230-6AED-F20C-A220C86D0404}"/>
              </a:ext>
            </a:extLst>
          </p:cNvPr>
          <p:cNvGrpSpPr/>
          <p:nvPr/>
        </p:nvGrpSpPr>
        <p:grpSpPr>
          <a:xfrm>
            <a:off x="3786131" y="4682429"/>
            <a:ext cx="3633840" cy="685080"/>
            <a:chOff x="3786131" y="4682429"/>
            <a:chExt cx="3633840" cy="685080"/>
          </a:xfrm>
        </p:grpSpPr>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FB2E2D30-42E8-982C-6ACF-9258D2050B6F}"/>
                    </a:ext>
                  </a:extLst>
                </p14:cNvPr>
                <p14:cNvContentPartPr/>
                <p14:nvPr/>
              </p14:nvContentPartPr>
              <p14:xfrm>
                <a:off x="3786131" y="4682429"/>
                <a:ext cx="1096560" cy="519120"/>
              </p14:xfrm>
            </p:contentPart>
          </mc:Choice>
          <mc:Fallback xmlns="">
            <p:pic>
              <p:nvPicPr>
                <p:cNvPr id="12" name="Ink 11">
                  <a:extLst>
                    <a:ext uri="{FF2B5EF4-FFF2-40B4-BE49-F238E27FC236}">
                      <a16:creationId xmlns:a16="http://schemas.microsoft.com/office/drawing/2014/main" id="{FB2E2D30-42E8-982C-6ACF-9258D2050B6F}"/>
                    </a:ext>
                  </a:extLst>
                </p:cNvPr>
                <p:cNvPicPr/>
                <p:nvPr/>
              </p:nvPicPr>
              <p:blipFill>
                <a:blip r:embed="rId15"/>
                <a:stretch>
                  <a:fillRect/>
                </a:stretch>
              </p:blipFill>
              <p:spPr>
                <a:xfrm>
                  <a:off x="3780011" y="4676309"/>
                  <a:ext cx="1108800" cy="531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CAF98753-E36A-6A27-F972-C2A7E9E9AF56}"/>
                    </a:ext>
                  </a:extLst>
                </p14:cNvPr>
                <p14:cNvContentPartPr/>
                <p14:nvPr/>
              </p14:nvContentPartPr>
              <p14:xfrm>
                <a:off x="4012571" y="4827509"/>
                <a:ext cx="28440" cy="185040"/>
              </p14:xfrm>
            </p:contentPart>
          </mc:Choice>
          <mc:Fallback xmlns="">
            <p:pic>
              <p:nvPicPr>
                <p:cNvPr id="13" name="Ink 12">
                  <a:extLst>
                    <a:ext uri="{FF2B5EF4-FFF2-40B4-BE49-F238E27FC236}">
                      <a16:creationId xmlns:a16="http://schemas.microsoft.com/office/drawing/2014/main" id="{CAF98753-E36A-6A27-F972-C2A7E9E9AF56}"/>
                    </a:ext>
                  </a:extLst>
                </p:cNvPr>
                <p:cNvPicPr/>
                <p:nvPr/>
              </p:nvPicPr>
              <p:blipFill>
                <a:blip r:embed="rId17"/>
                <a:stretch>
                  <a:fillRect/>
                </a:stretch>
              </p:blipFill>
              <p:spPr>
                <a:xfrm>
                  <a:off x="4006451" y="4821389"/>
                  <a:ext cx="406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D94DDC7A-AB03-8CB0-99C2-CD52502C7A3E}"/>
                    </a:ext>
                  </a:extLst>
                </p14:cNvPr>
                <p14:cNvContentPartPr/>
                <p14:nvPr/>
              </p14:nvContentPartPr>
              <p14:xfrm>
                <a:off x="4028051" y="4801229"/>
                <a:ext cx="347040" cy="254160"/>
              </p14:xfrm>
            </p:contentPart>
          </mc:Choice>
          <mc:Fallback xmlns="">
            <p:pic>
              <p:nvPicPr>
                <p:cNvPr id="14" name="Ink 13">
                  <a:extLst>
                    <a:ext uri="{FF2B5EF4-FFF2-40B4-BE49-F238E27FC236}">
                      <a16:creationId xmlns:a16="http://schemas.microsoft.com/office/drawing/2014/main" id="{D94DDC7A-AB03-8CB0-99C2-CD52502C7A3E}"/>
                    </a:ext>
                  </a:extLst>
                </p:cNvPr>
                <p:cNvPicPr/>
                <p:nvPr/>
              </p:nvPicPr>
              <p:blipFill>
                <a:blip r:embed="rId19"/>
                <a:stretch>
                  <a:fillRect/>
                </a:stretch>
              </p:blipFill>
              <p:spPr>
                <a:xfrm>
                  <a:off x="4021931" y="4795109"/>
                  <a:ext cx="3592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EC35CF00-8340-1FEF-8FA8-35C281E5C46D}"/>
                    </a:ext>
                  </a:extLst>
                </p14:cNvPr>
                <p14:cNvContentPartPr/>
                <p14:nvPr/>
              </p14:nvContentPartPr>
              <p14:xfrm>
                <a:off x="6157451" y="4710149"/>
                <a:ext cx="194760" cy="657360"/>
              </p14:xfrm>
            </p:contentPart>
          </mc:Choice>
          <mc:Fallback xmlns="">
            <p:pic>
              <p:nvPicPr>
                <p:cNvPr id="15" name="Ink 14">
                  <a:extLst>
                    <a:ext uri="{FF2B5EF4-FFF2-40B4-BE49-F238E27FC236}">
                      <a16:creationId xmlns:a16="http://schemas.microsoft.com/office/drawing/2014/main" id="{EC35CF00-8340-1FEF-8FA8-35C281E5C46D}"/>
                    </a:ext>
                  </a:extLst>
                </p:cNvPr>
                <p:cNvPicPr/>
                <p:nvPr/>
              </p:nvPicPr>
              <p:blipFill>
                <a:blip r:embed="rId21"/>
                <a:stretch>
                  <a:fillRect/>
                </a:stretch>
              </p:blipFill>
              <p:spPr>
                <a:xfrm>
                  <a:off x="6151331" y="4704029"/>
                  <a:ext cx="207000" cy="669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9CF23F36-B797-64C7-148A-EAD066FB7D78}"/>
                    </a:ext>
                  </a:extLst>
                </p14:cNvPr>
                <p14:cNvContentPartPr/>
                <p14:nvPr/>
              </p14:nvContentPartPr>
              <p14:xfrm>
                <a:off x="6074651" y="4751189"/>
                <a:ext cx="1345320" cy="570600"/>
              </p14:xfrm>
            </p:contentPart>
          </mc:Choice>
          <mc:Fallback xmlns="">
            <p:pic>
              <p:nvPicPr>
                <p:cNvPr id="16" name="Ink 15">
                  <a:extLst>
                    <a:ext uri="{FF2B5EF4-FFF2-40B4-BE49-F238E27FC236}">
                      <a16:creationId xmlns:a16="http://schemas.microsoft.com/office/drawing/2014/main" id="{9CF23F36-B797-64C7-148A-EAD066FB7D78}"/>
                    </a:ext>
                  </a:extLst>
                </p:cNvPr>
                <p:cNvPicPr/>
                <p:nvPr/>
              </p:nvPicPr>
              <p:blipFill>
                <a:blip r:embed="rId23"/>
                <a:stretch>
                  <a:fillRect/>
                </a:stretch>
              </p:blipFill>
              <p:spPr>
                <a:xfrm>
                  <a:off x="6068531" y="4745069"/>
                  <a:ext cx="1357560" cy="582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1E940BF4-DCD3-E6A3-639D-2E24D61A62E0}"/>
                    </a:ext>
                  </a:extLst>
                </p14:cNvPr>
                <p14:cNvContentPartPr/>
                <p14:nvPr/>
              </p14:nvContentPartPr>
              <p14:xfrm>
                <a:off x="6145211" y="5233949"/>
                <a:ext cx="852840" cy="47880"/>
              </p14:xfrm>
            </p:contentPart>
          </mc:Choice>
          <mc:Fallback xmlns="">
            <p:pic>
              <p:nvPicPr>
                <p:cNvPr id="17" name="Ink 16">
                  <a:extLst>
                    <a:ext uri="{FF2B5EF4-FFF2-40B4-BE49-F238E27FC236}">
                      <a16:creationId xmlns:a16="http://schemas.microsoft.com/office/drawing/2014/main" id="{1E940BF4-DCD3-E6A3-639D-2E24D61A62E0}"/>
                    </a:ext>
                  </a:extLst>
                </p:cNvPr>
                <p:cNvPicPr/>
                <p:nvPr/>
              </p:nvPicPr>
              <p:blipFill>
                <a:blip r:embed="rId25"/>
                <a:stretch>
                  <a:fillRect/>
                </a:stretch>
              </p:blipFill>
              <p:spPr>
                <a:xfrm>
                  <a:off x="6139091" y="5227829"/>
                  <a:ext cx="86508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907BC115-7EA3-EA47-F83B-845738D0AE66}"/>
                    </a:ext>
                  </a:extLst>
                </p14:cNvPr>
                <p14:cNvContentPartPr/>
                <p14:nvPr/>
              </p14:nvContentPartPr>
              <p14:xfrm>
                <a:off x="6399731" y="4923629"/>
                <a:ext cx="365040" cy="286920"/>
              </p14:xfrm>
            </p:contentPart>
          </mc:Choice>
          <mc:Fallback xmlns="">
            <p:pic>
              <p:nvPicPr>
                <p:cNvPr id="18" name="Ink 17">
                  <a:extLst>
                    <a:ext uri="{FF2B5EF4-FFF2-40B4-BE49-F238E27FC236}">
                      <a16:creationId xmlns:a16="http://schemas.microsoft.com/office/drawing/2014/main" id="{907BC115-7EA3-EA47-F83B-845738D0AE66}"/>
                    </a:ext>
                  </a:extLst>
                </p:cNvPr>
                <p:cNvPicPr/>
                <p:nvPr/>
              </p:nvPicPr>
              <p:blipFill>
                <a:blip r:embed="rId27"/>
                <a:stretch>
                  <a:fillRect/>
                </a:stretch>
              </p:blipFill>
              <p:spPr>
                <a:xfrm>
                  <a:off x="6393611" y="4917509"/>
                  <a:ext cx="37728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26D4F607-CFBB-BFD2-2147-20B9D2B6AEB8}"/>
                    </a:ext>
                  </a:extLst>
                </p14:cNvPr>
                <p14:cNvContentPartPr/>
                <p14:nvPr/>
              </p14:nvContentPartPr>
              <p14:xfrm>
                <a:off x="6320171" y="5036309"/>
                <a:ext cx="564480" cy="45000"/>
              </p14:xfrm>
            </p:contentPart>
          </mc:Choice>
          <mc:Fallback xmlns="">
            <p:pic>
              <p:nvPicPr>
                <p:cNvPr id="19" name="Ink 18">
                  <a:extLst>
                    <a:ext uri="{FF2B5EF4-FFF2-40B4-BE49-F238E27FC236}">
                      <a16:creationId xmlns:a16="http://schemas.microsoft.com/office/drawing/2014/main" id="{26D4F607-CFBB-BFD2-2147-20B9D2B6AEB8}"/>
                    </a:ext>
                  </a:extLst>
                </p:cNvPr>
                <p:cNvPicPr/>
                <p:nvPr/>
              </p:nvPicPr>
              <p:blipFill>
                <a:blip r:embed="rId29"/>
                <a:stretch>
                  <a:fillRect/>
                </a:stretch>
              </p:blipFill>
              <p:spPr>
                <a:xfrm>
                  <a:off x="6314051" y="5030189"/>
                  <a:ext cx="57672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1B62BE18-47DA-D1C4-8F77-295A9017D5AB}"/>
                    </a:ext>
                  </a:extLst>
                </p14:cNvPr>
                <p14:cNvContentPartPr/>
                <p14:nvPr/>
              </p14:nvContentPartPr>
              <p14:xfrm>
                <a:off x="4957211" y="4934789"/>
                <a:ext cx="1148400" cy="43200"/>
              </p14:xfrm>
            </p:contentPart>
          </mc:Choice>
          <mc:Fallback xmlns="">
            <p:pic>
              <p:nvPicPr>
                <p:cNvPr id="22" name="Ink 21">
                  <a:extLst>
                    <a:ext uri="{FF2B5EF4-FFF2-40B4-BE49-F238E27FC236}">
                      <a16:creationId xmlns:a16="http://schemas.microsoft.com/office/drawing/2014/main" id="{1B62BE18-47DA-D1C4-8F77-295A9017D5AB}"/>
                    </a:ext>
                  </a:extLst>
                </p:cNvPr>
                <p:cNvPicPr/>
                <p:nvPr/>
              </p:nvPicPr>
              <p:blipFill>
                <a:blip r:embed="rId31"/>
                <a:stretch>
                  <a:fillRect/>
                </a:stretch>
              </p:blipFill>
              <p:spPr>
                <a:xfrm>
                  <a:off x="4951091" y="4928669"/>
                  <a:ext cx="11606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00E6C766-9CA2-BDA5-0BA3-7A1E5B55A32F}"/>
                    </a:ext>
                  </a:extLst>
                </p14:cNvPr>
                <p14:cNvContentPartPr/>
                <p14:nvPr/>
              </p14:nvContentPartPr>
              <p14:xfrm>
                <a:off x="5848931" y="4816349"/>
                <a:ext cx="165240" cy="253440"/>
              </p14:xfrm>
            </p:contentPart>
          </mc:Choice>
          <mc:Fallback xmlns="">
            <p:pic>
              <p:nvPicPr>
                <p:cNvPr id="23" name="Ink 22">
                  <a:extLst>
                    <a:ext uri="{FF2B5EF4-FFF2-40B4-BE49-F238E27FC236}">
                      <a16:creationId xmlns:a16="http://schemas.microsoft.com/office/drawing/2014/main" id="{00E6C766-9CA2-BDA5-0BA3-7A1E5B55A32F}"/>
                    </a:ext>
                  </a:extLst>
                </p:cNvPr>
                <p:cNvPicPr/>
                <p:nvPr/>
              </p:nvPicPr>
              <p:blipFill>
                <a:blip r:embed="rId33"/>
                <a:stretch>
                  <a:fillRect/>
                </a:stretch>
              </p:blipFill>
              <p:spPr>
                <a:xfrm>
                  <a:off x="5842811" y="4810229"/>
                  <a:ext cx="1774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C72B3479-DA06-7191-AA4F-FD1446B155C0}"/>
                    </a:ext>
                  </a:extLst>
                </p14:cNvPr>
                <p14:cNvContentPartPr/>
                <p14:nvPr/>
              </p14:nvContentPartPr>
              <p14:xfrm>
                <a:off x="5753891" y="4828589"/>
                <a:ext cx="45000" cy="345600"/>
              </p14:xfrm>
            </p:contentPart>
          </mc:Choice>
          <mc:Fallback xmlns="">
            <p:pic>
              <p:nvPicPr>
                <p:cNvPr id="25" name="Ink 24">
                  <a:extLst>
                    <a:ext uri="{FF2B5EF4-FFF2-40B4-BE49-F238E27FC236}">
                      <a16:creationId xmlns:a16="http://schemas.microsoft.com/office/drawing/2014/main" id="{C72B3479-DA06-7191-AA4F-FD1446B155C0}"/>
                    </a:ext>
                  </a:extLst>
                </p:cNvPr>
                <p:cNvPicPr/>
                <p:nvPr/>
              </p:nvPicPr>
              <p:blipFill>
                <a:blip r:embed="rId35"/>
                <a:stretch>
                  <a:fillRect/>
                </a:stretch>
              </p:blipFill>
              <p:spPr>
                <a:xfrm>
                  <a:off x="5747771" y="4822469"/>
                  <a:ext cx="57240" cy="357840"/>
                </a:xfrm>
                <a:prstGeom prst="rect">
                  <a:avLst/>
                </a:prstGeom>
              </p:spPr>
            </p:pic>
          </mc:Fallback>
        </mc:AlternateContent>
      </p:grpSp>
      <p:grpSp>
        <p:nvGrpSpPr>
          <p:cNvPr id="29" name="Group 28">
            <a:extLst>
              <a:ext uri="{FF2B5EF4-FFF2-40B4-BE49-F238E27FC236}">
                <a16:creationId xmlns:a16="http://schemas.microsoft.com/office/drawing/2014/main" id="{963B9DA2-8400-C001-B347-630682D7EC1F}"/>
              </a:ext>
            </a:extLst>
          </p:cNvPr>
          <p:cNvGrpSpPr/>
          <p:nvPr/>
        </p:nvGrpSpPr>
        <p:grpSpPr>
          <a:xfrm>
            <a:off x="4969091" y="4799069"/>
            <a:ext cx="250560" cy="359640"/>
            <a:chOff x="4969091" y="4799069"/>
            <a:chExt cx="250560" cy="359640"/>
          </a:xfrm>
        </p:grpSpPr>
        <mc:AlternateContent xmlns:mc="http://schemas.openxmlformats.org/markup-compatibility/2006" xmlns:p14="http://schemas.microsoft.com/office/powerpoint/2010/main">
          <mc:Choice Requires="p14">
            <p:contentPart p14:bwMode="auto" r:id="rId36">
              <p14:nvContentPartPr>
                <p14:cNvPr id="27" name="Ink 26">
                  <a:extLst>
                    <a:ext uri="{FF2B5EF4-FFF2-40B4-BE49-F238E27FC236}">
                      <a16:creationId xmlns:a16="http://schemas.microsoft.com/office/drawing/2014/main" id="{8F60F713-00E0-9F15-D872-6982D3985308}"/>
                    </a:ext>
                  </a:extLst>
                </p14:cNvPr>
                <p14:cNvContentPartPr/>
                <p14:nvPr/>
              </p14:nvContentPartPr>
              <p14:xfrm>
                <a:off x="5175011" y="4799069"/>
                <a:ext cx="44640" cy="359640"/>
              </p14:xfrm>
            </p:contentPart>
          </mc:Choice>
          <mc:Fallback xmlns="">
            <p:pic>
              <p:nvPicPr>
                <p:cNvPr id="27" name="Ink 26">
                  <a:extLst>
                    <a:ext uri="{FF2B5EF4-FFF2-40B4-BE49-F238E27FC236}">
                      <a16:creationId xmlns:a16="http://schemas.microsoft.com/office/drawing/2014/main" id="{8F60F713-00E0-9F15-D872-6982D3985308}"/>
                    </a:ext>
                  </a:extLst>
                </p:cNvPr>
                <p:cNvPicPr/>
                <p:nvPr/>
              </p:nvPicPr>
              <p:blipFill>
                <a:blip r:embed="rId37"/>
                <a:stretch>
                  <a:fillRect/>
                </a:stretch>
              </p:blipFill>
              <p:spPr>
                <a:xfrm>
                  <a:off x="5168891" y="4792949"/>
                  <a:ext cx="56880" cy="3718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8" name="Ink 27">
                  <a:extLst>
                    <a:ext uri="{FF2B5EF4-FFF2-40B4-BE49-F238E27FC236}">
                      <a16:creationId xmlns:a16="http://schemas.microsoft.com/office/drawing/2014/main" id="{5559CBB0-3E53-E05F-F300-E984A54C60EF}"/>
                    </a:ext>
                  </a:extLst>
                </p14:cNvPr>
                <p14:cNvContentPartPr/>
                <p14:nvPr/>
              </p14:nvContentPartPr>
              <p14:xfrm>
                <a:off x="4969091" y="4835789"/>
                <a:ext cx="228240" cy="318960"/>
              </p14:xfrm>
            </p:contentPart>
          </mc:Choice>
          <mc:Fallback xmlns="">
            <p:pic>
              <p:nvPicPr>
                <p:cNvPr id="28" name="Ink 27">
                  <a:extLst>
                    <a:ext uri="{FF2B5EF4-FFF2-40B4-BE49-F238E27FC236}">
                      <a16:creationId xmlns:a16="http://schemas.microsoft.com/office/drawing/2014/main" id="{5559CBB0-3E53-E05F-F300-E984A54C60EF}"/>
                    </a:ext>
                  </a:extLst>
                </p:cNvPr>
                <p:cNvPicPr/>
                <p:nvPr/>
              </p:nvPicPr>
              <p:blipFill>
                <a:blip r:embed="rId39"/>
                <a:stretch>
                  <a:fillRect/>
                </a:stretch>
              </p:blipFill>
              <p:spPr>
                <a:xfrm>
                  <a:off x="4962971" y="4829669"/>
                  <a:ext cx="240480" cy="331200"/>
                </a:xfrm>
                <a:prstGeom prst="rect">
                  <a:avLst/>
                </a:prstGeom>
              </p:spPr>
            </p:pic>
          </mc:Fallback>
        </mc:AlternateContent>
      </p:grpSp>
      <p:grpSp>
        <p:nvGrpSpPr>
          <p:cNvPr id="38" name="Group 37">
            <a:extLst>
              <a:ext uri="{FF2B5EF4-FFF2-40B4-BE49-F238E27FC236}">
                <a16:creationId xmlns:a16="http://schemas.microsoft.com/office/drawing/2014/main" id="{B27129A8-DE33-ABAA-5F58-DD493B8265C6}"/>
              </a:ext>
            </a:extLst>
          </p:cNvPr>
          <p:cNvGrpSpPr/>
          <p:nvPr/>
        </p:nvGrpSpPr>
        <p:grpSpPr>
          <a:xfrm>
            <a:off x="2351531" y="2368709"/>
            <a:ext cx="1655640" cy="723240"/>
            <a:chOff x="2351531" y="2368709"/>
            <a:chExt cx="1655640" cy="723240"/>
          </a:xfrm>
        </p:grpSpPr>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CBE6F5F8-8476-2BF7-83FE-419726C26290}"/>
                    </a:ext>
                  </a:extLst>
                </p14:cNvPr>
                <p14:cNvContentPartPr/>
                <p14:nvPr/>
              </p14:nvContentPartPr>
              <p14:xfrm>
                <a:off x="2597051" y="2368709"/>
                <a:ext cx="609120" cy="317880"/>
              </p14:xfrm>
            </p:contentPart>
          </mc:Choice>
          <mc:Fallback xmlns="">
            <p:pic>
              <p:nvPicPr>
                <p:cNvPr id="30" name="Ink 29">
                  <a:extLst>
                    <a:ext uri="{FF2B5EF4-FFF2-40B4-BE49-F238E27FC236}">
                      <a16:creationId xmlns:a16="http://schemas.microsoft.com/office/drawing/2014/main" id="{CBE6F5F8-8476-2BF7-83FE-419726C26290}"/>
                    </a:ext>
                  </a:extLst>
                </p:cNvPr>
                <p:cNvPicPr/>
                <p:nvPr/>
              </p:nvPicPr>
              <p:blipFill>
                <a:blip r:embed="rId41"/>
                <a:stretch>
                  <a:fillRect/>
                </a:stretch>
              </p:blipFill>
              <p:spPr>
                <a:xfrm>
                  <a:off x="2590931" y="2362589"/>
                  <a:ext cx="62136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F672DB01-3EAB-6AF1-31C1-0B9C8485E48C}"/>
                    </a:ext>
                  </a:extLst>
                </p14:cNvPr>
                <p14:cNvContentPartPr/>
                <p14:nvPr/>
              </p14:nvContentPartPr>
              <p14:xfrm>
                <a:off x="2351531" y="2768309"/>
                <a:ext cx="302040" cy="208440"/>
              </p14:xfrm>
            </p:contentPart>
          </mc:Choice>
          <mc:Fallback xmlns="">
            <p:pic>
              <p:nvPicPr>
                <p:cNvPr id="31" name="Ink 30">
                  <a:extLst>
                    <a:ext uri="{FF2B5EF4-FFF2-40B4-BE49-F238E27FC236}">
                      <a16:creationId xmlns:a16="http://schemas.microsoft.com/office/drawing/2014/main" id="{F672DB01-3EAB-6AF1-31C1-0B9C8485E48C}"/>
                    </a:ext>
                  </a:extLst>
                </p:cNvPr>
                <p:cNvPicPr/>
                <p:nvPr/>
              </p:nvPicPr>
              <p:blipFill>
                <a:blip r:embed="rId43"/>
                <a:stretch>
                  <a:fillRect/>
                </a:stretch>
              </p:blipFill>
              <p:spPr>
                <a:xfrm>
                  <a:off x="2345411" y="2762189"/>
                  <a:ext cx="3142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2" name="Ink 31">
                  <a:extLst>
                    <a:ext uri="{FF2B5EF4-FFF2-40B4-BE49-F238E27FC236}">
                      <a16:creationId xmlns:a16="http://schemas.microsoft.com/office/drawing/2014/main" id="{7646F2FE-5DC4-F23B-A3C9-DBC763C1EE59}"/>
                    </a:ext>
                  </a:extLst>
                </p14:cNvPr>
                <p14:cNvContentPartPr/>
                <p14:nvPr/>
              </p14:nvContentPartPr>
              <p14:xfrm>
                <a:off x="2577251" y="2903309"/>
                <a:ext cx="137160" cy="84600"/>
              </p14:xfrm>
            </p:contentPart>
          </mc:Choice>
          <mc:Fallback xmlns="">
            <p:pic>
              <p:nvPicPr>
                <p:cNvPr id="32" name="Ink 31">
                  <a:extLst>
                    <a:ext uri="{FF2B5EF4-FFF2-40B4-BE49-F238E27FC236}">
                      <a16:creationId xmlns:a16="http://schemas.microsoft.com/office/drawing/2014/main" id="{7646F2FE-5DC4-F23B-A3C9-DBC763C1EE59}"/>
                    </a:ext>
                  </a:extLst>
                </p:cNvPr>
                <p:cNvPicPr/>
                <p:nvPr/>
              </p:nvPicPr>
              <p:blipFill>
                <a:blip r:embed="rId45"/>
                <a:stretch>
                  <a:fillRect/>
                </a:stretch>
              </p:blipFill>
              <p:spPr>
                <a:xfrm>
                  <a:off x="2571131" y="2897189"/>
                  <a:ext cx="1494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05A3521B-862F-47FB-A3DA-B44099DCFCDB}"/>
                    </a:ext>
                  </a:extLst>
                </p14:cNvPr>
                <p14:cNvContentPartPr/>
                <p14:nvPr/>
              </p14:nvContentPartPr>
              <p14:xfrm>
                <a:off x="2689571" y="2875949"/>
                <a:ext cx="396720" cy="216000"/>
              </p14:xfrm>
            </p:contentPart>
          </mc:Choice>
          <mc:Fallback xmlns="">
            <p:pic>
              <p:nvPicPr>
                <p:cNvPr id="33" name="Ink 32">
                  <a:extLst>
                    <a:ext uri="{FF2B5EF4-FFF2-40B4-BE49-F238E27FC236}">
                      <a16:creationId xmlns:a16="http://schemas.microsoft.com/office/drawing/2014/main" id="{05A3521B-862F-47FB-A3DA-B44099DCFCDB}"/>
                    </a:ext>
                  </a:extLst>
                </p:cNvPr>
                <p:cNvPicPr/>
                <p:nvPr/>
              </p:nvPicPr>
              <p:blipFill>
                <a:blip r:embed="rId47"/>
                <a:stretch>
                  <a:fillRect/>
                </a:stretch>
              </p:blipFill>
              <p:spPr>
                <a:xfrm>
                  <a:off x="2683451" y="2869829"/>
                  <a:ext cx="40896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4" name="Ink 33">
                  <a:extLst>
                    <a:ext uri="{FF2B5EF4-FFF2-40B4-BE49-F238E27FC236}">
                      <a16:creationId xmlns:a16="http://schemas.microsoft.com/office/drawing/2014/main" id="{5D095A41-06C3-EBB5-9E84-2FA8DD282E35}"/>
                    </a:ext>
                  </a:extLst>
                </p14:cNvPr>
                <p14:cNvContentPartPr/>
                <p14:nvPr/>
              </p14:nvContentPartPr>
              <p14:xfrm>
                <a:off x="3215171" y="2692709"/>
                <a:ext cx="111600" cy="301320"/>
              </p14:xfrm>
            </p:contentPart>
          </mc:Choice>
          <mc:Fallback xmlns="">
            <p:pic>
              <p:nvPicPr>
                <p:cNvPr id="34" name="Ink 33">
                  <a:extLst>
                    <a:ext uri="{FF2B5EF4-FFF2-40B4-BE49-F238E27FC236}">
                      <a16:creationId xmlns:a16="http://schemas.microsoft.com/office/drawing/2014/main" id="{5D095A41-06C3-EBB5-9E84-2FA8DD282E35}"/>
                    </a:ext>
                  </a:extLst>
                </p:cNvPr>
                <p:cNvPicPr/>
                <p:nvPr/>
              </p:nvPicPr>
              <p:blipFill>
                <a:blip r:embed="rId49"/>
                <a:stretch>
                  <a:fillRect/>
                </a:stretch>
              </p:blipFill>
              <p:spPr>
                <a:xfrm>
                  <a:off x="3209051" y="2686589"/>
                  <a:ext cx="12384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27DC44A1-B6CC-1B61-3806-1F421B98F916}"/>
                    </a:ext>
                  </a:extLst>
                </p14:cNvPr>
                <p14:cNvContentPartPr/>
                <p14:nvPr/>
              </p14:nvContentPartPr>
              <p14:xfrm>
                <a:off x="3113651" y="2872349"/>
                <a:ext cx="296280" cy="38160"/>
              </p14:xfrm>
            </p:contentPart>
          </mc:Choice>
          <mc:Fallback xmlns="">
            <p:pic>
              <p:nvPicPr>
                <p:cNvPr id="35" name="Ink 34">
                  <a:extLst>
                    <a:ext uri="{FF2B5EF4-FFF2-40B4-BE49-F238E27FC236}">
                      <a16:creationId xmlns:a16="http://schemas.microsoft.com/office/drawing/2014/main" id="{27DC44A1-B6CC-1B61-3806-1F421B98F916}"/>
                    </a:ext>
                  </a:extLst>
                </p:cNvPr>
                <p:cNvPicPr/>
                <p:nvPr/>
              </p:nvPicPr>
              <p:blipFill>
                <a:blip r:embed="rId51"/>
                <a:stretch>
                  <a:fillRect/>
                </a:stretch>
              </p:blipFill>
              <p:spPr>
                <a:xfrm>
                  <a:off x="3107531" y="2866229"/>
                  <a:ext cx="30852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4B39276C-BC61-589A-98DF-0F0B41CF43D0}"/>
                    </a:ext>
                  </a:extLst>
                </p14:cNvPr>
                <p14:cNvContentPartPr/>
                <p14:nvPr/>
              </p14:nvContentPartPr>
              <p14:xfrm>
                <a:off x="3363491" y="2692349"/>
                <a:ext cx="357480" cy="273240"/>
              </p14:xfrm>
            </p:contentPart>
          </mc:Choice>
          <mc:Fallback xmlns="">
            <p:pic>
              <p:nvPicPr>
                <p:cNvPr id="36" name="Ink 35">
                  <a:extLst>
                    <a:ext uri="{FF2B5EF4-FFF2-40B4-BE49-F238E27FC236}">
                      <a16:creationId xmlns:a16="http://schemas.microsoft.com/office/drawing/2014/main" id="{4B39276C-BC61-589A-98DF-0F0B41CF43D0}"/>
                    </a:ext>
                  </a:extLst>
                </p:cNvPr>
                <p:cNvPicPr/>
                <p:nvPr/>
              </p:nvPicPr>
              <p:blipFill>
                <a:blip r:embed="rId53"/>
                <a:stretch>
                  <a:fillRect/>
                </a:stretch>
              </p:blipFill>
              <p:spPr>
                <a:xfrm>
                  <a:off x="3357371" y="2686229"/>
                  <a:ext cx="36972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59E47C82-80EF-66FE-6166-84D3F5F619FE}"/>
                    </a:ext>
                  </a:extLst>
                </p14:cNvPr>
                <p14:cNvContentPartPr/>
                <p14:nvPr/>
              </p14:nvContentPartPr>
              <p14:xfrm>
                <a:off x="3594611" y="2690189"/>
                <a:ext cx="412560" cy="264600"/>
              </p14:xfrm>
            </p:contentPart>
          </mc:Choice>
          <mc:Fallback xmlns="">
            <p:pic>
              <p:nvPicPr>
                <p:cNvPr id="37" name="Ink 36">
                  <a:extLst>
                    <a:ext uri="{FF2B5EF4-FFF2-40B4-BE49-F238E27FC236}">
                      <a16:creationId xmlns:a16="http://schemas.microsoft.com/office/drawing/2014/main" id="{59E47C82-80EF-66FE-6166-84D3F5F619FE}"/>
                    </a:ext>
                  </a:extLst>
                </p:cNvPr>
                <p:cNvPicPr/>
                <p:nvPr/>
              </p:nvPicPr>
              <p:blipFill>
                <a:blip r:embed="rId55"/>
                <a:stretch>
                  <a:fillRect/>
                </a:stretch>
              </p:blipFill>
              <p:spPr>
                <a:xfrm>
                  <a:off x="3588491" y="2684069"/>
                  <a:ext cx="424800" cy="276840"/>
                </a:xfrm>
                <a:prstGeom prst="rect">
                  <a:avLst/>
                </a:prstGeom>
              </p:spPr>
            </p:pic>
          </mc:Fallback>
        </mc:AlternateContent>
      </p:grpSp>
      <p:grpSp>
        <p:nvGrpSpPr>
          <p:cNvPr id="48" name="Group 47">
            <a:extLst>
              <a:ext uri="{FF2B5EF4-FFF2-40B4-BE49-F238E27FC236}">
                <a16:creationId xmlns:a16="http://schemas.microsoft.com/office/drawing/2014/main" id="{054CC75A-8885-31C7-E94D-A2B068817DCE}"/>
              </a:ext>
            </a:extLst>
          </p:cNvPr>
          <p:cNvGrpSpPr/>
          <p:nvPr/>
        </p:nvGrpSpPr>
        <p:grpSpPr>
          <a:xfrm>
            <a:off x="6087251" y="1906469"/>
            <a:ext cx="1074600" cy="751320"/>
            <a:chOff x="6087251" y="1906469"/>
            <a:chExt cx="1074600" cy="751320"/>
          </a:xfrm>
        </p:grpSpPr>
        <mc:AlternateContent xmlns:mc="http://schemas.openxmlformats.org/markup-compatibility/2006" xmlns:p14="http://schemas.microsoft.com/office/powerpoint/2010/main">
          <mc:Choice Requires="p14">
            <p:contentPart p14:bwMode="auto" r:id="rId56">
              <p14:nvContentPartPr>
                <p14:cNvPr id="45" name="Ink 44">
                  <a:extLst>
                    <a:ext uri="{FF2B5EF4-FFF2-40B4-BE49-F238E27FC236}">
                      <a16:creationId xmlns:a16="http://schemas.microsoft.com/office/drawing/2014/main" id="{372D09D4-6663-06E1-AFA2-5325195D48DF}"/>
                    </a:ext>
                  </a:extLst>
                </p14:cNvPr>
                <p14:cNvContentPartPr/>
                <p14:nvPr/>
              </p14:nvContentPartPr>
              <p14:xfrm>
                <a:off x="6250691" y="1906469"/>
                <a:ext cx="29160" cy="278280"/>
              </p14:xfrm>
            </p:contentPart>
          </mc:Choice>
          <mc:Fallback xmlns="">
            <p:pic>
              <p:nvPicPr>
                <p:cNvPr id="45" name="Ink 44">
                  <a:extLst>
                    <a:ext uri="{FF2B5EF4-FFF2-40B4-BE49-F238E27FC236}">
                      <a16:creationId xmlns:a16="http://schemas.microsoft.com/office/drawing/2014/main" id="{372D09D4-6663-06E1-AFA2-5325195D48DF}"/>
                    </a:ext>
                  </a:extLst>
                </p:cNvPr>
                <p:cNvPicPr/>
                <p:nvPr/>
              </p:nvPicPr>
              <p:blipFill>
                <a:blip r:embed="rId57"/>
                <a:stretch>
                  <a:fillRect/>
                </a:stretch>
              </p:blipFill>
              <p:spPr>
                <a:xfrm>
                  <a:off x="6244571" y="1900349"/>
                  <a:ext cx="4140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94AE995B-6E2E-C4A7-2A13-102A2731B737}"/>
                    </a:ext>
                  </a:extLst>
                </p14:cNvPr>
                <p14:cNvContentPartPr/>
                <p14:nvPr/>
              </p14:nvContentPartPr>
              <p14:xfrm>
                <a:off x="6087251" y="2279789"/>
                <a:ext cx="514800" cy="343800"/>
              </p14:xfrm>
            </p:contentPart>
          </mc:Choice>
          <mc:Fallback xmlns="">
            <p:pic>
              <p:nvPicPr>
                <p:cNvPr id="46" name="Ink 45">
                  <a:extLst>
                    <a:ext uri="{FF2B5EF4-FFF2-40B4-BE49-F238E27FC236}">
                      <a16:creationId xmlns:a16="http://schemas.microsoft.com/office/drawing/2014/main" id="{94AE995B-6E2E-C4A7-2A13-102A2731B737}"/>
                    </a:ext>
                  </a:extLst>
                </p:cNvPr>
                <p:cNvPicPr/>
                <p:nvPr/>
              </p:nvPicPr>
              <p:blipFill>
                <a:blip r:embed="rId59"/>
                <a:stretch>
                  <a:fillRect/>
                </a:stretch>
              </p:blipFill>
              <p:spPr>
                <a:xfrm>
                  <a:off x="6081131" y="2273669"/>
                  <a:ext cx="52704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Ink 46">
                  <a:extLst>
                    <a:ext uri="{FF2B5EF4-FFF2-40B4-BE49-F238E27FC236}">
                      <a16:creationId xmlns:a16="http://schemas.microsoft.com/office/drawing/2014/main" id="{F61DE291-8C0A-E01F-31F3-B6134088853D}"/>
                    </a:ext>
                  </a:extLst>
                </p14:cNvPr>
                <p14:cNvContentPartPr/>
                <p14:nvPr/>
              </p14:nvContentPartPr>
              <p14:xfrm>
                <a:off x="6706451" y="2268269"/>
                <a:ext cx="455400" cy="389520"/>
              </p14:xfrm>
            </p:contentPart>
          </mc:Choice>
          <mc:Fallback xmlns="">
            <p:pic>
              <p:nvPicPr>
                <p:cNvPr id="47" name="Ink 46">
                  <a:extLst>
                    <a:ext uri="{FF2B5EF4-FFF2-40B4-BE49-F238E27FC236}">
                      <a16:creationId xmlns:a16="http://schemas.microsoft.com/office/drawing/2014/main" id="{F61DE291-8C0A-E01F-31F3-B6134088853D}"/>
                    </a:ext>
                  </a:extLst>
                </p:cNvPr>
                <p:cNvPicPr/>
                <p:nvPr/>
              </p:nvPicPr>
              <p:blipFill>
                <a:blip r:embed="rId61"/>
                <a:stretch>
                  <a:fillRect/>
                </a:stretch>
              </p:blipFill>
              <p:spPr>
                <a:xfrm>
                  <a:off x="6700331" y="2262149"/>
                  <a:ext cx="467640" cy="401760"/>
                </a:xfrm>
                <a:prstGeom prst="rect">
                  <a:avLst/>
                </a:prstGeom>
              </p:spPr>
            </p:pic>
          </mc:Fallback>
        </mc:AlternateContent>
      </p:grpSp>
    </p:spTree>
    <p:extLst>
      <p:ext uri="{BB962C8B-B14F-4D97-AF65-F5344CB8AC3E}">
        <p14:creationId xmlns:p14="http://schemas.microsoft.com/office/powerpoint/2010/main" val="339032246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B90C258-7975-804E-03BB-038BDA2895E3}"/>
              </a:ext>
            </a:extLst>
          </p:cNvPr>
          <p:cNvSpPr>
            <a:spLocks noGrp="1"/>
          </p:cNvSpPr>
          <p:nvPr>
            <p:ph type="ftr" sz="quarter" idx="11"/>
          </p:nvPr>
        </p:nvSpPr>
        <p:spPr/>
        <p:txBody>
          <a:bodyPr/>
          <a:lstStyle/>
          <a:p>
            <a:endParaRPr lang="en-US"/>
          </a:p>
        </p:txBody>
      </p:sp>
      <p:grpSp>
        <p:nvGrpSpPr>
          <p:cNvPr id="10" name="Group 9">
            <a:extLst>
              <a:ext uri="{FF2B5EF4-FFF2-40B4-BE49-F238E27FC236}">
                <a16:creationId xmlns:a16="http://schemas.microsoft.com/office/drawing/2014/main" id="{A742F80F-9C0E-C162-D7D2-B9CEB1C618DF}"/>
              </a:ext>
            </a:extLst>
          </p:cNvPr>
          <p:cNvGrpSpPr/>
          <p:nvPr/>
        </p:nvGrpSpPr>
        <p:grpSpPr>
          <a:xfrm>
            <a:off x="58331" y="52469"/>
            <a:ext cx="437040" cy="131400"/>
            <a:chOff x="58331" y="52469"/>
            <a:chExt cx="437040" cy="13140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45D196D0-3FB1-B03B-8BBF-C473DDB96D77}"/>
                    </a:ext>
                  </a:extLst>
                </p14:cNvPr>
                <p14:cNvContentPartPr/>
                <p14:nvPr/>
              </p14:nvContentPartPr>
              <p14:xfrm>
                <a:off x="58331" y="52469"/>
                <a:ext cx="115560" cy="115560"/>
              </p14:xfrm>
            </p:contentPart>
          </mc:Choice>
          <mc:Fallback xmlns="">
            <p:pic>
              <p:nvPicPr>
                <p:cNvPr id="5" name="Ink 4">
                  <a:extLst>
                    <a:ext uri="{FF2B5EF4-FFF2-40B4-BE49-F238E27FC236}">
                      <a16:creationId xmlns:a16="http://schemas.microsoft.com/office/drawing/2014/main" id="{45D196D0-3FB1-B03B-8BBF-C473DDB96D77}"/>
                    </a:ext>
                  </a:extLst>
                </p:cNvPr>
                <p:cNvPicPr/>
                <p:nvPr/>
              </p:nvPicPr>
              <p:blipFill>
                <a:blip r:embed="rId3"/>
                <a:stretch>
                  <a:fillRect/>
                </a:stretch>
              </p:blipFill>
              <p:spPr>
                <a:xfrm>
                  <a:off x="52211" y="46349"/>
                  <a:ext cx="1278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4E78B605-17D2-C5E3-6BCE-CB135B472435}"/>
                    </a:ext>
                  </a:extLst>
                </p14:cNvPr>
                <p14:cNvContentPartPr/>
                <p14:nvPr/>
              </p14:nvContentPartPr>
              <p14:xfrm>
                <a:off x="225731" y="57509"/>
                <a:ext cx="106560" cy="123840"/>
              </p14:xfrm>
            </p:contentPart>
          </mc:Choice>
          <mc:Fallback xmlns="">
            <p:pic>
              <p:nvPicPr>
                <p:cNvPr id="6" name="Ink 5">
                  <a:extLst>
                    <a:ext uri="{FF2B5EF4-FFF2-40B4-BE49-F238E27FC236}">
                      <a16:creationId xmlns:a16="http://schemas.microsoft.com/office/drawing/2014/main" id="{4E78B605-17D2-C5E3-6BCE-CB135B472435}"/>
                    </a:ext>
                  </a:extLst>
                </p:cNvPr>
                <p:cNvPicPr/>
                <p:nvPr/>
              </p:nvPicPr>
              <p:blipFill>
                <a:blip r:embed="rId5"/>
                <a:stretch>
                  <a:fillRect/>
                </a:stretch>
              </p:blipFill>
              <p:spPr>
                <a:xfrm>
                  <a:off x="219611" y="51389"/>
                  <a:ext cx="1188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0B4384B-6441-18A1-E093-38FC743A2302}"/>
                    </a:ext>
                  </a:extLst>
                </p14:cNvPr>
                <p14:cNvContentPartPr/>
                <p14:nvPr/>
              </p14:nvContentPartPr>
              <p14:xfrm>
                <a:off x="409691" y="68309"/>
                <a:ext cx="26640" cy="115560"/>
              </p14:xfrm>
            </p:contentPart>
          </mc:Choice>
          <mc:Fallback xmlns="">
            <p:pic>
              <p:nvPicPr>
                <p:cNvPr id="7" name="Ink 6">
                  <a:extLst>
                    <a:ext uri="{FF2B5EF4-FFF2-40B4-BE49-F238E27FC236}">
                      <a16:creationId xmlns:a16="http://schemas.microsoft.com/office/drawing/2014/main" id="{30B4384B-6441-18A1-E093-38FC743A2302}"/>
                    </a:ext>
                  </a:extLst>
                </p:cNvPr>
                <p:cNvPicPr/>
                <p:nvPr/>
              </p:nvPicPr>
              <p:blipFill>
                <a:blip r:embed="rId7"/>
                <a:stretch>
                  <a:fillRect/>
                </a:stretch>
              </p:blipFill>
              <p:spPr>
                <a:xfrm>
                  <a:off x="403571" y="62189"/>
                  <a:ext cx="388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FAFA6E83-653A-A1D9-82BB-5A0865C13CCC}"/>
                    </a:ext>
                  </a:extLst>
                </p14:cNvPr>
                <p14:cNvContentPartPr/>
                <p14:nvPr/>
              </p14:nvContentPartPr>
              <p14:xfrm>
                <a:off x="385931" y="74069"/>
                <a:ext cx="102960" cy="58320"/>
              </p14:xfrm>
            </p:contentPart>
          </mc:Choice>
          <mc:Fallback xmlns="">
            <p:pic>
              <p:nvPicPr>
                <p:cNvPr id="8" name="Ink 7">
                  <a:extLst>
                    <a:ext uri="{FF2B5EF4-FFF2-40B4-BE49-F238E27FC236}">
                      <a16:creationId xmlns:a16="http://schemas.microsoft.com/office/drawing/2014/main" id="{FAFA6E83-653A-A1D9-82BB-5A0865C13CCC}"/>
                    </a:ext>
                  </a:extLst>
                </p:cNvPr>
                <p:cNvPicPr/>
                <p:nvPr/>
              </p:nvPicPr>
              <p:blipFill>
                <a:blip r:embed="rId9"/>
                <a:stretch>
                  <a:fillRect/>
                </a:stretch>
              </p:blipFill>
              <p:spPr>
                <a:xfrm>
                  <a:off x="379811" y="67949"/>
                  <a:ext cx="11520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87A7C89A-D18C-713E-B60C-44E8CD98E48A}"/>
                    </a:ext>
                  </a:extLst>
                </p14:cNvPr>
                <p14:cNvContentPartPr/>
                <p14:nvPr/>
              </p14:nvContentPartPr>
              <p14:xfrm>
                <a:off x="391331" y="120509"/>
                <a:ext cx="104040" cy="24840"/>
              </p14:xfrm>
            </p:contentPart>
          </mc:Choice>
          <mc:Fallback xmlns="">
            <p:pic>
              <p:nvPicPr>
                <p:cNvPr id="9" name="Ink 8">
                  <a:extLst>
                    <a:ext uri="{FF2B5EF4-FFF2-40B4-BE49-F238E27FC236}">
                      <a16:creationId xmlns:a16="http://schemas.microsoft.com/office/drawing/2014/main" id="{87A7C89A-D18C-713E-B60C-44E8CD98E48A}"/>
                    </a:ext>
                  </a:extLst>
                </p:cNvPr>
                <p:cNvPicPr/>
                <p:nvPr/>
              </p:nvPicPr>
              <p:blipFill>
                <a:blip r:embed="rId11"/>
                <a:stretch>
                  <a:fillRect/>
                </a:stretch>
              </p:blipFill>
              <p:spPr>
                <a:xfrm>
                  <a:off x="385211" y="114389"/>
                  <a:ext cx="116280" cy="37080"/>
                </a:xfrm>
                <a:prstGeom prst="rect">
                  <a:avLst/>
                </a:prstGeom>
              </p:spPr>
            </p:pic>
          </mc:Fallback>
        </mc:AlternateContent>
      </p:grpSp>
      <p:grpSp>
        <p:nvGrpSpPr>
          <p:cNvPr id="17" name="Group 16">
            <a:extLst>
              <a:ext uri="{FF2B5EF4-FFF2-40B4-BE49-F238E27FC236}">
                <a16:creationId xmlns:a16="http://schemas.microsoft.com/office/drawing/2014/main" id="{7419021C-7AB3-861D-6287-CAD0DFCDED8D}"/>
              </a:ext>
            </a:extLst>
          </p:cNvPr>
          <p:cNvGrpSpPr/>
          <p:nvPr/>
        </p:nvGrpSpPr>
        <p:grpSpPr>
          <a:xfrm>
            <a:off x="60881" y="599566"/>
            <a:ext cx="415800" cy="183600"/>
            <a:chOff x="81371" y="277829"/>
            <a:chExt cx="415800" cy="183600"/>
          </a:xfrm>
        </p:grpSpPr>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F2424DAB-1550-4921-471A-25E1A46191EE}"/>
                    </a:ext>
                  </a:extLst>
                </p14:cNvPr>
                <p14:cNvContentPartPr/>
                <p14:nvPr/>
              </p14:nvContentPartPr>
              <p14:xfrm>
                <a:off x="89651" y="277829"/>
                <a:ext cx="65520" cy="173880"/>
              </p14:xfrm>
            </p:contentPart>
          </mc:Choice>
          <mc:Fallback xmlns="">
            <p:pic>
              <p:nvPicPr>
                <p:cNvPr id="11" name="Ink 10">
                  <a:extLst>
                    <a:ext uri="{FF2B5EF4-FFF2-40B4-BE49-F238E27FC236}">
                      <a16:creationId xmlns:a16="http://schemas.microsoft.com/office/drawing/2014/main" id="{F2424DAB-1550-4921-471A-25E1A46191EE}"/>
                    </a:ext>
                  </a:extLst>
                </p:cNvPr>
                <p:cNvPicPr/>
                <p:nvPr/>
              </p:nvPicPr>
              <p:blipFill>
                <a:blip r:embed="rId13"/>
                <a:stretch>
                  <a:fillRect/>
                </a:stretch>
              </p:blipFill>
              <p:spPr>
                <a:xfrm>
                  <a:off x="83531" y="271709"/>
                  <a:ext cx="777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B319C5D3-CC2B-7BAD-E4F6-DBF2280A2550}"/>
                    </a:ext>
                  </a:extLst>
                </p14:cNvPr>
                <p14:cNvContentPartPr/>
                <p14:nvPr/>
              </p14:nvContentPartPr>
              <p14:xfrm>
                <a:off x="81371" y="431909"/>
                <a:ext cx="116640" cy="29520"/>
              </p14:xfrm>
            </p:contentPart>
          </mc:Choice>
          <mc:Fallback xmlns="">
            <p:pic>
              <p:nvPicPr>
                <p:cNvPr id="12" name="Ink 11">
                  <a:extLst>
                    <a:ext uri="{FF2B5EF4-FFF2-40B4-BE49-F238E27FC236}">
                      <a16:creationId xmlns:a16="http://schemas.microsoft.com/office/drawing/2014/main" id="{B319C5D3-CC2B-7BAD-E4F6-DBF2280A2550}"/>
                    </a:ext>
                  </a:extLst>
                </p:cNvPr>
                <p:cNvPicPr/>
                <p:nvPr/>
              </p:nvPicPr>
              <p:blipFill>
                <a:blip r:embed="rId15"/>
                <a:stretch>
                  <a:fillRect/>
                </a:stretch>
              </p:blipFill>
              <p:spPr>
                <a:xfrm>
                  <a:off x="75251" y="425789"/>
                  <a:ext cx="1288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905D2CE6-FC57-2A54-B3F8-50B11CF98C2D}"/>
                    </a:ext>
                  </a:extLst>
                </p14:cNvPr>
                <p14:cNvContentPartPr/>
                <p14:nvPr/>
              </p14:nvContentPartPr>
              <p14:xfrm>
                <a:off x="218531" y="310589"/>
                <a:ext cx="100440" cy="142200"/>
              </p14:xfrm>
            </p:contentPart>
          </mc:Choice>
          <mc:Fallback xmlns="">
            <p:pic>
              <p:nvPicPr>
                <p:cNvPr id="13" name="Ink 12">
                  <a:extLst>
                    <a:ext uri="{FF2B5EF4-FFF2-40B4-BE49-F238E27FC236}">
                      <a16:creationId xmlns:a16="http://schemas.microsoft.com/office/drawing/2014/main" id="{905D2CE6-FC57-2A54-B3F8-50B11CF98C2D}"/>
                    </a:ext>
                  </a:extLst>
                </p:cNvPr>
                <p:cNvPicPr/>
                <p:nvPr/>
              </p:nvPicPr>
              <p:blipFill>
                <a:blip r:embed="rId17"/>
                <a:stretch>
                  <a:fillRect/>
                </a:stretch>
              </p:blipFill>
              <p:spPr>
                <a:xfrm>
                  <a:off x="212411" y="304469"/>
                  <a:ext cx="1126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A3CB2B71-5FF9-F56A-7909-7A61ED996C35}"/>
                    </a:ext>
                  </a:extLst>
                </p14:cNvPr>
                <p14:cNvContentPartPr/>
                <p14:nvPr/>
              </p14:nvContentPartPr>
              <p14:xfrm>
                <a:off x="402491" y="316709"/>
                <a:ext cx="23400" cy="132120"/>
              </p14:xfrm>
            </p:contentPart>
          </mc:Choice>
          <mc:Fallback xmlns="">
            <p:pic>
              <p:nvPicPr>
                <p:cNvPr id="14" name="Ink 13">
                  <a:extLst>
                    <a:ext uri="{FF2B5EF4-FFF2-40B4-BE49-F238E27FC236}">
                      <a16:creationId xmlns:a16="http://schemas.microsoft.com/office/drawing/2014/main" id="{A3CB2B71-5FF9-F56A-7909-7A61ED996C35}"/>
                    </a:ext>
                  </a:extLst>
                </p:cNvPr>
                <p:cNvPicPr/>
                <p:nvPr/>
              </p:nvPicPr>
              <p:blipFill>
                <a:blip r:embed="rId19"/>
                <a:stretch>
                  <a:fillRect/>
                </a:stretch>
              </p:blipFill>
              <p:spPr>
                <a:xfrm>
                  <a:off x="396371" y="310589"/>
                  <a:ext cx="356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584305AB-679B-2FB1-1982-9BBEEF38EA85}"/>
                    </a:ext>
                  </a:extLst>
                </p14:cNvPr>
                <p14:cNvContentPartPr/>
                <p14:nvPr/>
              </p14:nvContentPartPr>
              <p14:xfrm>
                <a:off x="393131" y="293669"/>
                <a:ext cx="90360" cy="21600"/>
              </p14:xfrm>
            </p:contentPart>
          </mc:Choice>
          <mc:Fallback xmlns="">
            <p:pic>
              <p:nvPicPr>
                <p:cNvPr id="15" name="Ink 14">
                  <a:extLst>
                    <a:ext uri="{FF2B5EF4-FFF2-40B4-BE49-F238E27FC236}">
                      <a16:creationId xmlns:a16="http://schemas.microsoft.com/office/drawing/2014/main" id="{584305AB-679B-2FB1-1982-9BBEEF38EA85}"/>
                    </a:ext>
                  </a:extLst>
                </p:cNvPr>
                <p:cNvPicPr/>
                <p:nvPr/>
              </p:nvPicPr>
              <p:blipFill>
                <a:blip r:embed="rId21"/>
                <a:stretch>
                  <a:fillRect/>
                </a:stretch>
              </p:blipFill>
              <p:spPr>
                <a:xfrm>
                  <a:off x="387011" y="287549"/>
                  <a:ext cx="1026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5CF3AC0D-76DD-2237-E068-0A6D540DF12C}"/>
                    </a:ext>
                  </a:extLst>
                </p14:cNvPr>
                <p14:cNvContentPartPr/>
                <p14:nvPr/>
              </p14:nvContentPartPr>
              <p14:xfrm>
                <a:off x="381611" y="366389"/>
                <a:ext cx="115560" cy="33480"/>
              </p14:xfrm>
            </p:contentPart>
          </mc:Choice>
          <mc:Fallback xmlns="">
            <p:pic>
              <p:nvPicPr>
                <p:cNvPr id="16" name="Ink 15">
                  <a:extLst>
                    <a:ext uri="{FF2B5EF4-FFF2-40B4-BE49-F238E27FC236}">
                      <a16:creationId xmlns:a16="http://schemas.microsoft.com/office/drawing/2014/main" id="{5CF3AC0D-76DD-2237-E068-0A6D540DF12C}"/>
                    </a:ext>
                  </a:extLst>
                </p:cNvPr>
                <p:cNvPicPr/>
                <p:nvPr/>
              </p:nvPicPr>
              <p:blipFill>
                <a:blip r:embed="rId23"/>
                <a:stretch>
                  <a:fillRect/>
                </a:stretch>
              </p:blipFill>
              <p:spPr>
                <a:xfrm>
                  <a:off x="375491" y="360269"/>
                  <a:ext cx="127800" cy="45720"/>
                </a:xfrm>
                <a:prstGeom prst="rect">
                  <a:avLst/>
                </a:prstGeom>
              </p:spPr>
            </p:pic>
          </mc:Fallback>
        </mc:AlternateContent>
      </p:grpSp>
      <p:sp>
        <p:nvSpPr>
          <p:cNvPr id="22" name="TextBox 21">
            <a:extLst>
              <a:ext uri="{FF2B5EF4-FFF2-40B4-BE49-F238E27FC236}">
                <a16:creationId xmlns:a16="http://schemas.microsoft.com/office/drawing/2014/main" id="{28420028-2C03-0B44-A356-7BF08459D6F3}"/>
              </a:ext>
            </a:extLst>
          </p:cNvPr>
          <p:cNvSpPr txBox="1"/>
          <p:nvPr/>
        </p:nvSpPr>
        <p:spPr>
          <a:xfrm>
            <a:off x="-23091" y="227789"/>
            <a:ext cx="9167091" cy="375552"/>
          </a:xfrm>
          <a:prstGeom prst="rect">
            <a:avLst/>
          </a:prstGeom>
          <a:noFill/>
        </p:spPr>
        <p:txBody>
          <a:bodyPr wrap="square">
            <a:spAutoFit/>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Book (ISBN,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BookTitle</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Author_Num</a:t>
            </a:r>
            <a:r>
              <a:rPr lang="en-US" sz="1800" dirty="0">
                <a:effectLst/>
                <a:latin typeface="Calibri" panose="020F0502020204030204" pitchFamily="34" charset="0"/>
                <a:ea typeface="Calibri" panose="020F0502020204030204" pitchFamily="34" charset="0"/>
                <a:cs typeface="Times New Roman" panose="02020603050405020304" pitchFamily="18" charset="0"/>
              </a:rPr>
              <a:t>, Last Name, Publisher name,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Publisher_address</a:t>
            </a:r>
            <a:r>
              <a:rPr lang="en-US" sz="1800" dirty="0">
                <a:effectLst/>
                <a:latin typeface="Calibri" panose="020F0502020204030204" pitchFamily="34" charset="0"/>
                <a:ea typeface="Calibri" panose="020F0502020204030204" pitchFamily="34" charset="0"/>
                <a:cs typeface="Times New Roman" panose="02020603050405020304" pitchFamily="18" charset="0"/>
              </a:rPr>
              <a:t>, Royalty) </a:t>
            </a:r>
          </a:p>
        </p:txBody>
      </p:sp>
      <p:sp>
        <p:nvSpPr>
          <p:cNvPr id="23" name="TextBox 22">
            <a:extLst>
              <a:ext uri="{FF2B5EF4-FFF2-40B4-BE49-F238E27FC236}">
                <a16:creationId xmlns:a16="http://schemas.microsoft.com/office/drawing/2014/main" id="{14386EAF-1655-2DBA-9039-414ABCCCADBC}"/>
              </a:ext>
            </a:extLst>
          </p:cNvPr>
          <p:cNvSpPr txBox="1"/>
          <p:nvPr/>
        </p:nvSpPr>
        <p:spPr>
          <a:xfrm>
            <a:off x="76797" y="907587"/>
            <a:ext cx="8263801" cy="4524315"/>
          </a:xfrm>
          <a:prstGeom prst="rect">
            <a:avLst/>
          </a:prstGeom>
          <a:noFill/>
        </p:spPr>
        <p:txBody>
          <a:bodyPr wrap="none" rtlCol="0">
            <a:spAutoFit/>
          </a:bodyPr>
          <a:lstStyle/>
          <a:p>
            <a:r>
              <a:rPr lang="en-US" dirty="0"/>
              <a:t>BOOKPUB(</a:t>
            </a:r>
            <a:r>
              <a:rPr lang="en-US" u="sng" dirty="0" err="1"/>
              <a:t>isbn</a:t>
            </a:r>
            <a:r>
              <a:rPr lang="en-US" dirty="0"/>
              <a:t>, </a:t>
            </a:r>
            <a:r>
              <a:rPr lang="en-US" dirty="0" err="1"/>
              <a:t>book_title</a:t>
            </a:r>
            <a:r>
              <a:rPr lang="en-US" dirty="0"/>
              <a:t>, edition, </a:t>
            </a:r>
            <a:r>
              <a:rPr lang="en-US" u="sng" dirty="0" err="1"/>
              <a:t>pub_name</a:t>
            </a:r>
            <a:r>
              <a:rPr lang="en-US" dirty="0"/>
              <a:t>, </a:t>
            </a:r>
            <a:r>
              <a:rPr lang="en-US" dirty="0" err="1"/>
              <a:t>pub_house_num</a:t>
            </a:r>
            <a:r>
              <a:rPr lang="en-US" dirty="0"/>
              <a:t>, </a:t>
            </a:r>
            <a:r>
              <a:rPr lang="en-US" dirty="0" err="1"/>
              <a:t>pub_street</a:t>
            </a:r>
            <a:r>
              <a:rPr lang="en-US" dirty="0"/>
              <a:t>,</a:t>
            </a:r>
          </a:p>
          <a:p>
            <a:r>
              <a:rPr lang="en-US" dirty="0" err="1"/>
              <a:t>pub_city</a:t>
            </a:r>
            <a:r>
              <a:rPr lang="en-US" dirty="0"/>
              <a:t>, </a:t>
            </a:r>
            <a:r>
              <a:rPr lang="en-US" dirty="0" err="1"/>
              <a:t>pub_state</a:t>
            </a:r>
            <a:r>
              <a:rPr lang="en-US" dirty="0"/>
              <a:t>, </a:t>
            </a:r>
            <a:r>
              <a:rPr lang="en-US" dirty="0" err="1"/>
              <a:t>pub_zip</a:t>
            </a:r>
            <a:r>
              <a:rPr lang="en-US" dirty="0"/>
              <a:t>, </a:t>
            </a:r>
            <a:r>
              <a:rPr lang="en-US" dirty="0" err="1"/>
              <a:t>pub_country</a:t>
            </a:r>
            <a:endParaRPr lang="en-US" dirty="0"/>
          </a:p>
          <a:p>
            <a:r>
              <a:rPr lang="en-US" dirty="0"/>
              <a:t>AUTH(</a:t>
            </a:r>
            <a:r>
              <a:rPr lang="en-US" i="1" u="sng" dirty="0" err="1"/>
              <a:t>isbn</a:t>
            </a:r>
            <a:r>
              <a:rPr lang="en-US" dirty="0"/>
              <a:t>, </a:t>
            </a:r>
            <a:r>
              <a:rPr lang="en-US" u="sng" dirty="0" err="1"/>
              <a:t>auth_num</a:t>
            </a:r>
            <a:r>
              <a:rPr lang="en-US" dirty="0"/>
              <a:t>, </a:t>
            </a:r>
            <a:r>
              <a:rPr lang="en-US" dirty="0" err="1"/>
              <a:t>last_name</a:t>
            </a:r>
            <a:endParaRPr lang="en-US" dirty="0"/>
          </a:p>
          <a:p>
            <a:endParaRPr lang="en-US" dirty="0"/>
          </a:p>
          <a:p>
            <a:r>
              <a:rPr lang="en-US" dirty="0"/>
              <a:t>2nf</a:t>
            </a:r>
          </a:p>
          <a:p>
            <a:r>
              <a:rPr lang="en-US" dirty="0"/>
              <a:t>BOOKPUB(</a:t>
            </a:r>
            <a:r>
              <a:rPr lang="en-US" u="sng" dirty="0" err="1"/>
              <a:t>isbn</a:t>
            </a:r>
            <a:r>
              <a:rPr lang="en-US" dirty="0"/>
              <a:t>, </a:t>
            </a:r>
            <a:r>
              <a:rPr lang="en-US" dirty="0" err="1"/>
              <a:t>book_title</a:t>
            </a:r>
            <a:r>
              <a:rPr lang="en-US" dirty="0"/>
              <a:t>, edition, </a:t>
            </a:r>
            <a:r>
              <a:rPr lang="en-US" u="sng" dirty="0" err="1"/>
              <a:t>pub_name</a:t>
            </a:r>
            <a:r>
              <a:rPr lang="en-US" dirty="0"/>
              <a:t>, </a:t>
            </a:r>
            <a:r>
              <a:rPr lang="en-US" dirty="0" err="1"/>
              <a:t>pub_house_num</a:t>
            </a:r>
            <a:r>
              <a:rPr lang="en-US" dirty="0"/>
              <a:t>, </a:t>
            </a:r>
            <a:r>
              <a:rPr lang="en-US" dirty="0" err="1"/>
              <a:t>pub_street</a:t>
            </a:r>
            <a:r>
              <a:rPr lang="en-US" dirty="0"/>
              <a:t>,</a:t>
            </a:r>
          </a:p>
          <a:p>
            <a:r>
              <a:rPr lang="en-US" dirty="0" err="1"/>
              <a:t>pub_city</a:t>
            </a:r>
            <a:r>
              <a:rPr lang="en-US" dirty="0"/>
              <a:t>, </a:t>
            </a:r>
            <a:r>
              <a:rPr lang="en-US" dirty="0" err="1"/>
              <a:t>pub_state</a:t>
            </a:r>
            <a:r>
              <a:rPr lang="en-US" dirty="0"/>
              <a:t>, </a:t>
            </a:r>
            <a:r>
              <a:rPr lang="en-US" dirty="0" err="1"/>
              <a:t>pub_zip</a:t>
            </a:r>
            <a:r>
              <a:rPr lang="en-US" dirty="0"/>
              <a:t>, </a:t>
            </a:r>
            <a:r>
              <a:rPr lang="en-US" dirty="0" err="1"/>
              <a:t>pub_country</a:t>
            </a:r>
            <a:endParaRPr lang="en-US" dirty="0"/>
          </a:p>
          <a:p>
            <a:r>
              <a:rPr lang="en-US" dirty="0"/>
              <a:t>BOOK(</a:t>
            </a:r>
            <a:r>
              <a:rPr lang="en-US" i="1" u="sng" dirty="0" err="1"/>
              <a:t>isbn</a:t>
            </a:r>
            <a:r>
              <a:rPr lang="en-US" dirty="0"/>
              <a:t>, </a:t>
            </a:r>
            <a:r>
              <a:rPr lang="en-US" u="sng" dirty="0" err="1"/>
              <a:t>auth_num</a:t>
            </a:r>
            <a:r>
              <a:rPr lang="en-US" dirty="0"/>
              <a:t>, royalty</a:t>
            </a:r>
          </a:p>
          <a:p>
            <a:r>
              <a:rPr lang="en-US" dirty="0"/>
              <a:t>AUTH(</a:t>
            </a:r>
            <a:r>
              <a:rPr lang="en-US" u="sng" dirty="0" err="1"/>
              <a:t>auth_num</a:t>
            </a:r>
            <a:r>
              <a:rPr lang="en-US" dirty="0"/>
              <a:t>, </a:t>
            </a:r>
            <a:r>
              <a:rPr lang="en-US" dirty="0" err="1"/>
              <a:t>last_name</a:t>
            </a:r>
            <a:endParaRPr lang="en-US" dirty="0"/>
          </a:p>
          <a:p>
            <a:endParaRPr lang="en-US" dirty="0"/>
          </a:p>
          <a:p>
            <a:r>
              <a:rPr lang="en-US" dirty="0"/>
              <a:t>3nf</a:t>
            </a:r>
          </a:p>
          <a:p>
            <a:r>
              <a:rPr lang="en-US" dirty="0"/>
              <a:t>PUB(</a:t>
            </a:r>
            <a:r>
              <a:rPr lang="en-US" u="sng" dirty="0" err="1"/>
              <a:t>pub_name</a:t>
            </a:r>
            <a:r>
              <a:rPr lang="en-US" dirty="0"/>
              <a:t>, </a:t>
            </a:r>
            <a:r>
              <a:rPr lang="en-US" dirty="0" err="1"/>
              <a:t>pub_house_num</a:t>
            </a:r>
            <a:r>
              <a:rPr lang="en-US" dirty="0"/>
              <a:t>, </a:t>
            </a:r>
            <a:r>
              <a:rPr lang="en-US" dirty="0" err="1"/>
              <a:t>pub_street</a:t>
            </a:r>
            <a:r>
              <a:rPr lang="en-US" dirty="0"/>
              <a:t>, </a:t>
            </a:r>
            <a:r>
              <a:rPr lang="en-US" dirty="0" err="1"/>
              <a:t>pub_city</a:t>
            </a:r>
            <a:r>
              <a:rPr lang="en-US" dirty="0"/>
              <a:t>, </a:t>
            </a:r>
            <a:r>
              <a:rPr lang="en-US" dirty="0" err="1"/>
              <a:t>pub_state</a:t>
            </a:r>
            <a:r>
              <a:rPr lang="en-US" dirty="0"/>
              <a:t>, </a:t>
            </a:r>
            <a:r>
              <a:rPr lang="en-US" dirty="0" err="1"/>
              <a:t>pub_zip</a:t>
            </a:r>
            <a:r>
              <a:rPr lang="en-US" dirty="0"/>
              <a:t>, </a:t>
            </a:r>
          </a:p>
          <a:p>
            <a:r>
              <a:rPr lang="en-US" dirty="0" err="1"/>
              <a:t>pub_country</a:t>
            </a:r>
            <a:r>
              <a:rPr lang="en-US" dirty="0"/>
              <a:t>)</a:t>
            </a:r>
          </a:p>
          <a:p>
            <a:r>
              <a:rPr lang="en-US" dirty="0"/>
              <a:t>BOOK(</a:t>
            </a:r>
            <a:r>
              <a:rPr lang="en-US" i="1" u="sng" dirty="0" err="1"/>
              <a:t>isbn</a:t>
            </a:r>
            <a:r>
              <a:rPr lang="en-US" dirty="0"/>
              <a:t>, edition, </a:t>
            </a:r>
            <a:r>
              <a:rPr lang="en-US" i="1" dirty="0" err="1"/>
              <a:t>pub_name</a:t>
            </a:r>
            <a:r>
              <a:rPr lang="en-US" i="1" dirty="0"/>
              <a:t>)</a:t>
            </a:r>
            <a:endParaRPr lang="en-US" dirty="0"/>
          </a:p>
          <a:p>
            <a:r>
              <a:rPr lang="en-US" dirty="0"/>
              <a:t>BOOKAUTH(</a:t>
            </a:r>
            <a:r>
              <a:rPr lang="en-US" i="1" u="sng" dirty="0" err="1"/>
              <a:t>isbn</a:t>
            </a:r>
            <a:r>
              <a:rPr lang="en-US" dirty="0"/>
              <a:t>, </a:t>
            </a:r>
            <a:r>
              <a:rPr lang="en-US" i="1" u="sng" dirty="0" err="1"/>
              <a:t>auth_num</a:t>
            </a:r>
            <a:r>
              <a:rPr lang="en-US" dirty="0"/>
              <a:t>, royalty?)</a:t>
            </a:r>
          </a:p>
          <a:p>
            <a:r>
              <a:rPr lang="en-US" dirty="0"/>
              <a:t>AUTH(</a:t>
            </a:r>
            <a:r>
              <a:rPr lang="en-US" u="sng" dirty="0" err="1"/>
              <a:t>auth_num</a:t>
            </a:r>
            <a:r>
              <a:rPr lang="en-US" dirty="0"/>
              <a:t>, </a:t>
            </a:r>
            <a:r>
              <a:rPr lang="en-US" dirty="0" err="1"/>
              <a:t>last_name</a:t>
            </a:r>
            <a:r>
              <a:rPr lang="en-US" dirty="0"/>
              <a:t>)</a:t>
            </a:r>
          </a:p>
        </p:txBody>
      </p:sp>
    </p:spTree>
    <p:extLst>
      <p:ext uri="{BB962C8B-B14F-4D97-AF65-F5344CB8AC3E}">
        <p14:creationId xmlns:p14="http://schemas.microsoft.com/office/powerpoint/2010/main" val="6939582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553DC-BD15-47BC-85F1-9677BA0062E6}"/>
              </a:ext>
            </a:extLst>
          </p:cNvPr>
          <p:cNvSpPr>
            <a:spLocks noGrp="1"/>
          </p:cNvSpPr>
          <p:nvPr>
            <p:ph type="title"/>
          </p:nvPr>
        </p:nvSpPr>
        <p:spPr>
          <a:xfrm>
            <a:off x="533400" y="223837"/>
            <a:ext cx="7981950" cy="538163"/>
          </a:xfrm>
        </p:spPr>
        <p:txBody>
          <a:bodyPr>
            <a:normAutofit fontScale="90000"/>
          </a:bodyPr>
          <a:lstStyle/>
          <a:p>
            <a:r>
              <a:rPr lang="en-US" b="1" dirty="0"/>
              <a:t>Exercise 3</a:t>
            </a:r>
          </a:p>
        </p:txBody>
      </p:sp>
      <p:sp>
        <p:nvSpPr>
          <p:cNvPr id="3" name="Content Placeholder 2">
            <a:extLst>
              <a:ext uri="{FF2B5EF4-FFF2-40B4-BE49-F238E27FC236}">
                <a16:creationId xmlns:a16="http://schemas.microsoft.com/office/drawing/2014/main" id="{991C6968-2023-44A0-83CB-4FF2219D654B}"/>
              </a:ext>
            </a:extLst>
          </p:cNvPr>
          <p:cNvSpPr>
            <a:spLocks noGrp="1"/>
          </p:cNvSpPr>
          <p:nvPr>
            <p:ph idx="1"/>
          </p:nvPr>
        </p:nvSpPr>
        <p:spPr/>
        <p:txBody>
          <a:bodyPr>
            <a:normAutofit fontScale="92500" lnSpcReduction="10000"/>
          </a:bodyPr>
          <a:lstStyle/>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Implement the following business requirement in your design as well.</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An employee may act as manager of a department but is not required to do so. However, a department has one and only one manager.</a:t>
            </a:r>
          </a:p>
          <a:p>
            <a:endParaRPr lang="en-US" dirty="0"/>
          </a:p>
        </p:txBody>
      </p:sp>
      <p:sp>
        <p:nvSpPr>
          <p:cNvPr id="4" name="Footer Placeholder 3">
            <a:extLst>
              <a:ext uri="{FF2B5EF4-FFF2-40B4-BE49-F238E27FC236}">
                <a16:creationId xmlns:a16="http://schemas.microsoft.com/office/drawing/2014/main" id="{389AB89A-33C6-4A63-AC29-FA251F88EAF4}"/>
              </a:ext>
            </a:extLst>
          </p:cNvPr>
          <p:cNvSpPr>
            <a:spLocks noGrp="1"/>
          </p:cNvSpPr>
          <p:nvPr>
            <p:ph type="ftr" sz="quarter" idx="11"/>
          </p:nvPr>
        </p:nvSpPr>
        <p:spPr/>
        <p:txBody>
          <a:bodyPr/>
          <a:lstStyle/>
          <a:p>
            <a:endParaRPr lang="en-US"/>
          </a:p>
        </p:txBody>
      </p:sp>
      <p:pic>
        <p:nvPicPr>
          <p:cNvPr id="8" name="Picture 7">
            <a:extLst>
              <a:ext uri="{FF2B5EF4-FFF2-40B4-BE49-F238E27FC236}">
                <a16:creationId xmlns:a16="http://schemas.microsoft.com/office/drawing/2014/main" id="{C43210FF-92AC-46C9-A889-D4C899B8E8A2}"/>
              </a:ext>
            </a:extLst>
          </p:cNvPr>
          <p:cNvPicPr>
            <a:picLocks noChangeAspect="1"/>
          </p:cNvPicPr>
          <p:nvPr/>
        </p:nvPicPr>
        <p:blipFill>
          <a:blip r:embed="rId2"/>
          <a:stretch>
            <a:fillRect/>
          </a:stretch>
        </p:blipFill>
        <p:spPr>
          <a:xfrm>
            <a:off x="266699" y="1892518"/>
            <a:ext cx="8610601" cy="3190797"/>
          </a:xfrm>
          <a:prstGeom prst="rect">
            <a:avLst/>
          </a:prstGeom>
        </p:spPr>
      </p:pic>
      <p:sp>
        <p:nvSpPr>
          <p:cNvPr id="11" name="TextBox 10">
            <a:extLst>
              <a:ext uri="{FF2B5EF4-FFF2-40B4-BE49-F238E27FC236}">
                <a16:creationId xmlns:a16="http://schemas.microsoft.com/office/drawing/2014/main" id="{327F86D3-A74C-464A-9AAB-D31EB99F5F3B}"/>
              </a:ext>
            </a:extLst>
          </p:cNvPr>
          <p:cNvSpPr txBox="1"/>
          <p:nvPr/>
        </p:nvSpPr>
        <p:spPr>
          <a:xfrm>
            <a:off x="266699" y="1066800"/>
            <a:ext cx="8191501" cy="707886"/>
          </a:xfrm>
          <a:prstGeom prst="rect">
            <a:avLst/>
          </a:prstGeom>
          <a:noFill/>
        </p:spPr>
        <p:txBody>
          <a:bodyPr wrap="square" rtlCol="0">
            <a:spAutoFit/>
          </a:bodyPr>
          <a:lstStyle/>
          <a:p>
            <a:r>
              <a:rPr lang="en-US" sz="2000" dirty="0">
                <a:latin typeface="+mn-lt"/>
              </a:rPr>
              <a:t>Normalize the following database till 3</a:t>
            </a:r>
            <a:r>
              <a:rPr lang="en-US" sz="2000" baseline="30000" dirty="0">
                <a:latin typeface="+mn-lt"/>
              </a:rPr>
              <a:t>rd</a:t>
            </a:r>
            <a:r>
              <a:rPr lang="en-US" sz="2000" dirty="0">
                <a:latin typeface="+mn-lt"/>
              </a:rPr>
              <a:t> normal form (show all steps UNF to 3NF). Create ERD also.</a:t>
            </a:r>
          </a:p>
        </p:txBody>
      </p:sp>
    </p:spTree>
    <p:extLst>
      <p:ext uri="{BB962C8B-B14F-4D97-AF65-F5344CB8AC3E}">
        <p14:creationId xmlns:p14="http://schemas.microsoft.com/office/powerpoint/2010/main" val="723332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2963DC-C7C7-C89C-B879-62A0EED9142D}"/>
              </a:ext>
            </a:extLst>
          </p:cNvPr>
          <p:cNvSpPr>
            <a:spLocks noGrp="1"/>
          </p:cNvSpPr>
          <p:nvPr>
            <p:ph idx="1"/>
          </p:nvPr>
        </p:nvSpPr>
        <p:spPr>
          <a:xfrm>
            <a:off x="0" y="0"/>
            <a:ext cx="9144000" cy="6858000"/>
          </a:xfrm>
        </p:spPr>
        <p:txBody>
          <a:bodyPr>
            <a:normAutofit lnSpcReduction="10000"/>
          </a:bodyPr>
          <a:lstStyle/>
          <a:p>
            <a:pPr marL="0" indent="0">
              <a:buNone/>
            </a:pPr>
            <a:r>
              <a:rPr lang="en-US" dirty="0"/>
              <a:t>1NF: No RGs, no comp atts, many </a:t>
            </a:r>
            <a:r>
              <a:rPr lang="en-US" dirty="0" err="1"/>
              <a:t>multivals</a:t>
            </a:r>
            <a:endParaRPr lang="en-US" dirty="0"/>
          </a:p>
          <a:p>
            <a:pPr marL="0" indent="0">
              <a:buNone/>
            </a:pPr>
            <a:r>
              <a:rPr lang="en-US" dirty="0"/>
              <a:t>	EMPLOYEE(</a:t>
            </a:r>
            <a:r>
              <a:rPr lang="en-US" u="sng" dirty="0" err="1"/>
              <a:t>emp_num</a:t>
            </a:r>
            <a:r>
              <a:rPr lang="en-US" dirty="0"/>
              <a:t>, </a:t>
            </a:r>
            <a:r>
              <a:rPr lang="en-US" dirty="0" err="1"/>
              <a:t>emp_lastname</a:t>
            </a:r>
            <a:r>
              <a:rPr lang="en-US" dirty="0"/>
              <a:t>, </a:t>
            </a:r>
            <a:r>
              <a:rPr lang="en-US" dirty="0" err="1"/>
              <a:t>job_class</a:t>
            </a:r>
            <a:r>
              <a:rPr lang="en-US" dirty="0"/>
              <a:t>, </a:t>
            </a:r>
            <a:r>
              <a:rPr lang="en-US" dirty="0" err="1"/>
              <a:t>dept_code</a:t>
            </a:r>
            <a:r>
              <a:rPr lang="en-US" dirty="0"/>
              <a:t>, </a:t>
            </a:r>
            <a:r>
              <a:rPr lang="en-US" dirty="0" err="1"/>
              <a:t>dept_name</a:t>
            </a:r>
            <a:r>
              <a:rPr lang="en-US" dirty="0"/>
              <a:t>, </a:t>
            </a:r>
            <a:r>
              <a:rPr lang="en-US" dirty="0" err="1"/>
              <a:t>emp_title</a:t>
            </a:r>
            <a:r>
              <a:rPr lang="en-US" dirty="0"/>
              <a:t>, </a:t>
            </a:r>
            <a:r>
              <a:rPr lang="en-US" dirty="0" err="1"/>
              <a:t>emp_dob</a:t>
            </a:r>
            <a:r>
              <a:rPr lang="en-US" dirty="0"/>
              <a:t>, </a:t>
            </a:r>
            <a:r>
              <a:rPr lang="en-US" dirty="0" err="1"/>
              <a:t>emp_hiredate</a:t>
            </a:r>
            <a:r>
              <a:rPr lang="en-US" dirty="0"/>
              <a:t>, </a:t>
            </a:r>
            <a:r>
              <a:rPr lang="en-US" dirty="0" err="1"/>
              <a:t>job_class_base_salary</a:t>
            </a:r>
            <a:r>
              <a:rPr lang="en-US" dirty="0"/>
              <a:t>)</a:t>
            </a:r>
          </a:p>
          <a:p>
            <a:pPr marL="0" indent="0">
              <a:buNone/>
            </a:pPr>
            <a:r>
              <a:rPr lang="en-US" dirty="0"/>
              <a:t>	</a:t>
            </a:r>
            <a:r>
              <a:rPr lang="en-US" dirty="0" err="1"/>
              <a:t>og</a:t>
            </a:r>
            <a:r>
              <a:rPr lang="en-US" dirty="0"/>
              <a:t> mv EMP_ED(</a:t>
            </a:r>
            <a:r>
              <a:rPr lang="en-US" i="1" u="sng" dirty="0" err="1"/>
              <a:t>emp_num</a:t>
            </a:r>
            <a:r>
              <a:rPr lang="en-US" dirty="0"/>
              <a:t>, </a:t>
            </a:r>
            <a:r>
              <a:rPr lang="en-US" u="sng" dirty="0" err="1"/>
              <a:t>emp_ed_id</a:t>
            </a:r>
            <a:r>
              <a:rPr lang="en-US" dirty="0"/>
              <a:t>, </a:t>
            </a:r>
            <a:r>
              <a:rPr lang="en-US" dirty="0" err="1"/>
              <a:t>emp_ed</a:t>
            </a:r>
            <a:r>
              <a:rPr lang="en-US" dirty="0"/>
              <a:t>)</a:t>
            </a:r>
          </a:p>
          <a:p>
            <a:pPr marL="0" indent="0">
              <a:buNone/>
            </a:pPr>
            <a:r>
              <a:rPr lang="en-US" dirty="0"/>
              <a:t>	</a:t>
            </a:r>
            <a:r>
              <a:rPr lang="en-US" dirty="0" err="1"/>
              <a:t>og</a:t>
            </a:r>
            <a:r>
              <a:rPr lang="en-US" dirty="0"/>
              <a:t> mv EMP_DEP(</a:t>
            </a:r>
            <a:r>
              <a:rPr lang="en-US" i="1" u="sng" dirty="0" err="1"/>
              <a:t>emp_num</a:t>
            </a:r>
            <a:r>
              <a:rPr lang="en-US" dirty="0"/>
              <a:t>, </a:t>
            </a:r>
            <a:r>
              <a:rPr lang="en-US" u="sng" dirty="0" err="1"/>
              <a:t>emp_dep_id</a:t>
            </a:r>
            <a:r>
              <a:rPr lang="en-US" dirty="0"/>
              <a:t>, </a:t>
            </a:r>
            <a:r>
              <a:rPr lang="en-US" dirty="0" err="1"/>
              <a:t>emp_dep</a:t>
            </a:r>
            <a:endParaRPr lang="en-US" dirty="0"/>
          </a:p>
          <a:p>
            <a:pPr marL="0" indent="0">
              <a:buNone/>
            </a:pPr>
            <a:r>
              <a:rPr lang="en-US" dirty="0"/>
              <a:t>	</a:t>
            </a:r>
            <a:r>
              <a:rPr lang="en-US" dirty="0" err="1"/>
              <a:t>og</a:t>
            </a:r>
            <a:r>
              <a:rPr lang="en-US" dirty="0"/>
              <a:t> mv EMP_TRAIN(</a:t>
            </a:r>
            <a:r>
              <a:rPr lang="en-US" i="1" u="sng" dirty="0" err="1"/>
              <a:t>emp_num</a:t>
            </a:r>
            <a:r>
              <a:rPr lang="en-US" dirty="0"/>
              <a:t>, </a:t>
            </a:r>
            <a:r>
              <a:rPr lang="en-US" u="sng" dirty="0" err="1"/>
              <a:t>emp_train_id</a:t>
            </a:r>
            <a:r>
              <a:rPr lang="en-US" dirty="0"/>
              <a:t>, </a:t>
            </a:r>
            <a:r>
              <a:rPr lang="en-US" dirty="0" err="1"/>
              <a:t>emp_train</a:t>
            </a:r>
            <a:endParaRPr lang="en-US" dirty="0"/>
          </a:p>
          <a:p>
            <a:pPr marL="0" indent="0">
              <a:buNone/>
            </a:pPr>
            <a:endParaRPr lang="en-US" dirty="0"/>
          </a:p>
          <a:p>
            <a:pPr marL="0" indent="0">
              <a:buNone/>
            </a:pPr>
            <a:r>
              <a:rPr lang="en-US" dirty="0"/>
              <a:t>2NF: no partial dependencies, same as 1NF</a:t>
            </a:r>
          </a:p>
          <a:p>
            <a:pPr marL="0" indent="0">
              <a:buNone/>
            </a:pPr>
            <a:endParaRPr lang="en-US" dirty="0"/>
          </a:p>
          <a:p>
            <a:pPr marL="0" indent="0">
              <a:buNone/>
            </a:pPr>
            <a:r>
              <a:rPr lang="en-US" dirty="0"/>
              <a:t>3NF: transitive dependencies; </a:t>
            </a:r>
            <a:r>
              <a:rPr lang="en-US" dirty="0" err="1"/>
              <a:t>emp_num</a:t>
            </a:r>
            <a:r>
              <a:rPr lang="en-US" dirty="0"/>
              <a:t> -&gt; </a:t>
            </a:r>
            <a:r>
              <a:rPr lang="en-US" dirty="0" err="1"/>
              <a:t>job_class</a:t>
            </a:r>
            <a:r>
              <a:rPr lang="en-US" dirty="0"/>
              <a:t> -&gt; </a:t>
            </a:r>
            <a:r>
              <a:rPr lang="en-US" dirty="0" err="1"/>
              <a:t>job_class_base_salary</a:t>
            </a:r>
            <a:r>
              <a:rPr lang="en-US" dirty="0"/>
              <a:t>, </a:t>
            </a:r>
            <a:r>
              <a:rPr lang="en-US" dirty="0" err="1"/>
              <a:t>emp_num</a:t>
            </a:r>
            <a:r>
              <a:rPr lang="en-US" dirty="0"/>
              <a:t> -&gt; </a:t>
            </a:r>
            <a:r>
              <a:rPr lang="en-US" dirty="0" err="1"/>
              <a:t>dept_code</a:t>
            </a:r>
            <a:r>
              <a:rPr lang="en-US" dirty="0"/>
              <a:t> -&gt; </a:t>
            </a:r>
            <a:r>
              <a:rPr lang="en-US" dirty="0" err="1"/>
              <a:t>dept_name</a:t>
            </a:r>
            <a:endParaRPr lang="en-US" dirty="0"/>
          </a:p>
          <a:p>
            <a:pPr marL="0" indent="0">
              <a:buNone/>
            </a:pPr>
            <a:endParaRPr lang="en-US" dirty="0"/>
          </a:p>
          <a:p>
            <a:pPr marL="0" indent="0">
              <a:buNone/>
            </a:pPr>
            <a:r>
              <a:rPr lang="en-US" dirty="0"/>
              <a:t>	EMPLOYEE(</a:t>
            </a:r>
            <a:r>
              <a:rPr lang="en-US" u="sng" dirty="0" err="1"/>
              <a:t>emp_num</a:t>
            </a:r>
            <a:r>
              <a:rPr lang="en-US" dirty="0"/>
              <a:t>, </a:t>
            </a:r>
            <a:r>
              <a:rPr lang="en-US" dirty="0" err="1"/>
              <a:t>emp_lastname</a:t>
            </a:r>
            <a:r>
              <a:rPr lang="en-US" dirty="0"/>
              <a:t>, </a:t>
            </a:r>
            <a:r>
              <a:rPr lang="en-US" i="1" dirty="0" err="1"/>
              <a:t>job_class</a:t>
            </a:r>
            <a:r>
              <a:rPr lang="en-US" dirty="0"/>
              <a:t>, </a:t>
            </a:r>
            <a:r>
              <a:rPr lang="en-US" i="1" dirty="0" err="1"/>
              <a:t>dept_code</a:t>
            </a:r>
            <a:r>
              <a:rPr lang="en-US" dirty="0"/>
              <a:t>, </a:t>
            </a:r>
            <a:r>
              <a:rPr lang="en-US" dirty="0" err="1"/>
              <a:t>emp_dob</a:t>
            </a:r>
            <a:r>
              <a:rPr lang="en-US" dirty="0"/>
              <a:t>, </a:t>
            </a:r>
            <a:r>
              <a:rPr lang="en-US" dirty="0" err="1"/>
              <a:t>emp_hiredate</a:t>
            </a:r>
            <a:r>
              <a:rPr lang="en-US" dirty="0"/>
              <a:t>, </a:t>
            </a:r>
            <a:r>
              <a:rPr lang="en-US" dirty="0" err="1"/>
              <a:t>manager_id</a:t>
            </a:r>
            <a:r>
              <a:rPr lang="en-US" dirty="0"/>
              <a:t>)</a:t>
            </a:r>
          </a:p>
          <a:p>
            <a:pPr marL="0" indent="0">
              <a:buNone/>
            </a:pPr>
            <a:r>
              <a:rPr lang="en-US" dirty="0"/>
              <a:t>	JOB(</a:t>
            </a:r>
            <a:r>
              <a:rPr lang="en-US" u="sng" dirty="0" err="1"/>
              <a:t>job_class</a:t>
            </a:r>
            <a:r>
              <a:rPr lang="en-US" dirty="0"/>
              <a:t>, </a:t>
            </a:r>
            <a:r>
              <a:rPr lang="en-US" dirty="0" err="1"/>
              <a:t>job_class_base_salary</a:t>
            </a:r>
            <a:r>
              <a:rPr lang="en-US" dirty="0"/>
              <a:t>)</a:t>
            </a:r>
          </a:p>
          <a:p>
            <a:pPr marL="0" indent="0">
              <a:buNone/>
            </a:pPr>
            <a:r>
              <a:rPr lang="en-US" dirty="0"/>
              <a:t>	DEPARTMENT(</a:t>
            </a:r>
            <a:r>
              <a:rPr lang="en-US" u="sng" dirty="0" err="1"/>
              <a:t>dept_code</a:t>
            </a:r>
            <a:r>
              <a:rPr lang="en-US" dirty="0"/>
              <a:t>, </a:t>
            </a:r>
            <a:r>
              <a:rPr lang="en-US" dirty="0" err="1"/>
              <a:t>dept_name</a:t>
            </a:r>
            <a:r>
              <a:rPr lang="en-US" dirty="0"/>
              <a:t>)</a:t>
            </a:r>
          </a:p>
          <a:p>
            <a:pPr marL="0" indent="0">
              <a:buNone/>
            </a:pPr>
            <a:r>
              <a:rPr lang="en-US" dirty="0"/>
              <a:t>	EMP_ED(</a:t>
            </a:r>
            <a:r>
              <a:rPr lang="en-US" i="1" u="sng" dirty="0" err="1"/>
              <a:t>emp_num</a:t>
            </a:r>
            <a:r>
              <a:rPr lang="en-US" dirty="0"/>
              <a:t>, </a:t>
            </a:r>
            <a:r>
              <a:rPr lang="en-US" u="sng" dirty="0" err="1"/>
              <a:t>emp_ed_id</a:t>
            </a:r>
            <a:r>
              <a:rPr lang="en-US" dirty="0"/>
              <a:t>, </a:t>
            </a:r>
            <a:r>
              <a:rPr lang="en-US" dirty="0" err="1"/>
              <a:t>emp_ed</a:t>
            </a:r>
            <a:r>
              <a:rPr lang="en-US" dirty="0"/>
              <a:t>)</a:t>
            </a:r>
          </a:p>
          <a:p>
            <a:pPr marL="0" indent="0">
              <a:buNone/>
            </a:pPr>
            <a:r>
              <a:rPr lang="en-US" dirty="0"/>
              <a:t>	EMP_DEP(</a:t>
            </a:r>
            <a:r>
              <a:rPr lang="en-US" i="1" u="sng" dirty="0" err="1"/>
              <a:t>emp_num</a:t>
            </a:r>
            <a:r>
              <a:rPr lang="en-US" dirty="0"/>
              <a:t>, </a:t>
            </a:r>
            <a:r>
              <a:rPr lang="en-US" u="sng" dirty="0" err="1"/>
              <a:t>emp_dep_id</a:t>
            </a:r>
            <a:r>
              <a:rPr lang="en-US" dirty="0"/>
              <a:t>, </a:t>
            </a:r>
            <a:r>
              <a:rPr lang="en-US" dirty="0" err="1"/>
              <a:t>emp_dep</a:t>
            </a:r>
            <a:r>
              <a:rPr lang="en-US" dirty="0"/>
              <a:t>)</a:t>
            </a:r>
          </a:p>
          <a:p>
            <a:pPr marL="0" indent="0">
              <a:buNone/>
            </a:pPr>
            <a:r>
              <a:rPr lang="en-US" dirty="0"/>
              <a:t>	EMP_TRAIN(</a:t>
            </a:r>
            <a:r>
              <a:rPr lang="en-US" i="1" u="sng" dirty="0" err="1"/>
              <a:t>emp_num</a:t>
            </a:r>
            <a:r>
              <a:rPr lang="en-US" dirty="0"/>
              <a:t>, </a:t>
            </a:r>
            <a:r>
              <a:rPr lang="en-US" u="sng" dirty="0" err="1"/>
              <a:t>emp_train_id</a:t>
            </a:r>
            <a:r>
              <a:rPr lang="en-US" dirty="0"/>
              <a:t>, </a:t>
            </a:r>
            <a:r>
              <a:rPr lang="en-US" dirty="0" err="1"/>
              <a:t>emp_train</a:t>
            </a:r>
            <a:r>
              <a:rPr lang="en-US" dirty="0"/>
              <a:t>)</a:t>
            </a:r>
          </a:p>
          <a:p>
            <a:pPr marL="0" indent="0">
              <a:buNone/>
            </a:pPr>
            <a:endParaRPr lang="en-US" dirty="0"/>
          </a:p>
        </p:txBody>
      </p:sp>
      <p:sp>
        <p:nvSpPr>
          <p:cNvPr id="4" name="Footer Placeholder 3">
            <a:extLst>
              <a:ext uri="{FF2B5EF4-FFF2-40B4-BE49-F238E27FC236}">
                <a16:creationId xmlns:a16="http://schemas.microsoft.com/office/drawing/2014/main" id="{03C235B2-0C88-2B0A-8C30-5D13641A361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2771784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DEB773-B344-548A-2266-2C076D939F97}"/>
              </a:ext>
            </a:extLst>
          </p:cNvPr>
          <p:cNvSpPr>
            <a:spLocks noGrp="1"/>
          </p:cNvSpPr>
          <p:nvPr>
            <p:ph type="ftr" sz="quarter" idx="11"/>
          </p:nvPr>
        </p:nvSpPr>
        <p:spPr/>
        <p:txBody>
          <a:bodyPr/>
          <a:lstStyle/>
          <a:p>
            <a:endParaRPr lang="en-US"/>
          </a:p>
        </p:txBody>
      </p:sp>
      <p:grpSp>
        <p:nvGrpSpPr>
          <p:cNvPr id="93" name="Group 92">
            <a:extLst>
              <a:ext uri="{FF2B5EF4-FFF2-40B4-BE49-F238E27FC236}">
                <a16:creationId xmlns:a16="http://schemas.microsoft.com/office/drawing/2014/main" id="{6F5F4FB3-ED1C-AD29-822E-69F83FBA8A54}"/>
              </a:ext>
            </a:extLst>
          </p:cNvPr>
          <p:cNvGrpSpPr/>
          <p:nvPr/>
        </p:nvGrpSpPr>
        <p:grpSpPr>
          <a:xfrm>
            <a:off x="423030" y="3837804"/>
            <a:ext cx="3196080" cy="673200"/>
            <a:chOff x="423030" y="3837804"/>
            <a:chExt cx="3196080" cy="673200"/>
          </a:xfrm>
        </p:grpSpPr>
        <mc:AlternateContent xmlns:mc="http://schemas.openxmlformats.org/markup-compatibility/2006" xmlns:p14="http://schemas.microsoft.com/office/powerpoint/2010/main">
          <mc:Choice Requires="p14">
            <p:contentPart p14:bwMode="auto" r:id="rId2">
              <p14:nvContentPartPr>
                <p14:cNvPr id="87" name="Ink 86">
                  <a:extLst>
                    <a:ext uri="{FF2B5EF4-FFF2-40B4-BE49-F238E27FC236}">
                      <a16:creationId xmlns:a16="http://schemas.microsoft.com/office/drawing/2014/main" id="{46711BAB-ECD1-3D09-B1E2-8139CBC5C887}"/>
                    </a:ext>
                  </a:extLst>
                </p14:cNvPr>
                <p14:cNvContentPartPr/>
                <p14:nvPr/>
              </p14:nvContentPartPr>
              <p14:xfrm>
                <a:off x="423030" y="3945804"/>
                <a:ext cx="763560" cy="565200"/>
              </p14:xfrm>
            </p:contentPart>
          </mc:Choice>
          <mc:Fallback xmlns="">
            <p:pic>
              <p:nvPicPr>
                <p:cNvPr id="87" name="Ink 86">
                  <a:extLst>
                    <a:ext uri="{FF2B5EF4-FFF2-40B4-BE49-F238E27FC236}">
                      <a16:creationId xmlns:a16="http://schemas.microsoft.com/office/drawing/2014/main" id="{46711BAB-ECD1-3D09-B1E2-8139CBC5C887}"/>
                    </a:ext>
                  </a:extLst>
                </p:cNvPr>
                <p:cNvPicPr/>
                <p:nvPr/>
              </p:nvPicPr>
              <p:blipFill>
                <a:blip r:embed="rId3"/>
                <a:stretch>
                  <a:fillRect/>
                </a:stretch>
              </p:blipFill>
              <p:spPr>
                <a:xfrm>
                  <a:off x="416910" y="3939684"/>
                  <a:ext cx="77580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8" name="Ink 87">
                  <a:extLst>
                    <a:ext uri="{FF2B5EF4-FFF2-40B4-BE49-F238E27FC236}">
                      <a16:creationId xmlns:a16="http://schemas.microsoft.com/office/drawing/2014/main" id="{6F4F4B8E-E18C-7578-CE75-122FD7DFA92F}"/>
                    </a:ext>
                  </a:extLst>
                </p14:cNvPr>
                <p14:cNvContentPartPr/>
                <p14:nvPr/>
              </p14:nvContentPartPr>
              <p14:xfrm>
                <a:off x="757830" y="3837804"/>
                <a:ext cx="1173240" cy="671400"/>
              </p14:xfrm>
            </p:contentPart>
          </mc:Choice>
          <mc:Fallback xmlns="">
            <p:pic>
              <p:nvPicPr>
                <p:cNvPr id="88" name="Ink 87">
                  <a:extLst>
                    <a:ext uri="{FF2B5EF4-FFF2-40B4-BE49-F238E27FC236}">
                      <a16:creationId xmlns:a16="http://schemas.microsoft.com/office/drawing/2014/main" id="{6F4F4B8E-E18C-7578-CE75-122FD7DFA92F}"/>
                    </a:ext>
                  </a:extLst>
                </p:cNvPr>
                <p:cNvPicPr/>
                <p:nvPr/>
              </p:nvPicPr>
              <p:blipFill>
                <a:blip r:embed="rId5"/>
                <a:stretch>
                  <a:fillRect/>
                </a:stretch>
              </p:blipFill>
              <p:spPr>
                <a:xfrm>
                  <a:off x="751710" y="3831684"/>
                  <a:ext cx="1185480" cy="683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9" name="Ink 88">
                  <a:extLst>
                    <a:ext uri="{FF2B5EF4-FFF2-40B4-BE49-F238E27FC236}">
                      <a16:creationId xmlns:a16="http://schemas.microsoft.com/office/drawing/2014/main" id="{9E2C019F-9637-D201-6CB0-72CD78E5DEBC}"/>
                    </a:ext>
                  </a:extLst>
                </p14:cNvPr>
                <p14:cNvContentPartPr/>
                <p14:nvPr/>
              </p14:nvContentPartPr>
              <p14:xfrm>
                <a:off x="1244190" y="4054884"/>
                <a:ext cx="762120" cy="172800"/>
              </p14:xfrm>
            </p:contentPart>
          </mc:Choice>
          <mc:Fallback xmlns="">
            <p:pic>
              <p:nvPicPr>
                <p:cNvPr id="89" name="Ink 88">
                  <a:extLst>
                    <a:ext uri="{FF2B5EF4-FFF2-40B4-BE49-F238E27FC236}">
                      <a16:creationId xmlns:a16="http://schemas.microsoft.com/office/drawing/2014/main" id="{9E2C019F-9637-D201-6CB0-72CD78E5DEBC}"/>
                    </a:ext>
                  </a:extLst>
                </p:cNvPr>
                <p:cNvPicPr/>
                <p:nvPr/>
              </p:nvPicPr>
              <p:blipFill>
                <a:blip r:embed="rId7"/>
                <a:stretch>
                  <a:fillRect/>
                </a:stretch>
              </p:blipFill>
              <p:spPr>
                <a:xfrm>
                  <a:off x="1238070" y="4048764"/>
                  <a:ext cx="77436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0" name="Ink 89">
                  <a:extLst>
                    <a:ext uri="{FF2B5EF4-FFF2-40B4-BE49-F238E27FC236}">
                      <a16:creationId xmlns:a16="http://schemas.microsoft.com/office/drawing/2014/main" id="{7FF578B6-F630-76F8-3956-F9E0A793DDAB}"/>
                    </a:ext>
                  </a:extLst>
                </p14:cNvPr>
                <p14:cNvContentPartPr/>
                <p14:nvPr/>
              </p14:nvContentPartPr>
              <p14:xfrm>
                <a:off x="1818390" y="4013484"/>
                <a:ext cx="955800" cy="441000"/>
              </p14:xfrm>
            </p:contentPart>
          </mc:Choice>
          <mc:Fallback xmlns="">
            <p:pic>
              <p:nvPicPr>
                <p:cNvPr id="90" name="Ink 89">
                  <a:extLst>
                    <a:ext uri="{FF2B5EF4-FFF2-40B4-BE49-F238E27FC236}">
                      <a16:creationId xmlns:a16="http://schemas.microsoft.com/office/drawing/2014/main" id="{7FF578B6-F630-76F8-3956-F9E0A793DDAB}"/>
                    </a:ext>
                  </a:extLst>
                </p:cNvPr>
                <p:cNvPicPr/>
                <p:nvPr/>
              </p:nvPicPr>
              <p:blipFill>
                <a:blip r:embed="rId9"/>
                <a:stretch>
                  <a:fillRect/>
                </a:stretch>
              </p:blipFill>
              <p:spPr>
                <a:xfrm>
                  <a:off x="1812270" y="4007364"/>
                  <a:ext cx="96804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1" name="Ink 90">
                  <a:extLst>
                    <a:ext uri="{FF2B5EF4-FFF2-40B4-BE49-F238E27FC236}">
                      <a16:creationId xmlns:a16="http://schemas.microsoft.com/office/drawing/2014/main" id="{69D0EF96-3CF9-3455-C124-A5D8A0739171}"/>
                    </a:ext>
                  </a:extLst>
                </p14:cNvPr>
                <p14:cNvContentPartPr/>
                <p14:nvPr/>
              </p14:nvContentPartPr>
              <p14:xfrm>
                <a:off x="2320590" y="3911244"/>
                <a:ext cx="78480" cy="51120"/>
              </p14:xfrm>
            </p:contentPart>
          </mc:Choice>
          <mc:Fallback xmlns="">
            <p:pic>
              <p:nvPicPr>
                <p:cNvPr id="91" name="Ink 90">
                  <a:extLst>
                    <a:ext uri="{FF2B5EF4-FFF2-40B4-BE49-F238E27FC236}">
                      <a16:creationId xmlns:a16="http://schemas.microsoft.com/office/drawing/2014/main" id="{69D0EF96-3CF9-3455-C124-A5D8A0739171}"/>
                    </a:ext>
                  </a:extLst>
                </p:cNvPr>
                <p:cNvPicPr/>
                <p:nvPr/>
              </p:nvPicPr>
              <p:blipFill>
                <a:blip r:embed="rId11"/>
                <a:stretch>
                  <a:fillRect/>
                </a:stretch>
              </p:blipFill>
              <p:spPr>
                <a:xfrm>
                  <a:off x="2314470" y="3905124"/>
                  <a:ext cx="907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2" name="Ink 91">
                  <a:extLst>
                    <a:ext uri="{FF2B5EF4-FFF2-40B4-BE49-F238E27FC236}">
                      <a16:creationId xmlns:a16="http://schemas.microsoft.com/office/drawing/2014/main" id="{BB75317B-8686-FCD1-B70C-43FCB5F772F0}"/>
                    </a:ext>
                  </a:extLst>
                </p14:cNvPr>
                <p14:cNvContentPartPr/>
                <p14:nvPr/>
              </p14:nvContentPartPr>
              <p14:xfrm>
                <a:off x="2692110" y="4078284"/>
                <a:ext cx="927000" cy="337320"/>
              </p14:xfrm>
            </p:contentPart>
          </mc:Choice>
          <mc:Fallback xmlns="">
            <p:pic>
              <p:nvPicPr>
                <p:cNvPr id="92" name="Ink 91">
                  <a:extLst>
                    <a:ext uri="{FF2B5EF4-FFF2-40B4-BE49-F238E27FC236}">
                      <a16:creationId xmlns:a16="http://schemas.microsoft.com/office/drawing/2014/main" id="{BB75317B-8686-FCD1-B70C-43FCB5F772F0}"/>
                    </a:ext>
                  </a:extLst>
                </p:cNvPr>
                <p:cNvPicPr/>
                <p:nvPr/>
              </p:nvPicPr>
              <p:blipFill>
                <a:blip r:embed="rId13"/>
                <a:stretch>
                  <a:fillRect/>
                </a:stretch>
              </p:blipFill>
              <p:spPr>
                <a:xfrm>
                  <a:off x="2685990" y="4072164"/>
                  <a:ext cx="939240" cy="349560"/>
                </a:xfrm>
                <a:prstGeom prst="rect">
                  <a:avLst/>
                </a:prstGeom>
              </p:spPr>
            </p:pic>
          </mc:Fallback>
        </mc:AlternateContent>
      </p:grpSp>
      <p:grpSp>
        <p:nvGrpSpPr>
          <p:cNvPr id="100" name="Group 99">
            <a:extLst>
              <a:ext uri="{FF2B5EF4-FFF2-40B4-BE49-F238E27FC236}">
                <a16:creationId xmlns:a16="http://schemas.microsoft.com/office/drawing/2014/main" id="{EC2DD2E8-1B3E-63CE-1DC0-E020DD824ADB}"/>
              </a:ext>
            </a:extLst>
          </p:cNvPr>
          <p:cNvGrpSpPr/>
          <p:nvPr/>
        </p:nvGrpSpPr>
        <p:grpSpPr>
          <a:xfrm>
            <a:off x="3579510" y="3762204"/>
            <a:ext cx="5327640" cy="841320"/>
            <a:chOff x="3579510" y="3762204"/>
            <a:chExt cx="5327640" cy="841320"/>
          </a:xfrm>
        </p:grpSpPr>
        <mc:AlternateContent xmlns:mc="http://schemas.openxmlformats.org/markup-compatibility/2006" xmlns:p14="http://schemas.microsoft.com/office/powerpoint/2010/main">
          <mc:Choice Requires="p14">
            <p:contentPart p14:bwMode="auto" r:id="rId14">
              <p14:nvContentPartPr>
                <p14:cNvPr id="94" name="Ink 93">
                  <a:extLst>
                    <a:ext uri="{FF2B5EF4-FFF2-40B4-BE49-F238E27FC236}">
                      <a16:creationId xmlns:a16="http://schemas.microsoft.com/office/drawing/2014/main" id="{7149EAA9-5458-DD18-F5B1-4836EAE3B03B}"/>
                    </a:ext>
                  </a:extLst>
                </p14:cNvPr>
                <p14:cNvContentPartPr/>
                <p14:nvPr/>
              </p14:nvContentPartPr>
              <p14:xfrm>
                <a:off x="3579510" y="3762204"/>
                <a:ext cx="2890080" cy="841320"/>
              </p14:xfrm>
            </p:contentPart>
          </mc:Choice>
          <mc:Fallback xmlns="">
            <p:pic>
              <p:nvPicPr>
                <p:cNvPr id="94" name="Ink 93">
                  <a:extLst>
                    <a:ext uri="{FF2B5EF4-FFF2-40B4-BE49-F238E27FC236}">
                      <a16:creationId xmlns:a16="http://schemas.microsoft.com/office/drawing/2014/main" id="{7149EAA9-5458-DD18-F5B1-4836EAE3B03B}"/>
                    </a:ext>
                  </a:extLst>
                </p:cNvPr>
                <p:cNvPicPr/>
                <p:nvPr/>
              </p:nvPicPr>
              <p:blipFill>
                <a:blip r:embed="rId15"/>
                <a:stretch>
                  <a:fillRect/>
                </a:stretch>
              </p:blipFill>
              <p:spPr>
                <a:xfrm>
                  <a:off x="3573390" y="3756084"/>
                  <a:ext cx="2902320" cy="853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5" name="Ink 94">
                  <a:extLst>
                    <a:ext uri="{FF2B5EF4-FFF2-40B4-BE49-F238E27FC236}">
                      <a16:creationId xmlns:a16="http://schemas.microsoft.com/office/drawing/2014/main" id="{8900D2E6-7281-69F7-5E47-FE5018D65679}"/>
                    </a:ext>
                  </a:extLst>
                </p14:cNvPr>
                <p14:cNvContentPartPr/>
                <p14:nvPr/>
              </p14:nvContentPartPr>
              <p14:xfrm>
                <a:off x="5207790" y="3947244"/>
                <a:ext cx="535680" cy="57240"/>
              </p14:xfrm>
            </p:contentPart>
          </mc:Choice>
          <mc:Fallback xmlns="">
            <p:pic>
              <p:nvPicPr>
                <p:cNvPr id="95" name="Ink 94">
                  <a:extLst>
                    <a:ext uri="{FF2B5EF4-FFF2-40B4-BE49-F238E27FC236}">
                      <a16:creationId xmlns:a16="http://schemas.microsoft.com/office/drawing/2014/main" id="{8900D2E6-7281-69F7-5E47-FE5018D65679}"/>
                    </a:ext>
                  </a:extLst>
                </p:cNvPr>
                <p:cNvPicPr/>
                <p:nvPr/>
              </p:nvPicPr>
              <p:blipFill>
                <a:blip r:embed="rId17"/>
                <a:stretch>
                  <a:fillRect/>
                </a:stretch>
              </p:blipFill>
              <p:spPr>
                <a:xfrm>
                  <a:off x="5201670" y="3941124"/>
                  <a:ext cx="54792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6" name="Ink 95">
                  <a:extLst>
                    <a:ext uri="{FF2B5EF4-FFF2-40B4-BE49-F238E27FC236}">
                      <a16:creationId xmlns:a16="http://schemas.microsoft.com/office/drawing/2014/main" id="{EAAB907A-FAF4-8531-3411-0BF81AC08D8E}"/>
                    </a:ext>
                  </a:extLst>
                </p14:cNvPr>
                <p14:cNvContentPartPr/>
                <p14:nvPr/>
              </p14:nvContentPartPr>
              <p14:xfrm>
                <a:off x="5840670" y="3779844"/>
                <a:ext cx="220680" cy="39240"/>
              </p14:xfrm>
            </p:contentPart>
          </mc:Choice>
          <mc:Fallback xmlns="">
            <p:pic>
              <p:nvPicPr>
                <p:cNvPr id="96" name="Ink 95">
                  <a:extLst>
                    <a:ext uri="{FF2B5EF4-FFF2-40B4-BE49-F238E27FC236}">
                      <a16:creationId xmlns:a16="http://schemas.microsoft.com/office/drawing/2014/main" id="{EAAB907A-FAF4-8531-3411-0BF81AC08D8E}"/>
                    </a:ext>
                  </a:extLst>
                </p:cNvPr>
                <p:cNvPicPr/>
                <p:nvPr/>
              </p:nvPicPr>
              <p:blipFill>
                <a:blip r:embed="rId19"/>
                <a:stretch>
                  <a:fillRect/>
                </a:stretch>
              </p:blipFill>
              <p:spPr>
                <a:xfrm>
                  <a:off x="5834550" y="3773724"/>
                  <a:ext cx="23292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7" name="Ink 96">
                  <a:extLst>
                    <a:ext uri="{FF2B5EF4-FFF2-40B4-BE49-F238E27FC236}">
                      <a16:creationId xmlns:a16="http://schemas.microsoft.com/office/drawing/2014/main" id="{506C34EE-BE8A-4922-710A-E235BDA89209}"/>
                    </a:ext>
                  </a:extLst>
                </p14:cNvPr>
                <p14:cNvContentPartPr/>
                <p14:nvPr/>
              </p14:nvContentPartPr>
              <p14:xfrm>
                <a:off x="6339630" y="4004124"/>
                <a:ext cx="2259000" cy="588600"/>
              </p14:xfrm>
            </p:contentPart>
          </mc:Choice>
          <mc:Fallback xmlns="">
            <p:pic>
              <p:nvPicPr>
                <p:cNvPr id="97" name="Ink 96">
                  <a:extLst>
                    <a:ext uri="{FF2B5EF4-FFF2-40B4-BE49-F238E27FC236}">
                      <a16:creationId xmlns:a16="http://schemas.microsoft.com/office/drawing/2014/main" id="{506C34EE-BE8A-4922-710A-E235BDA89209}"/>
                    </a:ext>
                  </a:extLst>
                </p:cNvPr>
                <p:cNvPicPr/>
                <p:nvPr/>
              </p:nvPicPr>
              <p:blipFill>
                <a:blip r:embed="rId21"/>
                <a:stretch>
                  <a:fillRect/>
                </a:stretch>
              </p:blipFill>
              <p:spPr>
                <a:xfrm>
                  <a:off x="6333510" y="3998004"/>
                  <a:ext cx="227124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8" name="Ink 97">
                  <a:extLst>
                    <a:ext uri="{FF2B5EF4-FFF2-40B4-BE49-F238E27FC236}">
                      <a16:creationId xmlns:a16="http://schemas.microsoft.com/office/drawing/2014/main" id="{8B9D8BF6-D057-CB50-5FBE-FCDCAB52B579}"/>
                    </a:ext>
                  </a:extLst>
                </p14:cNvPr>
                <p14:cNvContentPartPr/>
                <p14:nvPr/>
              </p14:nvContentPartPr>
              <p14:xfrm>
                <a:off x="8488110" y="3799284"/>
                <a:ext cx="419040" cy="235800"/>
              </p14:xfrm>
            </p:contentPart>
          </mc:Choice>
          <mc:Fallback xmlns="">
            <p:pic>
              <p:nvPicPr>
                <p:cNvPr id="98" name="Ink 97">
                  <a:extLst>
                    <a:ext uri="{FF2B5EF4-FFF2-40B4-BE49-F238E27FC236}">
                      <a16:creationId xmlns:a16="http://schemas.microsoft.com/office/drawing/2014/main" id="{8B9D8BF6-D057-CB50-5FBE-FCDCAB52B579}"/>
                    </a:ext>
                  </a:extLst>
                </p:cNvPr>
                <p:cNvPicPr/>
                <p:nvPr/>
              </p:nvPicPr>
              <p:blipFill>
                <a:blip r:embed="rId23"/>
                <a:stretch>
                  <a:fillRect/>
                </a:stretch>
              </p:blipFill>
              <p:spPr>
                <a:xfrm>
                  <a:off x="8481990" y="3793164"/>
                  <a:ext cx="4312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99" name="Ink 98">
                  <a:extLst>
                    <a:ext uri="{FF2B5EF4-FFF2-40B4-BE49-F238E27FC236}">
                      <a16:creationId xmlns:a16="http://schemas.microsoft.com/office/drawing/2014/main" id="{0DE80392-D851-0360-4076-5CDC639BED1E}"/>
                    </a:ext>
                  </a:extLst>
                </p14:cNvPr>
                <p14:cNvContentPartPr/>
                <p14:nvPr/>
              </p14:nvContentPartPr>
              <p14:xfrm>
                <a:off x="8406750" y="4205004"/>
                <a:ext cx="249120" cy="43560"/>
              </p14:xfrm>
            </p:contentPart>
          </mc:Choice>
          <mc:Fallback xmlns="">
            <p:pic>
              <p:nvPicPr>
                <p:cNvPr id="99" name="Ink 98">
                  <a:extLst>
                    <a:ext uri="{FF2B5EF4-FFF2-40B4-BE49-F238E27FC236}">
                      <a16:creationId xmlns:a16="http://schemas.microsoft.com/office/drawing/2014/main" id="{0DE80392-D851-0360-4076-5CDC639BED1E}"/>
                    </a:ext>
                  </a:extLst>
                </p:cNvPr>
                <p:cNvPicPr/>
                <p:nvPr/>
              </p:nvPicPr>
              <p:blipFill>
                <a:blip r:embed="rId25"/>
                <a:stretch>
                  <a:fillRect/>
                </a:stretch>
              </p:blipFill>
              <p:spPr>
                <a:xfrm>
                  <a:off x="8400630" y="4198884"/>
                  <a:ext cx="261360" cy="55800"/>
                </a:xfrm>
                <a:prstGeom prst="rect">
                  <a:avLst/>
                </a:prstGeom>
              </p:spPr>
            </p:pic>
          </mc:Fallback>
        </mc:AlternateContent>
      </p:grpSp>
      <p:grpSp>
        <p:nvGrpSpPr>
          <p:cNvPr id="107" name="Group 106">
            <a:extLst>
              <a:ext uri="{FF2B5EF4-FFF2-40B4-BE49-F238E27FC236}">
                <a16:creationId xmlns:a16="http://schemas.microsoft.com/office/drawing/2014/main" id="{18D29707-5077-0A4E-79C7-612D5861F039}"/>
              </a:ext>
            </a:extLst>
          </p:cNvPr>
          <p:cNvGrpSpPr/>
          <p:nvPr/>
        </p:nvGrpSpPr>
        <p:grpSpPr>
          <a:xfrm>
            <a:off x="214230" y="-47676"/>
            <a:ext cx="7378560" cy="2476440"/>
            <a:chOff x="214230" y="-47676"/>
            <a:chExt cx="7378560" cy="2476440"/>
          </a:xfrm>
        </p:grpSpPr>
        <mc:AlternateContent xmlns:mc="http://schemas.openxmlformats.org/markup-compatibility/2006" xmlns:p14="http://schemas.microsoft.com/office/powerpoint/2010/main">
          <mc:Choice Requires="p14">
            <p:contentPart p14:bwMode="auto" r:id="rId26">
              <p14:nvContentPartPr>
                <p14:cNvPr id="50" name="Ink 49">
                  <a:extLst>
                    <a:ext uri="{FF2B5EF4-FFF2-40B4-BE49-F238E27FC236}">
                      <a16:creationId xmlns:a16="http://schemas.microsoft.com/office/drawing/2014/main" id="{37692F2E-4C51-DE91-F430-8BA23640BF50}"/>
                    </a:ext>
                  </a:extLst>
                </p14:cNvPr>
                <p14:cNvContentPartPr/>
                <p14:nvPr/>
              </p14:nvContentPartPr>
              <p14:xfrm>
                <a:off x="5833470" y="1899204"/>
                <a:ext cx="60480" cy="529560"/>
              </p14:xfrm>
            </p:contentPart>
          </mc:Choice>
          <mc:Fallback xmlns="">
            <p:pic>
              <p:nvPicPr>
                <p:cNvPr id="50" name="Ink 49">
                  <a:extLst>
                    <a:ext uri="{FF2B5EF4-FFF2-40B4-BE49-F238E27FC236}">
                      <a16:creationId xmlns:a16="http://schemas.microsoft.com/office/drawing/2014/main" id="{37692F2E-4C51-DE91-F430-8BA23640BF50}"/>
                    </a:ext>
                  </a:extLst>
                </p:cNvPr>
                <p:cNvPicPr/>
                <p:nvPr/>
              </p:nvPicPr>
              <p:blipFill>
                <a:blip r:embed="rId27"/>
                <a:stretch>
                  <a:fillRect/>
                </a:stretch>
              </p:blipFill>
              <p:spPr>
                <a:xfrm>
                  <a:off x="5827350" y="1893084"/>
                  <a:ext cx="72720" cy="541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1" name="Ink 50">
                  <a:extLst>
                    <a:ext uri="{FF2B5EF4-FFF2-40B4-BE49-F238E27FC236}">
                      <a16:creationId xmlns:a16="http://schemas.microsoft.com/office/drawing/2014/main" id="{B82EE5B1-A6AA-2131-1AEB-41788057D372}"/>
                    </a:ext>
                  </a:extLst>
                </p14:cNvPr>
                <p14:cNvContentPartPr/>
                <p14:nvPr/>
              </p14:nvContentPartPr>
              <p14:xfrm>
                <a:off x="5711790" y="1917924"/>
                <a:ext cx="504360" cy="411120"/>
              </p14:xfrm>
            </p:contentPart>
          </mc:Choice>
          <mc:Fallback xmlns="">
            <p:pic>
              <p:nvPicPr>
                <p:cNvPr id="51" name="Ink 50">
                  <a:extLst>
                    <a:ext uri="{FF2B5EF4-FFF2-40B4-BE49-F238E27FC236}">
                      <a16:creationId xmlns:a16="http://schemas.microsoft.com/office/drawing/2014/main" id="{B82EE5B1-A6AA-2131-1AEB-41788057D372}"/>
                    </a:ext>
                  </a:extLst>
                </p:cNvPr>
                <p:cNvPicPr/>
                <p:nvPr/>
              </p:nvPicPr>
              <p:blipFill>
                <a:blip r:embed="rId29"/>
                <a:stretch>
                  <a:fillRect/>
                </a:stretch>
              </p:blipFill>
              <p:spPr>
                <a:xfrm>
                  <a:off x="5705670" y="1911804"/>
                  <a:ext cx="51660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2" name="Ink 51">
                  <a:extLst>
                    <a:ext uri="{FF2B5EF4-FFF2-40B4-BE49-F238E27FC236}">
                      <a16:creationId xmlns:a16="http://schemas.microsoft.com/office/drawing/2014/main" id="{BFB2138D-41C0-CF26-D361-B765D24C20AB}"/>
                    </a:ext>
                  </a:extLst>
                </p14:cNvPr>
                <p14:cNvContentPartPr/>
                <p14:nvPr/>
              </p14:nvContentPartPr>
              <p14:xfrm>
                <a:off x="6162150" y="1804164"/>
                <a:ext cx="126720" cy="540360"/>
              </p14:xfrm>
            </p:contentPart>
          </mc:Choice>
          <mc:Fallback xmlns="">
            <p:pic>
              <p:nvPicPr>
                <p:cNvPr id="52" name="Ink 51">
                  <a:extLst>
                    <a:ext uri="{FF2B5EF4-FFF2-40B4-BE49-F238E27FC236}">
                      <a16:creationId xmlns:a16="http://schemas.microsoft.com/office/drawing/2014/main" id="{BFB2138D-41C0-CF26-D361-B765D24C20AB}"/>
                    </a:ext>
                  </a:extLst>
                </p:cNvPr>
                <p:cNvPicPr/>
                <p:nvPr/>
              </p:nvPicPr>
              <p:blipFill>
                <a:blip r:embed="rId31"/>
                <a:stretch>
                  <a:fillRect/>
                </a:stretch>
              </p:blipFill>
              <p:spPr>
                <a:xfrm>
                  <a:off x="6156030" y="1798044"/>
                  <a:ext cx="138960" cy="552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3" name="Ink 52">
                  <a:extLst>
                    <a:ext uri="{FF2B5EF4-FFF2-40B4-BE49-F238E27FC236}">
                      <a16:creationId xmlns:a16="http://schemas.microsoft.com/office/drawing/2014/main" id="{13588F59-D701-3018-E357-31E5EEBAA626}"/>
                    </a:ext>
                  </a:extLst>
                </p14:cNvPr>
                <p14:cNvContentPartPr/>
                <p14:nvPr/>
              </p14:nvContentPartPr>
              <p14:xfrm>
                <a:off x="6072510" y="1807404"/>
                <a:ext cx="440640" cy="377640"/>
              </p14:xfrm>
            </p:contentPart>
          </mc:Choice>
          <mc:Fallback xmlns="">
            <p:pic>
              <p:nvPicPr>
                <p:cNvPr id="53" name="Ink 52">
                  <a:extLst>
                    <a:ext uri="{FF2B5EF4-FFF2-40B4-BE49-F238E27FC236}">
                      <a16:creationId xmlns:a16="http://schemas.microsoft.com/office/drawing/2014/main" id="{13588F59-D701-3018-E357-31E5EEBAA626}"/>
                    </a:ext>
                  </a:extLst>
                </p:cNvPr>
                <p:cNvPicPr/>
                <p:nvPr/>
              </p:nvPicPr>
              <p:blipFill>
                <a:blip r:embed="rId33"/>
                <a:stretch>
                  <a:fillRect/>
                </a:stretch>
              </p:blipFill>
              <p:spPr>
                <a:xfrm>
                  <a:off x="6066390" y="1801284"/>
                  <a:ext cx="45288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4" name="Ink 53">
                  <a:extLst>
                    <a:ext uri="{FF2B5EF4-FFF2-40B4-BE49-F238E27FC236}">
                      <a16:creationId xmlns:a16="http://schemas.microsoft.com/office/drawing/2014/main" id="{A36C306D-DCA5-A3C9-4006-B5E25E443EBE}"/>
                    </a:ext>
                  </a:extLst>
                </p14:cNvPr>
                <p14:cNvContentPartPr/>
                <p14:nvPr/>
              </p14:nvContentPartPr>
              <p14:xfrm>
                <a:off x="6089790" y="1896324"/>
                <a:ext cx="549360" cy="458280"/>
              </p14:xfrm>
            </p:contentPart>
          </mc:Choice>
          <mc:Fallback xmlns="">
            <p:pic>
              <p:nvPicPr>
                <p:cNvPr id="54" name="Ink 53">
                  <a:extLst>
                    <a:ext uri="{FF2B5EF4-FFF2-40B4-BE49-F238E27FC236}">
                      <a16:creationId xmlns:a16="http://schemas.microsoft.com/office/drawing/2014/main" id="{A36C306D-DCA5-A3C9-4006-B5E25E443EBE}"/>
                    </a:ext>
                  </a:extLst>
                </p:cNvPr>
                <p:cNvPicPr/>
                <p:nvPr/>
              </p:nvPicPr>
              <p:blipFill>
                <a:blip r:embed="rId35"/>
                <a:stretch>
                  <a:fillRect/>
                </a:stretch>
              </p:blipFill>
              <p:spPr>
                <a:xfrm>
                  <a:off x="6083670" y="1890204"/>
                  <a:ext cx="56160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5" name="Ink 54">
                  <a:extLst>
                    <a:ext uri="{FF2B5EF4-FFF2-40B4-BE49-F238E27FC236}">
                      <a16:creationId xmlns:a16="http://schemas.microsoft.com/office/drawing/2014/main" id="{BAAF77F9-A6F2-76AF-566F-724E7966CB9F}"/>
                    </a:ext>
                  </a:extLst>
                </p14:cNvPr>
                <p14:cNvContentPartPr/>
                <p14:nvPr/>
              </p14:nvContentPartPr>
              <p14:xfrm>
                <a:off x="6601710" y="1660524"/>
                <a:ext cx="552240" cy="572760"/>
              </p14:xfrm>
            </p:contentPart>
          </mc:Choice>
          <mc:Fallback xmlns="">
            <p:pic>
              <p:nvPicPr>
                <p:cNvPr id="55" name="Ink 54">
                  <a:extLst>
                    <a:ext uri="{FF2B5EF4-FFF2-40B4-BE49-F238E27FC236}">
                      <a16:creationId xmlns:a16="http://schemas.microsoft.com/office/drawing/2014/main" id="{BAAF77F9-A6F2-76AF-566F-724E7966CB9F}"/>
                    </a:ext>
                  </a:extLst>
                </p:cNvPr>
                <p:cNvPicPr/>
                <p:nvPr/>
              </p:nvPicPr>
              <p:blipFill>
                <a:blip r:embed="rId37"/>
                <a:stretch>
                  <a:fillRect/>
                </a:stretch>
              </p:blipFill>
              <p:spPr>
                <a:xfrm>
                  <a:off x="6595590" y="1654404"/>
                  <a:ext cx="564480" cy="585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6" name="Ink 55">
                  <a:extLst>
                    <a:ext uri="{FF2B5EF4-FFF2-40B4-BE49-F238E27FC236}">
                      <a16:creationId xmlns:a16="http://schemas.microsoft.com/office/drawing/2014/main" id="{6981FB99-1631-2EDD-B6F9-4FA2D5B84EA2}"/>
                    </a:ext>
                  </a:extLst>
                </p14:cNvPr>
                <p14:cNvContentPartPr/>
                <p14:nvPr/>
              </p14:nvContentPartPr>
              <p14:xfrm>
                <a:off x="6781710" y="1608324"/>
                <a:ext cx="811080" cy="255240"/>
              </p14:xfrm>
            </p:contentPart>
          </mc:Choice>
          <mc:Fallback xmlns="">
            <p:pic>
              <p:nvPicPr>
                <p:cNvPr id="56" name="Ink 55">
                  <a:extLst>
                    <a:ext uri="{FF2B5EF4-FFF2-40B4-BE49-F238E27FC236}">
                      <a16:creationId xmlns:a16="http://schemas.microsoft.com/office/drawing/2014/main" id="{6981FB99-1631-2EDD-B6F9-4FA2D5B84EA2}"/>
                    </a:ext>
                  </a:extLst>
                </p:cNvPr>
                <p:cNvPicPr/>
                <p:nvPr/>
              </p:nvPicPr>
              <p:blipFill>
                <a:blip r:embed="rId39"/>
                <a:stretch>
                  <a:fillRect/>
                </a:stretch>
              </p:blipFill>
              <p:spPr>
                <a:xfrm>
                  <a:off x="6775590" y="1602204"/>
                  <a:ext cx="82332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 name="Ink 4">
                  <a:extLst>
                    <a:ext uri="{FF2B5EF4-FFF2-40B4-BE49-F238E27FC236}">
                      <a16:creationId xmlns:a16="http://schemas.microsoft.com/office/drawing/2014/main" id="{08C34917-6C48-0889-BA14-361F1519A8E0}"/>
                    </a:ext>
                  </a:extLst>
                </p14:cNvPr>
                <p14:cNvContentPartPr/>
                <p14:nvPr/>
              </p14:nvContentPartPr>
              <p14:xfrm>
                <a:off x="1174710" y="234204"/>
                <a:ext cx="90720" cy="357480"/>
              </p14:xfrm>
            </p:contentPart>
          </mc:Choice>
          <mc:Fallback xmlns="">
            <p:pic>
              <p:nvPicPr>
                <p:cNvPr id="5" name="Ink 4">
                  <a:extLst>
                    <a:ext uri="{FF2B5EF4-FFF2-40B4-BE49-F238E27FC236}">
                      <a16:creationId xmlns:a16="http://schemas.microsoft.com/office/drawing/2014/main" id="{08C34917-6C48-0889-BA14-361F1519A8E0}"/>
                    </a:ext>
                  </a:extLst>
                </p:cNvPr>
                <p:cNvPicPr/>
                <p:nvPr/>
              </p:nvPicPr>
              <p:blipFill>
                <a:blip r:embed="rId41"/>
                <a:stretch>
                  <a:fillRect/>
                </a:stretch>
              </p:blipFill>
              <p:spPr>
                <a:xfrm>
                  <a:off x="1168590" y="228084"/>
                  <a:ext cx="10296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 name="Ink 5">
                  <a:extLst>
                    <a:ext uri="{FF2B5EF4-FFF2-40B4-BE49-F238E27FC236}">
                      <a16:creationId xmlns:a16="http://schemas.microsoft.com/office/drawing/2014/main" id="{547D9E03-2480-7885-BAC0-45E648E35E0F}"/>
                    </a:ext>
                  </a:extLst>
                </p14:cNvPr>
                <p14:cNvContentPartPr/>
                <p14:nvPr/>
              </p14:nvContentPartPr>
              <p14:xfrm>
                <a:off x="1199190" y="234204"/>
                <a:ext cx="210960" cy="77760"/>
              </p14:xfrm>
            </p:contentPart>
          </mc:Choice>
          <mc:Fallback xmlns="">
            <p:pic>
              <p:nvPicPr>
                <p:cNvPr id="6" name="Ink 5">
                  <a:extLst>
                    <a:ext uri="{FF2B5EF4-FFF2-40B4-BE49-F238E27FC236}">
                      <a16:creationId xmlns:a16="http://schemas.microsoft.com/office/drawing/2014/main" id="{547D9E03-2480-7885-BAC0-45E648E35E0F}"/>
                    </a:ext>
                  </a:extLst>
                </p:cNvPr>
                <p:cNvPicPr/>
                <p:nvPr/>
              </p:nvPicPr>
              <p:blipFill>
                <a:blip r:embed="rId43"/>
                <a:stretch>
                  <a:fillRect/>
                </a:stretch>
              </p:blipFill>
              <p:spPr>
                <a:xfrm>
                  <a:off x="1193070" y="228084"/>
                  <a:ext cx="22320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 name="Ink 6">
                  <a:extLst>
                    <a:ext uri="{FF2B5EF4-FFF2-40B4-BE49-F238E27FC236}">
                      <a16:creationId xmlns:a16="http://schemas.microsoft.com/office/drawing/2014/main" id="{D35BC515-8958-37EA-47E6-8C8372E4BB95}"/>
                    </a:ext>
                  </a:extLst>
                </p14:cNvPr>
                <p14:cNvContentPartPr/>
                <p14:nvPr/>
              </p14:nvContentPartPr>
              <p14:xfrm>
                <a:off x="1158150" y="377844"/>
                <a:ext cx="306000" cy="202680"/>
              </p14:xfrm>
            </p:contentPart>
          </mc:Choice>
          <mc:Fallback xmlns="">
            <p:pic>
              <p:nvPicPr>
                <p:cNvPr id="7" name="Ink 6">
                  <a:extLst>
                    <a:ext uri="{FF2B5EF4-FFF2-40B4-BE49-F238E27FC236}">
                      <a16:creationId xmlns:a16="http://schemas.microsoft.com/office/drawing/2014/main" id="{D35BC515-8958-37EA-47E6-8C8372E4BB95}"/>
                    </a:ext>
                  </a:extLst>
                </p:cNvPr>
                <p:cNvPicPr/>
                <p:nvPr/>
              </p:nvPicPr>
              <p:blipFill>
                <a:blip r:embed="rId45"/>
                <a:stretch>
                  <a:fillRect/>
                </a:stretch>
              </p:blipFill>
              <p:spPr>
                <a:xfrm>
                  <a:off x="1152030" y="371724"/>
                  <a:ext cx="31824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8" name="Ink 7">
                  <a:extLst>
                    <a:ext uri="{FF2B5EF4-FFF2-40B4-BE49-F238E27FC236}">
                      <a16:creationId xmlns:a16="http://schemas.microsoft.com/office/drawing/2014/main" id="{5016B394-2FEF-3B04-971E-893263D39835}"/>
                    </a:ext>
                  </a:extLst>
                </p14:cNvPr>
                <p14:cNvContentPartPr/>
                <p14:nvPr/>
              </p14:nvContentPartPr>
              <p14:xfrm>
                <a:off x="1479630" y="313044"/>
                <a:ext cx="322920" cy="260280"/>
              </p14:xfrm>
            </p:contentPart>
          </mc:Choice>
          <mc:Fallback xmlns="">
            <p:pic>
              <p:nvPicPr>
                <p:cNvPr id="8" name="Ink 7">
                  <a:extLst>
                    <a:ext uri="{FF2B5EF4-FFF2-40B4-BE49-F238E27FC236}">
                      <a16:creationId xmlns:a16="http://schemas.microsoft.com/office/drawing/2014/main" id="{5016B394-2FEF-3B04-971E-893263D39835}"/>
                    </a:ext>
                  </a:extLst>
                </p:cNvPr>
                <p:cNvPicPr/>
                <p:nvPr/>
              </p:nvPicPr>
              <p:blipFill>
                <a:blip r:embed="rId47"/>
                <a:stretch>
                  <a:fillRect/>
                </a:stretch>
              </p:blipFill>
              <p:spPr>
                <a:xfrm>
                  <a:off x="1473510" y="306924"/>
                  <a:ext cx="33516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9" name="Ink 8">
                  <a:extLst>
                    <a:ext uri="{FF2B5EF4-FFF2-40B4-BE49-F238E27FC236}">
                      <a16:creationId xmlns:a16="http://schemas.microsoft.com/office/drawing/2014/main" id="{0C857449-0582-5E21-4A90-C367C1E1F4B6}"/>
                    </a:ext>
                  </a:extLst>
                </p14:cNvPr>
                <p14:cNvContentPartPr/>
                <p14:nvPr/>
              </p14:nvContentPartPr>
              <p14:xfrm>
                <a:off x="1834950" y="273084"/>
                <a:ext cx="74880" cy="315000"/>
              </p14:xfrm>
            </p:contentPart>
          </mc:Choice>
          <mc:Fallback xmlns="">
            <p:pic>
              <p:nvPicPr>
                <p:cNvPr id="9" name="Ink 8">
                  <a:extLst>
                    <a:ext uri="{FF2B5EF4-FFF2-40B4-BE49-F238E27FC236}">
                      <a16:creationId xmlns:a16="http://schemas.microsoft.com/office/drawing/2014/main" id="{0C857449-0582-5E21-4A90-C367C1E1F4B6}"/>
                    </a:ext>
                  </a:extLst>
                </p:cNvPr>
                <p:cNvPicPr/>
                <p:nvPr/>
              </p:nvPicPr>
              <p:blipFill>
                <a:blip r:embed="rId49"/>
                <a:stretch>
                  <a:fillRect/>
                </a:stretch>
              </p:blipFill>
              <p:spPr>
                <a:xfrm>
                  <a:off x="1828830" y="266964"/>
                  <a:ext cx="8712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 name="Ink 9">
                  <a:extLst>
                    <a:ext uri="{FF2B5EF4-FFF2-40B4-BE49-F238E27FC236}">
                      <a16:creationId xmlns:a16="http://schemas.microsoft.com/office/drawing/2014/main" id="{F2332E2F-3AA5-B469-F2D8-68E4C8099CCE}"/>
                    </a:ext>
                  </a:extLst>
                </p14:cNvPr>
                <p14:cNvContentPartPr/>
                <p14:nvPr/>
              </p14:nvContentPartPr>
              <p14:xfrm>
                <a:off x="1843230" y="192804"/>
                <a:ext cx="268200" cy="220320"/>
              </p14:xfrm>
            </p:contentPart>
          </mc:Choice>
          <mc:Fallback xmlns="">
            <p:pic>
              <p:nvPicPr>
                <p:cNvPr id="10" name="Ink 9">
                  <a:extLst>
                    <a:ext uri="{FF2B5EF4-FFF2-40B4-BE49-F238E27FC236}">
                      <a16:creationId xmlns:a16="http://schemas.microsoft.com/office/drawing/2014/main" id="{F2332E2F-3AA5-B469-F2D8-68E4C8099CCE}"/>
                    </a:ext>
                  </a:extLst>
                </p:cNvPr>
                <p:cNvPicPr/>
                <p:nvPr/>
              </p:nvPicPr>
              <p:blipFill>
                <a:blip r:embed="rId51"/>
                <a:stretch>
                  <a:fillRect/>
                </a:stretch>
              </p:blipFill>
              <p:spPr>
                <a:xfrm>
                  <a:off x="1837110" y="186684"/>
                  <a:ext cx="28044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2" name="Ink 11">
                  <a:extLst>
                    <a:ext uri="{FF2B5EF4-FFF2-40B4-BE49-F238E27FC236}">
                      <a16:creationId xmlns:a16="http://schemas.microsoft.com/office/drawing/2014/main" id="{F3C3A89A-43B4-705E-7945-863D91D6D046}"/>
                    </a:ext>
                  </a:extLst>
                </p14:cNvPr>
                <p14:cNvContentPartPr/>
                <p14:nvPr/>
              </p14:nvContentPartPr>
              <p14:xfrm>
                <a:off x="710310" y="685644"/>
                <a:ext cx="797040" cy="617760"/>
              </p14:xfrm>
            </p:contentPart>
          </mc:Choice>
          <mc:Fallback xmlns="">
            <p:pic>
              <p:nvPicPr>
                <p:cNvPr id="12" name="Ink 11">
                  <a:extLst>
                    <a:ext uri="{FF2B5EF4-FFF2-40B4-BE49-F238E27FC236}">
                      <a16:creationId xmlns:a16="http://schemas.microsoft.com/office/drawing/2014/main" id="{F3C3A89A-43B4-705E-7945-863D91D6D046}"/>
                    </a:ext>
                  </a:extLst>
                </p:cNvPr>
                <p:cNvPicPr/>
                <p:nvPr/>
              </p:nvPicPr>
              <p:blipFill>
                <a:blip r:embed="rId53"/>
                <a:stretch>
                  <a:fillRect/>
                </a:stretch>
              </p:blipFill>
              <p:spPr>
                <a:xfrm>
                  <a:off x="704190" y="679524"/>
                  <a:ext cx="809280" cy="63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3" name="Ink 12">
                  <a:extLst>
                    <a:ext uri="{FF2B5EF4-FFF2-40B4-BE49-F238E27FC236}">
                      <a16:creationId xmlns:a16="http://schemas.microsoft.com/office/drawing/2014/main" id="{ABD30486-0990-CCA6-FDBB-8E3A9542D7F3}"/>
                    </a:ext>
                  </a:extLst>
                </p14:cNvPr>
                <p14:cNvContentPartPr/>
                <p14:nvPr/>
              </p14:nvContentPartPr>
              <p14:xfrm>
                <a:off x="1612110" y="859164"/>
                <a:ext cx="21600" cy="258120"/>
              </p14:xfrm>
            </p:contentPart>
          </mc:Choice>
          <mc:Fallback xmlns="">
            <p:pic>
              <p:nvPicPr>
                <p:cNvPr id="13" name="Ink 12">
                  <a:extLst>
                    <a:ext uri="{FF2B5EF4-FFF2-40B4-BE49-F238E27FC236}">
                      <a16:creationId xmlns:a16="http://schemas.microsoft.com/office/drawing/2014/main" id="{ABD30486-0990-CCA6-FDBB-8E3A9542D7F3}"/>
                    </a:ext>
                  </a:extLst>
                </p:cNvPr>
                <p:cNvPicPr/>
                <p:nvPr/>
              </p:nvPicPr>
              <p:blipFill>
                <a:blip r:embed="rId55"/>
                <a:stretch>
                  <a:fillRect/>
                </a:stretch>
              </p:blipFill>
              <p:spPr>
                <a:xfrm>
                  <a:off x="1605990" y="853044"/>
                  <a:ext cx="3384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4" name="Ink 13">
                  <a:extLst>
                    <a:ext uri="{FF2B5EF4-FFF2-40B4-BE49-F238E27FC236}">
                      <a16:creationId xmlns:a16="http://schemas.microsoft.com/office/drawing/2014/main" id="{2938C90E-369B-076F-47F4-15EE0C6E5C21}"/>
                    </a:ext>
                  </a:extLst>
                </p14:cNvPr>
                <p14:cNvContentPartPr/>
                <p14:nvPr/>
              </p14:nvContentPartPr>
              <p14:xfrm>
                <a:off x="1592310" y="832524"/>
                <a:ext cx="911160" cy="480960"/>
              </p14:xfrm>
            </p:contentPart>
          </mc:Choice>
          <mc:Fallback xmlns="">
            <p:pic>
              <p:nvPicPr>
                <p:cNvPr id="14" name="Ink 13">
                  <a:extLst>
                    <a:ext uri="{FF2B5EF4-FFF2-40B4-BE49-F238E27FC236}">
                      <a16:creationId xmlns:a16="http://schemas.microsoft.com/office/drawing/2014/main" id="{2938C90E-369B-076F-47F4-15EE0C6E5C21}"/>
                    </a:ext>
                  </a:extLst>
                </p:cNvPr>
                <p:cNvPicPr/>
                <p:nvPr/>
              </p:nvPicPr>
              <p:blipFill>
                <a:blip r:embed="rId57"/>
                <a:stretch>
                  <a:fillRect/>
                </a:stretch>
              </p:blipFill>
              <p:spPr>
                <a:xfrm>
                  <a:off x="1586190" y="826404"/>
                  <a:ext cx="923400" cy="493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6" name="Ink 15">
                  <a:extLst>
                    <a:ext uri="{FF2B5EF4-FFF2-40B4-BE49-F238E27FC236}">
                      <a16:creationId xmlns:a16="http://schemas.microsoft.com/office/drawing/2014/main" id="{515F346E-EF8F-4301-7E73-AE3F0AE67023}"/>
                    </a:ext>
                  </a:extLst>
                </p14:cNvPr>
                <p14:cNvContentPartPr/>
                <p14:nvPr/>
              </p14:nvContentPartPr>
              <p14:xfrm>
                <a:off x="325470" y="1418964"/>
                <a:ext cx="57240" cy="265680"/>
              </p14:xfrm>
            </p:contentPart>
          </mc:Choice>
          <mc:Fallback xmlns="">
            <p:pic>
              <p:nvPicPr>
                <p:cNvPr id="16" name="Ink 15">
                  <a:extLst>
                    <a:ext uri="{FF2B5EF4-FFF2-40B4-BE49-F238E27FC236}">
                      <a16:creationId xmlns:a16="http://schemas.microsoft.com/office/drawing/2014/main" id="{515F346E-EF8F-4301-7E73-AE3F0AE67023}"/>
                    </a:ext>
                  </a:extLst>
                </p:cNvPr>
                <p:cNvPicPr/>
                <p:nvPr/>
              </p:nvPicPr>
              <p:blipFill>
                <a:blip r:embed="rId59"/>
                <a:stretch>
                  <a:fillRect/>
                </a:stretch>
              </p:blipFill>
              <p:spPr>
                <a:xfrm>
                  <a:off x="319350" y="1412844"/>
                  <a:ext cx="6948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7" name="Ink 16">
                  <a:extLst>
                    <a:ext uri="{FF2B5EF4-FFF2-40B4-BE49-F238E27FC236}">
                      <a16:creationId xmlns:a16="http://schemas.microsoft.com/office/drawing/2014/main" id="{ED49ECBA-79F9-4329-A207-2B795D60BD67}"/>
                    </a:ext>
                  </a:extLst>
                </p14:cNvPr>
                <p14:cNvContentPartPr/>
                <p14:nvPr/>
              </p14:nvContentPartPr>
              <p14:xfrm>
                <a:off x="214230" y="1431924"/>
                <a:ext cx="183960" cy="61920"/>
              </p14:xfrm>
            </p:contentPart>
          </mc:Choice>
          <mc:Fallback xmlns="">
            <p:pic>
              <p:nvPicPr>
                <p:cNvPr id="17" name="Ink 16">
                  <a:extLst>
                    <a:ext uri="{FF2B5EF4-FFF2-40B4-BE49-F238E27FC236}">
                      <a16:creationId xmlns:a16="http://schemas.microsoft.com/office/drawing/2014/main" id="{ED49ECBA-79F9-4329-A207-2B795D60BD67}"/>
                    </a:ext>
                  </a:extLst>
                </p:cNvPr>
                <p:cNvPicPr/>
                <p:nvPr/>
              </p:nvPicPr>
              <p:blipFill>
                <a:blip r:embed="rId61"/>
                <a:stretch>
                  <a:fillRect/>
                </a:stretch>
              </p:blipFill>
              <p:spPr>
                <a:xfrm>
                  <a:off x="208110" y="1425804"/>
                  <a:ext cx="19620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8" name="Ink 17">
                  <a:extLst>
                    <a:ext uri="{FF2B5EF4-FFF2-40B4-BE49-F238E27FC236}">
                      <a16:creationId xmlns:a16="http://schemas.microsoft.com/office/drawing/2014/main" id="{A8651C12-4677-0C4E-5691-62DFDEAD93F6}"/>
                    </a:ext>
                  </a:extLst>
                </p14:cNvPr>
                <p14:cNvContentPartPr/>
                <p14:nvPr/>
              </p14:nvContentPartPr>
              <p14:xfrm>
                <a:off x="399270" y="1501044"/>
                <a:ext cx="132840" cy="203760"/>
              </p14:xfrm>
            </p:contentPart>
          </mc:Choice>
          <mc:Fallback xmlns="">
            <p:pic>
              <p:nvPicPr>
                <p:cNvPr id="18" name="Ink 17">
                  <a:extLst>
                    <a:ext uri="{FF2B5EF4-FFF2-40B4-BE49-F238E27FC236}">
                      <a16:creationId xmlns:a16="http://schemas.microsoft.com/office/drawing/2014/main" id="{A8651C12-4677-0C4E-5691-62DFDEAD93F6}"/>
                    </a:ext>
                  </a:extLst>
                </p:cNvPr>
                <p:cNvPicPr/>
                <p:nvPr/>
              </p:nvPicPr>
              <p:blipFill>
                <a:blip r:embed="rId63"/>
                <a:stretch>
                  <a:fillRect/>
                </a:stretch>
              </p:blipFill>
              <p:spPr>
                <a:xfrm>
                  <a:off x="393150" y="1494924"/>
                  <a:ext cx="1450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9" name="Ink 18">
                  <a:extLst>
                    <a:ext uri="{FF2B5EF4-FFF2-40B4-BE49-F238E27FC236}">
                      <a16:creationId xmlns:a16="http://schemas.microsoft.com/office/drawing/2014/main" id="{B77A0DA2-3E4F-CECC-6D94-66669EF14D67}"/>
                    </a:ext>
                  </a:extLst>
                </p14:cNvPr>
                <p14:cNvContentPartPr/>
                <p14:nvPr/>
              </p14:nvContentPartPr>
              <p14:xfrm>
                <a:off x="499710" y="1543524"/>
                <a:ext cx="117360" cy="176760"/>
              </p14:xfrm>
            </p:contentPart>
          </mc:Choice>
          <mc:Fallback xmlns="">
            <p:pic>
              <p:nvPicPr>
                <p:cNvPr id="19" name="Ink 18">
                  <a:extLst>
                    <a:ext uri="{FF2B5EF4-FFF2-40B4-BE49-F238E27FC236}">
                      <a16:creationId xmlns:a16="http://schemas.microsoft.com/office/drawing/2014/main" id="{B77A0DA2-3E4F-CECC-6D94-66669EF14D67}"/>
                    </a:ext>
                  </a:extLst>
                </p:cNvPr>
                <p:cNvPicPr/>
                <p:nvPr/>
              </p:nvPicPr>
              <p:blipFill>
                <a:blip r:embed="rId65"/>
                <a:stretch>
                  <a:fillRect/>
                </a:stretch>
              </p:blipFill>
              <p:spPr>
                <a:xfrm>
                  <a:off x="493590" y="1537404"/>
                  <a:ext cx="12960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0" name="Ink 19">
                  <a:extLst>
                    <a:ext uri="{FF2B5EF4-FFF2-40B4-BE49-F238E27FC236}">
                      <a16:creationId xmlns:a16="http://schemas.microsoft.com/office/drawing/2014/main" id="{FF3B4C9E-9145-B688-686F-DF26C5319FD7}"/>
                    </a:ext>
                  </a:extLst>
                </p14:cNvPr>
                <p14:cNvContentPartPr/>
                <p14:nvPr/>
              </p14:nvContentPartPr>
              <p14:xfrm>
                <a:off x="614550" y="1370004"/>
                <a:ext cx="34560" cy="327960"/>
              </p14:xfrm>
            </p:contentPart>
          </mc:Choice>
          <mc:Fallback xmlns="">
            <p:pic>
              <p:nvPicPr>
                <p:cNvPr id="20" name="Ink 19">
                  <a:extLst>
                    <a:ext uri="{FF2B5EF4-FFF2-40B4-BE49-F238E27FC236}">
                      <a16:creationId xmlns:a16="http://schemas.microsoft.com/office/drawing/2014/main" id="{FF3B4C9E-9145-B688-686F-DF26C5319FD7}"/>
                    </a:ext>
                  </a:extLst>
                </p:cNvPr>
                <p:cNvPicPr/>
                <p:nvPr/>
              </p:nvPicPr>
              <p:blipFill>
                <a:blip r:embed="rId67"/>
                <a:stretch>
                  <a:fillRect/>
                </a:stretch>
              </p:blipFill>
              <p:spPr>
                <a:xfrm>
                  <a:off x="608430" y="1363884"/>
                  <a:ext cx="4680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1" name="Ink 20">
                  <a:extLst>
                    <a:ext uri="{FF2B5EF4-FFF2-40B4-BE49-F238E27FC236}">
                      <a16:creationId xmlns:a16="http://schemas.microsoft.com/office/drawing/2014/main" id="{018673D3-5C05-F14F-4FD1-34BB9D7B6BDF}"/>
                    </a:ext>
                  </a:extLst>
                </p14:cNvPr>
                <p14:cNvContentPartPr/>
                <p14:nvPr/>
              </p14:nvContentPartPr>
              <p14:xfrm>
                <a:off x="661710" y="1452444"/>
                <a:ext cx="137160" cy="151200"/>
              </p14:xfrm>
            </p:contentPart>
          </mc:Choice>
          <mc:Fallback xmlns="">
            <p:pic>
              <p:nvPicPr>
                <p:cNvPr id="21" name="Ink 20">
                  <a:extLst>
                    <a:ext uri="{FF2B5EF4-FFF2-40B4-BE49-F238E27FC236}">
                      <a16:creationId xmlns:a16="http://schemas.microsoft.com/office/drawing/2014/main" id="{018673D3-5C05-F14F-4FD1-34BB9D7B6BDF}"/>
                    </a:ext>
                  </a:extLst>
                </p:cNvPr>
                <p:cNvPicPr/>
                <p:nvPr/>
              </p:nvPicPr>
              <p:blipFill>
                <a:blip r:embed="rId69"/>
                <a:stretch>
                  <a:fillRect/>
                </a:stretch>
              </p:blipFill>
              <p:spPr>
                <a:xfrm>
                  <a:off x="655590" y="1446324"/>
                  <a:ext cx="1494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3" name="Ink 22">
                  <a:extLst>
                    <a:ext uri="{FF2B5EF4-FFF2-40B4-BE49-F238E27FC236}">
                      <a16:creationId xmlns:a16="http://schemas.microsoft.com/office/drawing/2014/main" id="{3E43DA60-81A5-A52E-E2AF-A2ACC4869F0A}"/>
                    </a:ext>
                  </a:extLst>
                </p14:cNvPr>
                <p14:cNvContentPartPr/>
                <p14:nvPr/>
              </p14:nvContentPartPr>
              <p14:xfrm>
                <a:off x="1386390" y="1352724"/>
                <a:ext cx="115920" cy="256680"/>
              </p14:xfrm>
            </p:contentPart>
          </mc:Choice>
          <mc:Fallback xmlns="">
            <p:pic>
              <p:nvPicPr>
                <p:cNvPr id="23" name="Ink 22">
                  <a:extLst>
                    <a:ext uri="{FF2B5EF4-FFF2-40B4-BE49-F238E27FC236}">
                      <a16:creationId xmlns:a16="http://schemas.microsoft.com/office/drawing/2014/main" id="{3E43DA60-81A5-A52E-E2AF-A2ACC4869F0A}"/>
                    </a:ext>
                  </a:extLst>
                </p:cNvPr>
                <p:cNvPicPr/>
                <p:nvPr/>
              </p:nvPicPr>
              <p:blipFill>
                <a:blip r:embed="rId71"/>
                <a:stretch>
                  <a:fillRect/>
                </a:stretch>
              </p:blipFill>
              <p:spPr>
                <a:xfrm>
                  <a:off x="1380270" y="1346604"/>
                  <a:ext cx="1281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4" name="Ink 23">
                  <a:extLst>
                    <a:ext uri="{FF2B5EF4-FFF2-40B4-BE49-F238E27FC236}">
                      <a16:creationId xmlns:a16="http://schemas.microsoft.com/office/drawing/2014/main" id="{FFF310D8-0416-2CF3-313E-59F7C4550963}"/>
                    </a:ext>
                  </a:extLst>
                </p14:cNvPr>
                <p14:cNvContentPartPr/>
                <p14:nvPr/>
              </p14:nvContentPartPr>
              <p14:xfrm>
                <a:off x="1401510" y="1373244"/>
                <a:ext cx="127440" cy="73440"/>
              </p14:xfrm>
            </p:contentPart>
          </mc:Choice>
          <mc:Fallback xmlns="">
            <p:pic>
              <p:nvPicPr>
                <p:cNvPr id="24" name="Ink 23">
                  <a:extLst>
                    <a:ext uri="{FF2B5EF4-FFF2-40B4-BE49-F238E27FC236}">
                      <a16:creationId xmlns:a16="http://schemas.microsoft.com/office/drawing/2014/main" id="{FFF310D8-0416-2CF3-313E-59F7C4550963}"/>
                    </a:ext>
                  </a:extLst>
                </p:cNvPr>
                <p:cNvPicPr/>
                <p:nvPr/>
              </p:nvPicPr>
              <p:blipFill>
                <a:blip r:embed="rId73"/>
                <a:stretch>
                  <a:fillRect/>
                </a:stretch>
              </p:blipFill>
              <p:spPr>
                <a:xfrm>
                  <a:off x="1395390" y="1367124"/>
                  <a:ext cx="1396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5" name="Ink 24">
                  <a:extLst>
                    <a:ext uri="{FF2B5EF4-FFF2-40B4-BE49-F238E27FC236}">
                      <a16:creationId xmlns:a16="http://schemas.microsoft.com/office/drawing/2014/main" id="{D0C58917-F078-0292-97BA-BDB505A82C07}"/>
                    </a:ext>
                  </a:extLst>
                </p14:cNvPr>
                <p14:cNvContentPartPr/>
                <p14:nvPr/>
              </p14:nvContentPartPr>
              <p14:xfrm>
                <a:off x="1383870" y="1412844"/>
                <a:ext cx="174600" cy="204120"/>
              </p14:xfrm>
            </p:contentPart>
          </mc:Choice>
          <mc:Fallback xmlns="">
            <p:pic>
              <p:nvPicPr>
                <p:cNvPr id="25" name="Ink 24">
                  <a:extLst>
                    <a:ext uri="{FF2B5EF4-FFF2-40B4-BE49-F238E27FC236}">
                      <a16:creationId xmlns:a16="http://schemas.microsoft.com/office/drawing/2014/main" id="{D0C58917-F078-0292-97BA-BDB505A82C07}"/>
                    </a:ext>
                  </a:extLst>
                </p:cNvPr>
                <p:cNvPicPr/>
                <p:nvPr/>
              </p:nvPicPr>
              <p:blipFill>
                <a:blip r:embed="rId75"/>
                <a:stretch>
                  <a:fillRect/>
                </a:stretch>
              </p:blipFill>
              <p:spPr>
                <a:xfrm>
                  <a:off x="1377750" y="1406724"/>
                  <a:ext cx="1868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8" name="Ink 27">
                  <a:extLst>
                    <a:ext uri="{FF2B5EF4-FFF2-40B4-BE49-F238E27FC236}">
                      <a16:creationId xmlns:a16="http://schemas.microsoft.com/office/drawing/2014/main" id="{AFDB43ED-3E6B-670F-5274-C23BE79C0706}"/>
                    </a:ext>
                  </a:extLst>
                </p14:cNvPr>
                <p14:cNvContentPartPr/>
                <p14:nvPr/>
              </p14:nvContentPartPr>
              <p14:xfrm>
                <a:off x="1477470" y="1377204"/>
                <a:ext cx="244440" cy="290880"/>
              </p14:xfrm>
            </p:contentPart>
          </mc:Choice>
          <mc:Fallback xmlns="">
            <p:pic>
              <p:nvPicPr>
                <p:cNvPr id="28" name="Ink 27">
                  <a:extLst>
                    <a:ext uri="{FF2B5EF4-FFF2-40B4-BE49-F238E27FC236}">
                      <a16:creationId xmlns:a16="http://schemas.microsoft.com/office/drawing/2014/main" id="{AFDB43ED-3E6B-670F-5274-C23BE79C0706}"/>
                    </a:ext>
                  </a:extLst>
                </p:cNvPr>
                <p:cNvPicPr/>
                <p:nvPr/>
              </p:nvPicPr>
              <p:blipFill>
                <a:blip r:embed="rId77"/>
                <a:stretch>
                  <a:fillRect/>
                </a:stretch>
              </p:blipFill>
              <p:spPr>
                <a:xfrm>
                  <a:off x="1471350" y="1371084"/>
                  <a:ext cx="25668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1" name="Ink 30">
                  <a:extLst>
                    <a:ext uri="{FF2B5EF4-FFF2-40B4-BE49-F238E27FC236}">
                      <a16:creationId xmlns:a16="http://schemas.microsoft.com/office/drawing/2014/main" id="{5C8497DF-AFE0-D12D-CBFC-A2C6CCACAAB4}"/>
                    </a:ext>
                  </a:extLst>
                </p14:cNvPr>
                <p14:cNvContentPartPr/>
                <p14:nvPr/>
              </p14:nvContentPartPr>
              <p14:xfrm>
                <a:off x="1735590" y="1372164"/>
                <a:ext cx="101160" cy="325440"/>
              </p14:xfrm>
            </p:contentPart>
          </mc:Choice>
          <mc:Fallback xmlns="">
            <p:pic>
              <p:nvPicPr>
                <p:cNvPr id="31" name="Ink 30">
                  <a:extLst>
                    <a:ext uri="{FF2B5EF4-FFF2-40B4-BE49-F238E27FC236}">
                      <a16:creationId xmlns:a16="http://schemas.microsoft.com/office/drawing/2014/main" id="{5C8497DF-AFE0-D12D-CBFC-A2C6CCACAAB4}"/>
                    </a:ext>
                  </a:extLst>
                </p:cNvPr>
                <p:cNvPicPr/>
                <p:nvPr/>
              </p:nvPicPr>
              <p:blipFill>
                <a:blip r:embed="rId79"/>
                <a:stretch>
                  <a:fillRect/>
                </a:stretch>
              </p:blipFill>
              <p:spPr>
                <a:xfrm>
                  <a:off x="1729470" y="1366044"/>
                  <a:ext cx="11340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8" name="Ink 57">
                  <a:extLst>
                    <a:ext uri="{FF2B5EF4-FFF2-40B4-BE49-F238E27FC236}">
                      <a16:creationId xmlns:a16="http://schemas.microsoft.com/office/drawing/2014/main" id="{1C3346AD-26C2-2203-9659-E8E8B06AC10C}"/>
                    </a:ext>
                  </a:extLst>
                </p14:cNvPr>
                <p14:cNvContentPartPr/>
                <p14:nvPr/>
              </p14:nvContentPartPr>
              <p14:xfrm>
                <a:off x="643350" y="1094964"/>
                <a:ext cx="244440" cy="97560"/>
              </p14:xfrm>
            </p:contentPart>
          </mc:Choice>
          <mc:Fallback xmlns="">
            <p:pic>
              <p:nvPicPr>
                <p:cNvPr id="58" name="Ink 57">
                  <a:extLst>
                    <a:ext uri="{FF2B5EF4-FFF2-40B4-BE49-F238E27FC236}">
                      <a16:creationId xmlns:a16="http://schemas.microsoft.com/office/drawing/2014/main" id="{1C3346AD-26C2-2203-9659-E8E8B06AC10C}"/>
                    </a:ext>
                  </a:extLst>
                </p:cNvPr>
                <p:cNvPicPr/>
                <p:nvPr/>
              </p:nvPicPr>
              <p:blipFill>
                <a:blip r:embed="rId81"/>
                <a:stretch>
                  <a:fillRect/>
                </a:stretch>
              </p:blipFill>
              <p:spPr>
                <a:xfrm>
                  <a:off x="637230" y="1088844"/>
                  <a:ext cx="2566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9" name="Ink 58">
                  <a:extLst>
                    <a:ext uri="{FF2B5EF4-FFF2-40B4-BE49-F238E27FC236}">
                      <a16:creationId xmlns:a16="http://schemas.microsoft.com/office/drawing/2014/main" id="{CDC81FBD-1622-83DF-564F-946F6F5CD7B7}"/>
                    </a:ext>
                  </a:extLst>
                </p14:cNvPr>
                <p14:cNvContentPartPr/>
                <p14:nvPr/>
              </p14:nvContentPartPr>
              <p14:xfrm>
                <a:off x="542910" y="1154004"/>
                <a:ext cx="202680" cy="183600"/>
              </p14:xfrm>
            </p:contentPart>
          </mc:Choice>
          <mc:Fallback xmlns="">
            <p:pic>
              <p:nvPicPr>
                <p:cNvPr id="59" name="Ink 58">
                  <a:extLst>
                    <a:ext uri="{FF2B5EF4-FFF2-40B4-BE49-F238E27FC236}">
                      <a16:creationId xmlns:a16="http://schemas.microsoft.com/office/drawing/2014/main" id="{CDC81FBD-1622-83DF-564F-946F6F5CD7B7}"/>
                    </a:ext>
                  </a:extLst>
                </p:cNvPr>
                <p:cNvPicPr/>
                <p:nvPr/>
              </p:nvPicPr>
              <p:blipFill>
                <a:blip r:embed="rId83"/>
                <a:stretch>
                  <a:fillRect/>
                </a:stretch>
              </p:blipFill>
              <p:spPr>
                <a:xfrm>
                  <a:off x="536790" y="1147884"/>
                  <a:ext cx="2149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0" name="Ink 59">
                  <a:extLst>
                    <a:ext uri="{FF2B5EF4-FFF2-40B4-BE49-F238E27FC236}">
                      <a16:creationId xmlns:a16="http://schemas.microsoft.com/office/drawing/2014/main" id="{90F03A9B-19BF-C51C-6049-BCFD5A319338}"/>
                    </a:ext>
                  </a:extLst>
                </p14:cNvPr>
                <p14:cNvContentPartPr/>
                <p14:nvPr/>
              </p14:nvContentPartPr>
              <p14:xfrm>
                <a:off x="789510" y="1184604"/>
                <a:ext cx="115920" cy="195840"/>
              </p14:xfrm>
            </p:contentPart>
          </mc:Choice>
          <mc:Fallback xmlns="">
            <p:pic>
              <p:nvPicPr>
                <p:cNvPr id="60" name="Ink 59">
                  <a:extLst>
                    <a:ext uri="{FF2B5EF4-FFF2-40B4-BE49-F238E27FC236}">
                      <a16:creationId xmlns:a16="http://schemas.microsoft.com/office/drawing/2014/main" id="{90F03A9B-19BF-C51C-6049-BCFD5A319338}"/>
                    </a:ext>
                  </a:extLst>
                </p:cNvPr>
                <p:cNvPicPr/>
                <p:nvPr/>
              </p:nvPicPr>
              <p:blipFill>
                <a:blip r:embed="rId85"/>
                <a:stretch>
                  <a:fillRect/>
                </a:stretch>
              </p:blipFill>
              <p:spPr>
                <a:xfrm>
                  <a:off x="783390" y="1178484"/>
                  <a:ext cx="1281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1" name="Ink 60">
                  <a:extLst>
                    <a:ext uri="{FF2B5EF4-FFF2-40B4-BE49-F238E27FC236}">
                      <a16:creationId xmlns:a16="http://schemas.microsoft.com/office/drawing/2014/main" id="{962DB19A-F9E4-D2DE-B813-4F45CDA377E1}"/>
                    </a:ext>
                  </a:extLst>
                </p14:cNvPr>
                <p14:cNvContentPartPr/>
                <p14:nvPr/>
              </p14:nvContentPartPr>
              <p14:xfrm>
                <a:off x="1466670" y="1078044"/>
                <a:ext cx="338760" cy="64080"/>
              </p14:xfrm>
            </p:contentPart>
          </mc:Choice>
          <mc:Fallback xmlns="">
            <p:pic>
              <p:nvPicPr>
                <p:cNvPr id="61" name="Ink 60">
                  <a:extLst>
                    <a:ext uri="{FF2B5EF4-FFF2-40B4-BE49-F238E27FC236}">
                      <a16:creationId xmlns:a16="http://schemas.microsoft.com/office/drawing/2014/main" id="{962DB19A-F9E4-D2DE-B813-4F45CDA377E1}"/>
                    </a:ext>
                  </a:extLst>
                </p:cNvPr>
                <p:cNvPicPr/>
                <p:nvPr/>
              </p:nvPicPr>
              <p:blipFill>
                <a:blip r:embed="rId87"/>
                <a:stretch>
                  <a:fillRect/>
                </a:stretch>
              </p:blipFill>
              <p:spPr>
                <a:xfrm>
                  <a:off x="1460550" y="1071924"/>
                  <a:ext cx="35100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2" name="Ink 61">
                  <a:extLst>
                    <a:ext uri="{FF2B5EF4-FFF2-40B4-BE49-F238E27FC236}">
                      <a16:creationId xmlns:a16="http://schemas.microsoft.com/office/drawing/2014/main" id="{93467F38-9872-13E5-5351-334FFA11AF8B}"/>
                    </a:ext>
                  </a:extLst>
                </p14:cNvPr>
                <p14:cNvContentPartPr/>
                <p14:nvPr/>
              </p14:nvContentPartPr>
              <p14:xfrm>
                <a:off x="1400070" y="1093524"/>
                <a:ext cx="318960" cy="258840"/>
              </p14:xfrm>
            </p:contentPart>
          </mc:Choice>
          <mc:Fallback xmlns="">
            <p:pic>
              <p:nvPicPr>
                <p:cNvPr id="62" name="Ink 61">
                  <a:extLst>
                    <a:ext uri="{FF2B5EF4-FFF2-40B4-BE49-F238E27FC236}">
                      <a16:creationId xmlns:a16="http://schemas.microsoft.com/office/drawing/2014/main" id="{93467F38-9872-13E5-5351-334FFA11AF8B}"/>
                    </a:ext>
                  </a:extLst>
                </p:cNvPr>
                <p:cNvPicPr/>
                <p:nvPr/>
              </p:nvPicPr>
              <p:blipFill>
                <a:blip r:embed="rId89"/>
                <a:stretch>
                  <a:fillRect/>
                </a:stretch>
              </p:blipFill>
              <p:spPr>
                <a:xfrm>
                  <a:off x="1393950" y="1087404"/>
                  <a:ext cx="33120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3" name="Ink 62">
                  <a:extLst>
                    <a:ext uri="{FF2B5EF4-FFF2-40B4-BE49-F238E27FC236}">
                      <a16:creationId xmlns:a16="http://schemas.microsoft.com/office/drawing/2014/main" id="{B79BA1D2-05EB-8662-87C3-4E761B82D2EF}"/>
                    </a:ext>
                  </a:extLst>
                </p14:cNvPr>
                <p14:cNvContentPartPr/>
                <p14:nvPr/>
              </p14:nvContentPartPr>
              <p14:xfrm>
                <a:off x="1724430" y="1138884"/>
                <a:ext cx="53640" cy="146160"/>
              </p14:xfrm>
            </p:contentPart>
          </mc:Choice>
          <mc:Fallback xmlns="">
            <p:pic>
              <p:nvPicPr>
                <p:cNvPr id="63" name="Ink 62">
                  <a:extLst>
                    <a:ext uri="{FF2B5EF4-FFF2-40B4-BE49-F238E27FC236}">
                      <a16:creationId xmlns:a16="http://schemas.microsoft.com/office/drawing/2014/main" id="{B79BA1D2-05EB-8662-87C3-4E761B82D2EF}"/>
                    </a:ext>
                  </a:extLst>
                </p:cNvPr>
                <p:cNvPicPr/>
                <p:nvPr/>
              </p:nvPicPr>
              <p:blipFill>
                <a:blip r:embed="rId91"/>
                <a:stretch>
                  <a:fillRect/>
                </a:stretch>
              </p:blipFill>
              <p:spPr>
                <a:xfrm>
                  <a:off x="1718310" y="1132764"/>
                  <a:ext cx="6588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33" name="Ink 32">
                  <a:extLst>
                    <a:ext uri="{FF2B5EF4-FFF2-40B4-BE49-F238E27FC236}">
                      <a16:creationId xmlns:a16="http://schemas.microsoft.com/office/drawing/2014/main" id="{8890A211-2BF8-B9A6-C05B-C08B5FBB0101}"/>
                    </a:ext>
                  </a:extLst>
                </p14:cNvPr>
                <p14:cNvContentPartPr/>
                <p14:nvPr/>
              </p14:nvContentPartPr>
              <p14:xfrm>
                <a:off x="2379990" y="1449204"/>
                <a:ext cx="40680" cy="243000"/>
              </p14:xfrm>
            </p:contentPart>
          </mc:Choice>
          <mc:Fallback xmlns="">
            <p:pic>
              <p:nvPicPr>
                <p:cNvPr id="33" name="Ink 32">
                  <a:extLst>
                    <a:ext uri="{FF2B5EF4-FFF2-40B4-BE49-F238E27FC236}">
                      <a16:creationId xmlns:a16="http://schemas.microsoft.com/office/drawing/2014/main" id="{8890A211-2BF8-B9A6-C05B-C08B5FBB0101}"/>
                    </a:ext>
                  </a:extLst>
                </p:cNvPr>
                <p:cNvPicPr/>
                <p:nvPr/>
              </p:nvPicPr>
              <p:blipFill>
                <a:blip r:embed="rId93"/>
                <a:stretch>
                  <a:fillRect/>
                </a:stretch>
              </p:blipFill>
              <p:spPr>
                <a:xfrm>
                  <a:off x="2373870" y="1443084"/>
                  <a:ext cx="5292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34" name="Ink 33">
                  <a:extLst>
                    <a:ext uri="{FF2B5EF4-FFF2-40B4-BE49-F238E27FC236}">
                      <a16:creationId xmlns:a16="http://schemas.microsoft.com/office/drawing/2014/main" id="{3FDDB504-D820-0F8C-6409-6BBD4DE400BB}"/>
                    </a:ext>
                  </a:extLst>
                </p14:cNvPr>
                <p14:cNvContentPartPr/>
                <p14:nvPr/>
              </p14:nvContentPartPr>
              <p14:xfrm>
                <a:off x="2358750" y="1469724"/>
                <a:ext cx="135720" cy="282600"/>
              </p14:xfrm>
            </p:contentPart>
          </mc:Choice>
          <mc:Fallback xmlns="">
            <p:pic>
              <p:nvPicPr>
                <p:cNvPr id="34" name="Ink 33">
                  <a:extLst>
                    <a:ext uri="{FF2B5EF4-FFF2-40B4-BE49-F238E27FC236}">
                      <a16:creationId xmlns:a16="http://schemas.microsoft.com/office/drawing/2014/main" id="{3FDDB504-D820-0F8C-6409-6BBD4DE400BB}"/>
                    </a:ext>
                  </a:extLst>
                </p:cNvPr>
                <p:cNvPicPr/>
                <p:nvPr/>
              </p:nvPicPr>
              <p:blipFill>
                <a:blip r:embed="rId95"/>
                <a:stretch>
                  <a:fillRect/>
                </a:stretch>
              </p:blipFill>
              <p:spPr>
                <a:xfrm>
                  <a:off x="2352630" y="1463604"/>
                  <a:ext cx="14796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35" name="Ink 34">
                  <a:extLst>
                    <a:ext uri="{FF2B5EF4-FFF2-40B4-BE49-F238E27FC236}">
                      <a16:creationId xmlns:a16="http://schemas.microsoft.com/office/drawing/2014/main" id="{F01D83CB-F9B7-F948-8F9A-72EDFE0C0E44}"/>
                    </a:ext>
                  </a:extLst>
                </p14:cNvPr>
                <p14:cNvContentPartPr/>
                <p14:nvPr/>
              </p14:nvContentPartPr>
              <p14:xfrm>
                <a:off x="2513190" y="1453164"/>
                <a:ext cx="180000" cy="325800"/>
              </p14:xfrm>
            </p:contentPart>
          </mc:Choice>
          <mc:Fallback xmlns="">
            <p:pic>
              <p:nvPicPr>
                <p:cNvPr id="35" name="Ink 34">
                  <a:extLst>
                    <a:ext uri="{FF2B5EF4-FFF2-40B4-BE49-F238E27FC236}">
                      <a16:creationId xmlns:a16="http://schemas.microsoft.com/office/drawing/2014/main" id="{F01D83CB-F9B7-F948-8F9A-72EDFE0C0E44}"/>
                    </a:ext>
                  </a:extLst>
                </p:cNvPr>
                <p:cNvPicPr/>
                <p:nvPr/>
              </p:nvPicPr>
              <p:blipFill>
                <a:blip r:embed="rId97"/>
                <a:stretch>
                  <a:fillRect/>
                </a:stretch>
              </p:blipFill>
              <p:spPr>
                <a:xfrm>
                  <a:off x="2507070" y="1447044"/>
                  <a:ext cx="19224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6" name="Ink 35">
                  <a:extLst>
                    <a:ext uri="{FF2B5EF4-FFF2-40B4-BE49-F238E27FC236}">
                      <a16:creationId xmlns:a16="http://schemas.microsoft.com/office/drawing/2014/main" id="{B6DD113E-B758-EF41-D934-C10D7E17C32E}"/>
                    </a:ext>
                  </a:extLst>
                </p14:cNvPr>
                <p14:cNvContentPartPr/>
                <p14:nvPr/>
              </p14:nvContentPartPr>
              <p14:xfrm>
                <a:off x="2500230" y="1592844"/>
                <a:ext cx="195120" cy="139320"/>
              </p14:xfrm>
            </p:contentPart>
          </mc:Choice>
          <mc:Fallback xmlns="">
            <p:pic>
              <p:nvPicPr>
                <p:cNvPr id="36" name="Ink 35">
                  <a:extLst>
                    <a:ext uri="{FF2B5EF4-FFF2-40B4-BE49-F238E27FC236}">
                      <a16:creationId xmlns:a16="http://schemas.microsoft.com/office/drawing/2014/main" id="{B6DD113E-B758-EF41-D934-C10D7E17C32E}"/>
                    </a:ext>
                  </a:extLst>
                </p:cNvPr>
                <p:cNvPicPr/>
                <p:nvPr/>
              </p:nvPicPr>
              <p:blipFill>
                <a:blip r:embed="rId99"/>
                <a:stretch>
                  <a:fillRect/>
                </a:stretch>
              </p:blipFill>
              <p:spPr>
                <a:xfrm>
                  <a:off x="2494110" y="1586724"/>
                  <a:ext cx="2073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7" name="Ink 36">
                  <a:extLst>
                    <a:ext uri="{FF2B5EF4-FFF2-40B4-BE49-F238E27FC236}">
                      <a16:creationId xmlns:a16="http://schemas.microsoft.com/office/drawing/2014/main" id="{10CF4A13-F04A-A345-C6B5-1C1E820A4A34}"/>
                    </a:ext>
                  </a:extLst>
                </p14:cNvPr>
                <p14:cNvContentPartPr/>
                <p14:nvPr/>
              </p14:nvContentPartPr>
              <p14:xfrm>
                <a:off x="2683470" y="1459644"/>
                <a:ext cx="178920" cy="303120"/>
              </p14:xfrm>
            </p:contentPart>
          </mc:Choice>
          <mc:Fallback xmlns="">
            <p:pic>
              <p:nvPicPr>
                <p:cNvPr id="37" name="Ink 36">
                  <a:extLst>
                    <a:ext uri="{FF2B5EF4-FFF2-40B4-BE49-F238E27FC236}">
                      <a16:creationId xmlns:a16="http://schemas.microsoft.com/office/drawing/2014/main" id="{10CF4A13-F04A-A345-C6B5-1C1E820A4A34}"/>
                    </a:ext>
                  </a:extLst>
                </p:cNvPr>
                <p:cNvPicPr/>
                <p:nvPr/>
              </p:nvPicPr>
              <p:blipFill>
                <a:blip r:embed="rId101"/>
                <a:stretch>
                  <a:fillRect/>
                </a:stretch>
              </p:blipFill>
              <p:spPr>
                <a:xfrm>
                  <a:off x="2677350" y="1453524"/>
                  <a:ext cx="19116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9" name="Ink 38">
                  <a:extLst>
                    <a:ext uri="{FF2B5EF4-FFF2-40B4-BE49-F238E27FC236}">
                      <a16:creationId xmlns:a16="http://schemas.microsoft.com/office/drawing/2014/main" id="{D93FF775-A301-EA75-F3E3-B3D740751B9B}"/>
                    </a:ext>
                  </a:extLst>
                </p14:cNvPr>
                <p14:cNvContentPartPr/>
                <p14:nvPr/>
              </p14:nvContentPartPr>
              <p14:xfrm>
                <a:off x="2907750" y="1440204"/>
                <a:ext cx="29880" cy="320400"/>
              </p14:xfrm>
            </p:contentPart>
          </mc:Choice>
          <mc:Fallback xmlns="">
            <p:pic>
              <p:nvPicPr>
                <p:cNvPr id="39" name="Ink 38">
                  <a:extLst>
                    <a:ext uri="{FF2B5EF4-FFF2-40B4-BE49-F238E27FC236}">
                      <a16:creationId xmlns:a16="http://schemas.microsoft.com/office/drawing/2014/main" id="{D93FF775-A301-EA75-F3E3-B3D740751B9B}"/>
                    </a:ext>
                  </a:extLst>
                </p:cNvPr>
                <p:cNvPicPr/>
                <p:nvPr/>
              </p:nvPicPr>
              <p:blipFill>
                <a:blip r:embed="rId103"/>
                <a:stretch>
                  <a:fillRect/>
                </a:stretch>
              </p:blipFill>
              <p:spPr>
                <a:xfrm>
                  <a:off x="2901630" y="1434084"/>
                  <a:ext cx="4212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40" name="Ink 39">
                  <a:extLst>
                    <a:ext uri="{FF2B5EF4-FFF2-40B4-BE49-F238E27FC236}">
                      <a16:creationId xmlns:a16="http://schemas.microsoft.com/office/drawing/2014/main" id="{C740469F-4B12-A55D-19E1-963FECC5E6B9}"/>
                    </a:ext>
                  </a:extLst>
                </p14:cNvPr>
                <p14:cNvContentPartPr/>
                <p14:nvPr/>
              </p14:nvContentPartPr>
              <p14:xfrm>
                <a:off x="2873550" y="1458924"/>
                <a:ext cx="202680" cy="234360"/>
              </p14:xfrm>
            </p:contentPart>
          </mc:Choice>
          <mc:Fallback xmlns="">
            <p:pic>
              <p:nvPicPr>
                <p:cNvPr id="40" name="Ink 39">
                  <a:extLst>
                    <a:ext uri="{FF2B5EF4-FFF2-40B4-BE49-F238E27FC236}">
                      <a16:creationId xmlns:a16="http://schemas.microsoft.com/office/drawing/2014/main" id="{C740469F-4B12-A55D-19E1-963FECC5E6B9}"/>
                    </a:ext>
                  </a:extLst>
                </p:cNvPr>
                <p:cNvPicPr/>
                <p:nvPr/>
              </p:nvPicPr>
              <p:blipFill>
                <a:blip r:embed="rId105"/>
                <a:stretch>
                  <a:fillRect/>
                </a:stretch>
              </p:blipFill>
              <p:spPr>
                <a:xfrm>
                  <a:off x="2867430" y="1452804"/>
                  <a:ext cx="2149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41" name="Ink 40">
                  <a:extLst>
                    <a:ext uri="{FF2B5EF4-FFF2-40B4-BE49-F238E27FC236}">
                      <a16:creationId xmlns:a16="http://schemas.microsoft.com/office/drawing/2014/main" id="{7B4DFFFF-7209-EF77-502F-9CD9709AA0D3}"/>
                    </a:ext>
                  </a:extLst>
                </p14:cNvPr>
                <p14:cNvContentPartPr/>
                <p14:nvPr/>
              </p14:nvContentPartPr>
              <p14:xfrm>
                <a:off x="2988390" y="1396644"/>
                <a:ext cx="285480" cy="363600"/>
              </p14:xfrm>
            </p:contentPart>
          </mc:Choice>
          <mc:Fallback xmlns="">
            <p:pic>
              <p:nvPicPr>
                <p:cNvPr id="41" name="Ink 40">
                  <a:extLst>
                    <a:ext uri="{FF2B5EF4-FFF2-40B4-BE49-F238E27FC236}">
                      <a16:creationId xmlns:a16="http://schemas.microsoft.com/office/drawing/2014/main" id="{7B4DFFFF-7209-EF77-502F-9CD9709AA0D3}"/>
                    </a:ext>
                  </a:extLst>
                </p:cNvPr>
                <p:cNvPicPr/>
                <p:nvPr/>
              </p:nvPicPr>
              <p:blipFill>
                <a:blip r:embed="rId107"/>
                <a:stretch>
                  <a:fillRect/>
                </a:stretch>
              </p:blipFill>
              <p:spPr>
                <a:xfrm>
                  <a:off x="2982270" y="1390524"/>
                  <a:ext cx="29772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42" name="Ink 41">
                  <a:extLst>
                    <a:ext uri="{FF2B5EF4-FFF2-40B4-BE49-F238E27FC236}">
                      <a16:creationId xmlns:a16="http://schemas.microsoft.com/office/drawing/2014/main" id="{957509A6-B339-D371-C149-630E10F4FFCA}"/>
                    </a:ext>
                  </a:extLst>
                </p14:cNvPr>
                <p14:cNvContentPartPr/>
                <p14:nvPr/>
              </p14:nvContentPartPr>
              <p14:xfrm>
                <a:off x="3229230" y="1418244"/>
                <a:ext cx="124920" cy="288720"/>
              </p14:xfrm>
            </p:contentPart>
          </mc:Choice>
          <mc:Fallback xmlns="">
            <p:pic>
              <p:nvPicPr>
                <p:cNvPr id="42" name="Ink 41">
                  <a:extLst>
                    <a:ext uri="{FF2B5EF4-FFF2-40B4-BE49-F238E27FC236}">
                      <a16:creationId xmlns:a16="http://schemas.microsoft.com/office/drawing/2014/main" id="{957509A6-B339-D371-C149-630E10F4FFCA}"/>
                    </a:ext>
                  </a:extLst>
                </p:cNvPr>
                <p:cNvPicPr/>
                <p:nvPr/>
              </p:nvPicPr>
              <p:blipFill>
                <a:blip r:embed="rId109"/>
                <a:stretch>
                  <a:fillRect/>
                </a:stretch>
              </p:blipFill>
              <p:spPr>
                <a:xfrm>
                  <a:off x="3223110" y="1412124"/>
                  <a:ext cx="13716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4" name="Ink 63">
                  <a:extLst>
                    <a:ext uri="{FF2B5EF4-FFF2-40B4-BE49-F238E27FC236}">
                      <a16:creationId xmlns:a16="http://schemas.microsoft.com/office/drawing/2014/main" id="{C7FE575E-BD03-6686-06DC-F1091972ADCE}"/>
                    </a:ext>
                  </a:extLst>
                </p14:cNvPr>
                <p14:cNvContentPartPr/>
                <p14:nvPr/>
              </p14:nvContentPartPr>
              <p14:xfrm>
                <a:off x="2232390" y="1183164"/>
                <a:ext cx="205560" cy="186480"/>
              </p14:xfrm>
            </p:contentPart>
          </mc:Choice>
          <mc:Fallback xmlns="">
            <p:pic>
              <p:nvPicPr>
                <p:cNvPr id="64" name="Ink 63">
                  <a:extLst>
                    <a:ext uri="{FF2B5EF4-FFF2-40B4-BE49-F238E27FC236}">
                      <a16:creationId xmlns:a16="http://schemas.microsoft.com/office/drawing/2014/main" id="{C7FE575E-BD03-6686-06DC-F1091972ADCE}"/>
                    </a:ext>
                  </a:extLst>
                </p:cNvPr>
                <p:cNvPicPr/>
                <p:nvPr/>
              </p:nvPicPr>
              <p:blipFill>
                <a:blip r:embed="rId111"/>
                <a:stretch>
                  <a:fillRect/>
                </a:stretch>
              </p:blipFill>
              <p:spPr>
                <a:xfrm>
                  <a:off x="2226270" y="1177044"/>
                  <a:ext cx="2178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5" name="Ink 64">
                  <a:extLst>
                    <a:ext uri="{FF2B5EF4-FFF2-40B4-BE49-F238E27FC236}">
                      <a16:creationId xmlns:a16="http://schemas.microsoft.com/office/drawing/2014/main" id="{0DA5D50B-839F-F3DF-65D2-3AA8ECBCEF3F}"/>
                    </a:ext>
                  </a:extLst>
                </p14:cNvPr>
                <p14:cNvContentPartPr/>
                <p14:nvPr/>
              </p14:nvContentPartPr>
              <p14:xfrm>
                <a:off x="2412750" y="1139604"/>
                <a:ext cx="347040" cy="106200"/>
              </p14:xfrm>
            </p:contentPart>
          </mc:Choice>
          <mc:Fallback xmlns="">
            <p:pic>
              <p:nvPicPr>
                <p:cNvPr id="65" name="Ink 64">
                  <a:extLst>
                    <a:ext uri="{FF2B5EF4-FFF2-40B4-BE49-F238E27FC236}">
                      <a16:creationId xmlns:a16="http://schemas.microsoft.com/office/drawing/2014/main" id="{0DA5D50B-839F-F3DF-65D2-3AA8ECBCEF3F}"/>
                    </a:ext>
                  </a:extLst>
                </p:cNvPr>
                <p:cNvPicPr/>
                <p:nvPr/>
              </p:nvPicPr>
              <p:blipFill>
                <a:blip r:embed="rId113"/>
                <a:stretch>
                  <a:fillRect/>
                </a:stretch>
              </p:blipFill>
              <p:spPr>
                <a:xfrm>
                  <a:off x="2406630" y="1133484"/>
                  <a:ext cx="3592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6" name="Ink 65">
                  <a:extLst>
                    <a:ext uri="{FF2B5EF4-FFF2-40B4-BE49-F238E27FC236}">
                      <a16:creationId xmlns:a16="http://schemas.microsoft.com/office/drawing/2014/main" id="{81DA33ED-B669-D86A-039D-B37FA7F54CD7}"/>
                    </a:ext>
                  </a:extLst>
                </p14:cNvPr>
                <p14:cNvContentPartPr/>
                <p14:nvPr/>
              </p14:nvContentPartPr>
              <p14:xfrm>
                <a:off x="2296470" y="1101084"/>
                <a:ext cx="468000" cy="82440"/>
              </p14:xfrm>
            </p:contentPart>
          </mc:Choice>
          <mc:Fallback xmlns="">
            <p:pic>
              <p:nvPicPr>
                <p:cNvPr id="66" name="Ink 65">
                  <a:extLst>
                    <a:ext uri="{FF2B5EF4-FFF2-40B4-BE49-F238E27FC236}">
                      <a16:creationId xmlns:a16="http://schemas.microsoft.com/office/drawing/2014/main" id="{81DA33ED-B669-D86A-039D-B37FA7F54CD7}"/>
                    </a:ext>
                  </a:extLst>
                </p:cNvPr>
                <p:cNvPicPr/>
                <p:nvPr/>
              </p:nvPicPr>
              <p:blipFill>
                <a:blip r:embed="rId115"/>
                <a:stretch>
                  <a:fillRect/>
                </a:stretch>
              </p:blipFill>
              <p:spPr>
                <a:xfrm>
                  <a:off x="2290350" y="1094964"/>
                  <a:ext cx="4802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9" name="Ink 68">
                  <a:extLst>
                    <a:ext uri="{FF2B5EF4-FFF2-40B4-BE49-F238E27FC236}">
                      <a16:creationId xmlns:a16="http://schemas.microsoft.com/office/drawing/2014/main" id="{2F4CBEE4-19C6-BD5F-E604-0A3CEFDD12AF}"/>
                    </a:ext>
                  </a:extLst>
                </p14:cNvPr>
                <p14:cNvContentPartPr/>
                <p14:nvPr/>
              </p14:nvContentPartPr>
              <p14:xfrm>
                <a:off x="1447230" y="643884"/>
                <a:ext cx="192600" cy="74880"/>
              </p14:xfrm>
            </p:contentPart>
          </mc:Choice>
          <mc:Fallback xmlns="">
            <p:pic>
              <p:nvPicPr>
                <p:cNvPr id="69" name="Ink 68">
                  <a:extLst>
                    <a:ext uri="{FF2B5EF4-FFF2-40B4-BE49-F238E27FC236}">
                      <a16:creationId xmlns:a16="http://schemas.microsoft.com/office/drawing/2014/main" id="{2F4CBEE4-19C6-BD5F-E604-0A3CEFDD12AF}"/>
                    </a:ext>
                  </a:extLst>
                </p:cNvPr>
                <p:cNvPicPr/>
                <p:nvPr/>
              </p:nvPicPr>
              <p:blipFill>
                <a:blip r:embed="rId117"/>
                <a:stretch>
                  <a:fillRect/>
                </a:stretch>
              </p:blipFill>
              <p:spPr>
                <a:xfrm>
                  <a:off x="1441110" y="637764"/>
                  <a:ext cx="20484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0" name="Ink 69">
                  <a:extLst>
                    <a:ext uri="{FF2B5EF4-FFF2-40B4-BE49-F238E27FC236}">
                      <a16:creationId xmlns:a16="http://schemas.microsoft.com/office/drawing/2014/main" id="{C63BC465-F65C-E878-300D-E2EDD6887B0D}"/>
                    </a:ext>
                  </a:extLst>
                </p14:cNvPr>
                <p14:cNvContentPartPr/>
                <p14:nvPr/>
              </p14:nvContentPartPr>
              <p14:xfrm>
                <a:off x="1431030" y="738924"/>
                <a:ext cx="255240" cy="61920"/>
              </p14:xfrm>
            </p:contentPart>
          </mc:Choice>
          <mc:Fallback xmlns="">
            <p:pic>
              <p:nvPicPr>
                <p:cNvPr id="70" name="Ink 69">
                  <a:extLst>
                    <a:ext uri="{FF2B5EF4-FFF2-40B4-BE49-F238E27FC236}">
                      <a16:creationId xmlns:a16="http://schemas.microsoft.com/office/drawing/2014/main" id="{C63BC465-F65C-E878-300D-E2EDD6887B0D}"/>
                    </a:ext>
                  </a:extLst>
                </p:cNvPr>
                <p:cNvPicPr/>
                <p:nvPr/>
              </p:nvPicPr>
              <p:blipFill>
                <a:blip r:embed="rId119"/>
                <a:stretch>
                  <a:fillRect/>
                </a:stretch>
              </p:blipFill>
              <p:spPr>
                <a:xfrm>
                  <a:off x="1424910" y="732804"/>
                  <a:ext cx="2674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44" name="Ink 43">
                  <a:extLst>
                    <a:ext uri="{FF2B5EF4-FFF2-40B4-BE49-F238E27FC236}">
                      <a16:creationId xmlns:a16="http://schemas.microsoft.com/office/drawing/2014/main" id="{2531046D-BEB0-63F9-3C7E-69560D3F7236}"/>
                    </a:ext>
                  </a:extLst>
                </p14:cNvPr>
                <p14:cNvContentPartPr/>
                <p14:nvPr/>
              </p14:nvContentPartPr>
              <p14:xfrm>
                <a:off x="5510190" y="284604"/>
                <a:ext cx="398160" cy="72720"/>
              </p14:xfrm>
            </p:contentPart>
          </mc:Choice>
          <mc:Fallback xmlns="">
            <p:pic>
              <p:nvPicPr>
                <p:cNvPr id="44" name="Ink 43">
                  <a:extLst>
                    <a:ext uri="{FF2B5EF4-FFF2-40B4-BE49-F238E27FC236}">
                      <a16:creationId xmlns:a16="http://schemas.microsoft.com/office/drawing/2014/main" id="{2531046D-BEB0-63F9-3C7E-69560D3F7236}"/>
                    </a:ext>
                  </a:extLst>
                </p:cNvPr>
                <p:cNvPicPr/>
                <p:nvPr/>
              </p:nvPicPr>
              <p:blipFill>
                <a:blip r:embed="rId121"/>
                <a:stretch>
                  <a:fillRect/>
                </a:stretch>
              </p:blipFill>
              <p:spPr>
                <a:xfrm>
                  <a:off x="5504070" y="278484"/>
                  <a:ext cx="41040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45" name="Ink 44">
                  <a:extLst>
                    <a:ext uri="{FF2B5EF4-FFF2-40B4-BE49-F238E27FC236}">
                      <a16:creationId xmlns:a16="http://schemas.microsoft.com/office/drawing/2014/main" id="{0D1758A2-EBD7-7D3B-AC12-26D2F10DCC76}"/>
                    </a:ext>
                  </a:extLst>
                </p14:cNvPr>
                <p14:cNvContentPartPr/>
                <p14:nvPr/>
              </p14:nvContentPartPr>
              <p14:xfrm>
                <a:off x="5585430" y="376404"/>
                <a:ext cx="271800" cy="272880"/>
              </p14:xfrm>
            </p:contentPart>
          </mc:Choice>
          <mc:Fallback xmlns="">
            <p:pic>
              <p:nvPicPr>
                <p:cNvPr id="45" name="Ink 44">
                  <a:extLst>
                    <a:ext uri="{FF2B5EF4-FFF2-40B4-BE49-F238E27FC236}">
                      <a16:creationId xmlns:a16="http://schemas.microsoft.com/office/drawing/2014/main" id="{0D1758A2-EBD7-7D3B-AC12-26D2F10DCC76}"/>
                    </a:ext>
                  </a:extLst>
                </p:cNvPr>
                <p:cNvPicPr/>
                <p:nvPr/>
              </p:nvPicPr>
              <p:blipFill>
                <a:blip r:embed="rId123"/>
                <a:stretch>
                  <a:fillRect/>
                </a:stretch>
              </p:blipFill>
              <p:spPr>
                <a:xfrm>
                  <a:off x="5579310" y="370284"/>
                  <a:ext cx="28404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46" name="Ink 45">
                  <a:extLst>
                    <a:ext uri="{FF2B5EF4-FFF2-40B4-BE49-F238E27FC236}">
                      <a16:creationId xmlns:a16="http://schemas.microsoft.com/office/drawing/2014/main" id="{D3080EF1-2F89-2D47-9980-246684F00637}"/>
                    </a:ext>
                  </a:extLst>
                </p14:cNvPr>
                <p14:cNvContentPartPr/>
                <p14:nvPr/>
              </p14:nvContentPartPr>
              <p14:xfrm>
                <a:off x="5843190" y="435084"/>
                <a:ext cx="150480" cy="135360"/>
              </p14:xfrm>
            </p:contentPart>
          </mc:Choice>
          <mc:Fallback xmlns="">
            <p:pic>
              <p:nvPicPr>
                <p:cNvPr id="46" name="Ink 45">
                  <a:extLst>
                    <a:ext uri="{FF2B5EF4-FFF2-40B4-BE49-F238E27FC236}">
                      <a16:creationId xmlns:a16="http://schemas.microsoft.com/office/drawing/2014/main" id="{D3080EF1-2F89-2D47-9980-246684F00637}"/>
                    </a:ext>
                  </a:extLst>
                </p:cNvPr>
                <p:cNvPicPr/>
                <p:nvPr/>
              </p:nvPicPr>
              <p:blipFill>
                <a:blip r:embed="rId125"/>
                <a:stretch>
                  <a:fillRect/>
                </a:stretch>
              </p:blipFill>
              <p:spPr>
                <a:xfrm>
                  <a:off x="5837070" y="428964"/>
                  <a:ext cx="16272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47" name="Ink 46">
                  <a:extLst>
                    <a:ext uri="{FF2B5EF4-FFF2-40B4-BE49-F238E27FC236}">
                      <a16:creationId xmlns:a16="http://schemas.microsoft.com/office/drawing/2014/main" id="{7B105C94-14AB-76AD-EE97-23DA616FC557}"/>
                    </a:ext>
                  </a:extLst>
                </p14:cNvPr>
                <p14:cNvContentPartPr/>
                <p14:nvPr/>
              </p14:nvContentPartPr>
              <p14:xfrm>
                <a:off x="6176550" y="184884"/>
                <a:ext cx="336960" cy="408960"/>
              </p14:xfrm>
            </p:contentPart>
          </mc:Choice>
          <mc:Fallback xmlns="">
            <p:pic>
              <p:nvPicPr>
                <p:cNvPr id="47" name="Ink 46">
                  <a:extLst>
                    <a:ext uri="{FF2B5EF4-FFF2-40B4-BE49-F238E27FC236}">
                      <a16:creationId xmlns:a16="http://schemas.microsoft.com/office/drawing/2014/main" id="{7B105C94-14AB-76AD-EE97-23DA616FC557}"/>
                    </a:ext>
                  </a:extLst>
                </p:cNvPr>
                <p:cNvPicPr/>
                <p:nvPr/>
              </p:nvPicPr>
              <p:blipFill>
                <a:blip r:embed="rId127"/>
                <a:stretch>
                  <a:fillRect/>
                </a:stretch>
              </p:blipFill>
              <p:spPr>
                <a:xfrm>
                  <a:off x="6170430" y="178764"/>
                  <a:ext cx="34920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48" name="Ink 47">
                  <a:extLst>
                    <a:ext uri="{FF2B5EF4-FFF2-40B4-BE49-F238E27FC236}">
                      <a16:creationId xmlns:a16="http://schemas.microsoft.com/office/drawing/2014/main" id="{8E302431-D83E-04F3-5574-661698B65751}"/>
                    </a:ext>
                  </a:extLst>
                </p14:cNvPr>
                <p14:cNvContentPartPr/>
                <p14:nvPr/>
              </p14:nvContentPartPr>
              <p14:xfrm>
                <a:off x="6209310" y="451644"/>
                <a:ext cx="298080" cy="202680"/>
              </p14:xfrm>
            </p:contentPart>
          </mc:Choice>
          <mc:Fallback xmlns="">
            <p:pic>
              <p:nvPicPr>
                <p:cNvPr id="48" name="Ink 47">
                  <a:extLst>
                    <a:ext uri="{FF2B5EF4-FFF2-40B4-BE49-F238E27FC236}">
                      <a16:creationId xmlns:a16="http://schemas.microsoft.com/office/drawing/2014/main" id="{8E302431-D83E-04F3-5574-661698B65751}"/>
                    </a:ext>
                  </a:extLst>
                </p:cNvPr>
                <p:cNvPicPr/>
                <p:nvPr/>
              </p:nvPicPr>
              <p:blipFill>
                <a:blip r:embed="rId129"/>
                <a:stretch>
                  <a:fillRect/>
                </a:stretch>
              </p:blipFill>
              <p:spPr>
                <a:xfrm>
                  <a:off x="6203190" y="445524"/>
                  <a:ext cx="31032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2" name="Ink 71">
                  <a:extLst>
                    <a:ext uri="{FF2B5EF4-FFF2-40B4-BE49-F238E27FC236}">
                      <a16:creationId xmlns:a16="http://schemas.microsoft.com/office/drawing/2014/main" id="{778CF430-D8A0-5B22-5891-1035D3EF26F4}"/>
                    </a:ext>
                  </a:extLst>
                </p14:cNvPr>
                <p14:cNvContentPartPr/>
                <p14:nvPr/>
              </p14:nvContentPartPr>
              <p14:xfrm>
                <a:off x="2510670" y="367764"/>
                <a:ext cx="2974320" cy="240480"/>
              </p14:xfrm>
            </p:contentPart>
          </mc:Choice>
          <mc:Fallback xmlns="">
            <p:pic>
              <p:nvPicPr>
                <p:cNvPr id="72" name="Ink 71">
                  <a:extLst>
                    <a:ext uri="{FF2B5EF4-FFF2-40B4-BE49-F238E27FC236}">
                      <a16:creationId xmlns:a16="http://schemas.microsoft.com/office/drawing/2014/main" id="{778CF430-D8A0-5B22-5891-1035D3EF26F4}"/>
                    </a:ext>
                  </a:extLst>
                </p:cNvPr>
                <p:cNvPicPr/>
                <p:nvPr/>
              </p:nvPicPr>
              <p:blipFill>
                <a:blip r:embed="rId131"/>
                <a:stretch>
                  <a:fillRect/>
                </a:stretch>
              </p:blipFill>
              <p:spPr>
                <a:xfrm>
                  <a:off x="2504550" y="361644"/>
                  <a:ext cx="298656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4" name="Ink 73">
                  <a:extLst>
                    <a:ext uri="{FF2B5EF4-FFF2-40B4-BE49-F238E27FC236}">
                      <a16:creationId xmlns:a16="http://schemas.microsoft.com/office/drawing/2014/main" id="{DD9B6B24-AA5B-EC2D-168E-14FFBC9DBAFA}"/>
                    </a:ext>
                  </a:extLst>
                </p14:cNvPr>
                <p14:cNvContentPartPr/>
                <p14:nvPr/>
              </p14:nvContentPartPr>
              <p14:xfrm>
                <a:off x="2507430" y="298644"/>
                <a:ext cx="401400" cy="408600"/>
              </p14:xfrm>
            </p:contentPart>
          </mc:Choice>
          <mc:Fallback xmlns="">
            <p:pic>
              <p:nvPicPr>
                <p:cNvPr id="74" name="Ink 73">
                  <a:extLst>
                    <a:ext uri="{FF2B5EF4-FFF2-40B4-BE49-F238E27FC236}">
                      <a16:creationId xmlns:a16="http://schemas.microsoft.com/office/drawing/2014/main" id="{DD9B6B24-AA5B-EC2D-168E-14FFBC9DBAFA}"/>
                    </a:ext>
                  </a:extLst>
                </p:cNvPr>
                <p:cNvPicPr/>
                <p:nvPr/>
              </p:nvPicPr>
              <p:blipFill>
                <a:blip r:embed="rId133"/>
                <a:stretch>
                  <a:fillRect/>
                </a:stretch>
              </p:blipFill>
              <p:spPr>
                <a:xfrm>
                  <a:off x="2501310" y="292524"/>
                  <a:ext cx="41364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5" name="Ink 74">
                  <a:extLst>
                    <a:ext uri="{FF2B5EF4-FFF2-40B4-BE49-F238E27FC236}">
                      <a16:creationId xmlns:a16="http://schemas.microsoft.com/office/drawing/2014/main" id="{ADBB0987-257D-40B2-3C16-F7E95B4B19D2}"/>
                    </a:ext>
                  </a:extLst>
                </p14:cNvPr>
                <p14:cNvContentPartPr/>
                <p14:nvPr/>
              </p14:nvContentPartPr>
              <p14:xfrm>
                <a:off x="2890110" y="284244"/>
                <a:ext cx="77040" cy="505440"/>
              </p14:xfrm>
            </p:contentPart>
          </mc:Choice>
          <mc:Fallback xmlns="">
            <p:pic>
              <p:nvPicPr>
                <p:cNvPr id="75" name="Ink 74">
                  <a:extLst>
                    <a:ext uri="{FF2B5EF4-FFF2-40B4-BE49-F238E27FC236}">
                      <a16:creationId xmlns:a16="http://schemas.microsoft.com/office/drawing/2014/main" id="{ADBB0987-257D-40B2-3C16-F7E95B4B19D2}"/>
                    </a:ext>
                  </a:extLst>
                </p:cNvPr>
                <p:cNvPicPr/>
                <p:nvPr/>
              </p:nvPicPr>
              <p:blipFill>
                <a:blip r:embed="rId135"/>
                <a:stretch>
                  <a:fillRect/>
                </a:stretch>
              </p:blipFill>
              <p:spPr>
                <a:xfrm>
                  <a:off x="2883990" y="278124"/>
                  <a:ext cx="89280" cy="5176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7" name="Ink 76">
                  <a:extLst>
                    <a:ext uri="{FF2B5EF4-FFF2-40B4-BE49-F238E27FC236}">
                      <a16:creationId xmlns:a16="http://schemas.microsoft.com/office/drawing/2014/main" id="{E2D80595-77BD-2F41-DEDE-96352625F929}"/>
                    </a:ext>
                  </a:extLst>
                </p14:cNvPr>
                <p14:cNvContentPartPr/>
                <p14:nvPr/>
              </p14:nvContentPartPr>
              <p14:xfrm>
                <a:off x="5128950" y="303324"/>
                <a:ext cx="65880" cy="293760"/>
              </p14:xfrm>
            </p:contentPart>
          </mc:Choice>
          <mc:Fallback xmlns="">
            <p:pic>
              <p:nvPicPr>
                <p:cNvPr id="77" name="Ink 76">
                  <a:extLst>
                    <a:ext uri="{FF2B5EF4-FFF2-40B4-BE49-F238E27FC236}">
                      <a16:creationId xmlns:a16="http://schemas.microsoft.com/office/drawing/2014/main" id="{E2D80595-77BD-2F41-DEDE-96352625F929}"/>
                    </a:ext>
                  </a:extLst>
                </p:cNvPr>
                <p:cNvPicPr/>
                <p:nvPr/>
              </p:nvPicPr>
              <p:blipFill>
                <a:blip r:embed="rId137"/>
                <a:stretch>
                  <a:fillRect/>
                </a:stretch>
              </p:blipFill>
              <p:spPr>
                <a:xfrm>
                  <a:off x="5122830" y="297204"/>
                  <a:ext cx="7812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8" name="Ink 77">
                  <a:extLst>
                    <a:ext uri="{FF2B5EF4-FFF2-40B4-BE49-F238E27FC236}">
                      <a16:creationId xmlns:a16="http://schemas.microsoft.com/office/drawing/2014/main" id="{C9A50C20-26CC-B881-5F50-3699BDA894BA}"/>
                    </a:ext>
                  </a:extLst>
                </p14:cNvPr>
                <p14:cNvContentPartPr/>
                <p14:nvPr/>
              </p14:nvContentPartPr>
              <p14:xfrm>
                <a:off x="5321190" y="221964"/>
                <a:ext cx="72000" cy="479520"/>
              </p14:xfrm>
            </p:contentPart>
          </mc:Choice>
          <mc:Fallback xmlns="">
            <p:pic>
              <p:nvPicPr>
                <p:cNvPr id="78" name="Ink 77">
                  <a:extLst>
                    <a:ext uri="{FF2B5EF4-FFF2-40B4-BE49-F238E27FC236}">
                      <a16:creationId xmlns:a16="http://schemas.microsoft.com/office/drawing/2014/main" id="{C9A50C20-26CC-B881-5F50-3699BDA894BA}"/>
                    </a:ext>
                  </a:extLst>
                </p:cNvPr>
                <p:cNvPicPr/>
                <p:nvPr/>
              </p:nvPicPr>
              <p:blipFill>
                <a:blip r:embed="rId139"/>
                <a:stretch>
                  <a:fillRect/>
                </a:stretch>
              </p:blipFill>
              <p:spPr>
                <a:xfrm>
                  <a:off x="5315070" y="215844"/>
                  <a:ext cx="8424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9" name="Ink 78">
                  <a:extLst>
                    <a:ext uri="{FF2B5EF4-FFF2-40B4-BE49-F238E27FC236}">
                      <a16:creationId xmlns:a16="http://schemas.microsoft.com/office/drawing/2014/main" id="{52A4F094-5766-10BB-FFDC-40736419CBDE}"/>
                    </a:ext>
                  </a:extLst>
                </p14:cNvPr>
                <p14:cNvContentPartPr/>
                <p14:nvPr/>
              </p14:nvContentPartPr>
              <p14:xfrm>
                <a:off x="2763390" y="775644"/>
                <a:ext cx="2791080" cy="1142640"/>
              </p14:xfrm>
            </p:contentPart>
          </mc:Choice>
          <mc:Fallback xmlns="">
            <p:pic>
              <p:nvPicPr>
                <p:cNvPr id="79" name="Ink 78">
                  <a:extLst>
                    <a:ext uri="{FF2B5EF4-FFF2-40B4-BE49-F238E27FC236}">
                      <a16:creationId xmlns:a16="http://schemas.microsoft.com/office/drawing/2014/main" id="{52A4F094-5766-10BB-FFDC-40736419CBDE}"/>
                    </a:ext>
                  </a:extLst>
                </p:cNvPr>
                <p:cNvPicPr/>
                <p:nvPr/>
              </p:nvPicPr>
              <p:blipFill>
                <a:blip r:embed="rId141"/>
                <a:stretch>
                  <a:fillRect/>
                </a:stretch>
              </p:blipFill>
              <p:spPr>
                <a:xfrm>
                  <a:off x="2757270" y="769524"/>
                  <a:ext cx="2803320" cy="11548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1" name="Ink 80">
                  <a:extLst>
                    <a:ext uri="{FF2B5EF4-FFF2-40B4-BE49-F238E27FC236}">
                      <a16:creationId xmlns:a16="http://schemas.microsoft.com/office/drawing/2014/main" id="{F4EF67FA-92CE-3064-912D-819C9617B344}"/>
                    </a:ext>
                  </a:extLst>
                </p14:cNvPr>
                <p14:cNvContentPartPr/>
                <p14:nvPr/>
              </p14:nvContentPartPr>
              <p14:xfrm>
                <a:off x="5177550" y="1466124"/>
                <a:ext cx="304560" cy="474840"/>
              </p14:xfrm>
            </p:contentPart>
          </mc:Choice>
          <mc:Fallback xmlns="">
            <p:pic>
              <p:nvPicPr>
                <p:cNvPr id="81" name="Ink 80">
                  <a:extLst>
                    <a:ext uri="{FF2B5EF4-FFF2-40B4-BE49-F238E27FC236}">
                      <a16:creationId xmlns:a16="http://schemas.microsoft.com/office/drawing/2014/main" id="{F4EF67FA-92CE-3064-912D-819C9617B344}"/>
                    </a:ext>
                  </a:extLst>
                </p:cNvPr>
                <p:cNvPicPr/>
                <p:nvPr/>
              </p:nvPicPr>
              <p:blipFill>
                <a:blip r:embed="rId143"/>
                <a:stretch>
                  <a:fillRect/>
                </a:stretch>
              </p:blipFill>
              <p:spPr>
                <a:xfrm>
                  <a:off x="5171430" y="1460004"/>
                  <a:ext cx="316800" cy="487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2" name="Ink 81">
                  <a:extLst>
                    <a:ext uri="{FF2B5EF4-FFF2-40B4-BE49-F238E27FC236}">
                      <a16:creationId xmlns:a16="http://schemas.microsoft.com/office/drawing/2014/main" id="{F47E4DF9-351E-FB0D-761E-30CD701F2543}"/>
                    </a:ext>
                  </a:extLst>
                </p14:cNvPr>
                <p14:cNvContentPartPr/>
                <p14:nvPr/>
              </p14:nvContentPartPr>
              <p14:xfrm>
                <a:off x="5198790" y="1533804"/>
                <a:ext cx="381240" cy="716760"/>
              </p14:xfrm>
            </p:contentPart>
          </mc:Choice>
          <mc:Fallback xmlns="">
            <p:pic>
              <p:nvPicPr>
                <p:cNvPr id="82" name="Ink 81">
                  <a:extLst>
                    <a:ext uri="{FF2B5EF4-FFF2-40B4-BE49-F238E27FC236}">
                      <a16:creationId xmlns:a16="http://schemas.microsoft.com/office/drawing/2014/main" id="{F47E4DF9-351E-FB0D-761E-30CD701F2543}"/>
                    </a:ext>
                  </a:extLst>
                </p:cNvPr>
                <p:cNvPicPr/>
                <p:nvPr/>
              </p:nvPicPr>
              <p:blipFill>
                <a:blip r:embed="rId145"/>
                <a:stretch>
                  <a:fillRect/>
                </a:stretch>
              </p:blipFill>
              <p:spPr>
                <a:xfrm>
                  <a:off x="5192670" y="1527684"/>
                  <a:ext cx="393480" cy="7290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4" name="Ink 83">
                  <a:extLst>
                    <a:ext uri="{FF2B5EF4-FFF2-40B4-BE49-F238E27FC236}">
                      <a16:creationId xmlns:a16="http://schemas.microsoft.com/office/drawing/2014/main" id="{A5C1766A-80E9-9924-DB6A-B26344F66BD2}"/>
                    </a:ext>
                  </a:extLst>
                </p14:cNvPr>
                <p14:cNvContentPartPr/>
                <p14:nvPr/>
              </p14:nvContentPartPr>
              <p14:xfrm>
                <a:off x="2662950" y="754404"/>
                <a:ext cx="328320" cy="179640"/>
              </p14:xfrm>
            </p:contentPart>
          </mc:Choice>
          <mc:Fallback xmlns="">
            <p:pic>
              <p:nvPicPr>
                <p:cNvPr id="84" name="Ink 83">
                  <a:extLst>
                    <a:ext uri="{FF2B5EF4-FFF2-40B4-BE49-F238E27FC236}">
                      <a16:creationId xmlns:a16="http://schemas.microsoft.com/office/drawing/2014/main" id="{A5C1766A-80E9-9924-DB6A-B26344F66BD2}"/>
                    </a:ext>
                  </a:extLst>
                </p:cNvPr>
                <p:cNvPicPr/>
                <p:nvPr/>
              </p:nvPicPr>
              <p:blipFill>
                <a:blip r:embed="rId147"/>
                <a:stretch>
                  <a:fillRect/>
                </a:stretch>
              </p:blipFill>
              <p:spPr>
                <a:xfrm>
                  <a:off x="2656830" y="748284"/>
                  <a:ext cx="3405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5" name="Ink 84">
                  <a:extLst>
                    <a:ext uri="{FF2B5EF4-FFF2-40B4-BE49-F238E27FC236}">
                      <a16:creationId xmlns:a16="http://schemas.microsoft.com/office/drawing/2014/main" id="{001BC59B-03E4-1EB8-D275-C1ABE463791D}"/>
                    </a:ext>
                  </a:extLst>
                </p14:cNvPr>
                <p14:cNvContentPartPr/>
                <p14:nvPr/>
              </p14:nvContentPartPr>
              <p14:xfrm>
                <a:off x="2877510" y="727044"/>
                <a:ext cx="237600" cy="429840"/>
              </p14:xfrm>
            </p:contentPart>
          </mc:Choice>
          <mc:Fallback xmlns="">
            <p:pic>
              <p:nvPicPr>
                <p:cNvPr id="85" name="Ink 84">
                  <a:extLst>
                    <a:ext uri="{FF2B5EF4-FFF2-40B4-BE49-F238E27FC236}">
                      <a16:creationId xmlns:a16="http://schemas.microsoft.com/office/drawing/2014/main" id="{001BC59B-03E4-1EB8-D275-C1ABE463791D}"/>
                    </a:ext>
                  </a:extLst>
                </p:cNvPr>
                <p:cNvPicPr/>
                <p:nvPr/>
              </p:nvPicPr>
              <p:blipFill>
                <a:blip r:embed="rId149"/>
                <a:stretch>
                  <a:fillRect/>
                </a:stretch>
              </p:blipFill>
              <p:spPr>
                <a:xfrm>
                  <a:off x="2871390" y="720924"/>
                  <a:ext cx="24984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1" name="Ink 100">
                  <a:extLst>
                    <a:ext uri="{FF2B5EF4-FFF2-40B4-BE49-F238E27FC236}">
                      <a16:creationId xmlns:a16="http://schemas.microsoft.com/office/drawing/2014/main" id="{192ACFAE-9CD8-64FD-C2E2-160855B6D1F7}"/>
                    </a:ext>
                  </a:extLst>
                </p14:cNvPr>
                <p14:cNvContentPartPr/>
                <p14:nvPr/>
              </p14:nvContentPartPr>
              <p14:xfrm>
                <a:off x="344190" y="55284"/>
                <a:ext cx="790560" cy="614160"/>
              </p14:xfrm>
            </p:contentPart>
          </mc:Choice>
          <mc:Fallback xmlns="">
            <p:pic>
              <p:nvPicPr>
                <p:cNvPr id="101" name="Ink 100">
                  <a:extLst>
                    <a:ext uri="{FF2B5EF4-FFF2-40B4-BE49-F238E27FC236}">
                      <a16:creationId xmlns:a16="http://schemas.microsoft.com/office/drawing/2014/main" id="{192ACFAE-9CD8-64FD-C2E2-160855B6D1F7}"/>
                    </a:ext>
                  </a:extLst>
                </p:cNvPr>
                <p:cNvPicPr/>
                <p:nvPr/>
              </p:nvPicPr>
              <p:blipFill>
                <a:blip r:embed="rId151"/>
                <a:stretch>
                  <a:fillRect/>
                </a:stretch>
              </p:blipFill>
              <p:spPr>
                <a:xfrm>
                  <a:off x="338070" y="49164"/>
                  <a:ext cx="802800" cy="6264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3" name="Ink 102">
                  <a:extLst>
                    <a:ext uri="{FF2B5EF4-FFF2-40B4-BE49-F238E27FC236}">
                      <a16:creationId xmlns:a16="http://schemas.microsoft.com/office/drawing/2014/main" id="{84523FF7-068F-E37D-D537-7B4EC9A13463}"/>
                    </a:ext>
                  </a:extLst>
                </p14:cNvPr>
                <p14:cNvContentPartPr/>
                <p14:nvPr/>
              </p14:nvContentPartPr>
              <p14:xfrm>
                <a:off x="940350" y="54204"/>
                <a:ext cx="245520" cy="322560"/>
              </p14:xfrm>
            </p:contentPart>
          </mc:Choice>
          <mc:Fallback xmlns="">
            <p:pic>
              <p:nvPicPr>
                <p:cNvPr id="103" name="Ink 102">
                  <a:extLst>
                    <a:ext uri="{FF2B5EF4-FFF2-40B4-BE49-F238E27FC236}">
                      <a16:creationId xmlns:a16="http://schemas.microsoft.com/office/drawing/2014/main" id="{84523FF7-068F-E37D-D537-7B4EC9A13463}"/>
                    </a:ext>
                  </a:extLst>
                </p:cNvPr>
                <p:cNvPicPr/>
                <p:nvPr/>
              </p:nvPicPr>
              <p:blipFill>
                <a:blip r:embed="rId153"/>
                <a:stretch>
                  <a:fillRect/>
                </a:stretch>
              </p:blipFill>
              <p:spPr>
                <a:xfrm>
                  <a:off x="934230" y="48084"/>
                  <a:ext cx="25776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4" name="Ink 103">
                  <a:extLst>
                    <a:ext uri="{FF2B5EF4-FFF2-40B4-BE49-F238E27FC236}">
                      <a16:creationId xmlns:a16="http://schemas.microsoft.com/office/drawing/2014/main" id="{E3DF32FD-FE9A-1E64-8EC1-F8D60CF78D99}"/>
                    </a:ext>
                  </a:extLst>
                </p14:cNvPr>
                <p14:cNvContentPartPr/>
                <p14:nvPr/>
              </p14:nvContentPartPr>
              <p14:xfrm>
                <a:off x="767190" y="-47676"/>
                <a:ext cx="281160" cy="408240"/>
              </p14:xfrm>
            </p:contentPart>
          </mc:Choice>
          <mc:Fallback xmlns="">
            <p:pic>
              <p:nvPicPr>
                <p:cNvPr id="104" name="Ink 103">
                  <a:extLst>
                    <a:ext uri="{FF2B5EF4-FFF2-40B4-BE49-F238E27FC236}">
                      <a16:creationId xmlns:a16="http://schemas.microsoft.com/office/drawing/2014/main" id="{E3DF32FD-FE9A-1E64-8EC1-F8D60CF78D99}"/>
                    </a:ext>
                  </a:extLst>
                </p:cNvPr>
                <p:cNvPicPr/>
                <p:nvPr/>
              </p:nvPicPr>
              <p:blipFill>
                <a:blip r:embed="rId155"/>
                <a:stretch>
                  <a:fillRect/>
                </a:stretch>
              </p:blipFill>
              <p:spPr>
                <a:xfrm>
                  <a:off x="761070" y="-53796"/>
                  <a:ext cx="293400" cy="4204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5" name="Ink 104">
                  <a:extLst>
                    <a:ext uri="{FF2B5EF4-FFF2-40B4-BE49-F238E27FC236}">
                      <a16:creationId xmlns:a16="http://schemas.microsoft.com/office/drawing/2014/main" id="{6C41DF29-F4AC-F432-B195-FB79EA6DBA02}"/>
                    </a:ext>
                  </a:extLst>
                </p14:cNvPr>
                <p14:cNvContentPartPr/>
                <p14:nvPr/>
              </p14:nvContentPartPr>
              <p14:xfrm>
                <a:off x="786990" y="422987"/>
                <a:ext cx="56520" cy="370080"/>
              </p14:xfrm>
            </p:contentPart>
          </mc:Choice>
          <mc:Fallback xmlns="">
            <p:pic>
              <p:nvPicPr>
                <p:cNvPr id="105" name="Ink 104">
                  <a:extLst>
                    <a:ext uri="{FF2B5EF4-FFF2-40B4-BE49-F238E27FC236}">
                      <a16:creationId xmlns:a16="http://schemas.microsoft.com/office/drawing/2014/main" id="{6C41DF29-F4AC-F432-B195-FB79EA6DBA02}"/>
                    </a:ext>
                  </a:extLst>
                </p:cNvPr>
                <p:cNvPicPr/>
                <p:nvPr/>
              </p:nvPicPr>
              <p:blipFill>
                <a:blip r:embed="rId157"/>
                <a:stretch>
                  <a:fillRect/>
                </a:stretch>
              </p:blipFill>
              <p:spPr>
                <a:xfrm>
                  <a:off x="780870" y="416867"/>
                  <a:ext cx="6876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6" name="Ink 105">
                  <a:extLst>
                    <a:ext uri="{FF2B5EF4-FFF2-40B4-BE49-F238E27FC236}">
                      <a16:creationId xmlns:a16="http://schemas.microsoft.com/office/drawing/2014/main" id="{34B999A4-7A8A-FF5C-156D-FFA84C732930}"/>
                    </a:ext>
                  </a:extLst>
                </p14:cNvPr>
                <p14:cNvContentPartPr/>
                <p14:nvPr/>
              </p14:nvContentPartPr>
              <p14:xfrm>
                <a:off x="801390" y="449627"/>
                <a:ext cx="57240" cy="376920"/>
              </p14:xfrm>
            </p:contentPart>
          </mc:Choice>
          <mc:Fallback xmlns="">
            <p:pic>
              <p:nvPicPr>
                <p:cNvPr id="106" name="Ink 105">
                  <a:extLst>
                    <a:ext uri="{FF2B5EF4-FFF2-40B4-BE49-F238E27FC236}">
                      <a16:creationId xmlns:a16="http://schemas.microsoft.com/office/drawing/2014/main" id="{34B999A4-7A8A-FF5C-156D-FFA84C732930}"/>
                    </a:ext>
                  </a:extLst>
                </p:cNvPr>
                <p:cNvPicPr/>
                <p:nvPr/>
              </p:nvPicPr>
              <p:blipFill>
                <a:blip r:embed="rId159"/>
                <a:stretch>
                  <a:fillRect/>
                </a:stretch>
              </p:blipFill>
              <p:spPr>
                <a:xfrm>
                  <a:off x="795270" y="443507"/>
                  <a:ext cx="69480" cy="389160"/>
                </a:xfrm>
                <a:prstGeom prst="rect">
                  <a:avLst/>
                </a:prstGeom>
              </p:spPr>
            </p:pic>
          </mc:Fallback>
        </mc:AlternateContent>
      </p:grpSp>
    </p:spTree>
    <p:extLst>
      <p:ext uri="{BB962C8B-B14F-4D97-AF65-F5344CB8AC3E}">
        <p14:creationId xmlns:p14="http://schemas.microsoft.com/office/powerpoint/2010/main" val="1658861269"/>
      </p:ext>
    </p:extLst>
  </p:cSld>
  <p:clrMapOvr>
    <a:masterClrMapping/>
  </p:clrMapOvr>
</p:sld>
</file>

<file path=ppt/theme/theme1.xml><?xml version="1.0" encoding="utf-8"?>
<a:theme xmlns:a="http://schemas.openxmlformats.org/drawingml/2006/main" name="Word 2016 Med Module  1_PPT_2019">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4389</Words>
  <Application>Microsoft Office PowerPoint</Application>
  <PresentationFormat>On-screen Show (4:3)</PresentationFormat>
  <Paragraphs>553</Paragraphs>
  <Slides>57</Slides>
  <Notes>8</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57</vt:i4>
      </vt:variant>
    </vt:vector>
  </HeadingPairs>
  <TitlesOfParts>
    <vt:vector size="71" baseType="lpstr">
      <vt:lpstr>arial</vt:lpstr>
      <vt:lpstr>arial</vt:lpstr>
      <vt:lpstr>Calibri</vt:lpstr>
      <vt:lpstr>Calibri Light</vt:lpstr>
      <vt:lpstr>Comic Sans MS</vt:lpstr>
      <vt:lpstr>Georgia</vt:lpstr>
      <vt:lpstr>Lucida Sans Unicode</vt:lpstr>
      <vt:lpstr>Times New Roman</vt:lpstr>
      <vt:lpstr>Verdana</vt:lpstr>
      <vt:lpstr>Wingdings</vt:lpstr>
      <vt:lpstr>Wingdings 3</vt:lpstr>
      <vt:lpstr>Word 2016 Med Module  1_PPT_2019</vt:lpstr>
      <vt:lpstr>Office Theme</vt:lpstr>
      <vt:lpstr>1_Office Theme</vt:lpstr>
      <vt:lpstr>PowerPoint Presentation</vt:lpstr>
      <vt:lpstr>Chapter 6</vt:lpstr>
      <vt:lpstr>What is Normalization?</vt:lpstr>
      <vt:lpstr>Normal forms</vt:lpstr>
      <vt:lpstr>Database Tables and Normalization</vt:lpstr>
      <vt:lpstr>The Need for Normalization</vt:lpstr>
      <vt:lpstr>Normalization in real world</vt:lpstr>
      <vt:lpstr>So, why normalize?</vt:lpstr>
      <vt:lpstr>Modification anomalies</vt:lpstr>
      <vt:lpstr>Insert anomaly </vt:lpstr>
      <vt:lpstr>Unnecessary constraint </vt:lpstr>
      <vt:lpstr>Unnecessary redundancy</vt:lpstr>
      <vt:lpstr>Update anomaly</vt:lpstr>
      <vt:lpstr>Delete anomaly</vt:lpstr>
      <vt:lpstr>Delete anomaly</vt:lpstr>
      <vt:lpstr>Delete anomaly</vt:lpstr>
      <vt:lpstr>Dependencies</vt:lpstr>
      <vt:lpstr>Functional dependency</vt:lpstr>
      <vt:lpstr>PowerPoint Presentation</vt:lpstr>
      <vt:lpstr>The Normalization Process (5 of 5)</vt:lpstr>
      <vt:lpstr>Partial dependency</vt:lpstr>
      <vt:lpstr>Transitive dependency</vt:lpstr>
      <vt:lpstr>Transitive Dependence </vt:lpstr>
      <vt:lpstr>Partial dependency</vt:lpstr>
      <vt:lpstr>Transitive Dependency</vt:lpstr>
      <vt:lpstr>The Normalization Process</vt:lpstr>
      <vt:lpstr>The Normalization Process (3 of 5)</vt:lpstr>
      <vt:lpstr>Conversion to First Normal Form (1NF) (1 of 3)</vt:lpstr>
      <vt:lpstr>First Normal Form</vt:lpstr>
      <vt:lpstr>Second Normal Form</vt:lpstr>
      <vt:lpstr>Third Normal Form</vt:lpstr>
      <vt:lpstr>Third Normal Form</vt:lpstr>
      <vt:lpstr>Book Example</vt:lpstr>
      <vt:lpstr>Conversion to First Normal Form (1NF)</vt:lpstr>
      <vt:lpstr>Conversion to Second Normal Form (2NF)</vt:lpstr>
      <vt:lpstr>Conversion to Third Normal Form (3NF)</vt:lpstr>
      <vt:lpstr>PowerPoint Presentation</vt:lpstr>
      <vt:lpstr>Improving the Design</vt:lpstr>
      <vt:lpstr>Normalization and Database Design (2 of 6)</vt:lpstr>
      <vt:lpstr>Normalization and Database Design (3 of 6)</vt:lpstr>
      <vt:lpstr>Normalization and Database Design (4 of 6)</vt:lpstr>
      <vt:lpstr>Data-Modeling Checklist (1 of 6)</vt:lpstr>
      <vt:lpstr>Data-Modeling Checklist (2 of 6)</vt:lpstr>
      <vt:lpstr>Data-Modeling Checklist (3 of 6)</vt:lpstr>
      <vt:lpstr>Data-Modeling Checklist (4 of 6)</vt:lpstr>
      <vt:lpstr>Data-Modeling Checklist (5 of 6)</vt:lpstr>
      <vt:lpstr>Data-Modeling Checklist (6 of 6)</vt:lpstr>
      <vt:lpstr>Summary (1 of 2)</vt:lpstr>
      <vt:lpstr>Summary (2 of 2)</vt:lpstr>
      <vt:lpstr>Examples</vt:lpstr>
      <vt:lpstr>Exercise 1 Normalize the following database till 3rd normal form (show all steps UNF to 3NF). Create ERD also.</vt:lpstr>
      <vt:lpstr>PowerPoint Presentation</vt:lpstr>
      <vt:lpstr>Exercise 2 </vt:lpstr>
      <vt:lpstr>PowerPoint Presentation</vt:lpstr>
      <vt:lpstr>Exercise 3</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2017-08-21T20:34:09Z</dcterms:created>
  <dcterms:modified xsi:type="dcterms:W3CDTF">2023-10-01T15:45:46Z</dcterms:modified>
</cp:coreProperties>
</file>