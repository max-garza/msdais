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480" r:id="rId2"/>
    <p:sldId id="583" r:id="rId3"/>
    <p:sldId id="486" r:id="rId4"/>
    <p:sldId id="488" r:id="rId5"/>
    <p:sldId id="489" r:id="rId6"/>
    <p:sldId id="490" r:id="rId7"/>
    <p:sldId id="487" r:id="rId8"/>
    <p:sldId id="504" r:id="rId9"/>
    <p:sldId id="491" r:id="rId10"/>
    <p:sldId id="492" r:id="rId11"/>
    <p:sldId id="503" r:id="rId12"/>
    <p:sldId id="493" r:id="rId13"/>
    <p:sldId id="495" r:id="rId14"/>
    <p:sldId id="497" r:id="rId15"/>
    <p:sldId id="498" r:id="rId16"/>
    <p:sldId id="496" r:id="rId17"/>
    <p:sldId id="499" r:id="rId18"/>
    <p:sldId id="500" r:id="rId19"/>
    <p:sldId id="501" r:id="rId20"/>
    <p:sldId id="502" r:id="rId21"/>
    <p:sldId id="505" r:id="rId22"/>
    <p:sldId id="506" r:id="rId23"/>
    <p:sldId id="507" r:id="rId24"/>
    <p:sldId id="508" r:id="rId25"/>
    <p:sldId id="509" r:id="rId26"/>
    <p:sldId id="511" r:id="rId27"/>
    <p:sldId id="512" r:id="rId28"/>
    <p:sldId id="513" r:id="rId29"/>
    <p:sldId id="514" r:id="rId30"/>
    <p:sldId id="515" r:id="rId31"/>
    <p:sldId id="681" r:id="rId32"/>
    <p:sldId id="737" r:id="rId33"/>
    <p:sldId id="738" r:id="rId34"/>
    <p:sldId id="739"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7D6B"/>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55B582-E268-45AE-ACFA-E4D2A1A767F4}" v="1090" dt="2023-10-04T19:27:26.1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98" autoAdjust="0"/>
    <p:restoredTop sz="96247" autoAdjust="0"/>
  </p:normalViewPr>
  <p:slideViewPr>
    <p:cSldViewPr snapToGrid="0">
      <p:cViewPr varScale="1">
        <p:scale>
          <a:sx n="142" d="100"/>
          <a:sy n="142" d="100"/>
        </p:scale>
        <p:origin x="200" y="88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han Konur, Sahika" userId="739a6e03-9a4a-49c6-a350-571b31db94be" providerId="ADAL" clId="{B5F7AD7F-38DD-4B2F-A4A0-8D1126453A3C}"/>
    <pc:docChg chg="undo custSel delSld modSld">
      <pc:chgData name="Sahan Konur, Sahika" userId="739a6e03-9a4a-49c6-a350-571b31db94be" providerId="ADAL" clId="{B5F7AD7F-38DD-4B2F-A4A0-8D1126453A3C}" dt="2023-10-03T13:43:07.094" v="109" actId="1076"/>
      <pc:docMkLst>
        <pc:docMk/>
      </pc:docMkLst>
      <pc:sldChg chg="modSp mod">
        <pc:chgData name="Sahan Konur, Sahika" userId="739a6e03-9a4a-49c6-a350-571b31db94be" providerId="ADAL" clId="{B5F7AD7F-38DD-4B2F-A4A0-8D1126453A3C}" dt="2023-09-28T13:43:12.407" v="37" actId="27636"/>
        <pc:sldMkLst>
          <pc:docMk/>
          <pc:sldMk cId="3905814259" sldId="433"/>
        </pc:sldMkLst>
        <pc:spChg chg="mod">
          <ac:chgData name="Sahan Konur, Sahika" userId="739a6e03-9a4a-49c6-a350-571b31db94be" providerId="ADAL" clId="{B5F7AD7F-38DD-4B2F-A4A0-8D1126453A3C}" dt="2023-09-28T13:43:12.407" v="37" actId="27636"/>
          <ac:spMkLst>
            <pc:docMk/>
            <pc:sldMk cId="3905814259" sldId="433"/>
            <ac:spMk id="3" creationId="{00000000-0000-0000-0000-000000000000}"/>
          </ac:spMkLst>
        </pc:spChg>
      </pc:sldChg>
      <pc:sldChg chg="modSp mod modAnim">
        <pc:chgData name="Sahan Konur, Sahika" userId="739a6e03-9a4a-49c6-a350-571b31db94be" providerId="ADAL" clId="{B5F7AD7F-38DD-4B2F-A4A0-8D1126453A3C}" dt="2023-10-03T13:38:03.664" v="75" actId="20577"/>
        <pc:sldMkLst>
          <pc:docMk/>
          <pc:sldMk cId="3306214669" sldId="443"/>
        </pc:sldMkLst>
        <pc:spChg chg="mod">
          <ac:chgData name="Sahan Konur, Sahika" userId="739a6e03-9a4a-49c6-a350-571b31db94be" providerId="ADAL" clId="{B5F7AD7F-38DD-4B2F-A4A0-8D1126453A3C}" dt="2023-10-03T13:38:03.664" v="75" actId="20577"/>
          <ac:spMkLst>
            <pc:docMk/>
            <pc:sldMk cId="3306214669" sldId="443"/>
            <ac:spMk id="3" creationId="{00000000-0000-0000-0000-000000000000}"/>
          </ac:spMkLst>
        </pc:spChg>
      </pc:sldChg>
      <pc:sldChg chg="modSp mod">
        <pc:chgData name="Sahan Konur, Sahika" userId="739a6e03-9a4a-49c6-a350-571b31db94be" providerId="ADAL" clId="{B5F7AD7F-38DD-4B2F-A4A0-8D1126453A3C}" dt="2023-10-03T13:37:09.683" v="62" actId="1076"/>
        <pc:sldMkLst>
          <pc:docMk/>
          <pc:sldMk cId="4240178554" sldId="444"/>
        </pc:sldMkLst>
        <pc:spChg chg="mod">
          <ac:chgData name="Sahan Konur, Sahika" userId="739a6e03-9a4a-49c6-a350-571b31db94be" providerId="ADAL" clId="{B5F7AD7F-38DD-4B2F-A4A0-8D1126453A3C}" dt="2023-10-03T13:37:05.948" v="61" actId="27636"/>
          <ac:spMkLst>
            <pc:docMk/>
            <pc:sldMk cId="4240178554" sldId="444"/>
            <ac:spMk id="3" creationId="{00000000-0000-0000-0000-000000000000}"/>
          </ac:spMkLst>
        </pc:spChg>
        <pc:picChg chg="mod">
          <ac:chgData name="Sahan Konur, Sahika" userId="739a6e03-9a4a-49c6-a350-571b31db94be" providerId="ADAL" clId="{B5F7AD7F-38DD-4B2F-A4A0-8D1126453A3C}" dt="2023-10-03T13:37:09.683" v="62" actId="1076"/>
          <ac:picMkLst>
            <pc:docMk/>
            <pc:sldMk cId="4240178554" sldId="444"/>
            <ac:picMk id="6" creationId="{71597895-957D-445B-A7F9-2FB9DD731AFB}"/>
          </ac:picMkLst>
        </pc:picChg>
      </pc:sldChg>
      <pc:sldChg chg="modSp mod">
        <pc:chgData name="Sahan Konur, Sahika" userId="739a6e03-9a4a-49c6-a350-571b31db94be" providerId="ADAL" clId="{B5F7AD7F-38DD-4B2F-A4A0-8D1126453A3C}" dt="2023-09-28T13:43:12.901" v="40" actId="27636"/>
        <pc:sldMkLst>
          <pc:docMk/>
          <pc:sldMk cId="1534486827" sldId="445"/>
        </pc:sldMkLst>
        <pc:spChg chg="mod">
          <ac:chgData name="Sahan Konur, Sahika" userId="739a6e03-9a4a-49c6-a350-571b31db94be" providerId="ADAL" clId="{B5F7AD7F-38DD-4B2F-A4A0-8D1126453A3C}" dt="2023-09-28T13:43:12.901" v="40" actId="27636"/>
          <ac:spMkLst>
            <pc:docMk/>
            <pc:sldMk cId="1534486827" sldId="445"/>
            <ac:spMk id="3" creationId="{00000000-0000-0000-0000-000000000000}"/>
          </ac:spMkLst>
        </pc:spChg>
      </pc:sldChg>
      <pc:sldChg chg="modSp mod">
        <pc:chgData name="Sahan Konur, Sahika" userId="739a6e03-9a4a-49c6-a350-571b31db94be" providerId="ADAL" clId="{B5F7AD7F-38DD-4B2F-A4A0-8D1126453A3C}" dt="2023-09-28T13:43:12.910" v="41" actId="27636"/>
        <pc:sldMkLst>
          <pc:docMk/>
          <pc:sldMk cId="294325588" sldId="447"/>
        </pc:sldMkLst>
        <pc:spChg chg="mod">
          <ac:chgData name="Sahan Konur, Sahika" userId="739a6e03-9a4a-49c6-a350-571b31db94be" providerId="ADAL" clId="{B5F7AD7F-38DD-4B2F-A4A0-8D1126453A3C}" dt="2023-09-28T13:43:12.910" v="41" actId="27636"/>
          <ac:spMkLst>
            <pc:docMk/>
            <pc:sldMk cId="294325588" sldId="447"/>
            <ac:spMk id="3" creationId="{00000000-0000-0000-0000-000000000000}"/>
          </ac:spMkLst>
        </pc:spChg>
      </pc:sldChg>
      <pc:sldChg chg="modSp mod">
        <pc:chgData name="Sahan Konur, Sahika" userId="739a6e03-9a4a-49c6-a350-571b31db94be" providerId="ADAL" clId="{B5F7AD7F-38DD-4B2F-A4A0-8D1126453A3C}" dt="2023-09-28T13:43:13.035" v="42" actId="27636"/>
        <pc:sldMkLst>
          <pc:docMk/>
          <pc:sldMk cId="304783911" sldId="450"/>
        </pc:sldMkLst>
        <pc:spChg chg="mod">
          <ac:chgData name="Sahan Konur, Sahika" userId="739a6e03-9a4a-49c6-a350-571b31db94be" providerId="ADAL" clId="{B5F7AD7F-38DD-4B2F-A4A0-8D1126453A3C}" dt="2023-09-28T13:43:13.035" v="42" actId="27636"/>
          <ac:spMkLst>
            <pc:docMk/>
            <pc:sldMk cId="304783911" sldId="450"/>
            <ac:spMk id="3" creationId="{00000000-0000-0000-0000-000000000000}"/>
          </ac:spMkLst>
        </pc:spChg>
      </pc:sldChg>
      <pc:sldChg chg="modSp mod">
        <pc:chgData name="Sahan Konur, Sahika" userId="739a6e03-9a4a-49c6-a350-571b31db94be" providerId="ADAL" clId="{B5F7AD7F-38DD-4B2F-A4A0-8D1126453A3C}" dt="2023-09-28T13:43:13.145" v="43" actId="27636"/>
        <pc:sldMkLst>
          <pc:docMk/>
          <pc:sldMk cId="2749133394" sldId="454"/>
        </pc:sldMkLst>
        <pc:spChg chg="mod">
          <ac:chgData name="Sahan Konur, Sahika" userId="739a6e03-9a4a-49c6-a350-571b31db94be" providerId="ADAL" clId="{B5F7AD7F-38DD-4B2F-A4A0-8D1126453A3C}" dt="2023-09-28T13:43:13.145" v="43" actId="27636"/>
          <ac:spMkLst>
            <pc:docMk/>
            <pc:sldMk cId="2749133394" sldId="454"/>
            <ac:spMk id="3" creationId="{00000000-0000-0000-0000-000000000000}"/>
          </ac:spMkLst>
        </pc:spChg>
      </pc:sldChg>
      <pc:sldChg chg="modSp mod">
        <pc:chgData name="Sahan Konur, Sahika" userId="739a6e03-9a4a-49c6-a350-571b31db94be" providerId="ADAL" clId="{B5F7AD7F-38DD-4B2F-A4A0-8D1126453A3C}" dt="2023-09-28T13:43:13.192" v="44" actId="27636"/>
        <pc:sldMkLst>
          <pc:docMk/>
          <pc:sldMk cId="2022482673" sldId="455"/>
        </pc:sldMkLst>
        <pc:spChg chg="mod">
          <ac:chgData name="Sahan Konur, Sahika" userId="739a6e03-9a4a-49c6-a350-571b31db94be" providerId="ADAL" clId="{B5F7AD7F-38DD-4B2F-A4A0-8D1126453A3C}" dt="2023-09-28T13:43:13.192" v="44" actId="27636"/>
          <ac:spMkLst>
            <pc:docMk/>
            <pc:sldMk cId="2022482673" sldId="455"/>
            <ac:spMk id="3" creationId="{00000000-0000-0000-0000-000000000000}"/>
          </ac:spMkLst>
        </pc:spChg>
      </pc:sldChg>
      <pc:sldChg chg="modSp mod">
        <pc:chgData name="Sahan Konur, Sahika" userId="739a6e03-9a4a-49c6-a350-571b31db94be" providerId="ADAL" clId="{B5F7AD7F-38DD-4B2F-A4A0-8D1126453A3C}" dt="2023-10-03T13:39:11.149" v="77" actId="27636"/>
        <pc:sldMkLst>
          <pc:docMk/>
          <pc:sldMk cId="3733598767" sldId="459"/>
        </pc:sldMkLst>
        <pc:spChg chg="mod">
          <ac:chgData name="Sahan Konur, Sahika" userId="739a6e03-9a4a-49c6-a350-571b31db94be" providerId="ADAL" clId="{B5F7AD7F-38DD-4B2F-A4A0-8D1126453A3C}" dt="2023-10-03T13:39:11.149" v="77" actId="27636"/>
          <ac:spMkLst>
            <pc:docMk/>
            <pc:sldMk cId="3733598767" sldId="459"/>
            <ac:spMk id="3" creationId="{00000000-0000-0000-0000-000000000000}"/>
          </ac:spMkLst>
        </pc:spChg>
      </pc:sldChg>
      <pc:sldChg chg="modSp mod">
        <pc:chgData name="Sahan Konur, Sahika" userId="739a6e03-9a4a-49c6-a350-571b31db94be" providerId="ADAL" clId="{B5F7AD7F-38DD-4B2F-A4A0-8D1126453A3C}" dt="2023-10-03T13:41:17.307" v="97" actId="20577"/>
        <pc:sldMkLst>
          <pc:docMk/>
          <pc:sldMk cId="1411247834" sldId="468"/>
        </pc:sldMkLst>
        <pc:spChg chg="mod">
          <ac:chgData name="Sahan Konur, Sahika" userId="739a6e03-9a4a-49c6-a350-571b31db94be" providerId="ADAL" clId="{B5F7AD7F-38DD-4B2F-A4A0-8D1126453A3C}" dt="2023-10-03T13:41:17.307" v="97" actId="20577"/>
          <ac:spMkLst>
            <pc:docMk/>
            <pc:sldMk cId="1411247834" sldId="468"/>
            <ac:spMk id="2" creationId="{00000000-0000-0000-0000-000000000000}"/>
          </ac:spMkLst>
        </pc:spChg>
        <pc:spChg chg="mod">
          <ac:chgData name="Sahan Konur, Sahika" userId="739a6e03-9a4a-49c6-a350-571b31db94be" providerId="ADAL" clId="{B5F7AD7F-38DD-4B2F-A4A0-8D1126453A3C}" dt="2023-10-03T13:39:55.399" v="85" actId="20577"/>
          <ac:spMkLst>
            <pc:docMk/>
            <pc:sldMk cId="1411247834" sldId="468"/>
            <ac:spMk id="9" creationId="{D1BC390D-0B34-4C49-81F8-4344B6CC9208}"/>
          </ac:spMkLst>
        </pc:spChg>
        <pc:spChg chg="mod">
          <ac:chgData name="Sahan Konur, Sahika" userId="739a6e03-9a4a-49c6-a350-571b31db94be" providerId="ADAL" clId="{B5F7AD7F-38DD-4B2F-A4A0-8D1126453A3C}" dt="2023-10-03T13:40:02.930" v="90" actId="20577"/>
          <ac:spMkLst>
            <pc:docMk/>
            <pc:sldMk cId="1411247834" sldId="468"/>
            <ac:spMk id="10" creationId="{79462F2B-AA29-4F49-9573-F82593C5962E}"/>
          </ac:spMkLst>
        </pc:spChg>
        <pc:spChg chg="mod">
          <ac:chgData name="Sahan Konur, Sahika" userId="739a6e03-9a4a-49c6-a350-571b31db94be" providerId="ADAL" clId="{B5F7AD7F-38DD-4B2F-A4A0-8D1126453A3C}" dt="2023-10-03T13:39:59.172" v="87" actId="20577"/>
          <ac:spMkLst>
            <pc:docMk/>
            <pc:sldMk cId="1411247834" sldId="468"/>
            <ac:spMk id="11" creationId="{B09DE1AB-FAA6-4377-B664-4C9AF76AC46C}"/>
          </ac:spMkLst>
        </pc:spChg>
        <pc:spChg chg="mod">
          <ac:chgData name="Sahan Konur, Sahika" userId="739a6e03-9a4a-49c6-a350-571b31db94be" providerId="ADAL" clId="{B5F7AD7F-38DD-4B2F-A4A0-8D1126453A3C}" dt="2023-10-03T13:40:11.402" v="94" actId="20577"/>
          <ac:spMkLst>
            <pc:docMk/>
            <pc:sldMk cId="1411247834" sldId="468"/>
            <ac:spMk id="14" creationId="{ED3321D7-6B9B-464E-A25D-93B37F3E6C19}"/>
          </ac:spMkLst>
        </pc:spChg>
      </pc:sldChg>
      <pc:sldChg chg="modSp mod">
        <pc:chgData name="Sahan Konur, Sahika" userId="739a6e03-9a4a-49c6-a350-571b31db94be" providerId="ADAL" clId="{B5F7AD7F-38DD-4B2F-A4A0-8D1126453A3C}" dt="2023-10-03T13:41:14.669" v="96" actId="20577"/>
        <pc:sldMkLst>
          <pc:docMk/>
          <pc:sldMk cId="2075008771" sldId="469"/>
        </pc:sldMkLst>
        <pc:spChg chg="mod">
          <ac:chgData name="Sahan Konur, Sahika" userId="739a6e03-9a4a-49c6-a350-571b31db94be" providerId="ADAL" clId="{B5F7AD7F-38DD-4B2F-A4A0-8D1126453A3C}" dt="2023-10-03T13:41:14.669" v="96" actId="20577"/>
          <ac:spMkLst>
            <pc:docMk/>
            <pc:sldMk cId="2075008771" sldId="469"/>
            <ac:spMk id="2" creationId="{00000000-0000-0000-0000-000000000000}"/>
          </ac:spMkLst>
        </pc:spChg>
      </pc:sldChg>
      <pc:sldChg chg="del">
        <pc:chgData name="Sahan Konur, Sahika" userId="739a6e03-9a4a-49c6-a350-571b31db94be" providerId="ADAL" clId="{B5F7AD7F-38DD-4B2F-A4A0-8D1126453A3C}" dt="2023-09-28T13:38:31.100" v="15" actId="47"/>
        <pc:sldMkLst>
          <pc:docMk/>
          <pc:sldMk cId="4133845958" sldId="470"/>
        </pc:sldMkLst>
      </pc:sldChg>
      <pc:sldChg chg="del">
        <pc:chgData name="Sahan Konur, Sahika" userId="739a6e03-9a4a-49c6-a350-571b31db94be" providerId="ADAL" clId="{B5F7AD7F-38DD-4B2F-A4A0-8D1126453A3C}" dt="2023-09-28T13:38:33.393" v="16" actId="47"/>
        <pc:sldMkLst>
          <pc:docMk/>
          <pc:sldMk cId="3578113126" sldId="471"/>
        </pc:sldMkLst>
      </pc:sldChg>
      <pc:sldChg chg="modSp mod">
        <pc:chgData name="Sahan Konur, Sahika" userId="739a6e03-9a4a-49c6-a350-571b31db94be" providerId="ADAL" clId="{B5F7AD7F-38DD-4B2F-A4A0-8D1126453A3C}" dt="2023-09-28T13:43:46.738" v="54" actId="20577"/>
        <pc:sldMkLst>
          <pc:docMk/>
          <pc:sldMk cId="3134105533" sldId="480"/>
        </pc:sldMkLst>
        <pc:spChg chg="mod">
          <ac:chgData name="Sahan Konur, Sahika" userId="739a6e03-9a4a-49c6-a350-571b31db94be" providerId="ADAL" clId="{B5F7AD7F-38DD-4B2F-A4A0-8D1126453A3C}" dt="2023-09-28T13:43:46.738" v="54" actId="20577"/>
          <ac:spMkLst>
            <pc:docMk/>
            <pc:sldMk cId="3134105533" sldId="480"/>
            <ac:spMk id="2" creationId="{00000000-0000-0000-0000-000000000000}"/>
          </ac:spMkLst>
        </pc:spChg>
        <pc:spChg chg="mod">
          <ac:chgData name="Sahan Konur, Sahika" userId="739a6e03-9a4a-49c6-a350-571b31db94be" providerId="ADAL" clId="{B5F7AD7F-38DD-4B2F-A4A0-8D1126453A3C}" dt="2023-09-28T13:43:12.329" v="36" actId="27636"/>
          <ac:spMkLst>
            <pc:docMk/>
            <pc:sldMk cId="3134105533" sldId="480"/>
            <ac:spMk id="3" creationId="{00000000-0000-0000-0000-000000000000}"/>
          </ac:spMkLst>
        </pc:spChg>
      </pc:sldChg>
      <pc:sldChg chg="modSp mod">
        <pc:chgData name="Sahan Konur, Sahika" userId="739a6e03-9a4a-49c6-a350-571b31db94be" providerId="ADAL" clId="{B5F7AD7F-38DD-4B2F-A4A0-8D1126453A3C}" dt="2023-09-28T13:39:09.889" v="18" actId="33524"/>
        <pc:sldMkLst>
          <pc:docMk/>
          <pc:sldMk cId="1138012444" sldId="490"/>
        </pc:sldMkLst>
        <pc:spChg chg="mod">
          <ac:chgData name="Sahan Konur, Sahika" userId="739a6e03-9a4a-49c6-a350-571b31db94be" providerId="ADAL" clId="{B5F7AD7F-38DD-4B2F-A4A0-8D1126453A3C}" dt="2023-09-28T13:39:09.889" v="18" actId="33524"/>
          <ac:spMkLst>
            <pc:docMk/>
            <pc:sldMk cId="1138012444" sldId="490"/>
            <ac:spMk id="3" creationId="{00000000-0000-0000-0000-000000000000}"/>
          </ac:spMkLst>
        </pc:spChg>
      </pc:sldChg>
      <pc:sldChg chg="modAnim">
        <pc:chgData name="Sahan Konur, Sahika" userId="739a6e03-9a4a-49c6-a350-571b31db94be" providerId="ADAL" clId="{B5F7AD7F-38DD-4B2F-A4A0-8D1126453A3C}" dt="2023-09-28T13:42:39.999" v="29"/>
        <pc:sldMkLst>
          <pc:docMk/>
          <pc:sldMk cId="3463519250" sldId="491"/>
        </pc:sldMkLst>
      </pc:sldChg>
      <pc:sldChg chg="modAnim">
        <pc:chgData name="Sahan Konur, Sahika" userId="739a6e03-9a4a-49c6-a350-571b31db94be" providerId="ADAL" clId="{B5F7AD7F-38DD-4B2F-A4A0-8D1126453A3C}" dt="2023-09-28T13:42:45.993" v="30"/>
        <pc:sldMkLst>
          <pc:docMk/>
          <pc:sldMk cId="802822268" sldId="492"/>
        </pc:sldMkLst>
      </pc:sldChg>
      <pc:sldChg chg="addSp modSp modAnim">
        <pc:chgData name="Sahan Konur, Sahika" userId="739a6e03-9a4a-49c6-a350-571b31db94be" providerId="ADAL" clId="{B5F7AD7F-38DD-4B2F-A4A0-8D1126453A3C}" dt="2023-09-28T13:43:21.464" v="48" actId="571"/>
        <pc:sldMkLst>
          <pc:docMk/>
          <pc:sldMk cId="3146158702" sldId="495"/>
        </pc:sldMkLst>
        <pc:spChg chg="add mod">
          <ac:chgData name="Sahan Konur, Sahika" userId="739a6e03-9a4a-49c6-a350-571b31db94be" providerId="ADAL" clId="{B5F7AD7F-38DD-4B2F-A4A0-8D1126453A3C}" dt="2023-09-28T13:43:12.313" v="35" actId="571"/>
          <ac:spMkLst>
            <pc:docMk/>
            <pc:sldMk cId="3146158702" sldId="495"/>
            <ac:spMk id="10" creationId="{3E365B13-0C42-F9C4-DF88-A4219C2B4257}"/>
          </ac:spMkLst>
        </pc:spChg>
        <pc:spChg chg="add mod">
          <ac:chgData name="Sahan Konur, Sahika" userId="739a6e03-9a4a-49c6-a350-571b31db94be" providerId="ADAL" clId="{B5F7AD7F-38DD-4B2F-A4A0-8D1126453A3C}" dt="2023-09-28T13:43:12.313" v="35" actId="571"/>
          <ac:spMkLst>
            <pc:docMk/>
            <pc:sldMk cId="3146158702" sldId="495"/>
            <ac:spMk id="11" creationId="{50D107C4-692C-CEDA-F3D0-95683EC1D0E7}"/>
          </ac:spMkLst>
        </pc:spChg>
        <pc:spChg chg="add mod">
          <ac:chgData name="Sahan Konur, Sahika" userId="739a6e03-9a4a-49c6-a350-571b31db94be" providerId="ADAL" clId="{B5F7AD7F-38DD-4B2F-A4A0-8D1126453A3C}" dt="2023-09-28T13:43:12.313" v="35" actId="571"/>
          <ac:spMkLst>
            <pc:docMk/>
            <pc:sldMk cId="3146158702" sldId="495"/>
            <ac:spMk id="12" creationId="{CE4C6940-6BAF-A8E6-4D17-8F33487AB4B8}"/>
          </ac:spMkLst>
        </pc:spChg>
        <pc:spChg chg="add mod">
          <ac:chgData name="Sahan Konur, Sahika" userId="739a6e03-9a4a-49c6-a350-571b31db94be" providerId="ADAL" clId="{B5F7AD7F-38DD-4B2F-A4A0-8D1126453A3C}" dt="2023-09-28T13:43:21.464" v="48" actId="571"/>
          <ac:spMkLst>
            <pc:docMk/>
            <pc:sldMk cId="3146158702" sldId="495"/>
            <ac:spMk id="13" creationId="{49EAC360-F6C9-3932-7AF6-F7DAED70EB97}"/>
          </ac:spMkLst>
        </pc:spChg>
        <pc:spChg chg="add mod">
          <ac:chgData name="Sahan Konur, Sahika" userId="739a6e03-9a4a-49c6-a350-571b31db94be" providerId="ADAL" clId="{B5F7AD7F-38DD-4B2F-A4A0-8D1126453A3C}" dt="2023-09-28T13:43:21.464" v="48" actId="571"/>
          <ac:spMkLst>
            <pc:docMk/>
            <pc:sldMk cId="3146158702" sldId="495"/>
            <ac:spMk id="14" creationId="{23C1E2A5-4595-1560-7F9D-D16FADB7763C}"/>
          </ac:spMkLst>
        </pc:spChg>
        <pc:spChg chg="add mod">
          <ac:chgData name="Sahan Konur, Sahika" userId="739a6e03-9a4a-49c6-a350-571b31db94be" providerId="ADAL" clId="{B5F7AD7F-38DD-4B2F-A4A0-8D1126453A3C}" dt="2023-09-28T13:43:21.464" v="48" actId="571"/>
          <ac:spMkLst>
            <pc:docMk/>
            <pc:sldMk cId="3146158702" sldId="495"/>
            <ac:spMk id="15" creationId="{CE17039E-7683-0628-54A7-79DF0399257F}"/>
          </ac:spMkLst>
        </pc:spChg>
      </pc:sldChg>
      <pc:sldChg chg="modSp mod modAnim">
        <pc:chgData name="Sahan Konur, Sahika" userId="739a6e03-9a4a-49c6-a350-571b31db94be" providerId="ADAL" clId="{B5F7AD7F-38DD-4B2F-A4A0-8D1126453A3C}" dt="2023-10-03T13:43:07.094" v="109" actId="1076"/>
        <pc:sldMkLst>
          <pc:docMk/>
          <pc:sldMk cId="4077784373" sldId="579"/>
        </pc:sldMkLst>
        <pc:spChg chg="mod">
          <ac:chgData name="Sahan Konur, Sahika" userId="739a6e03-9a4a-49c6-a350-571b31db94be" providerId="ADAL" clId="{B5F7AD7F-38DD-4B2F-A4A0-8D1126453A3C}" dt="2023-10-03T13:42:56.260" v="108" actId="20577"/>
          <ac:spMkLst>
            <pc:docMk/>
            <pc:sldMk cId="4077784373" sldId="579"/>
            <ac:spMk id="3" creationId="{00000000-0000-0000-0000-000000000000}"/>
          </ac:spMkLst>
        </pc:spChg>
        <pc:graphicFrameChg chg="mod">
          <ac:chgData name="Sahan Konur, Sahika" userId="739a6e03-9a4a-49c6-a350-571b31db94be" providerId="ADAL" clId="{B5F7AD7F-38DD-4B2F-A4A0-8D1126453A3C}" dt="2023-10-03T13:43:07.094" v="109" actId="1076"/>
          <ac:graphicFrameMkLst>
            <pc:docMk/>
            <pc:sldMk cId="4077784373" sldId="579"/>
            <ac:graphicFrameMk id="7" creationId="{81836B20-4F2A-4C5E-A658-B6785CAC6517}"/>
          </ac:graphicFrameMkLst>
        </pc:graphicFrameChg>
      </pc:sldChg>
      <pc:sldChg chg="modSp mod">
        <pc:chgData name="Sahan Konur, Sahika" userId="739a6e03-9a4a-49c6-a350-571b31db94be" providerId="ADAL" clId="{B5F7AD7F-38DD-4B2F-A4A0-8D1126453A3C}" dt="2023-10-03T13:41:21.740" v="98" actId="20577"/>
        <pc:sldMkLst>
          <pc:docMk/>
          <pc:sldMk cId="2219241052" sldId="581"/>
        </pc:sldMkLst>
        <pc:spChg chg="mod">
          <ac:chgData name="Sahan Konur, Sahika" userId="739a6e03-9a4a-49c6-a350-571b31db94be" providerId="ADAL" clId="{B5F7AD7F-38DD-4B2F-A4A0-8D1126453A3C}" dt="2023-10-03T13:41:21.740" v="98" actId="20577"/>
          <ac:spMkLst>
            <pc:docMk/>
            <pc:sldMk cId="2219241052" sldId="581"/>
            <ac:spMk id="3" creationId="{00000000-0000-0000-0000-000000000000}"/>
          </ac:spMkLst>
        </pc:spChg>
      </pc:sldChg>
      <pc:sldChg chg="del">
        <pc:chgData name="Sahan Konur, Sahika" userId="739a6e03-9a4a-49c6-a350-571b31db94be" providerId="ADAL" clId="{B5F7AD7F-38DD-4B2F-A4A0-8D1126453A3C}" dt="2023-10-03T13:40:58.915" v="95" actId="47"/>
        <pc:sldMkLst>
          <pc:docMk/>
          <pc:sldMk cId="705364686" sldId="584"/>
        </pc:sldMkLst>
      </pc:sldChg>
    </pc:docChg>
  </pc:docChgLst>
  <pc:docChgLst>
    <pc:chgData name="Sahan Konur, Sahika" userId="739a6e03-9a4a-49c6-a350-571b31db94be" providerId="ADAL" clId="{F455B582-E268-45AE-ACFA-E4D2A1A767F4}"/>
    <pc:docChg chg="undo custSel addSld delSld modSld">
      <pc:chgData name="Sahan Konur, Sahika" userId="739a6e03-9a4a-49c6-a350-571b31db94be" providerId="ADAL" clId="{F455B582-E268-45AE-ACFA-E4D2A1A767F4}" dt="2023-10-04T19:27:26.114" v="4924" actId="20577"/>
      <pc:docMkLst>
        <pc:docMk/>
      </pc:docMkLst>
      <pc:sldChg chg="modSp mod">
        <pc:chgData name="Sahan Konur, Sahika" userId="739a6e03-9a4a-49c6-a350-571b31db94be" providerId="ADAL" clId="{F455B582-E268-45AE-ACFA-E4D2A1A767F4}" dt="2023-10-03T13:48:50.922" v="206" actId="20577"/>
        <pc:sldMkLst>
          <pc:docMk/>
          <pc:sldMk cId="2474569206" sldId="260"/>
        </pc:sldMkLst>
        <pc:spChg chg="mod">
          <ac:chgData name="Sahan Konur, Sahika" userId="739a6e03-9a4a-49c6-a350-571b31db94be" providerId="ADAL" clId="{F455B582-E268-45AE-ACFA-E4D2A1A767F4}" dt="2023-10-03T13:48:50.922" v="206" actId="20577"/>
          <ac:spMkLst>
            <pc:docMk/>
            <pc:sldMk cId="2474569206" sldId="260"/>
            <ac:spMk id="3" creationId="{00000000-0000-0000-0000-000000000000}"/>
          </ac:spMkLst>
        </pc:spChg>
      </pc:sldChg>
      <pc:sldChg chg="del">
        <pc:chgData name="Sahan Konur, Sahika" userId="739a6e03-9a4a-49c6-a350-571b31db94be" providerId="ADAL" clId="{F455B582-E268-45AE-ACFA-E4D2A1A767F4}" dt="2023-10-03T13:48:03.397" v="127" actId="47"/>
        <pc:sldMkLst>
          <pc:docMk/>
          <pc:sldMk cId="0" sldId="398"/>
        </pc:sldMkLst>
      </pc:sldChg>
      <pc:sldChg chg="del">
        <pc:chgData name="Sahan Konur, Sahika" userId="739a6e03-9a4a-49c6-a350-571b31db94be" providerId="ADAL" clId="{F455B582-E268-45AE-ACFA-E4D2A1A767F4}" dt="2023-10-03T13:47:49.789" v="89" actId="47"/>
        <pc:sldMkLst>
          <pc:docMk/>
          <pc:sldMk cId="3905814259" sldId="433"/>
        </pc:sldMkLst>
      </pc:sldChg>
      <pc:sldChg chg="del">
        <pc:chgData name="Sahan Konur, Sahika" userId="739a6e03-9a4a-49c6-a350-571b31db94be" providerId="ADAL" clId="{F455B582-E268-45AE-ACFA-E4D2A1A767F4}" dt="2023-10-03T13:47:49.937" v="90" actId="47"/>
        <pc:sldMkLst>
          <pc:docMk/>
          <pc:sldMk cId="3167293504" sldId="434"/>
        </pc:sldMkLst>
      </pc:sldChg>
      <pc:sldChg chg="del">
        <pc:chgData name="Sahan Konur, Sahika" userId="739a6e03-9a4a-49c6-a350-571b31db94be" providerId="ADAL" clId="{F455B582-E268-45AE-ACFA-E4D2A1A767F4}" dt="2023-10-03T13:47:50.239" v="91" actId="47"/>
        <pc:sldMkLst>
          <pc:docMk/>
          <pc:sldMk cId="1348700915" sldId="435"/>
        </pc:sldMkLst>
      </pc:sldChg>
      <pc:sldChg chg="del">
        <pc:chgData name="Sahan Konur, Sahika" userId="739a6e03-9a4a-49c6-a350-571b31db94be" providerId="ADAL" clId="{F455B582-E268-45AE-ACFA-E4D2A1A767F4}" dt="2023-10-03T13:47:50.442" v="92" actId="47"/>
        <pc:sldMkLst>
          <pc:docMk/>
          <pc:sldMk cId="3090380045" sldId="436"/>
        </pc:sldMkLst>
      </pc:sldChg>
      <pc:sldChg chg="del">
        <pc:chgData name="Sahan Konur, Sahika" userId="739a6e03-9a4a-49c6-a350-571b31db94be" providerId="ADAL" clId="{F455B582-E268-45AE-ACFA-E4D2A1A767F4}" dt="2023-10-03T13:47:50.637" v="93" actId="47"/>
        <pc:sldMkLst>
          <pc:docMk/>
          <pc:sldMk cId="1099556603" sldId="437"/>
        </pc:sldMkLst>
      </pc:sldChg>
      <pc:sldChg chg="del">
        <pc:chgData name="Sahan Konur, Sahika" userId="739a6e03-9a4a-49c6-a350-571b31db94be" providerId="ADAL" clId="{F455B582-E268-45AE-ACFA-E4D2A1A767F4}" dt="2023-10-03T13:47:51.028" v="95" actId="47"/>
        <pc:sldMkLst>
          <pc:docMk/>
          <pc:sldMk cId="556526753" sldId="442"/>
        </pc:sldMkLst>
      </pc:sldChg>
      <pc:sldChg chg="del">
        <pc:chgData name="Sahan Konur, Sahika" userId="739a6e03-9a4a-49c6-a350-571b31db94be" providerId="ADAL" clId="{F455B582-E268-45AE-ACFA-E4D2A1A767F4}" dt="2023-10-03T13:47:51.481" v="97" actId="47"/>
        <pc:sldMkLst>
          <pc:docMk/>
          <pc:sldMk cId="3306214669" sldId="443"/>
        </pc:sldMkLst>
      </pc:sldChg>
      <pc:sldChg chg="del">
        <pc:chgData name="Sahan Konur, Sahika" userId="739a6e03-9a4a-49c6-a350-571b31db94be" providerId="ADAL" clId="{F455B582-E268-45AE-ACFA-E4D2A1A767F4}" dt="2023-10-03T13:47:51.279" v="96" actId="47"/>
        <pc:sldMkLst>
          <pc:docMk/>
          <pc:sldMk cId="4240178554" sldId="444"/>
        </pc:sldMkLst>
      </pc:sldChg>
      <pc:sldChg chg="del">
        <pc:chgData name="Sahan Konur, Sahika" userId="739a6e03-9a4a-49c6-a350-571b31db94be" providerId="ADAL" clId="{F455B582-E268-45AE-ACFA-E4D2A1A767F4}" dt="2023-10-03T13:47:51.648" v="98" actId="47"/>
        <pc:sldMkLst>
          <pc:docMk/>
          <pc:sldMk cId="1534486827" sldId="445"/>
        </pc:sldMkLst>
      </pc:sldChg>
      <pc:sldChg chg="del">
        <pc:chgData name="Sahan Konur, Sahika" userId="739a6e03-9a4a-49c6-a350-571b31db94be" providerId="ADAL" clId="{F455B582-E268-45AE-ACFA-E4D2A1A767F4}" dt="2023-10-03T13:47:51.861" v="99" actId="47"/>
        <pc:sldMkLst>
          <pc:docMk/>
          <pc:sldMk cId="31705267" sldId="446"/>
        </pc:sldMkLst>
      </pc:sldChg>
      <pc:sldChg chg="del">
        <pc:chgData name="Sahan Konur, Sahika" userId="739a6e03-9a4a-49c6-a350-571b31db94be" providerId="ADAL" clId="{F455B582-E268-45AE-ACFA-E4D2A1A767F4}" dt="2023-10-03T13:47:52.077" v="100" actId="47"/>
        <pc:sldMkLst>
          <pc:docMk/>
          <pc:sldMk cId="294325588" sldId="447"/>
        </pc:sldMkLst>
      </pc:sldChg>
      <pc:sldChg chg="del">
        <pc:chgData name="Sahan Konur, Sahika" userId="739a6e03-9a4a-49c6-a350-571b31db94be" providerId="ADAL" clId="{F455B582-E268-45AE-ACFA-E4D2A1A767F4}" dt="2023-10-03T13:47:52.688" v="102" actId="47"/>
        <pc:sldMkLst>
          <pc:docMk/>
          <pc:sldMk cId="1175170991" sldId="448"/>
        </pc:sldMkLst>
      </pc:sldChg>
      <pc:sldChg chg="del">
        <pc:chgData name="Sahan Konur, Sahika" userId="739a6e03-9a4a-49c6-a350-571b31db94be" providerId="ADAL" clId="{F455B582-E268-45AE-ACFA-E4D2A1A767F4}" dt="2023-10-03T13:47:53.018" v="103" actId="47"/>
        <pc:sldMkLst>
          <pc:docMk/>
          <pc:sldMk cId="3417279906" sldId="449"/>
        </pc:sldMkLst>
      </pc:sldChg>
      <pc:sldChg chg="del">
        <pc:chgData name="Sahan Konur, Sahika" userId="739a6e03-9a4a-49c6-a350-571b31db94be" providerId="ADAL" clId="{F455B582-E268-45AE-ACFA-E4D2A1A767F4}" dt="2023-10-03T13:47:52.430" v="101" actId="47"/>
        <pc:sldMkLst>
          <pc:docMk/>
          <pc:sldMk cId="304783911" sldId="450"/>
        </pc:sldMkLst>
      </pc:sldChg>
      <pc:sldChg chg="del">
        <pc:chgData name="Sahan Konur, Sahika" userId="739a6e03-9a4a-49c6-a350-571b31db94be" providerId="ADAL" clId="{F455B582-E268-45AE-ACFA-E4D2A1A767F4}" dt="2023-10-03T13:47:53.278" v="104" actId="47"/>
        <pc:sldMkLst>
          <pc:docMk/>
          <pc:sldMk cId="1747895579" sldId="452"/>
        </pc:sldMkLst>
      </pc:sldChg>
      <pc:sldChg chg="del">
        <pc:chgData name="Sahan Konur, Sahika" userId="739a6e03-9a4a-49c6-a350-571b31db94be" providerId="ADAL" clId="{F455B582-E268-45AE-ACFA-E4D2A1A767F4}" dt="2023-10-03T13:47:53.597" v="105" actId="47"/>
        <pc:sldMkLst>
          <pc:docMk/>
          <pc:sldMk cId="3448416443" sldId="453"/>
        </pc:sldMkLst>
      </pc:sldChg>
      <pc:sldChg chg="del">
        <pc:chgData name="Sahan Konur, Sahika" userId="739a6e03-9a4a-49c6-a350-571b31db94be" providerId="ADAL" clId="{F455B582-E268-45AE-ACFA-E4D2A1A767F4}" dt="2023-10-03T13:47:53.828" v="106" actId="47"/>
        <pc:sldMkLst>
          <pc:docMk/>
          <pc:sldMk cId="2749133394" sldId="454"/>
        </pc:sldMkLst>
      </pc:sldChg>
      <pc:sldChg chg="del">
        <pc:chgData name="Sahan Konur, Sahika" userId="739a6e03-9a4a-49c6-a350-571b31db94be" providerId="ADAL" clId="{F455B582-E268-45AE-ACFA-E4D2A1A767F4}" dt="2023-10-03T13:47:54.050" v="107" actId="47"/>
        <pc:sldMkLst>
          <pc:docMk/>
          <pc:sldMk cId="2022482673" sldId="455"/>
        </pc:sldMkLst>
      </pc:sldChg>
      <pc:sldChg chg="del">
        <pc:chgData name="Sahan Konur, Sahika" userId="739a6e03-9a4a-49c6-a350-571b31db94be" providerId="ADAL" clId="{F455B582-E268-45AE-ACFA-E4D2A1A767F4}" dt="2023-10-03T13:47:54.362" v="108" actId="47"/>
        <pc:sldMkLst>
          <pc:docMk/>
          <pc:sldMk cId="2177133540" sldId="456"/>
        </pc:sldMkLst>
      </pc:sldChg>
      <pc:sldChg chg="del">
        <pc:chgData name="Sahan Konur, Sahika" userId="739a6e03-9a4a-49c6-a350-571b31db94be" providerId="ADAL" clId="{F455B582-E268-45AE-ACFA-E4D2A1A767F4}" dt="2023-10-03T13:47:54.759" v="109" actId="47"/>
        <pc:sldMkLst>
          <pc:docMk/>
          <pc:sldMk cId="2399350520" sldId="457"/>
        </pc:sldMkLst>
      </pc:sldChg>
      <pc:sldChg chg="del">
        <pc:chgData name="Sahan Konur, Sahika" userId="739a6e03-9a4a-49c6-a350-571b31db94be" providerId="ADAL" clId="{F455B582-E268-45AE-ACFA-E4D2A1A767F4}" dt="2023-10-03T13:47:55.104" v="110" actId="47"/>
        <pc:sldMkLst>
          <pc:docMk/>
          <pc:sldMk cId="2526785911" sldId="458"/>
        </pc:sldMkLst>
      </pc:sldChg>
      <pc:sldChg chg="del">
        <pc:chgData name="Sahan Konur, Sahika" userId="739a6e03-9a4a-49c6-a350-571b31db94be" providerId="ADAL" clId="{F455B582-E268-45AE-ACFA-E4D2A1A767F4}" dt="2023-10-03T13:47:55.391" v="111" actId="47"/>
        <pc:sldMkLst>
          <pc:docMk/>
          <pc:sldMk cId="3733598767" sldId="459"/>
        </pc:sldMkLst>
      </pc:sldChg>
      <pc:sldChg chg="del">
        <pc:chgData name="Sahan Konur, Sahika" userId="739a6e03-9a4a-49c6-a350-571b31db94be" providerId="ADAL" clId="{F455B582-E268-45AE-ACFA-E4D2A1A767F4}" dt="2023-10-03T13:47:55.658" v="112" actId="47"/>
        <pc:sldMkLst>
          <pc:docMk/>
          <pc:sldMk cId="447914652" sldId="460"/>
        </pc:sldMkLst>
      </pc:sldChg>
      <pc:sldChg chg="del">
        <pc:chgData name="Sahan Konur, Sahika" userId="739a6e03-9a4a-49c6-a350-571b31db94be" providerId="ADAL" clId="{F455B582-E268-45AE-ACFA-E4D2A1A767F4}" dt="2023-10-03T13:47:57.869" v="119" actId="47"/>
        <pc:sldMkLst>
          <pc:docMk/>
          <pc:sldMk cId="1411247834" sldId="468"/>
        </pc:sldMkLst>
      </pc:sldChg>
      <pc:sldChg chg="del">
        <pc:chgData name="Sahan Konur, Sahika" userId="739a6e03-9a4a-49c6-a350-571b31db94be" providerId="ADAL" clId="{F455B582-E268-45AE-ACFA-E4D2A1A767F4}" dt="2023-10-03T13:47:58.279" v="120" actId="47"/>
        <pc:sldMkLst>
          <pc:docMk/>
          <pc:sldMk cId="2075008771" sldId="469"/>
        </pc:sldMkLst>
      </pc:sldChg>
      <pc:sldChg chg="del">
        <pc:chgData name="Sahan Konur, Sahika" userId="739a6e03-9a4a-49c6-a350-571b31db94be" providerId="ADAL" clId="{F455B582-E268-45AE-ACFA-E4D2A1A767F4}" dt="2023-10-03T13:47:58.608" v="121" actId="47"/>
        <pc:sldMkLst>
          <pc:docMk/>
          <pc:sldMk cId="4133845958" sldId="470"/>
        </pc:sldMkLst>
      </pc:sldChg>
      <pc:sldChg chg="del">
        <pc:chgData name="Sahan Konur, Sahika" userId="739a6e03-9a4a-49c6-a350-571b31db94be" providerId="ADAL" clId="{F455B582-E268-45AE-ACFA-E4D2A1A767F4}" dt="2023-10-03T13:47:59.029" v="122" actId="47"/>
        <pc:sldMkLst>
          <pc:docMk/>
          <pc:sldMk cId="3578113126" sldId="471"/>
        </pc:sldMkLst>
      </pc:sldChg>
      <pc:sldChg chg="del">
        <pc:chgData name="Sahan Konur, Sahika" userId="739a6e03-9a4a-49c6-a350-571b31db94be" providerId="ADAL" clId="{F455B582-E268-45AE-ACFA-E4D2A1A767F4}" dt="2023-10-03T13:48:02.468" v="124" actId="47"/>
        <pc:sldMkLst>
          <pc:docMk/>
          <pc:sldMk cId="1357514283" sldId="472"/>
        </pc:sldMkLst>
      </pc:sldChg>
      <pc:sldChg chg="del">
        <pc:chgData name="Sahan Konur, Sahika" userId="739a6e03-9a4a-49c6-a350-571b31db94be" providerId="ADAL" clId="{F455B582-E268-45AE-ACFA-E4D2A1A767F4}" dt="2023-10-03T13:48:02.708" v="125" actId="47"/>
        <pc:sldMkLst>
          <pc:docMk/>
          <pc:sldMk cId="1142682630" sldId="473"/>
        </pc:sldMkLst>
      </pc:sldChg>
      <pc:sldChg chg="del">
        <pc:chgData name="Sahan Konur, Sahika" userId="739a6e03-9a4a-49c6-a350-571b31db94be" providerId="ADAL" clId="{F455B582-E268-45AE-ACFA-E4D2A1A767F4}" dt="2023-10-03T13:48:03.020" v="126" actId="47"/>
        <pc:sldMkLst>
          <pc:docMk/>
          <pc:sldMk cId="4286089026" sldId="474"/>
        </pc:sldMkLst>
      </pc:sldChg>
      <pc:sldChg chg="del">
        <pc:chgData name="Sahan Konur, Sahika" userId="739a6e03-9a4a-49c6-a350-571b31db94be" providerId="ADAL" clId="{F455B582-E268-45AE-ACFA-E4D2A1A767F4}" dt="2023-10-03T13:48:03.748" v="128" actId="47"/>
        <pc:sldMkLst>
          <pc:docMk/>
          <pc:sldMk cId="862623416" sldId="475"/>
        </pc:sldMkLst>
      </pc:sldChg>
      <pc:sldChg chg="del">
        <pc:chgData name="Sahan Konur, Sahika" userId="739a6e03-9a4a-49c6-a350-571b31db94be" providerId="ADAL" clId="{F455B582-E268-45AE-ACFA-E4D2A1A767F4}" dt="2023-10-03T13:48:04.160" v="129" actId="47"/>
        <pc:sldMkLst>
          <pc:docMk/>
          <pc:sldMk cId="1195906596" sldId="476"/>
        </pc:sldMkLst>
      </pc:sldChg>
      <pc:sldChg chg="del">
        <pc:chgData name="Sahan Konur, Sahika" userId="739a6e03-9a4a-49c6-a350-571b31db94be" providerId="ADAL" clId="{F455B582-E268-45AE-ACFA-E4D2A1A767F4}" dt="2023-10-03T13:48:04.548" v="130" actId="47"/>
        <pc:sldMkLst>
          <pc:docMk/>
          <pc:sldMk cId="4175929558" sldId="477"/>
        </pc:sldMkLst>
      </pc:sldChg>
      <pc:sldChg chg="modSp mod">
        <pc:chgData name="Sahan Konur, Sahika" userId="739a6e03-9a4a-49c6-a350-571b31db94be" providerId="ADAL" clId="{F455B582-E268-45AE-ACFA-E4D2A1A767F4}" dt="2023-10-03T13:46:02.889" v="27" actId="20577"/>
        <pc:sldMkLst>
          <pc:docMk/>
          <pc:sldMk cId="3134105533" sldId="480"/>
        </pc:sldMkLst>
        <pc:spChg chg="mod">
          <ac:chgData name="Sahan Konur, Sahika" userId="739a6e03-9a4a-49c6-a350-571b31db94be" providerId="ADAL" clId="{F455B582-E268-45AE-ACFA-E4D2A1A767F4}" dt="2023-10-03T13:46:02.889" v="27" actId="20577"/>
          <ac:spMkLst>
            <pc:docMk/>
            <pc:sldMk cId="3134105533" sldId="480"/>
            <ac:spMk id="3" creationId="{00000000-0000-0000-0000-000000000000}"/>
          </ac:spMkLst>
        </pc:spChg>
      </pc:sldChg>
      <pc:sldChg chg="del">
        <pc:chgData name="Sahan Konur, Sahika" userId="739a6e03-9a4a-49c6-a350-571b31db94be" providerId="ADAL" clId="{F455B582-E268-45AE-ACFA-E4D2A1A767F4}" dt="2023-10-03T13:47:26.809" v="51" actId="47"/>
        <pc:sldMkLst>
          <pc:docMk/>
          <pc:sldMk cId="996994119" sldId="481"/>
        </pc:sldMkLst>
      </pc:sldChg>
      <pc:sldChg chg="del">
        <pc:chgData name="Sahan Konur, Sahika" userId="739a6e03-9a4a-49c6-a350-571b31db94be" providerId="ADAL" clId="{F455B582-E268-45AE-ACFA-E4D2A1A767F4}" dt="2023-10-03T13:47:50.830" v="94" actId="47"/>
        <pc:sldMkLst>
          <pc:docMk/>
          <pc:sldMk cId="37994052" sldId="482"/>
        </pc:sldMkLst>
      </pc:sldChg>
      <pc:sldChg chg="del">
        <pc:chgData name="Sahan Konur, Sahika" userId="739a6e03-9a4a-49c6-a350-571b31db94be" providerId="ADAL" clId="{F455B582-E268-45AE-ACFA-E4D2A1A767F4}" dt="2023-10-03T13:47:55.961" v="113" actId="47"/>
        <pc:sldMkLst>
          <pc:docMk/>
          <pc:sldMk cId="4211671248" sldId="483"/>
        </pc:sldMkLst>
      </pc:sldChg>
      <pc:sldChg chg="del">
        <pc:chgData name="Sahan Konur, Sahika" userId="739a6e03-9a4a-49c6-a350-571b31db94be" providerId="ADAL" clId="{F455B582-E268-45AE-ACFA-E4D2A1A767F4}" dt="2023-10-03T13:48:05.368" v="132" actId="47"/>
        <pc:sldMkLst>
          <pc:docMk/>
          <pc:sldMk cId="4247081087" sldId="486"/>
        </pc:sldMkLst>
      </pc:sldChg>
      <pc:sldChg chg="del">
        <pc:chgData name="Sahan Konur, Sahika" userId="739a6e03-9a4a-49c6-a350-571b31db94be" providerId="ADAL" clId="{F455B582-E268-45AE-ACFA-E4D2A1A767F4}" dt="2023-10-03T13:48:08.729" v="136" actId="47"/>
        <pc:sldMkLst>
          <pc:docMk/>
          <pc:sldMk cId="982836554" sldId="487"/>
        </pc:sldMkLst>
      </pc:sldChg>
      <pc:sldChg chg="del">
        <pc:chgData name="Sahan Konur, Sahika" userId="739a6e03-9a4a-49c6-a350-571b31db94be" providerId="ADAL" clId="{F455B582-E268-45AE-ACFA-E4D2A1A767F4}" dt="2023-10-03T13:48:06.069" v="133" actId="47"/>
        <pc:sldMkLst>
          <pc:docMk/>
          <pc:sldMk cId="3367790838" sldId="488"/>
        </pc:sldMkLst>
      </pc:sldChg>
      <pc:sldChg chg="del">
        <pc:chgData name="Sahan Konur, Sahika" userId="739a6e03-9a4a-49c6-a350-571b31db94be" providerId="ADAL" clId="{F455B582-E268-45AE-ACFA-E4D2A1A767F4}" dt="2023-10-03T13:48:07.429" v="134" actId="47"/>
        <pc:sldMkLst>
          <pc:docMk/>
          <pc:sldMk cId="4051625071" sldId="489"/>
        </pc:sldMkLst>
      </pc:sldChg>
      <pc:sldChg chg="del">
        <pc:chgData name="Sahan Konur, Sahika" userId="739a6e03-9a4a-49c6-a350-571b31db94be" providerId="ADAL" clId="{F455B582-E268-45AE-ACFA-E4D2A1A767F4}" dt="2023-10-03T13:48:08.298" v="135" actId="47"/>
        <pc:sldMkLst>
          <pc:docMk/>
          <pc:sldMk cId="1138012444" sldId="490"/>
        </pc:sldMkLst>
      </pc:sldChg>
      <pc:sldChg chg="modAnim">
        <pc:chgData name="Sahan Konur, Sahika" userId="739a6e03-9a4a-49c6-a350-571b31db94be" providerId="ADAL" clId="{F455B582-E268-45AE-ACFA-E4D2A1A767F4}" dt="2023-10-03T13:50:38.308" v="221"/>
        <pc:sldMkLst>
          <pc:docMk/>
          <pc:sldMk cId="3463519250" sldId="491"/>
        </pc:sldMkLst>
      </pc:sldChg>
      <pc:sldChg chg="addSp delSp modSp mod modAnim">
        <pc:chgData name="Sahan Konur, Sahika" userId="739a6e03-9a4a-49c6-a350-571b31db94be" providerId="ADAL" clId="{F455B582-E268-45AE-ACFA-E4D2A1A767F4}" dt="2023-10-03T13:55:59.209" v="272" actId="14100"/>
        <pc:sldMkLst>
          <pc:docMk/>
          <pc:sldMk cId="802822268" sldId="492"/>
        </pc:sldMkLst>
        <pc:spChg chg="add mod">
          <ac:chgData name="Sahan Konur, Sahika" userId="739a6e03-9a4a-49c6-a350-571b31db94be" providerId="ADAL" clId="{F455B582-E268-45AE-ACFA-E4D2A1A767F4}" dt="2023-10-03T13:55:05.220" v="257" actId="1076"/>
          <ac:spMkLst>
            <pc:docMk/>
            <pc:sldMk cId="802822268" sldId="492"/>
            <ac:spMk id="5" creationId="{09B95C3A-A4E8-01EF-1CBB-12B808F0635E}"/>
          </ac:spMkLst>
        </pc:spChg>
        <pc:spChg chg="add mod">
          <ac:chgData name="Sahan Konur, Sahika" userId="739a6e03-9a4a-49c6-a350-571b31db94be" providerId="ADAL" clId="{F455B582-E268-45AE-ACFA-E4D2A1A767F4}" dt="2023-10-03T13:52:33.780" v="237" actId="571"/>
          <ac:spMkLst>
            <pc:docMk/>
            <pc:sldMk cId="802822268" sldId="492"/>
            <ac:spMk id="9" creationId="{7F6C6F6E-55D9-67C6-3511-17366EA041A0}"/>
          </ac:spMkLst>
        </pc:spChg>
        <pc:spChg chg="add mod">
          <ac:chgData name="Sahan Konur, Sahika" userId="739a6e03-9a4a-49c6-a350-571b31db94be" providerId="ADAL" clId="{F455B582-E268-45AE-ACFA-E4D2A1A767F4}" dt="2023-10-03T13:52:33.780" v="237" actId="571"/>
          <ac:spMkLst>
            <pc:docMk/>
            <pc:sldMk cId="802822268" sldId="492"/>
            <ac:spMk id="11" creationId="{65D9B80D-13A0-0B01-79CC-EC078DE6727D}"/>
          </ac:spMkLst>
        </pc:spChg>
        <pc:spChg chg="add mod">
          <ac:chgData name="Sahan Konur, Sahika" userId="739a6e03-9a4a-49c6-a350-571b31db94be" providerId="ADAL" clId="{F455B582-E268-45AE-ACFA-E4D2A1A767F4}" dt="2023-10-03T13:55:40.921" v="265" actId="1582"/>
          <ac:spMkLst>
            <pc:docMk/>
            <pc:sldMk cId="802822268" sldId="492"/>
            <ac:spMk id="15" creationId="{57A58CA5-A178-126C-0663-173EDD7DF388}"/>
          </ac:spMkLst>
        </pc:spChg>
        <pc:spChg chg="add mod">
          <ac:chgData name="Sahan Konur, Sahika" userId="739a6e03-9a4a-49c6-a350-571b31db94be" providerId="ADAL" clId="{F455B582-E268-45AE-ACFA-E4D2A1A767F4}" dt="2023-10-03T13:55:59.209" v="272" actId="14100"/>
          <ac:spMkLst>
            <pc:docMk/>
            <pc:sldMk cId="802822268" sldId="492"/>
            <ac:spMk id="16" creationId="{29B56E6B-D6BF-31AC-591E-49A1AB32DE24}"/>
          </ac:spMkLst>
        </pc:spChg>
        <pc:cxnChg chg="add del mod">
          <ac:chgData name="Sahan Konur, Sahika" userId="739a6e03-9a4a-49c6-a350-571b31db94be" providerId="ADAL" clId="{F455B582-E268-45AE-ACFA-E4D2A1A767F4}" dt="2023-10-03T13:52:50.940" v="238" actId="478"/>
          <ac:cxnSpMkLst>
            <pc:docMk/>
            <pc:sldMk cId="802822268" sldId="492"/>
            <ac:cxnSpMk id="7" creationId="{1054B2BC-F29C-037E-0FB2-DE4BCB7A68DE}"/>
          </ac:cxnSpMkLst>
        </pc:cxnChg>
        <pc:cxnChg chg="add mod">
          <ac:chgData name="Sahan Konur, Sahika" userId="739a6e03-9a4a-49c6-a350-571b31db94be" providerId="ADAL" clId="{F455B582-E268-45AE-ACFA-E4D2A1A767F4}" dt="2023-10-03T13:52:33.780" v="237" actId="571"/>
          <ac:cxnSpMkLst>
            <pc:docMk/>
            <pc:sldMk cId="802822268" sldId="492"/>
            <ac:cxnSpMk id="13" creationId="{67C0FCCB-4CBC-1495-637A-F95F37044EE3}"/>
          </ac:cxnSpMkLst>
        </pc:cxnChg>
      </pc:sldChg>
      <pc:sldChg chg="modSp mod modAnim">
        <pc:chgData name="Sahan Konur, Sahika" userId="739a6e03-9a4a-49c6-a350-571b31db94be" providerId="ADAL" clId="{F455B582-E268-45AE-ACFA-E4D2A1A767F4}" dt="2023-10-03T14:05:18.973" v="365" actId="115"/>
        <pc:sldMkLst>
          <pc:docMk/>
          <pc:sldMk cId="3499792506" sldId="493"/>
        </pc:sldMkLst>
        <pc:spChg chg="mod">
          <ac:chgData name="Sahan Konur, Sahika" userId="739a6e03-9a4a-49c6-a350-571b31db94be" providerId="ADAL" clId="{F455B582-E268-45AE-ACFA-E4D2A1A767F4}" dt="2023-10-03T13:59:04.821" v="319" actId="20577"/>
          <ac:spMkLst>
            <pc:docMk/>
            <pc:sldMk cId="3499792506" sldId="493"/>
            <ac:spMk id="2" creationId="{00000000-0000-0000-0000-000000000000}"/>
          </ac:spMkLst>
        </pc:spChg>
        <pc:spChg chg="mod">
          <ac:chgData name="Sahan Konur, Sahika" userId="739a6e03-9a4a-49c6-a350-571b31db94be" providerId="ADAL" clId="{F455B582-E268-45AE-ACFA-E4D2A1A767F4}" dt="2023-10-03T14:05:18.973" v="365" actId="115"/>
          <ac:spMkLst>
            <pc:docMk/>
            <pc:sldMk cId="3499792506" sldId="493"/>
            <ac:spMk id="3" creationId="{00000000-0000-0000-0000-000000000000}"/>
          </ac:spMkLst>
        </pc:spChg>
        <pc:graphicFrameChg chg="mod">
          <ac:chgData name="Sahan Konur, Sahika" userId="739a6e03-9a4a-49c6-a350-571b31db94be" providerId="ADAL" clId="{F455B582-E268-45AE-ACFA-E4D2A1A767F4}" dt="2023-10-03T13:58:58.274" v="301" actId="1076"/>
          <ac:graphicFrameMkLst>
            <pc:docMk/>
            <pc:sldMk cId="3499792506" sldId="493"/>
            <ac:graphicFrameMk id="5" creationId="{F559D510-50D3-BC4B-A1A5-6A19D9759D26}"/>
          </ac:graphicFrameMkLst>
        </pc:graphicFrameChg>
      </pc:sldChg>
      <pc:sldChg chg="modSp mod modAnim">
        <pc:chgData name="Sahan Konur, Sahika" userId="739a6e03-9a4a-49c6-a350-571b31db94be" providerId="ADAL" clId="{F455B582-E268-45AE-ACFA-E4D2A1A767F4}" dt="2023-10-03T14:09:40.214" v="413"/>
        <pc:sldMkLst>
          <pc:docMk/>
          <pc:sldMk cId="3146158702" sldId="495"/>
        </pc:sldMkLst>
        <pc:spChg chg="mod">
          <ac:chgData name="Sahan Konur, Sahika" userId="739a6e03-9a4a-49c6-a350-571b31db94be" providerId="ADAL" clId="{F455B582-E268-45AE-ACFA-E4D2A1A767F4}" dt="2023-10-03T14:09:40.214" v="413"/>
          <ac:spMkLst>
            <pc:docMk/>
            <pc:sldMk cId="3146158702" sldId="495"/>
            <ac:spMk id="2" creationId="{00000000-0000-0000-0000-000000000000}"/>
          </ac:spMkLst>
        </pc:spChg>
        <pc:spChg chg="mod">
          <ac:chgData name="Sahan Konur, Sahika" userId="739a6e03-9a4a-49c6-a350-571b31db94be" providerId="ADAL" clId="{F455B582-E268-45AE-ACFA-E4D2A1A767F4}" dt="2023-10-03T14:05:30.802" v="367" actId="115"/>
          <ac:spMkLst>
            <pc:docMk/>
            <pc:sldMk cId="3146158702" sldId="495"/>
            <ac:spMk id="3" creationId="{00000000-0000-0000-0000-000000000000}"/>
          </ac:spMkLst>
        </pc:spChg>
        <pc:spChg chg="mod">
          <ac:chgData name="Sahan Konur, Sahika" userId="739a6e03-9a4a-49c6-a350-571b31db94be" providerId="ADAL" clId="{F455B582-E268-45AE-ACFA-E4D2A1A767F4}" dt="2023-10-03T14:00:16.830" v="335" actId="1076"/>
          <ac:spMkLst>
            <pc:docMk/>
            <pc:sldMk cId="3146158702" sldId="495"/>
            <ac:spMk id="4" creationId="{00000000-0000-0000-0000-000000000000}"/>
          </ac:spMkLst>
        </pc:spChg>
        <pc:spChg chg="mod">
          <ac:chgData name="Sahan Konur, Sahika" userId="739a6e03-9a4a-49c6-a350-571b31db94be" providerId="ADAL" clId="{F455B582-E268-45AE-ACFA-E4D2A1A767F4}" dt="2023-10-03T14:00:25.350" v="337" actId="1076"/>
          <ac:spMkLst>
            <pc:docMk/>
            <pc:sldMk cId="3146158702" sldId="495"/>
            <ac:spMk id="5" creationId="{00000000-0000-0000-0000-000000000000}"/>
          </ac:spMkLst>
        </pc:spChg>
        <pc:spChg chg="mod">
          <ac:chgData name="Sahan Konur, Sahika" userId="739a6e03-9a4a-49c6-a350-571b31db94be" providerId="ADAL" clId="{F455B582-E268-45AE-ACFA-E4D2A1A767F4}" dt="2023-10-03T14:00:36.180" v="339" actId="1076"/>
          <ac:spMkLst>
            <pc:docMk/>
            <pc:sldMk cId="3146158702" sldId="495"/>
            <ac:spMk id="6" creationId="{00000000-0000-0000-0000-000000000000}"/>
          </ac:spMkLst>
        </pc:spChg>
        <pc:spChg chg="mod">
          <ac:chgData name="Sahan Konur, Sahika" userId="739a6e03-9a4a-49c6-a350-571b31db94be" providerId="ADAL" clId="{F455B582-E268-45AE-ACFA-E4D2A1A767F4}" dt="2023-10-03T14:00:19.830" v="336" actId="1076"/>
          <ac:spMkLst>
            <pc:docMk/>
            <pc:sldMk cId="3146158702" sldId="495"/>
            <ac:spMk id="7" creationId="{00000000-0000-0000-0000-000000000000}"/>
          </ac:spMkLst>
        </pc:spChg>
        <pc:spChg chg="mod">
          <ac:chgData name="Sahan Konur, Sahika" userId="739a6e03-9a4a-49c6-a350-571b31db94be" providerId="ADAL" clId="{F455B582-E268-45AE-ACFA-E4D2A1A767F4}" dt="2023-10-03T14:00:30.060" v="338" actId="1076"/>
          <ac:spMkLst>
            <pc:docMk/>
            <pc:sldMk cId="3146158702" sldId="495"/>
            <ac:spMk id="8" creationId="{00000000-0000-0000-0000-000000000000}"/>
          </ac:spMkLst>
        </pc:spChg>
        <pc:spChg chg="mod">
          <ac:chgData name="Sahan Konur, Sahika" userId="739a6e03-9a4a-49c6-a350-571b31db94be" providerId="ADAL" clId="{F455B582-E268-45AE-ACFA-E4D2A1A767F4}" dt="2023-10-03T14:00:41.470" v="340" actId="1076"/>
          <ac:spMkLst>
            <pc:docMk/>
            <pc:sldMk cId="3146158702" sldId="495"/>
            <ac:spMk id="9" creationId="{00000000-0000-0000-0000-000000000000}"/>
          </ac:spMkLst>
        </pc:spChg>
      </pc:sldChg>
      <pc:sldChg chg="addSp modSp mod">
        <pc:chgData name="Sahan Konur, Sahika" userId="739a6e03-9a4a-49c6-a350-571b31db94be" providerId="ADAL" clId="{F455B582-E268-45AE-ACFA-E4D2A1A767F4}" dt="2023-10-03T14:09:52.685" v="416"/>
        <pc:sldMkLst>
          <pc:docMk/>
          <pc:sldMk cId="346345455" sldId="496"/>
        </pc:sldMkLst>
        <pc:spChg chg="mod">
          <ac:chgData name="Sahan Konur, Sahika" userId="739a6e03-9a4a-49c6-a350-571b31db94be" providerId="ADAL" clId="{F455B582-E268-45AE-ACFA-E4D2A1A767F4}" dt="2023-10-03T14:09:52.685" v="416"/>
          <ac:spMkLst>
            <pc:docMk/>
            <pc:sldMk cId="346345455" sldId="496"/>
            <ac:spMk id="2" creationId="{00000000-0000-0000-0000-000000000000}"/>
          </ac:spMkLst>
        </pc:spChg>
        <pc:spChg chg="mod">
          <ac:chgData name="Sahan Konur, Sahika" userId="739a6e03-9a4a-49c6-a350-571b31db94be" providerId="ADAL" clId="{F455B582-E268-45AE-ACFA-E4D2A1A767F4}" dt="2023-10-03T14:09:20.004" v="411" actId="20577"/>
          <ac:spMkLst>
            <pc:docMk/>
            <pc:sldMk cId="346345455" sldId="496"/>
            <ac:spMk id="3" creationId="{00000000-0000-0000-0000-000000000000}"/>
          </ac:spMkLst>
        </pc:spChg>
        <pc:spChg chg="add mod">
          <ac:chgData name="Sahan Konur, Sahika" userId="739a6e03-9a4a-49c6-a350-571b31db94be" providerId="ADAL" clId="{F455B582-E268-45AE-ACFA-E4D2A1A767F4}" dt="2023-10-03T14:09:16.384" v="408"/>
          <ac:spMkLst>
            <pc:docMk/>
            <pc:sldMk cId="346345455" sldId="496"/>
            <ac:spMk id="5" creationId="{24F0FDE0-F290-FA99-8202-FE27C4478C84}"/>
          </ac:spMkLst>
        </pc:spChg>
        <pc:picChg chg="mod">
          <ac:chgData name="Sahan Konur, Sahika" userId="739a6e03-9a4a-49c6-a350-571b31db94be" providerId="ADAL" clId="{F455B582-E268-45AE-ACFA-E4D2A1A767F4}" dt="2023-10-03T14:09:23.106" v="412" actId="1076"/>
          <ac:picMkLst>
            <pc:docMk/>
            <pc:sldMk cId="346345455" sldId="496"/>
            <ac:picMk id="4" creationId="{00000000-0000-0000-0000-000000000000}"/>
          </ac:picMkLst>
        </pc:picChg>
      </pc:sldChg>
      <pc:sldChg chg="addSp modSp mod">
        <pc:chgData name="Sahan Konur, Sahika" userId="739a6e03-9a4a-49c6-a350-571b31db94be" providerId="ADAL" clId="{F455B582-E268-45AE-ACFA-E4D2A1A767F4}" dt="2023-10-03T14:09:44.566" v="414"/>
        <pc:sldMkLst>
          <pc:docMk/>
          <pc:sldMk cId="1821262105" sldId="497"/>
        </pc:sldMkLst>
        <pc:spChg chg="mod">
          <ac:chgData name="Sahan Konur, Sahika" userId="739a6e03-9a4a-49c6-a350-571b31db94be" providerId="ADAL" clId="{F455B582-E268-45AE-ACFA-E4D2A1A767F4}" dt="2023-10-03T14:09:44.566" v="414"/>
          <ac:spMkLst>
            <pc:docMk/>
            <pc:sldMk cId="1821262105" sldId="497"/>
            <ac:spMk id="2" creationId="{00000000-0000-0000-0000-000000000000}"/>
          </ac:spMkLst>
        </pc:spChg>
        <pc:spChg chg="mod">
          <ac:chgData name="Sahan Konur, Sahika" userId="739a6e03-9a4a-49c6-a350-571b31db94be" providerId="ADAL" clId="{F455B582-E268-45AE-ACFA-E4D2A1A767F4}" dt="2023-10-03T14:06:24.474" v="371" actId="14100"/>
          <ac:spMkLst>
            <pc:docMk/>
            <pc:sldMk cId="1821262105" sldId="497"/>
            <ac:spMk id="3" creationId="{00000000-0000-0000-0000-000000000000}"/>
          </ac:spMkLst>
        </pc:spChg>
        <pc:spChg chg="add mod">
          <ac:chgData name="Sahan Konur, Sahika" userId="739a6e03-9a4a-49c6-a350-571b31db94be" providerId="ADAL" clId="{F455B582-E268-45AE-ACFA-E4D2A1A767F4}" dt="2023-10-03T14:07:05.016" v="379" actId="1076"/>
          <ac:spMkLst>
            <pc:docMk/>
            <pc:sldMk cId="1821262105" sldId="497"/>
            <ac:spMk id="4" creationId="{FD76EE2B-6E6E-19F9-4005-490C112C0CD2}"/>
          </ac:spMkLst>
        </pc:spChg>
        <pc:spChg chg="mod">
          <ac:chgData name="Sahan Konur, Sahika" userId="739a6e03-9a4a-49c6-a350-571b31db94be" providerId="ADAL" clId="{F455B582-E268-45AE-ACFA-E4D2A1A767F4}" dt="2023-10-03T14:06:13.854" v="370" actId="1076"/>
          <ac:spMkLst>
            <pc:docMk/>
            <pc:sldMk cId="1821262105" sldId="497"/>
            <ac:spMk id="10" creationId="{00000000-0000-0000-0000-000000000000}"/>
          </ac:spMkLst>
        </pc:spChg>
        <pc:spChg chg="mod">
          <ac:chgData name="Sahan Konur, Sahika" userId="739a6e03-9a4a-49c6-a350-571b31db94be" providerId="ADAL" clId="{F455B582-E268-45AE-ACFA-E4D2A1A767F4}" dt="2023-10-03T14:06:13.854" v="370" actId="1076"/>
          <ac:spMkLst>
            <pc:docMk/>
            <pc:sldMk cId="1821262105" sldId="497"/>
            <ac:spMk id="14" creationId="{00000000-0000-0000-0000-000000000000}"/>
          </ac:spMkLst>
        </pc:spChg>
        <pc:spChg chg="mod">
          <ac:chgData name="Sahan Konur, Sahika" userId="739a6e03-9a4a-49c6-a350-571b31db94be" providerId="ADAL" clId="{F455B582-E268-45AE-ACFA-E4D2A1A767F4}" dt="2023-10-03T14:06:13.854" v="370" actId="1076"/>
          <ac:spMkLst>
            <pc:docMk/>
            <pc:sldMk cId="1821262105" sldId="497"/>
            <ac:spMk id="19" creationId="{00000000-0000-0000-0000-000000000000}"/>
          </ac:spMkLst>
        </pc:spChg>
        <pc:spChg chg="mod">
          <ac:chgData name="Sahan Konur, Sahika" userId="739a6e03-9a4a-49c6-a350-571b31db94be" providerId="ADAL" clId="{F455B582-E268-45AE-ACFA-E4D2A1A767F4}" dt="2023-10-03T14:06:13.854" v="370" actId="1076"/>
          <ac:spMkLst>
            <pc:docMk/>
            <pc:sldMk cId="1821262105" sldId="497"/>
            <ac:spMk id="20" creationId="{00000000-0000-0000-0000-000000000000}"/>
          </ac:spMkLst>
        </pc:spChg>
        <pc:spChg chg="mod">
          <ac:chgData name="Sahan Konur, Sahika" userId="739a6e03-9a4a-49c6-a350-571b31db94be" providerId="ADAL" clId="{F455B582-E268-45AE-ACFA-E4D2A1A767F4}" dt="2023-10-03T14:06:13.854" v="370" actId="1076"/>
          <ac:spMkLst>
            <pc:docMk/>
            <pc:sldMk cId="1821262105" sldId="497"/>
            <ac:spMk id="21" creationId="{00000000-0000-0000-0000-000000000000}"/>
          </ac:spMkLst>
        </pc:spChg>
        <pc:spChg chg="mod">
          <ac:chgData name="Sahan Konur, Sahika" userId="739a6e03-9a4a-49c6-a350-571b31db94be" providerId="ADAL" clId="{F455B582-E268-45AE-ACFA-E4D2A1A767F4}" dt="2023-10-03T14:06:13.854" v="370" actId="1076"/>
          <ac:spMkLst>
            <pc:docMk/>
            <pc:sldMk cId="1821262105" sldId="497"/>
            <ac:spMk id="22" creationId="{00000000-0000-0000-0000-000000000000}"/>
          </ac:spMkLst>
        </pc:spChg>
        <pc:spChg chg="mod">
          <ac:chgData name="Sahan Konur, Sahika" userId="739a6e03-9a4a-49c6-a350-571b31db94be" providerId="ADAL" clId="{F455B582-E268-45AE-ACFA-E4D2A1A767F4}" dt="2023-10-03T14:06:13.854" v="370" actId="1076"/>
          <ac:spMkLst>
            <pc:docMk/>
            <pc:sldMk cId="1821262105" sldId="497"/>
            <ac:spMk id="23" creationId="{00000000-0000-0000-0000-000000000000}"/>
          </ac:spMkLst>
        </pc:spChg>
        <pc:spChg chg="mod">
          <ac:chgData name="Sahan Konur, Sahika" userId="739a6e03-9a4a-49c6-a350-571b31db94be" providerId="ADAL" clId="{F455B582-E268-45AE-ACFA-E4D2A1A767F4}" dt="2023-10-03T14:06:13.854" v="370" actId="1076"/>
          <ac:spMkLst>
            <pc:docMk/>
            <pc:sldMk cId="1821262105" sldId="497"/>
            <ac:spMk id="25" creationId="{00000000-0000-0000-0000-000000000000}"/>
          </ac:spMkLst>
        </pc:spChg>
        <pc:spChg chg="mod">
          <ac:chgData name="Sahan Konur, Sahika" userId="739a6e03-9a4a-49c6-a350-571b31db94be" providerId="ADAL" clId="{F455B582-E268-45AE-ACFA-E4D2A1A767F4}" dt="2023-10-03T14:06:13.854" v="370" actId="1076"/>
          <ac:spMkLst>
            <pc:docMk/>
            <pc:sldMk cId="1821262105" sldId="497"/>
            <ac:spMk id="26" creationId="{00000000-0000-0000-0000-000000000000}"/>
          </ac:spMkLst>
        </pc:spChg>
        <pc:spChg chg="mod">
          <ac:chgData name="Sahan Konur, Sahika" userId="739a6e03-9a4a-49c6-a350-571b31db94be" providerId="ADAL" clId="{F455B582-E268-45AE-ACFA-E4D2A1A767F4}" dt="2023-10-03T14:06:13.854" v="370" actId="1076"/>
          <ac:spMkLst>
            <pc:docMk/>
            <pc:sldMk cId="1821262105" sldId="497"/>
            <ac:spMk id="31" creationId="{00000000-0000-0000-0000-000000000000}"/>
          </ac:spMkLst>
        </pc:spChg>
        <pc:spChg chg="mod">
          <ac:chgData name="Sahan Konur, Sahika" userId="739a6e03-9a4a-49c6-a350-571b31db94be" providerId="ADAL" clId="{F455B582-E268-45AE-ACFA-E4D2A1A767F4}" dt="2023-10-03T14:06:13.854" v="370" actId="1076"/>
          <ac:spMkLst>
            <pc:docMk/>
            <pc:sldMk cId="1821262105" sldId="497"/>
            <ac:spMk id="32" creationId="{00000000-0000-0000-0000-000000000000}"/>
          </ac:spMkLst>
        </pc:spChg>
        <pc:spChg chg="mod">
          <ac:chgData name="Sahan Konur, Sahika" userId="739a6e03-9a4a-49c6-a350-571b31db94be" providerId="ADAL" clId="{F455B582-E268-45AE-ACFA-E4D2A1A767F4}" dt="2023-10-03T14:06:13.854" v="370" actId="1076"/>
          <ac:spMkLst>
            <pc:docMk/>
            <pc:sldMk cId="1821262105" sldId="497"/>
            <ac:spMk id="33" creationId="{00000000-0000-0000-0000-000000000000}"/>
          </ac:spMkLst>
        </pc:spChg>
        <pc:spChg chg="mod">
          <ac:chgData name="Sahan Konur, Sahika" userId="739a6e03-9a4a-49c6-a350-571b31db94be" providerId="ADAL" clId="{F455B582-E268-45AE-ACFA-E4D2A1A767F4}" dt="2023-10-03T14:06:13.854" v="370" actId="1076"/>
          <ac:spMkLst>
            <pc:docMk/>
            <pc:sldMk cId="1821262105" sldId="497"/>
            <ac:spMk id="36" creationId="{00000000-0000-0000-0000-000000000000}"/>
          </ac:spMkLst>
        </pc:spChg>
        <pc:spChg chg="mod">
          <ac:chgData name="Sahan Konur, Sahika" userId="739a6e03-9a4a-49c6-a350-571b31db94be" providerId="ADAL" clId="{F455B582-E268-45AE-ACFA-E4D2A1A767F4}" dt="2023-10-03T14:06:13.854" v="370" actId="1076"/>
          <ac:spMkLst>
            <pc:docMk/>
            <pc:sldMk cId="1821262105" sldId="497"/>
            <ac:spMk id="37" creationId="{00000000-0000-0000-0000-000000000000}"/>
          </ac:spMkLst>
        </pc:spChg>
        <pc:spChg chg="mod">
          <ac:chgData name="Sahan Konur, Sahika" userId="739a6e03-9a4a-49c6-a350-571b31db94be" providerId="ADAL" clId="{F455B582-E268-45AE-ACFA-E4D2A1A767F4}" dt="2023-10-03T14:06:13.854" v="370" actId="1076"/>
          <ac:spMkLst>
            <pc:docMk/>
            <pc:sldMk cId="1821262105" sldId="497"/>
            <ac:spMk id="38" creationId="{00000000-0000-0000-0000-000000000000}"/>
          </ac:spMkLst>
        </pc:spChg>
        <pc:spChg chg="mod">
          <ac:chgData name="Sahan Konur, Sahika" userId="739a6e03-9a4a-49c6-a350-571b31db94be" providerId="ADAL" clId="{F455B582-E268-45AE-ACFA-E4D2A1A767F4}" dt="2023-10-03T14:06:13.854" v="370" actId="1076"/>
          <ac:spMkLst>
            <pc:docMk/>
            <pc:sldMk cId="1821262105" sldId="497"/>
            <ac:spMk id="41" creationId="{00000000-0000-0000-0000-000000000000}"/>
          </ac:spMkLst>
        </pc:spChg>
        <pc:spChg chg="mod">
          <ac:chgData name="Sahan Konur, Sahika" userId="739a6e03-9a4a-49c6-a350-571b31db94be" providerId="ADAL" clId="{F455B582-E268-45AE-ACFA-E4D2A1A767F4}" dt="2023-10-03T14:06:13.854" v="370" actId="1076"/>
          <ac:spMkLst>
            <pc:docMk/>
            <pc:sldMk cId="1821262105" sldId="497"/>
            <ac:spMk id="42" creationId="{00000000-0000-0000-0000-000000000000}"/>
          </ac:spMkLst>
        </pc:spChg>
        <pc:spChg chg="mod">
          <ac:chgData name="Sahan Konur, Sahika" userId="739a6e03-9a4a-49c6-a350-571b31db94be" providerId="ADAL" clId="{F455B582-E268-45AE-ACFA-E4D2A1A767F4}" dt="2023-10-03T14:06:13.854" v="370" actId="1076"/>
          <ac:spMkLst>
            <pc:docMk/>
            <pc:sldMk cId="1821262105" sldId="497"/>
            <ac:spMk id="43" creationId="{00000000-0000-0000-0000-000000000000}"/>
          </ac:spMkLst>
        </pc:spChg>
        <pc:cxnChg chg="mod">
          <ac:chgData name="Sahan Konur, Sahika" userId="739a6e03-9a4a-49c6-a350-571b31db94be" providerId="ADAL" clId="{F455B582-E268-45AE-ACFA-E4D2A1A767F4}" dt="2023-10-03T14:06:13.854" v="370" actId="1076"/>
          <ac:cxnSpMkLst>
            <pc:docMk/>
            <pc:sldMk cId="1821262105" sldId="497"/>
            <ac:cxnSpMk id="16" creationId="{00000000-0000-0000-0000-000000000000}"/>
          </ac:cxnSpMkLst>
        </pc:cxnChg>
        <pc:cxnChg chg="mod">
          <ac:chgData name="Sahan Konur, Sahika" userId="739a6e03-9a4a-49c6-a350-571b31db94be" providerId="ADAL" clId="{F455B582-E268-45AE-ACFA-E4D2A1A767F4}" dt="2023-10-03T14:06:13.854" v="370" actId="1076"/>
          <ac:cxnSpMkLst>
            <pc:docMk/>
            <pc:sldMk cId="1821262105" sldId="497"/>
            <ac:cxnSpMk id="18" creationId="{00000000-0000-0000-0000-000000000000}"/>
          </ac:cxnSpMkLst>
        </pc:cxnChg>
        <pc:cxnChg chg="mod">
          <ac:chgData name="Sahan Konur, Sahika" userId="739a6e03-9a4a-49c6-a350-571b31db94be" providerId="ADAL" clId="{F455B582-E268-45AE-ACFA-E4D2A1A767F4}" dt="2023-10-03T14:06:13.854" v="370" actId="1076"/>
          <ac:cxnSpMkLst>
            <pc:docMk/>
            <pc:sldMk cId="1821262105" sldId="497"/>
            <ac:cxnSpMk id="28" creationId="{00000000-0000-0000-0000-000000000000}"/>
          </ac:cxnSpMkLst>
        </pc:cxnChg>
        <pc:cxnChg chg="mod">
          <ac:chgData name="Sahan Konur, Sahika" userId="739a6e03-9a4a-49c6-a350-571b31db94be" providerId="ADAL" clId="{F455B582-E268-45AE-ACFA-E4D2A1A767F4}" dt="2023-10-03T14:06:13.854" v="370" actId="1076"/>
          <ac:cxnSpMkLst>
            <pc:docMk/>
            <pc:sldMk cId="1821262105" sldId="497"/>
            <ac:cxnSpMk id="30" creationId="{00000000-0000-0000-0000-000000000000}"/>
          </ac:cxnSpMkLst>
        </pc:cxnChg>
        <pc:cxnChg chg="mod">
          <ac:chgData name="Sahan Konur, Sahika" userId="739a6e03-9a4a-49c6-a350-571b31db94be" providerId="ADAL" clId="{F455B582-E268-45AE-ACFA-E4D2A1A767F4}" dt="2023-10-03T14:06:13.854" v="370" actId="1076"/>
          <ac:cxnSpMkLst>
            <pc:docMk/>
            <pc:sldMk cId="1821262105" sldId="497"/>
            <ac:cxnSpMk id="35" creationId="{00000000-0000-0000-0000-000000000000}"/>
          </ac:cxnSpMkLst>
        </pc:cxnChg>
        <pc:cxnChg chg="mod">
          <ac:chgData name="Sahan Konur, Sahika" userId="739a6e03-9a4a-49c6-a350-571b31db94be" providerId="ADAL" clId="{F455B582-E268-45AE-ACFA-E4D2A1A767F4}" dt="2023-10-03T14:06:13.854" v="370" actId="1076"/>
          <ac:cxnSpMkLst>
            <pc:docMk/>
            <pc:sldMk cId="1821262105" sldId="497"/>
            <ac:cxnSpMk id="40" creationId="{00000000-0000-0000-0000-000000000000}"/>
          </ac:cxnSpMkLst>
        </pc:cxnChg>
        <pc:cxnChg chg="mod">
          <ac:chgData name="Sahan Konur, Sahika" userId="739a6e03-9a4a-49c6-a350-571b31db94be" providerId="ADAL" clId="{F455B582-E268-45AE-ACFA-E4D2A1A767F4}" dt="2023-10-03T14:06:13.854" v="370" actId="1076"/>
          <ac:cxnSpMkLst>
            <pc:docMk/>
            <pc:sldMk cId="1821262105" sldId="497"/>
            <ac:cxnSpMk id="45" creationId="{00000000-0000-0000-0000-000000000000}"/>
          </ac:cxnSpMkLst>
        </pc:cxnChg>
      </pc:sldChg>
      <pc:sldChg chg="addSp modSp mod modAnim">
        <pc:chgData name="Sahan Konur, Sahika" userId="739a6e03-9a4a-49c6-a350-571b31db94be" providerId="ADAL" clId="{F455B582-E268-45AE-ACFA-E4D2A1A767F4}" dt="2023-10-03T14:09:48.335" v="415"/>
        <pc:sldMkLst>
          <pc:docMk/>
          <pc:sldMk cId="2033913570" sldId="498"/>
        </pc:sldMkLst>
        <pc:spChg chg="mod">
          <ac:chgData name="Sahan Konur, Sahika" userId="739a6e03-9a4a-49c6-a350-571b31db94be" providerId="ADAL" clId="{F455B582-E268-45AE-ACFA-E4D2A1A767F4}" dt="2023-10-03T14:09:48.335" v="415"/>
          <ac:spMkLst>
            <pc:docMk/>
            <pc:sldMk cId="2033913570" sldId="498"/>
            <ac:spMk id="2" creationId="{00000000-0000-0000-0000-000000000000}"/>
          </ac:spMkLst>
        </pc:spChg>
        <pc:spChg chg="mod">
          <ac:chgData name="Sahan Konur, Sahika" userId="739a6e03-9a4a-49c6-a350-571b31db94be" providerId="ADAL" clId="{F455B582-E268-45AE-ACFA-E4D2A1A767F4}" dt="2023-10-03T14:08:29.427" v="400" actId="20577"/>
          <ac:spMkLst>
            <pc:docMk/>
            <pc:sldMk cId="2033913570" sldId="498"/>
            <ac:spMk id="3" creationId="{00000000-0000-0000-0000-000000000000}"/>
          </ac:spMkLst>
        </pc:spChg>
        <pc:spChg chg="add mod">
          <ac:chgData name="Sahan Konur, Sahika" userId="739a6e03-9a4a-49c6-a350-571b31db94be" providerId="ADAL" clId="{F455B582-E268-45AE-ACFA-E4D2A1A767F4}" dt="2023-10-03T14:08:37.066" v="401"/>
          <ac:spMkLst>
            <pc:docMk/>
            <pc:sldMk cId="2033913570" sldId="498"/>
            <ac:spMk id="5" creationId="{2EA84E8F-D0E9-BDD0-ADFB-06C53E42A429}"/>
          </ac:spMkLst>
        </pc:spChg>
        <pc:spChg chg="mod">
          <ac:chgData name="Sahan Konur, Sahika" userId="739a6e03-9a4a-49c6-a350-571b31db94be" providerId="ADAL" clId="{F455B582-E268-45AE-ACFA-E4D2A1A767F4}" dt="2023-10-03T14:08:52.044" v="402" actId="1076"/>
          <ac:spMkLst>
            <pc:docMk/>
            <pc:sldMk cId="2033913570" sldId="498"/>
            <ac:spMk id="7" creationId="{00000000-0000-0000-0000-000000000000}"/>
          </ac:spMkLst>
        </pc:spChg>
        <pc:spChg chg="mod">
          <ac:chgData name="Sahan Konur, Sahika" userId="739a6e03-9a4a-49c6-a350-571b31db94be" providerId="ADAL" clId="{F455B582-E268-45AE-ACFA-E4D2A1A767F4}" dt="2023-10-03T14:08:52.044" v="402" actId="1076"/>
          <ac:spMkLst>
            <pc:docMk/>
            <pc:sldMk cId="2033913570" sldId="498"/>
            <ac:spMk id="10" creationId="{00000000-0000-0000-0000-000000000000}"/>
          </ac:spMkLst>
        </pc:spChg>
        <pc:spChg chg="mod">
          <ac:chgData name="Sahan Konur, Sahika" userId="739a6e03-9a4a-49c6-a350-571b31db94be" providerId="ADAL" clId="{F455B582-E268-45AE-ACFA-E4D2A1A767F4}" dt="2023-10-03T14:08:52.044" v="402" actId="1076"/>
          <ac:spMkLst>
            <pc:docMk/>
            <pc:sldMk cId="2033913570" sldId="498"/>
            <ac:spMk id="11" creationId="{00000000-0000-0000-0000-000000000000}"/>
          </ac:spMkLst>
        </pc:spChg>
        <pc:spChg chg="mod">
          <ac:chgData name="Sahan Konur, Sahika" userId="739a6e03-9a4a-49c6-a350-571b31db94be" providerId="ADAL" clId="{F455B582-E268-45AE-ACFA-E4D2A1A767F4}" dt="2023-10-03T14:08:52.044" v="402" actId="1076"/>
          <ac:spMkLst>
            <pc:docMk/>
            <pc:sldMk cId="2033913570" sldId="498"/>
            <ac:spMk id="16" creationId="{00000000-0000-0000-0000-000000000000}"/>
          </ac:spMkLst>
        </pc:spChg>
        <pc:spChg chg="mod">
          <ac:chgData name="Sahan Konur, Sahika" userId="739a6e03-9a4a-49c6-a350-571b31db94be" providerId="ADAL" clId="{F455B582-E268-45AE-ACFA-E4D2A1A767F4}" dt="2023-10-03T14:08:52.044" v="402" actId="1076"/>
          <ac:spMkLst>
            <pc:docMk/>
            <pc:sldMk cId="2033913570" sldId="498"/>
            <ac:spMk id="17" creationId="{00000000-0000-0000-0000-000000000000}"/>
          </ac:spMkLst>
        </pc:spChg>
        <pc:spChg chg="mod">
          <ac:chgData name="Sahan Konur, Sahika" userId="739a6e03-9a4a-49c6-a350-571b31db94be" providerId="ADAL" clId="{F455B582-E268-45AE-ACFA-E4D2A1A767F4}" dt="2023-10-03T14:08:52.044" v="402" actId="1076"/>
          <ac:spMkLst>
            <pc:docMk/>
            <pc:sldMk cId="2033913570" sldId="498"/>
            <ac:spMk id="18" creationId="{00000000-0000-0000-0000-000000000000}"/>
          </ac:spMkLst>
        </pc:spChg>
        <pc:spChg chg="mod">
          <ac:chgData name="Sahan Konur, Sahika" userId="739a6e03-9a4a-49c6-a350-571b31db94be" providerId="ADAL" clId="{F455B582-E268-45AE-ACFA-E4D2A1A767F4}" dt="2023-10-03T14:07:49.086" v="389" actId="1076"/>
          <ac:spMkLst>
            <pc:docMk/>
            <pc:sldMk cId="2033913570" sldId="498"/>
            <ac:spMk id="20" creationId="{00000000-0000-0000-0000-000000000000}"/>
          </ac:spMkLst>
        </pc:spChg>
        <pc:spChg chg="mod">
          <ac:chgData name="Sahan Konur, Sahika" userId="739a6e03-9a4a-49c6-a350-571b31db94be" providerId="ADAL" clId="{F455B582-E268-45AE-ACFA-E4D2A1A767F4}" dt="2023-10-03T14:08:11.805" v="393" actId="14100"/>
          <ac:spMkLst>
            <pc:docMk/>
            <pc:sldMk cId="2033913570" sldId="498"/>
            <ac:spMk id="26" creationId="{00000000-0000-0000-0000-000000000000}"/>
          </ac:spMkLst>
        </pc:spChg>
        <pc:spChg chg="mod">
          <ac:chgData name="Sahan Konur, Sahika" userId="739a6e03-9a4a-49c6-a350-571b31db94be" providerId="ADAL" clId="{F455B582-E268-45AE-ACFA-E4D2A1A767F4}" dt="2023-10-03T14:08:04.224" v="392" actId="404"/>
          <ac:spMkLst>
            <pc:docMk/>
            <pc:sldMk cId="2033913570" sldId="498"/>
            <ac:spMk id="27" creationId="{00000000-0000-0000-0000-000000000000}"/>
          </ac:spMkLst>
        </pc:spChg>
        <pc:picChg chg="mod">
          <ac:chgData name="Sahan Konur, Sahika" userId="739a6e03-9a4a-49c6-a350-571b31db94be" providerId="ADAL" clId="{F455B582-E268-45AE-ACFA-E4D2A1A767F4}" dt="2023-10-03T14:08:55.966" v="403" actId="1076"/>
          <ac:picMkLst>
            <pc:docMk/>
            <pc:sldMk cId="2033913570" sldId="498"/>
            <ac:picMk id="4" creationId="{00000000-0000-0000-0000-000000000000}"/>
          </ac:picMkLst>
        </pc:picChg>
        <pc:picChg chg="mod">
          <ac:chgData name="Sahan Konur, Sahika" userId="739a6e03-9a4a-49c6-a350-571b31db94be" providerId="ADAL" clId="{F455B582-E268-45AE-ACFA-E4D2A1A767F4}" dt="2023-10-03T14:08:52.044" v="402" actId="1076"/>
          <ac:picMkLst>
            <pc:docMk/>
            <pc:sldMk cId="2033913570" sldId="498"/>
            <ac:picMk id="6" creationId="{00000000-0000-0000-0000-000000000000}"/>
          </ac:picMkLst>
        </pc:picChg>
        <pc:picChg chg="mod">
          <ac:chgData name="Sahan Konur, Sahika" userId="739a6e03-9a4a-49c6-a350-571b31db94be" providerId="ADAL" clId="{F455B582-E268-45AE-ACFA-E4D2A1A767F4}" dt="2023-10-03T14:07:41.424" v="388" actId="1076"/>
          <ac:picMkLst>
            <pc:docMk/>
            <pc:sldMk cId="2033913570" sldId="498"/>
            <ac:picMk id="19" creationId="{00000000-0000-0000-0000-000000000000}"/>
          </ac:picMkLst>
        </pc:picChg>
        <pc:cxnChg chg="mod">
          <ac:chgData name="Sahan Konur, Sahika" userId="739a6e03-9a4a-49c6-a350-571b31db94be" providerId="ADAL" clId="{F455B582-E268-45AE-ACFA-E4D2A1A767F4}" dt="2023-10-03T14:08:52.044" v="402" actId="1076"/>
          <ac:cxnSpMkLst>
            <pc:docMk/>
            <pc:sldMk cId="2033913570" sldId="498"/>
            <ac:cxnSpMk id="9" creationId="{00000000-0000-0000-0000-000000000000}"/>
          </ac:cxnSpMkLst>
        </pc:cxnChg>
        <pc:cxnChg chg="mod">
          <ac:chgData name="Sahan Konur, Sahika" userId="739a6e03-9a4a-49c6-a350-571b31db94be" providerId="ADAL" clId="{F455B582-E268-45AE-ACFA-E4D2A1A767F4}" dt="2023-10-03T14:08:52.044" v="402" actId="1076"/>
          <ac:cxnSpMkLst>
            <pc:docMk/>
            <pc:sldMk cId="2033913570" sldId="498"/>
            <ac:cxnSpMk id="13" creationId="{00000000-0000-0000-0000-000000000000}"/>
          </ac:cxnSpMkLst>
        </pc:cxnChg>
        <pc:cxnChg chg="mod">
          <ac:chgData name="Sahan Konur, Sahika" userId="739a6e03-9a4a-49c6-a350-571b31db94be" providerId="ADAL" clId="{F455B582-E268-45AE-ACFA-E4D2A1A767F4}" dt="2023-10-03T14:08:52.044" v="402" actId="1076"/>
          <ac:cxnSpMkLst>
            <pc:docMk/>
            <pc:sldMk cId="2033913570" sldId="498"/>
            <ac:cxnSpMk id="15" creationId="{00000000-0000-0000-0000-000000000000}"/>
          </ac:cxnSpMkLst>
        </pc:cxnChg>
        <pc:cxnChg chg="mod">
          <ac:chgData name="Sahan Konur, Sahika" userId="739a6e03-9a4a-49c6-a350-571b31db94be" providerId="ADAL" clId="{F455B582-E268-45AE-ACFA-E4D2A1A767F4}" dt="2023-10-03T14:07:55.178" v="390" actId="1076"/>
          <ac:cxnSpMkLst>
            <pc:docMk/>
            <pc:sldMk cId="2033913570" sldId="498"/>
            <ac:cxnSpMk id="25" creationId="{00000000-0000-0000-0000-000000000000}"/>
          </ac:cxnSpMkLst>
        </pc:cxnChg>
      </pc:sldChg>
      <pc:sldChg chg="addSp modSp mod">
        <pc:chgData name="Sahan Konur, Sahika" userId="739a6e03-9a4a-49c6-a350-571b31db94be" providerId="ADAL" clId="{F455B582-E268-45AE-ACFA-E4D2A1A767F4}" dt="2023-10-03T14:19:00.240" v="820" actId="1076"/>
        <pc:sldMkLst>
          <pc:docMk/>
          <pc:sldMk cId="3856198974" sldId="499"/>
        </pc:sldMkLst>
        <pc:spChg chg="mod">
          <ac:chgData name="Sahan Konur, Sahika" userId="739a6e03-9a4a-49c6-a350-571b31db94be" providerId="ADAL" clId="{F455B582-E268-45AE-ACFA-E4D2A1A767F4}" dt="2023-10-03T14:09:58.816" v="417"/>
          <ac:spMkLst>
            <pc:docMk/>
            <pc:sldMk cId="3856198974" sldId="499"/>
            <ac:spMk id="2" creationId="{00000000-0000-0000-0000-000000000000}"/>
          </ac:spMkLst>
        </pc:spChg>
        <pc:spChg chg="mod">
          <ac:chgData name="Sahan Konur, Sahika" userId="739a6e03-9a4a-49c6-a350-571b31db94be" providerId="ADAL" clId="{F455B582-E268-45AE-ACFA-E4D2A1A767F4}" dt="2023-10-03T14:18:57.579" v="819" actId="20577"/>
          <ac:spMkLst>
            <pc:docMk/>
            <pc:sldMk cId="3856198974" sldId="499"/>
            <ac:spMk id="3" creationId="{00000000-0000-0000-0000-000000000000}"/>
          </ac:spMkLst>
        </pc:spChg>
        <pc:spChg chg="add mod">
          <ac:chgData name="Sahan Konur, Sahika" userId="739a6e03-9a4a-49c6-a350-571b31db94be" providerId="ADAL" clId="{F455B582-E268-45AE-ACFA-E4D2A1A767F4}" dt="2023-10-03T14:10:24.575" v="423"/>
          <ac:spMkLst>
            <pc:docMk/>
            <pc:sldMk cId="3856198974" sldId="499"/>
            <ac:spMk id="4" creationId="{05DB6559-43ED-9D71-E200-1A7361D89AC4}"/>
          </ac:spMkLst>
        </pc:spChg>
        <pc:picChg chg="mod">
          <ac:chgData name="Sahan Konur, Sahika" userId="739a6e03-9a4a-49c6-a350-571b31db94be" providerId="ADAL" clId="{F455B582-E268-45AE-ACFA-E4D2A1A767F4}" dt="2023-10-03T14:19:00.240" v="820" actId="1076"/>
          <ac:picMkLst>
            <pc:docMk/>
            <pc:sldMk cId="3856198974" sldId="499"/>
            <ac:picMk id="5" creationId="{00000000-0000-0000-0000-000000000000}"/>
          </ac:picMkLst>
        </pc:picChg>
      </pc:sldChg>
      <pc:sldChg chg="addSp modSp mod">
        <pc:chgData name="Sahan Konur, Sahika" userId="739a6e03-9a4a-49c6-a350-571b31db94be" providerId="ADAL" clId="{F455B582-E268-45AE-ACFA-E4D2A1A767F4}" dt="2023-10-03T14:10:37.771" v="427" actId="1076"/>
        <pc:sldMkLst>
          <pc:docMk/>
          <pc:sldMk cId="4260305800" sldId="500"/>
        </pc:sldMkLst>
        <pc:spChg chg="mod">
          <ac:chgData name="Sahan Konur, Sahika" userId="739a6e03-9a4a-49c6-a350-571b31db94be" providerId="ADAL" clId="{F455B582-E268-45AE-ACFA-E4D2A1A767F4}" dt="2023-10-03T14:10:02.006" v="418"/>
          <ac:spMkLst>
            <pc:docMk/>
            <pc:sldMk cId="4260305800" sldId="500"/>
            <ac:spMk id="2" creationId="{00000000-0000-0000-0000-000000000000}"/>
          </ac:spMkLst>
        </pc:spChg>
        <pc:spChg chg="add mod">
          <ac:chgData name="Sahan Konur, Sahika" userId="739a6e03-9a4a-49c6-a350-571b31db94be" providerId="ADAL" clId="{F455B582-E268-45AE-ACFA-E4D2A1A767F4}" dt="2023-10-03T14:10:34.447" v="426"/>
          <ac:spMkLst>
            <pc:docMk/>
            <pc:sldMk cId="4260305800" sldId="500"/>
            <ac:spMk id="5" creationId="{BB13613D-8811-180F-B5FD-C411C983BAAC}"/>
          </ac:spMkLst>
        </pc:spChg>
        <pc:picChg chg="mod">
          <ac:chgData name="Sahan Konur, Sahika" userId="739a6e03-9a4a-49c6-a350-571b31db94be" providerId="ADAL" clId="{F455B582-E268-45AE-ACFA-E4D2A1A767F4}" dt="2023-10-03T14:10:37.771" v="427" actId="1076"/>
          <ac:picMkLst>
            <pc:docMk/>
            <pc:sldMk cId="4260305800" sldId="500"/>
            <ac:picMk id="4" creationId="{00000000-0000-0000-0000-000000000000}"/>
          </ac:picMkLst>
        </pc:picChg>
      </pc:sldChg>
      <pc:sldChg chg="addSp modSp mod modAnim">
        <pc:chgData name="Sahan Konur, Sahika" userId="739a6e03-9a4a-49c6-a350-571b31db94be" providerId="ADAL" clId="{F455B582-E268-45AE-ACFA-E4D2A1A767F4}" dt="2023-10-03T14:19:58.007" v="835" actId="1076"/>
        <pc:sldMkLst>
          <pc:docMk/>
          <pc:sldMk cId="2643765361" sldId="501"/>
        </pc:sldMkLst>
        <pc:spChg chg="mod">
          <ac:chgData name="Sahan Konur, Sahika" userId="739a6e03-9a4a-49c6-a350-571b31db94be" providerId="ADAL" clId="{F455B582-E268-45AE-ACFA-E4D2A1A767F4}" dt="2023-10-03T14:10:06.036" v="419"/>
          <ac:spMkLst>
            <pc:docMk/>
            <pc:sldMk cId="2643765361" sldId="501"/>
            <ac:spMk id="2" creationId="{00000000-0000-0000-0000-000000000000}"/>
          </ac:spMkLst>
        </pc:spChg>
        <pc:spChg chg="mod">
          <ac:chgData name="Sahan Konur, Sahika" userId="739a6e03-9a4a-49c6-a350-571b31db94be" providerId="ADAL" clId="{F455B582-E268-45AE-ACFA-E4D2A1A767F4}" dt="2023-10-03T14:19:35.740" v="833" actId="27636"/>
          <ac:spMkLst>
            <pc:docMk/>
            <pc:sldMk cId="2643765361" sldId="501"/>
            <ac:spMk id="3" creationId="{00000000-0000-0000-0000-000000000000}"/>
          </ac:spMkLst>
        </pc:spChg>
        <pc:spChg chg="add mod">
          <ac:chgData name="Sahan Konur, Sahika" userId="739a6e03-9a4a-49c6-a350-571b31db94be" providerId="ADAL" clId="{F455B582-E268-45AE-ACFA-E4D2A1A767F4}" dt="2023-10-03T14:19:16.373" v="825"/>
          <ac:spMkLst>
            <pc:docMk/>
            <pc:sldMk cId="2643765361" sldId="501"/>
            <ac:spMk id="5" creationId="{D0A828CE-E64E-E305-A85B-601E6D1EEF12}"/>
          </ac:spMkLst>
        </pc:spChg>
        <pc:graphicFrameChg chg="mod">
          <ac:chgData name="Sahan Konur, Sahika" userId="739a6e03-9a4a-49c6-a350-571b31db94be" providerId="ADAL" clId="{F455B582-E268-45AE-ACFA-E4D2A1A767F4}" dt="2023-10-03T14:19:48.261" v="834" actId="1076"/>
          <ac:graphicFrameMkLst>
            <pc:docMk/>
            <pc:sldMk cId="2643765361" sldId="501"/>
            <ac:graphicFrameMk id="6" creationId="{00000000-0000-0000-0000-000000000000}"/>
          </ac:graphicFrameMkLst>
        </pc:graphicFrameChg>
        <pc:picChg chg="mod">
          <ac:chgData name="Sahan Konur, Sahika" userId="739a6e03-9a4a-49c6-a350-571b31db94be" providerId="ADAL" clId="{F455B582-E268-45AE-ACFA-E4D2A1A767F4}" dt="2023-10-03T14:19:58.007" v="835" actId="1076"/>
          <ac:picMkLst>
            <pc:docMk/>
            <pc:sldMk cId="2643765361" sldId="501"/>
            <ac:picMk id="4" creationId="{00000000-0000-0000-0000-000000000000}"/>
          </ac:picMkLst>
        </pc:picChg>
      </pc:sldChg>
      <pc:sldChg chg="addSp modSp mod">
        <pc:chgData name="Sahan Konur, Sahika" userId="739a6e03-9a4a-49c6-a350-571b31db94be" providerId="ADAL" clId="{F455B582-E268-45AE-ACFA-E4D2A1A767F4}" dt="2023-10-03T14:10:54.335" v="434" actId="1076"/>
        <pc:sldMkLst>
          <pc:docMk/>
          <pc:sldMk cId="805251196" sldId="502"/>
        </pc:sldMkLst>
        <pc:spChg chg="mod">
          <ac:chgData name="Sahan Konur, Sahika" userId="739a6e03-9a4a-49c6-a350-571b31db94be" providerId="ADAL" clId="{F455B582-E268-45AE-ACFA-E4D2A1A767F4}" dt="2023-10-03T14:10:10.535" v="420"/>
          <ac:spMkLst>
            <pc:docMk/>
            <pc:sldMk cId="805251196" sldId="502"/>
            <ac:spMk id="2" creationId="{00000000-0000-0000-0000-000000000000}"/>
          </ac:spMkLst>
        </pc:spChg>
        <pc:spChg chg="mod">
          <ac:chgData name="Sahan Konur, Sahika" userId="739a6e03-9a4a-49c6-a350-571b31db94be" providerId="ADAL" clId="{F455B582-E268-45AE-ACFA-E4D2A1A767F4}" dt="2023-10-03T14:10:51.899" v="433" actId="20577"/>
          <ac:spMkLst>
            <pc:docMk/>
            <pc:sldMk cId="805251196" sldId="502"/>
            <ac:spMk id="3" creationId="{00000000-0000-0000-0000-000000000000}"/>
          </ac:spMkLst>
        </pc:spChg>
        <pc:spChg chg="add mod">
          <ac:chgData name="Sahan Konur, Sahika" userId="739a6e03-9a4a-49c6-a350-571b31db94be" providerId="ADAL" clId="{F455B582-E268-45AE-ACFA-E4D2A1A767F4}" dt="2023-10-03T14:10:44.976" v="430"/>
          <ac:spMkLst>
            <pc:docMk/>
            <pc:sldMk cId="805251196" sldId="502"/>
            <ac:spMk id="5" creationId="{03F5C8CE-7757-220D-3B10-001BA4FCF55B}"/>
          </ac:spMkLst>
        </pc:spChg>
        <pc:picChg chg="mod">
          <ac:chgData name="Sahan Konur, Sahika" userId="739a6e03-9a4a-49c6-a350-571b31db94be" providerId="ADAL" clId="{F455B582-E268-45AE-ACFA-E4D2A1A767F4}" dt="2023-10-03T14:10:54.335" v="434" actId="1076"/>
          <ac:picMkLst>
            <pc:docMk/>
            <pc:sldMk cId="805251196" sldId="502"/>
            <ac:picMk id="4" creationId="{00000000-0000-0000-0000-000000000000}"/>
          </ac:picMkLst>
        </pc:picChg>
      </pc:sldChg>
      <pc:sldChg chg="modSp mod">
        <pc:chgData name="Sahan Konur, Sahika" userId="739a6e03-9a4a-49c6-a350-571b31db94be" providerId="ADAL" clId="{F455B582-E268-45AE-ACFA-E4D2A1A767F4}" dt="2023-10-03T13:57:54.438" v="285" actId="207"/>
        <pc:sldMkLst>
          <pc:docMk/>
          <pc:sldMk cId="2096417052" sldId="503"/>
        </pc:sldMkLst>
        <pc:spChg chg="mod">
          <ac:chgData name="Sahan Konur, Sahika" userId="739a6e03-9a4a-49c6-a350-571b31db94be" providerId="ADAL" clId="{F455B582-E268-45AE-ACFA-E4D2A1A767F4}" dt="2023-10-03T13:57:54.438" v="285" actId="207"/>
          <ac:spMkLst>
            <pc:docMk/>
            <pc:sldMk cId="2096417052" sldId="503"/>
            <ac:spMk id="3" creationId="{00000000-0000-0000-0000-000000000000}"/>
          </ac:spMkLst>
        </pc:spChg>
      </pc:sldChg>
      <pc:sldChg chg="modSp add mod">
        <pc:chgData name="Sahan Konur, Sahika" userId="739a6e03-9a4a-49c6-a350-571b31db94be" providerId="ADAL" clId="{F455B582-E268-45AE-ACFA-E4D2A1A767F4}" dt="2023-10-03T13:58:05.250" v="288" actId="207"/>
        <pc:sldMkLst>
          <pc:docMk/>
          <pc:sldMk cId="1765297737" sldId="504"/>
        </pc:sldMkLst>
        <pc:spChg chg="mod">
          <ac:chgData name="Sahan Konur, Sahika" userId="739a6e03-9a4a-49c6-a350-571b31db94be" providerId="ADAL" clId="{F455B582-E268-45AE-ACFA-E4D2A1A767F4}" dt="2023-10-03T13:58:05.250" v="288" actId="207"/>
          <ac:spMkLst>
            <pc:docMk/>
            <pc:sldMk cId="1765297737" sldId="504"/>
            <ac:spMk id="3" creationId="{00000000-0000-0000-0000-000000000000}"/>
          </ac:spMkLst>
        </pc:spChg>
      </pc:sldChg>
      <pc:sldChg chg="addSp delSp modSp add mod modAnim">
        <pc:chgData name="Sahan Konur, Sahika" userId="739a6e03-9a4a-49c6-a350-571b31db94be" providerId="ADAL" clId="{F455B582-E268-45AE-ACFA-E4D2A1A767F4}" dt="2023-10-03T14:41:18.581" v="1769"/>
        <pc:sldMkLst>
          <pc:docMk/>
          <pc:sldMk cId="128808509" sldId="505"/>
        </pc:sldMkLst>
        <pc:spChg chg="mod">
          <ac:chgData name="Sahan Konur, Sahika" userId="739a6e03-9a4a-49c6-a350-571b31db94be" providerId="ADAL" clId="{F455B582-E268-45AE-ACFA-E4D2A1A767F4}" dt="2023-10-03T14:39:36.706" v="1757" actId="20577"/>
          <ac:spMkLst>
            <pc:docMk/>
            <pc:sldMk cId="128808509" sldId="505"/>
            <ac:spMk id="3" creationId="{00000000-0000-0000-0000-000000000000}"/>
          </ac:spMkLst>
        </pc:spChg>
        <pc:spChg chg="mod">
          <ac:chgData name="Sahan Konur, Sahika" userId="739a6e03-9a4a-49c6-a350-571b31db94be" providerId="ADAL" clId="{F455B582-E268-45AE-ACFA-E4D2A1A767F4}" dt="2023-10-03T14:16:45.990" v="485" actId="6549"/>
          <ac:spMkLst>
            <pc:docMk/>
            <pc:sldMk cId="128808509" sldId="505"/>
            <ac:spMk id="5" creationId="{03F5C8CE-7757-220D-3B10-001BA4FCF55B}"/>
          </ac:spMkLst>
        </pc:spChg>
        <pc:spChg chg="add del mod">
          <ac:chgData name="Sahan Konur, Sahika" userId="739a6e03-9a4a-49c6-a350-571b31db94be" providerId="ADAL" clId="{F455B582-E268-45AE-ACFA-E4D2A1A767F4}" dt="2023-10-03T14:26:10.113" v="983" actId="478"/>
          <ac:spMkLst>
            <pc:docMk/>
            <pc:sldMk cId="128808509" sldId="505"/>
            <ac:spMk id="9" creationId="{625460B7-23EF-DF7D-4167-62EAB1151542}"/>
          </ac:spMkLst>
        </pc:spChg>
        <pc:spChg chg="add del">
          <ac:chgData name="Sahan Konur, Sahika" userId="739a6e03-9a4a-49c6-a350-571b31db94be" providerId="ADAL" clId="{F455B582-E268-45AE-ACFA-E4D2A1A767F4}" dt="2023-10-03T14:32:13.936" v="1094" actId="478"/>
          <ac:spMkLst>
            <pc:docMk/>
            <pc:sldMk cId="128808509" sldId="505"/>
            <ac:spMk id="13" creationId="{01C0C639-2861-18E8-2640-B81B91E8A1E5}"/>
          </ac:spMkLst>
        </pc:spChg>
        <pc:spChg chg="add mod">
          <ac:chgData name="Sahan Konur, Sahika" userId="739a6e03-9a4a-49c6-a350-571b31db94be" providerId="ADAL" clId="{F455B582-E268-45AE-ACFA-E4D2A1A767F4}" dt="2023-10-03T14:39:37.260" v="1758" actId="1076"/>
          <ac:spMkLst>
            <pc:docMk/>
            <pc:sldMk cId="128808509" sldId="505"/>
            <ac:spMk id="14" creationId="{7343EADE-7738-3E67-B363-3E3D50EA5B7E}"/>
          </ac:spMkLst>
        </pc:spChg>
        <pc:graphicFrameChg chg="add del mod modGraphic">
          <ac:chgData name="Sahan Konur, Sahika" userId="739a6e03-9a4a-49c6-a350-571b31db94be" providerId="ADAL" clId="{F455B582-E268-45AE-ACFA-E4D2A1A767F4}" dt="2023-10-03T14:26:07.151" v="982" actId="478"/>
          <ac:graphicFrameMkLst>
            <pc:docMk/>
            <pc:sldMk cId="128808509" sldId="505"/>
            <ac:graphicFrameMk id="6" creationId="{3E9A8A06-17E6-2148-21A7-2A95C76EF4E3}"/>
          </ac:graphicFrameMkLst>
        </pc:graphicFrameChg>
        <pc:graphicFrameChg chg="add mod modGraphic">
          <ac:chgData name="Sahan Konur, Sahika" userId="739a6e03-9a4a-49c6-a350-571b31db94be" providerId="ADAL" clId="{F455B582-E268-45AE-ACFA-E4D2A1A767F4}" dt="2023-10-03T14:39:37.260" v="1758" actId="1076"/>
          <ac:graphicFrameMkLst>
            <pc:docMk/>
            <pc:sldMk cId="128808509" sldId="505"/>
            <ac:graphicFrameMk id="10" creationId="{6CC54CC5-8CED-2DEF-08EC-0374C4F30A39}"/>
          </ac:graphicFrameMkLst>
        </pc:graphicFrameChg>
        <pc:graphicFrameChg chg="add del mod modGraphic">
          <ac:chgData name="Sahan Konur, Sahika" userId="739a6e03-9a4a-49c6-a350-571b31db94be" providerId="ADAL" clId="{F455B582-E268-45AE-ACFA-E4D2A1A767F4}" dt="2023-10-03T14:27:54.813" v="1040" actId="3680"/>
          <ac:graphicFrameMkLst>
            <pc:docMk/>
            <pc:sldMk cId="128808509" sldId="505"/>
            <ac:graphicFrameMk id="11" creationId="{6CBDB9BF-AE32-8D56-B59C-7AA64DF83B58}"/>
          </ac:graphicFrameMkLst>
        </pc:graphicFrameChg>
        <pc:graphicFrameChg chg="add mod modGraphic">
          <ac:chgData name="Sahan Konur, Sahika" userId="739a6e03-9a4a-49c6-a350-571b31db94be" providerId="ADAL" clId="{F455B582-E268-45AE-ACFA-E4D2A1A767F4}" dt="2023-10-03T14:39:37.260" v="1758" actId="1076"/>
          <ac:graphicFrameMkLst>
            <pc:docMk/>
            <pc:sldMk cId="128808509" sldId="505"/>
            <ac:graphicFrameMk id="12" creationId="{DC6E498D-3ABF-8BEA-998F-31DAA2410534}"/>
          </ac:graphicFrameMkLst>
        </pc:graphicFrameChg>
        <pc:graphicFrameChg chg="add mod modGraphic">
          <ac:chgData name="Sahan Konur, Sahika" userId="739a6e03-9a4a-49c6-a350-571b31db94be" providerId="ADAL" clId="{F455B582-E268-45AE-ACFA-E4D2A1A767F4}" dt="2023-10-03T14:39:37.260" v="1758" actId="1076"/>
          <ac:graphicFrameMkLst>
            <pc:docMk/>
            <pc:sldMk cId="128808509" sldId="505"/>
            <ac:graphicFrameMk id="17" creationId="{E4970ABA-BAEB-A7C7-0266-4EEF9E18ACEF}"/>
          </ac:graphicFrameMkLst>
        </pc:graphicFrameChg>
        <pc:picChg chg="del">
          <ac:chgData name="Sahan Konur, Sahika" userId="739a6e03-9a4a-49c6-a350-571b31db94be" providerId="ADAL" clId="{F455B582-E268-45AE-ACFA-E4D2A1A767F4}" dt="2023-10-03T14:11:03.955" v="436" actId="478"/>
          <ac:picMkLst>
            <pc:docMk/>
            <pc:sldMk cId="128808509" sldId="505"/>
            <ac:picMk id="4" creationId="{00000000-0000-0000-0000-000000000000}"/>
          </ac:picMkLst>
        </pc:picChg>
        <pc:cxnChg chg="add del">
          <ac:chgData name="Sahan Konur, Sahika" userId="739a6e03-9a4a-49c6-a350-571b31db94be" providerId="ADAL" clId="{F455B582-E268-45AE-ACFA-E4D2A1A767F4}" dt="2023-10-03T14:26:10.721" v="984" actId="478"/>
          <ac:cxnSpMkLst>
            <pc:docMk/>
            <pc:sldMk cId="128808509" sldId="505"/>
            <ac:cxnSpMk id="8" creationId="{DC66E9C6-A868-FB00-2E73-6F7C88C0B60B}"/>
          </ac:cxnSpMkLst>
        </pc:cxnChg>
        <pc:cxnChg chg="add del">
          <ac:chgData name="Sahan Konur, Sahika" userId="739a6e03-9a4a-49c6-a350-571b31db94be" providerId="ADAL" clId="{F455B582-E268-45AE-ACFA-E4D2A1A767F4}" dt="2023-10-03T14:32:58.425" v="1107" actId="478"/>
          <ac:cxnSpMkLst>
            <pc:docMk/>
            <pc:sldMk cId="128808509" sldId="505"/>
            <ac:cxnSpMk id="16" creationId="{9A5D5034-7051-E620-792A-A2684A394564}"/>
          </ac:cxnSpMkLst>
        </pc:cxnChg>
      </pc:sldChg>
      <pc:sldChg chg="addSp delSp modSp add mod modAnim">
        <pc:chgData name="Sahan Konur, Sahika" userId="739a6e03-9a4a-49c6-a350-571b31db94be" providerId="ADAL" clId="{F455B582-E268-45AE-ACFA-E4D2A1A767F4}" dt="2023-10-03T15:16:13.040" v="3066" actId="113"/>
        <pc:sldMkLst>
          <pc:docMk/>
          <pc:sldMk cId="3784354532" sldId="506"/>
        </pc:sldMkLst>
        <pc:spChg chg="mod">
          <ac:chgData name="Sahan Konur, Sahika" userId="739a6e03-9a4a-49c6-a350-571b31db94be" providerId="ADAL" clId="{F455B582-E268-45AE-ACFA-E4D2A1A767F4}" dt="2023-10-03T15:05:46.258" v="2678" actId="115"/>
          <ac:spMkLst>
            <pc:docMk/>
            <pc:sldMk cId="3784354532" sldId="506"/>
            <ac:spMk id="3" creationId="{00000000-0000-0000-0000-000000000000}"/>
          </ac:spMkLst>
        </pc:spChg>
        <pc:spChg chg="add mod">
          <ac:chgData name="Sahan Konur, Sahika" userId="739a6e03-9a4a-49c6-a350-571b31db94be" providerId="ADAL" clId="{F455B582-E268-45AE-ACFA-E4D2A1A767F4}" dt="2023-10-03T14:51:27.367" v="1966" actId="1076"/>
          <ac:spMkLst>
            <pc:docMk/>
            <pc:sldMk cId="3784354532" sldId="506"/>
            <ac:spMk id="4" creationId="{B1A8DE96-41A8-B407-66F7-BD41A71E934F}"/>
          </ac:spMkLst>
        </pc:spChg>
        <pc:spChg chg="add mod">
          <ac:chgData name="Sahan Konur, Sahika" userId="739a6e03-9a4a-49c6-a350-571b31db94be" providerId="ADAL" clId="{F455B582-E268-45AE-ACFA-E4D2A1A767F4}" dt="2023-10-03T14:51:27.367" v="1966" actId="1076"/>
          <ac:spMkLst>
            <pc:docMk/>
            <pc:sldMk cId="3784354532" sldId="506"/>
            <ac:spMk id="6" creationId="{9C972DC5-9F86-E88D-A54E-0E7BB04CE4C5}"/>
          </ac:spMkLst>
        </pc:spChg>
        <pc:spChg chg="add mod">
          <ac:chgData name="Sahan Konur, Sahika" userId="739a6e03-9a4a-49c6-a350-571b31db94be" providerId="ADAL" clId="{F455B582-E268-45AE-ACFA-E4D2A1A767F4}" dt="2023-10-03T14:51:27.367" v="1966" actId="1076"/>
          <ac:spMkLst>
            <pc:docMk/>
            <pc:sldMk cId="3784354532" sldId="506"/>
            <ac:spMk id="7" creationId="{E7D7019B-741A-19D9-DD87-3913B0BBB842}"/>
          </ac:spMkLst>
        </pc:spChg>
        <pc:spChg chg="add mod">
          <ac:chgData name="Sahan Konur, Sahika" userId="739a6e03-9a4a-49c6-a350-571b31db94be" providerId="ADAL" clId="{F455B582-E268-45AE-ACFA-E4D2A1A767F4}" dt="2023-10-03T14:51:27.367" v="1966" actId="1076"/>
          <ac:spMkLst>
            <pc:docMk/>
            <pc:sldMk cId="3784354532" sldId="506"/>
            <ac:spMk id="8" creationId="{B97D1C36-FC68-4E88-D473-40CD03D32D14}"/>
          </ac:spMkLst>
        </pc:spChg>
        <pc:spChg chg="del">
          <ac:chgData name="Sahan Konur, Sahika" userId="739a6e03-9a4a-49c6-a350-571b31db94be" providerId="ADAL" clId="{F455B582-E268-45AE-ACFA-E4D2A1A767F4}" dt="2023-10-03T14:33:46.754" v="1118" actId="478"/>
          <ac:spMkLst>
            <pc:docMk/>
            <pc:sldMk cId="3784354532" sldId="506"/>
            <ac:spMk id="14" creationId="{7343EADE-7738-3E67-B363-3E3D50EA5B7E}"/>
          </ac:spMkLst>
        </pc:spChg>
        <pc:spChg chg="add mod">
          <ac:chgData name="Sahan Konur, Sahika" userId="739a6e03-9a4a-49c6-a350-571b31db94be" providerId="ADAL" clId="{F455B582-E268-45AE-ACFA-E4D2A1A767F4}" dt="2023-10-03T14:51:27.367" v="1966" actId="1076"/>
          <ac:spMkLst>
            <pc:docMk/>
            <pc:sldMk cId="3784354532" sldId="506"/>
            <ac:spMk id="34" creationId="{1181D51E-16FF-26EB-ACAD-C58FF3EC8CCE}"/>
          </ac:spMkLst>
        </pc:spChg>
        <pc:spChg chg="add mod">
          <ac:chgData name="Sahan Konur, Sahika" userId="739a6e03-9a4a-49c6-a350-571b31db94be" providerId="ADAL" clId="{F455B582-E268-45AE-ACFA-E4D2A1A767F4}" dt="2023-10-03T14:51:27.367" v="1966" actId="1076"/>
          <ac:spMkLst>
            <pc:docMk/>
            <pc:sldMk cId="3784354532" sldId="506"/>
            <ac:spMk id="35" creationId="{6E413560-EE25-30F4-DF67-04B6125FA687}"/>
          </ac:spMkLst>
        </pc:spChg>
        <pc:spChg chg="add mod">
          <ac:chgData name="Sahan Konur, Sahika" userId="739a6e03-9a4a-49c6-a350-571b31db94be" providerId="ADAL" clId="{F455B582-E268-45AE-ACFA-E4D2A1A767F4}" dt="2023-10-03T14:51:27.367" v="1966" actId="1076"/>
          <ac:spMkLst>
            <pc:docMk/>
            <pc:sldMk cId="3784354532" sldId="506"/>
            <ac:spMk id="36" creationId="{6807455A-7FD1-E74D-2918-C219065C9DD6}"/>
          </ac:spMkLst>
        </pc:spChg>
        <pc:spChg chg="add mod">
          <ac:chgData name="Sahan Konur, Sahika" userId="739a6e03-9a4a-49c6-a350-571b31db94be" providerId="ADAL" clId="{F455B582-E268-45AE-ACFA-E4D2A1A767F4}" dt="2023-10-03T14:51:27.367" v="1966" actId="1076"/>
          <ac:spMkLst>
            <pc:docMk/>
            <pc:sldMk cId="3784354532" sldId="506"/>
            <ac:spMk id="37" creationId="{136E7C2B-AAAC-5119-093C-90348A16C311}"/>
          </ac:spMkLst>
        </pc:spChg>
        <pc:spChg chg="add mod">
          <ac:chgData name="Sahan Konur, Sahika" userId="739a6e03-9a4a-49c6-a350-571b31db94be" providerId="ADAL" clId="{F455B582-E268-45AE-ACFA-E4D2A1A767F4}" dt="2023-10-03T14:51:27.367" v="1966" actId="1076"/>
          <ac:spMkLst>
            <pc:docMk/>
            <pc:sldMk cId="3784354532" sldId="506"/>
            <ac:spMk id="38" creationId="{5AD716AD-4797-DF94-0002-32BC998292A1}"/>
          </ac:spMkLst>
        </pc:spChg>
        <pc:spChg chg="add mod">
          <ac:chgData name="Sahan Konur, Sahika" userId="739a6e03-9a4a-49c6-a350-571b31db94be" providerId="ADAL" clId="{F455B582-E268-45AE-ACFA-E4D2A1A767F4}" dt="2023-10-03T14:51:27.367" v="1966" actId="1076"/>
          <ac:spMkLst>
            <pc:docMk/>
            <pc:sldMk cId="3784354532" sldId="506"/>
            <ac:spMk id="39" creationId="{19F171A6-19AC-14CE-22EC-3C2BADC8E148}"/>
          </ac:spMkLst>
        </pc:spChg>
        <pc:spChg chg="add mod">
          <ac:chgData name="Sahan Konur, Sahika" userId="739a6e03-9a4a-49c6-a350-571b31db94be" providerId="ADAL" clId="{F455B582-E268-45AE-ACFA-E4D2A1A767F4}" dt="2023-10-03T14:51:27.367" v="1966" actId="1076"/>
          <ac:spMkLst>
            <pc:docMk/>
            <pc:sldMk cId="3784354532" sldId="506"/>
            <ac:spMk id="40" creationId="{5D3A6B74-3718-6C77-0C3C-138B45AF6A88}"/>
          </ac:spMkLst>
        </pc:spChg>
        <pc:spChg chg="add mod">
          <ac:chgData name="Sahan Konur, Sahika" userId="739a6e03-9a4a-49c6-a350-571b31db94be" providerId="ADAL" clId="{F455B582-E268-45AE-ACFA-E4D2A1A767F4}" dt="2023-10-03T14:51:27.367" v="1966" actId="1076"/>
          <ac:spMkLst>
            <pc:docMk/>
            <pc:sldMk cId="3784354532" sldId="506"/>
            <ac:spMk id="41" creationId="{217E11E9-685F-1706-1FDE-9DDF55E0259D}"/>
          </ac:spMkLst>
        </pc:spChg>
        <pc:spChg chg="add mod">
          <ac:chgData name="Sahan Konur, Sahika" userId="739a6e03-9a4a-49c6-a350-571b31db94be" providerId="ADAL" clId="{F455B582-E268-45AE-ACFA-E4D2A1A767F4}" dt="2023-10-03T14:51:27.367" v="1966" actId="1076"/>
          <ac:spMkLst>
            <pc:docMk/>
            <pc:sldMk cId="3784354532" sldId="506"/>
            <ac:spMk id="42" creationId="{E7EB0353-5327-03BC-AE83-8FA2AADEFB85}"/>
          </ac:spMkLst>
        </pc:spChg>
        <pc:spChg chg="add mod">
          <ac:chgData name="Sahan Konur, Sahika" userId="739a6e03-9a4a-49c6-a350-571b31db94be" providerId="ADAL" clId="{F455B582-E268-45AE-ACFA-E4D2A1A767F4}" dt="2023-10-03T14:51:27.367" v="1966" actId="1076"/>
          <ac:spMkLst>
            <pc:docMk/>
            <pc:sldMk cId="3784354532" sldId="506"/>
            <ac:spMk id="43" creationId="{4565AFC8-8955-74B6-A3DD-138C442C1118}"/>
          </ac:spMkLst>
        </pc:spChg>
        <pc:spChg chg="add mod">
          <ac:chgData name="Sahan Konur, Sahika" userId="739a6e03-9a4a-49c6-a350-571b31db94be" providerId="ADAL" clId="{F455B582-E268-45AE-ACFA-E4D2A1A767F4}" dt="2023-10-03T14:51:27.367" v="1966" actId="1076"/>
          <ac:spMkLst>
            <pc:docMk/>
            <pc:sldMk cId="3784354532" sldId="506"/>
            <ac:spMk id="44" creationId="{3781995D-CD73-07C4-8885-BDE66E75B3EC}"/>
          </ac:spMkLst>
        </pc:spChg>
        <pc:spChg chg="add mod">
          <ac:chgData name="Sahan Konur, Sahika" userId="739a6e03-9a4a-49c6-a350-571b31db94be" providerId="ADAL" clId="{F455B582-E268-45AE-ACFA-E4D2A1A767F4}" dt="2023-10-03T14:51:27.367" v="1966" actId="1076"/>
          <ac:spMkLst>
            <pc:docMk/>
            <pc:sldMk cId="3784354532" sldId="506"/>
            <ac:spMk id="45" creationId="{B9E574BC-1E3D-1579-07B3-0F3735B89E3D}"/>
          </ac:spMkLst>
        </pc:spChg>
        <pc:spChg chg="add mod">
          <ac:chgData name="Sahan Konur, Sahika" userId="739a6e03-9a4a-49c6-a350-571b31db94be" providerId="ADAL" clId="{F455B582-E268-45AE-ACFA-E4D2A1A767F4}" dt="2023-10-03T14:51:27.367" v="1966" actId="1076"/>
          <ac:spMkLst>
            <pc:docMk/>
            <pc:sldMk cId="3784354532" sldId="506"/>
            <ac:spMk id="46" creationId="{485CD59C-2923-3B83-C1FD-93E677F994C6}"/>
          </ac:spMkLst>
        </pc:spChg>
        <pc:spChg chg="add mod">
          <ac:chgData name="Sahan Konur, Sahika" userId="739a6e03-9a4a-49c6-a350-571b31db94be" providerId="ADAL" clId="{F455B582-E268-45AE-ACFA-E4D2A1A767F4}" dt="2023-10-03T15:16:13.040" v="3066" actId="113"/>
          <ac:spMkLst>
            <pc:docMk/>
            <pc:sldMk cId="3784354532" sldId="506"/>
            <ac:spMk id="48" creationId="{CF17FF67-F32B-3405-278E-932E2EAF4F89}"/>
          </ac:spMkLst>
        </pc:spChg>
        <pc:graphicFrameChg chg="del">
          <ac:chgData name="Sahan Konur, Sahika" userId="739a6e03-9a4a-49c6-a350-571b31db94be" providerId="ADAL" clId="{F455B582-E268-45AE-ACFA-E4D2A1A767F4}" dt="2023-10-03T14:33:41.844" v="1115" actId="478"/>
          <ac:graphicFrameMkLst>
            <pc:docMk/>
            <pc:sldMk cId="3784354532" sldId="506"/>
            <ac:graphicFrameMk id="10" creationId="{6CC54CC5-8CED-2DEF-08EC-0374C4F30A39}"/>
          </ac:graphicFrameMkLst>
        </pc:graphicFrameChg>
        <pc:graphicFrameChg chg="del">
          <ac:chgData name="Sahan Konur, Sahika" userId="739a6e03-9a4a-49c6-a350-571b31db94be" providerId="ADAL" clId="{F455B582-E268-45AE-ACFA-E4D2A1A767F4}" dt="2023-10-03T14:33:44.092" v="1116" actId="478"/>
          <ac:graphicFrameMkLst>
            <pc:docMk/>
            <pc:sldMk cId="3784354532" sldId="506"/>
            <ac:graphicFrameMk id="12" creationId="{DC6E498D-3ABF-8BEA-998F-31DAA2410534}"/>
          </ac:graphicFrameMkLst>
        </pc:graphicFrameChg>
        <pc:graphicFrameChg chg="del">
          <ac:chgData name="Sahan Konur, Sahika" userId="739a6e03-9a4a-49c6-a350-571b31db94be" providerId="ADAL" clId="{F455B582-E268-45AE-ACFA-E4D2A1A767F4}" dt="2023-10-03T14:33:44.973" v="1117" actId="478"/>
          <ac:graphicFrameMkLst>
            <pc:docMk/>
            <pc:sldMk cId="3784354532" sldId="506"/>
            <ac:graphicFrameMk id="17" creationId="{E4970ABA-BAEB-A7C7-0266-4EEF9E18ACEF}"/>
          </ac:graphicFrameMkLst>
        </pc:graphicFrameChg>
        <pc:picChg chg="add mod">
          <ac:chgData name="Sahan Konur, Sahika" userId="739a6e03-9a4a-49c6-a350-571b31db94be" providerId="ADAL" clId="{F455B582-E268-45AE-ACFA-E4D2A1A767F4}" dt="2023-10-03T14:51:46.888" v="1970" actId="1076"/>
          <ac:picMkLst>
            <pc:docMk/>
            <pc:sldMk cId="3784354532" sldId="506"/>
            <ac:picMk id="47" creationId="{52941701-F8F4-F5B2-69C4-07A20D1C4E2E}"/>
          </ac:picMkLst>
        </pc:picChg>
        <pc:cxnChg chg="add del mod">
          <ac:chgData name="Sahan Konur, Sahika" userId="739a6e03-9a4a-49c6-a350-571b31db94be" providerId="ADAL" clId="{F455B582-E268-45AE-ACFA-E4D2A1A767F4}" dt="2023-10-03T14:43:30.325" v="1808" actId="478"/>
          <ac:cxnSpMkLst>
            <pc:docMk/>
            <pc:sldMk cId="3784354532" sldId="506"/>
            <ac:cxnSpMk id="11" creationId="{A7DBF3C7-AB84-13A9-B812-79C8D25FA5D1}"/>
          </ac:cxnSpMkLst>
        </pc:cxnChg>
        <pc:cxnChg chg="add mod">
          <ac:chgData name="Sahan Konur, Sahika" userId="739a6e03-9a4a-49c6-a350-571b31db94be" providerId="ADAL" clId="{F455B582-E268-45AE-ACFA-E4D2A1A767F4}" dt="2023-10-03T14:51:27.367" v="1966" actId="1076"/>
          <ac:cxnSpMkLst>
            <pc:docMk/>
            <pc:sldMk cId="3784354532" sldId="506"/>
            <ac:cxnSpMk id="15" creationId="{9EF82628-EA85-7B44-9908-0503551C748D}"/>
          </ac:cxnSpMkLst>
        </pc:cxnChg>
        <pc:cxnChg chg="add mod">
          <ac:chgData name="Sahan Konur, Sahika" userId="739a6e03-9a4a-49c6-a350-571b31db94be" providerId="ADAL" clId="{F455B582-E268-45AE-ACFA-E4D2A1A767F4}" dt="2023-10-03T14:51:27.367" v="1966" actId="1076"/>
          <ac:cxnSpMkLst>
            <pc:docMk/>
            <pc:sldMk cId="3784354532" sldId="506"/>
            <ac:cxnSpMk id="16" creationId="{75ACF6B6-F75F-03C6-FCE9-6DDC9C1A6208}"/>
          </ac:cxnSpMkLst>
        </pc:cxnChg>
        <pc:cxnChg chg="add mod">
          <ac:chgData name="Sahan Konur, Sahika" userId="739a6e03-9a4a-49c6-a350-571b31db94be" providerId="ADAL" clId="{F455B582-E268-45AE-ACFA-E4D2A1A767F4}" dt="2023-10-03T14:51:27.367" v="1966" actId="1076"/>
          <ac:cxnSpMkLst>
            <pc:docMk/>
            <pc:sldMk cId="3784354532" sldId="506"/>
            <ac:cxnSpMk id="18" creationId="{8061B673-AE21-468E-C756-6A47A33A8519}"/>
          </ac:cxnSpMkLst>
        </pc:cxnChg>
        <pc:cxnChg chg="add mod">
          <ac:chgData name="Sahan Konur, Sahika" userId="739a6e03-9a4a-49c6-a350-571b31db94be" providerId="ADAL" clId="{F455B582-E268-45AE-ACFA-E4D2A1A767F4}" dt="2023-10-03T14:51:27.367" v="1966" actId="1076"/>
          <ac:cxnSpMkLst>
            <pc:docMk/>
            <pc:sldMk cId="3784354532" sldId="506"/>
            <ac:cxnSpMk id="19" creationId="{62E8E1E3-9BA7-70FE-A57C-CB05FD1D8521}"/>
          </ac:cxnSpMkLst>
        </pc:cxnChg>
        <pc:cxnChg chg="add mod">
          <ac:chgData name="Sahan Konur, Sahika" userId="739a6e03-9a4a-49c6-a350-571b31db94be" providerId="ADAL" clId="{F455B582-E268-45AE-ACFA-E4D2A1A767F4}" dt="2023-10-03T14:51:27.367" v="1966" actId="1076"/>
          <ac:cxnSpMkLst>
            <pc:docMk/>
            <pc:sldMk cId="3784354532" sldId="506"/>
            <ac:cxnSpMk id="20" creationId="{09D0D8C0-FECA-15C2-733C-4F3A4B9812CB}"/>
          </ac:cxnSpMkLst>
        </pc:cxnChg>
        <pc:cxnChg chg="add del mod">
          <ac:chgData name="Sahan Konur, Sahika" userId="739a6e03-9a4a-49c6-a350-571b31db94be" providerId="ADAL" clId="{F455B582-E268-45AE-ACFA-E4D2A1A767F4}" dt="2023-10-03T14:44:55.820" v="1827" actId="11529"/>
          <ac:cxnSpMkLst>
            <pc:docMk/>
            <pc:sldMk cId="3784354532" sldId="506"/>
            <ac:cxnSpMk id="22" creationId="{32F7F648-643C-C88D-0B1D-FA51D6D5C978}"/>
          </ac:cxnSpMkLst>
        </pc:cxnChg>
        <pc:cxnChg chg="add mod">
          <ac:chgData name="Sahan Konur, Sahika" userId="739a6e03-9a4a-49c6-a350-571b31db94be" providerId="ADAL" clId="{F455B582-E268-45AE-ACFA-E4D2A1A767F4}" dt="2023-10-03T14:51:27.367" v="1966" actId="1076"/>
          <ac:cxnSpMkLst>
            <pc:docMk/>
            <pc:sldMk cId="3784354532" sldId="506"/>
            <ac:cxnSpMk id="24" creationId="{D05AD2FF-68DC-611A-BE27-B81658CE38D5}"/>
          </ac:cxnSpMkLst>
        </pc:cxnChg>
        <pc:cxnChg chg="add mod">
          <ac:chgData name="Sahan Konur, Sahika" userId="739a6e03-9a4a-49c6-a350-571b31db94be" providerId="ADAL" clId="{F455B582-E268-45AE-ACFA-E4D2A1A767F4}" dt="2023-10-03T14:51:27.367" v="1966" actId="1076"/>
          <ac:cxnSpMkLst>
            <pc:docMk/>
            <pc:sldMk cId="3784354532" sldId="506"/>
            <ac:cxnSpMk id="27" creationId="{CCE33E86-FBE0-4E88-E9B0-6956B8717804}"/>
          </ac:cxnSpMkLst>
        </pc:cxnChg>
        <pc:cxnChg chg="add mod">
          <ac:chgData name="Sahan Konur, Sahika" userId="739a6e03-9a4a-49c6-a350-571b31db94be" providerId="ADAL" clId="{F455B582-E268-45AE-ACFA-E4D2A1A767F4}" dt="2023-10-03T14:51:27.367" v="1966" actId="1076"/>
          <ac:cxnSpMkLst>
            <pc:docMk/>
            <pc:sldMk cId="3784354532" sldId="506"/>
            <ac:cxnSpMk id="28" creationId="{E9DB3E62-2109-D286-801E-29B3E6775A8E}"/>
          </ac:cxnSpMkLst>
        </pc:cxnChg>
        <pc:cxnChg chg="add mod">
          <ac:chgData name="Sahan Konur, Sahika" userId="739a6e03-9a4a-49c6-a350-571b31db94be" providerId="ADAL" clId="{F455B582-E268-45AE-ACFA-E4D2A1A767F4}" dt="2023-10-03T14:51:27.367" v="1966" actId="1076"/>
          <ac:cxnSpMkLst>
            <pc:docMk/>
            <pc:sldMk cId="3784354532" sldId="506"/>
            <ac:cxnSpMk id="29" creationId="{CB01DF50-C3D3-7082-13D5-66A0179DF285}"/>
          </ac:cxnSpMkLst>
        </pc:cxnChg>
        <pc:cxnChg chg="add mod">
          <ac:chgData name="Sahan Konur, Sahika" userId="739a6e03-9a4a-49c6-a350-571b31db94be" providerId="ADAL" clId="{F455B582-E268-45AE-ACFA-E4D2A1A767F4}" dt="2023-10-03T14:51:27.367" v="1966" actId="1076"/>
          <ac:cxnSpMkLst>
            <pc:docMk/>
            <pc:sldMk cId="3784354532" sldId="506"/>
            <ac:cxnSpMk id="30" creationId="{142C334C-F9E4-01A5-FB68-22B9647502BF}"/>
          </ac:cxnSpMkLst>
        </pc:cxnChg>
        <pc:cxnChg chg="add mod">
          <ac:chgData name="Sahan Konur, Sahika" userId="739a6e03-9a4a-49c6-a350-571b31db94be" providerId="ADAL" clId="{F455B582-E268-45AE-ACFA-E4D2A1A767F4}" dt="2023-10-03T14:51:27.367" v="1966" actId="1076"/>
          <ac:cxnSpMkLst>
            <pc:docMk/>
            <pc:sldMk cId="3784354532" sldId="506"/>
            <ac:cxnSpMk id="31" creationId="{BD9E345C-97A8-245B-CCB9-7504093523E9}"/>
          </ac:cxnSpMkLst>
        </pc:cxnChg>
        <pc:cxnChg chg="add mod">
          <ac:chgData name="Sahan Konur, Sahika" userId="739a6e03-9a4a-49c6-a350-571b31db94be" providerId="ADAL" clId="{F455B582-E268-45AE-ACFA-E4D2A1A767F4}" dt="2023-10-03T14:51:27.367" v="1966" actId="1076"/>
          <ac:cxnSpMkLst>
            <pc:docMk/>
            <pc:sldMk cId="3784354532" sldId="506"/>
            <ac:cxnSpMk id="32" creationId="{BD11931E-4D76-93C9-0AF1-8A8C70CEAC5A}"/>
          </ac:cxnSpMkLst>
        </pc:cxnChg>
        <pc:cxnChg chg="add mod">
          <ac:chgData name="Sahan Konur, Sahika" userId="739a6e03-9a4a-49c6-a350-571b31db94be" providerId="ADAL" clId="{F455B582-E268-45AE-ACFA-E4D2A1A767F4}" dt="2023-10-03T14:51:27.367" v="1966" actId="1076"/>
          <ac:cxnSpMkLst>
            <pc:docMk/>
            <pc:sldMk cId="3784354532" sldId="506"/>
            <ac:cxnSpMk id="33" creationId="{AAAA3E91-839C-A4E7-89AE-D67A21C75AC1}"/>
          </ac:cxnSpMkLst>
        </pc:cxnChg>
      </pc:sldChg>
      <pc:sldChg chg="addSp modSp add mod modAnim">
        <pc:chgData name="Sahan Konur, Sahika" userId="739a6e03-9a4a-49c6-a350-571b31db94be" providerId="ADAL" clId="{F455B582-E268-45AE-ACFA-E4D2A1A767F4}" dt="2023-10-03T15:18:35.570" v="3256" actId="20577"/>
        <pc:sldMkLst>
          <pc:docMk/>
          <pc:sldMk cId="70955581" sldId="507"/>
        </pc:sldMkLst>
        <pc:spChg chg="mod">
          <ac:chgData name="Sahan Konur, Sahika" userId="739a6e03-9a4a-49c6-a350-571b31db94be" providerId="ADAL" clId="{F455B582-E268-45AE-ACFA-E4D2A1A767F4}" dt="2023-10-03T15:18:35.570" v="3256" actId="20577"/>
          <ac:spMkLst>
            <pc:docMk/>
            <pc:sldMk cId="70955581" sldId="507"/>
            <ac:spMk id="3" creationId="{00000000-0000-0000-0000-000000000000}"/>
          </ac:spMkLst>
        </pc:spChg>
        <pc:spChg chg="add mod">
          <ac:chgData name="Sahan Konur, Sahika" userId="739a6e03-9a4a-49c6-a350-571b31db94be" providerId="ADAL" clId="{F455B582-E268-45AE-ACFA-E4D2A1A767F4}" dt="2023-10-03T15:09:03.816" v="2764" actId="207"/>
          <ac:spMkLst>
            <pc:docMk/>
            <pc:sldMk cId="70955581" sldId="507"/>
            <ac:spMk id="7" creationId="{35D97AA3-8896-735F-30B5-DDCA592398F6}"/>
          </ac:spMkLst>
        </pc:spChg>
        <pc:picChg chg="add mod modCrop">
          <ac:chgData name="Sahan Konur, Sahika" userId="739a6e03-9a4a-49c6-a350-571b31db94be" providerId="ADAL" clId="{F455B582-E268-45AE-ACFA-E4D2A1A767F4}" dt="2023-10-03T15:13:08.143" v="2902" actId="1076"/>
          <ac:picMkLst>
            <pc:docMk/>
            <pc:sldMk cId="70955581" sldId="507"/>
            <ac:picMk id="6" creationId="{D0EF8303-7F1D-0F6E-F1DF-B35CBCF520FE}"/>
          </ac:picMkLst>
        </pc:picChg>
      </pc:sldChg>
      <pc:sldChg chg="delSp modSp add mod modAnim">
        <pc:chgData name="Sahan Konur, Sahika" userId="739a6e03-9a4a-49c6-a350-571b31db94be" providerId="ADAL" clId="{F455B582-E268-45AE-ACFA-E4D2A1A767F4}" dt="2023-10-03T15:23:39.344" v="3497" actId="20577"/>
        <pc:sldMkLst>
          <pc:docMk/>
          <pc:sldMk cId="3407908400" sldId="508"/>
        </pc:sldMkLst>
        <pc:spChg chg="mod">
          <ac:chgData name="Sahan Konur, Sahika" userId="739a6e03-9a4a-49c6-a350-571b31db94be" providerId="ADAL" clId="{F455B582-E268-45AE-ACFA-E4D2A1A767F4}" dt="2023-10-03T15:23:39.344" v="3497" actId="20577"/>
          <ac:spMkLst>
            <pc:docMk/>
            <pc:sldMk cId="3407908400" sldId="508"/>
            <ac:spMk id="3" creationId="{00000000-0000-0000-0000-000000000000}"/>
          </ac:spMkLst>
        </pc:spChg>
        <pc:spChg chg="del">
          <ac:chgData name="Sahan Konur, Sahika" userId="739a6e03-9a4a-49c6-a350-571b31db94be" providerId="ADAL" clId="{F455B582-E268-45AE-ACFA-E4D2A1A767F4}" dt="2023-10-03T15:10:32.568" v="2776" actId="478"/>
          <ac:spMkLst>
            <pc:docMk/>
            <pc:sldMk cId="3407908400" sldId="508"/>
            <ac:spMk id="7" creationId="{35D97AA3-8896-735F-30B5-DDCA592398F6}"/>
          </ac:spMkLst>
        </pc:spChg>
      </pc:sldChg>
      <pc:sldChg chg="addSp delSp modSp add mod">
        <pc:chgData name="Sahan Konur, Sahika" userId="739a6e03-9a4a-49c6-a350-571b31db94be" providerId="ADAL" clId="{F455B582-E268-45AE-ACFA-E4D2A1A767F4}" dt="2023-10-03T15:26:04.750" v="3569" actId="1582"/>
        <pc:sldMkLst>
          <pc:docMk/>
          <pc:sldMk cId="4029682195" sldId="509"/>
        </pc:sldMkLst>
        <pc:spChg chg="mod">
          <ac:chgData name="Sahan Konur, Sahika" userId="739a6e03-9a4a-49c6-a350-571b31db94be" providerId="ADAL" clId="{F455B582-E268-45AE-ACFA-E4D2A1A767F4}" dt="2023-10-03T15:21:19.059" v="3418" actId="20577"/>
          <ac:spMkLst>
            <pc:docMk/>
            <pc:sldMk cId="4029682195" sldId="509"/>
            <ac:spMk id="3" creationId="{00000000-0000-0000-0000-000000000000}"/>
          </ac:spMkLst>
        </pc:spChg>
        <pc:spChg chg="add mod">
          <ac:chgData name="Sahan Konur, Sahika" userId="739a6e03-9a4a-49c6-a350-571b31db94be" providerId="ADAL" clId="{F455B582-E268-45AE-ACFA-E4D2A1A767F4}" dt="2023-10-03T15:25:28.031" v="3562" actId="1076"/>
          <ac:spMkLst>
            <pc:docMk/>
            <pc:sldMk cId="4029682195" sldId="509"/>
            <ac:spMk id="7" creationId="{24AC613E-4A1D-97DA-9AF4-4582F2A6572A}"/>
          </ac:spMkLst>
        </pc:spChg>
        <pc:spChg chg="add mod">
          <ac:chgData name="Sahan Konur, Sahika" userId="739a6e03-9a4a-49c6-a350-571b31db94be" providerId="ADAL" clId="{F455B582-E268-45AE-ACFA-E4D2A1A767F4}" dt="2023-10-03T15:25:33.583" v="3563" actId="1076"/>
          <ac:spMkLst>
            <pc:docMk/>
            <pc:sldMk cId="4029682195" sldId="509"/>
            <ac:spMk id="9" creationId="{784797B6-AC70-167D-2439-0BCEC46E7896}"/>
          </ac:spMkLst>
        </pc:spChg>
        <pc:spChg chg="add mod">
          <ac:chgData name="Sahan Konur, Sahika" userId="739a6e03-9a4a-49c6-a350-571b31db94be" providerId="ADAL" clId="{F455B582-E268-45AE-ACFA-E4D2A1A767F4}" dt="2023-10-03T15:25:14.739" v="3559" actId="1076"/>
          <ac:spMkLst>
            <pc:docMk/>
            <pc:sldMk cId="4029682195" sldId="509"/>
            <ac:spMk id="11" creationId="{5524E909-0BAD-B412-0BC0-006D3038E66A}"/>
          </ac:spMkLst>
        </pc:spChg>
        <pc:spChg chg="add mod">
          <ac:chgData name="Sahan Konur, Sahika" userId="739a6e03-9a4a-49c6-a350-571b31db94be" providerId="ADAL" clId="{F455B582-E268-45AE-ACFA-E4D2A1A767F4}" dt="2023-10-03T15:25:22.171" v="3561" actId="1076"/>
          <ac:spMkLst>
            <pc:docMk/>
            <pc:sldMk cId="4029682195" sldId="509"/>
            <ac:spMk id="13" creationId="{3B8AC5A9-AA36-4E7C-695F-4C8328B19A1D}"/>
          </ac:spMkLst>
        </pc:spChg>
        <pc:spChg chg="add mod">
          <ac:chgData name="Sahan Konur, Sahika" userId="739a6e03-9a4a-49c6-a350-571b31db94be" providerId="ADAL" clId="{F455B582-E268-45AE-ACFA-E4D2A1A767F4}" dt="2023-10-03T15:25:18.249" v="3560" actId="1076"/>
          <ac:spMkLst>
            <pc:docMk/>
            <pc:sldMk cId="4029682195" sldId="509"/>
            <ac:spMk id="15" creationId="{B7C904E4-56F3-E636-0D24-9780AF735366}"/>
          </ac:spMkLst>
        </pc:spChg>
        <pc:spChg chg="add mod">
          <ac:chgData name="Sahan Konur, Sahika" userId="739a6e03-9a4a-49c6-a350-571b31db94be" providerId="ADAL" clId="{F455B582-E268-45AE-ACFA-E4D2A1A767F4}" dt="2023-10-03T15:26:04.750" v="3569" actId="1582"/>
          <ac:spMkLst>
            <pc:docMk/>
            <pc:sldMk cId="4029682195" sldId="509"/>
            <ac:spMk id="16" creationId="{E20D4F30-2F88-359B-5AF7-D60D5ACE6439}"/>
          </ac:spMkLst>
        </pc:spChg>
        <pc:picChg chg="del">
          <ac:chgData name="Sahan Konur, Sahika" userId="739a6e03-9a4a-49c6-a350-571b31db94be" providerId="ADAL" clId="{F455B582-E268-45AE-ACFA-E4D2A1A767F4}" dt="2023-10-03T15:20:58.240" v="3381" actId="478"/>
          <ac:picMkLst>
            <pc:docMk/>
            <pc:sldMk cId="4029682195" sldId="509"/>
            <ac:picMk id="6" creationId="{D0EF8303-7F1D-0F6E-F1DF-B35CBCF520FE}"/>
          </ac:picMkLst>
        </pc:picChg>
      </pc:sldChg>
      <pc:sldChg chg="add del">
        <pc:chgData name="Sahan Konur, Sahika" userId="739a6e03-9a4a-49c6-a350-571b31db94be" providerId="ADAL" clId="{F455B582-E268-45AE-ACFA-E4D2A1A767F4}" dt="2023-10-03T18:04:00.075" v="4321" actId="47"/>
        <pc:sldMkLst>
          <pc:docMk/>
          <pc:sldMk cId="1702634877" sldId="510"/>
        </pc:sldMkLst>
      </pc:sldChg>
      <pc:sldChg chg="addSp delSp modSp add mod modAnim">
        <pc:chgData name="Sahan Konur, Sahika" userId="739a6e03-9a4a-49c6-a350-571b31db94be" providerId="ADAL" clId="{F455B582-E268-45AE-ACFA-E4D2A1A767F4}" dt="2023-10-03T16:37:04.054" v="4116" actId="1076"/>
        <pc:sldMkLst>
          <pc:docMk/>
          <pc:sldMk cId="2106520840" sldId="511"/>
        </pc:sldMkLst>
        <pc:spChg chg="mod">
          <ac:chgData name="Sahan Konur, Sahika" userId="739a6e03-9a4a-49c6-a350-571b31db94be" providerId="ADAL" clId="{F455B582-E268-45AE-ACFA-E4D2A1A767F4}" dt="2023-10-03T16:37:01.541" v="4115" actId="20577"/>
          <ac:spMkLst>
            <pc:docMk/>
            <pc:sldMk cId="2106520840" sldId="511"/>
            <ac:spMk id="3" creationId="{00000000-0000-0000-0000-000000000000}"/>
          </ac:spMkLst>
        </pc:spChg>
        <pc:spChg chg="del">
          <ac:chgData name="Sahan Konur, Sahika" userId="739a6e03-9a4a-49c6-a350-571b31db94be" providerId="ADAL" clId="{F455B582-E268-45AE-ACFA-E4D2A1A767F4}" dt="2023-10-03T16:27:56.990" v="3572" actId="478"/>
          <ac:spMkLst>
            <pc:docMk/>
            <pc:sldMk cId="2106520840" sldId="511"/>
            <ac:spMk id="7" creationId="{24AC613E-4A1D-97DA-9AF4-4582F2A6572A}"/>
          </ac:spMkLst>
        </pc:spChg>
        <pc:spChg chg="del">
          <ac:chgData name="Sahan Konur, Sahika" userId="739a6e03-9a4a-49c6-a350-571b31db94be" providerId="ADAL" clId="{F455B582-E268-45AE-ACFA-E4D2A1A767F4}" dt="2023-10-03T16:28:02.585" v="3575" actId="478"/>
          <ac:spMkLst>
            <pc:docMk/>
            <pc:sldMk cId="2106520840" sldId="511"/>
            <ac:spMk id="9" creationId="{784797B6-AC70-167D-2439-0BCEC46E7896}"/>
          </ac:spMkLst>
        </pc:spChg>
        <pc:spChg chg="del">
          <ac:chgData name="Sahan Konur, Sahika" userId="739a6e03-9a4a-49c6-a350-571b31db94be" providerId="ADAL" clId="{F455B582-E268-45AE-ACFA-E4D2A1A767F4}" dt="2023-10-03T16:28:00.837" v="3574" actId="478"/>
          <ac:spMkLst>
            <pc:docMk/>
            <pc:sldMk cId="2106520840" sldId="511"/>
            <ac:spMk id="11" creationId="{5524E909-0BAD-B412-0BC0-006D3038E66A}"/>
          </ac:spMkLst>
        </pc:spChg>
        <pc:spChg chg="del">
          <ac:chgData name="Sahan Konur, Sahika" userId="739a6e03-9a4a-49c6-a350-571b31db94be" providerId="ADAL" clId="{F455B582-E268-45AE-ACFA-E4D2A1A767F4}" dt="2023-10-03T16:28:00.837" v="3574" actId="478"/>
          <ac:spMkLst>
            <pc:docMk/>
            <pc:sldMk cId="2106520840" sldId="511"/>
            <ac:spMk id="13" creationId="{3B8AC5A9-AA36-4E7C-695F-4C8328B19A1D}"/>
          </ac:spMkLst>
        </pc:spChg>
        <pc:spChg chg="del">
          <ac:chgData name="Sahan Konur, Sahika" userId="739a6e03-9a4a-49c6-a350-571b31db94be" providerId="ADAL" clId="{F455B582-E268-45AE-ACFA-E4D2A1A767F4}" dt="2023-10-03T16:28:00.837" v="3574" actId="478"/>
          <ac:spMkLst>
            <pc:docMk/>
            <pc:sldMk cId="2106520840" sldId="511"/>
            <ac:spMk id="15" creationId="{B7C904E4-56F3-E636-0D24-9780AF735366}"/>
          </ac:spMkLst>
        </pc:spChg>
        <pc:spChg chg="del">
          <ac:chgData name="Sahan Konur, Sahika" userId="739a6e03-9a4a-49c6-a350-571b31db94be" providerId="ADAL" clId="{F455B582-E268-45AE-ACFA-E4D2A1A767F4}" dt="2023-10-03T16:27:58.284" v="3573" actId="478"/>
          <ac:spMkLst>
            <pc:docMk/>
            <pc:sldMk cId="2106520840" sldId="511"/>
            <ac:spMk id="16" creationId="{E20D4F30-2F88-359B-5AF7-D60D5ACE6439}"/>
          </ac:spMkLst>
        </pc:spChg>
        <pc:picChg chg="add mod modCrop">
          <ac:chgData name="Sahan Konur, Sahika" userId="739a6e03-9a4a-49c6-a350-571b31db94be" providerId="ADAL" clId="{F455B582-E268-45AE-ACFA-E4D2A1A767F4}" dt="2023-10-03T16:33:11.515" v="3999" actId="1076"/>
          <ac:picMkLst>
            <pc:docMk/>
            <pc:sldMk cId="2106520840" sldId="511"/>
            <ac:picMk id="6" creationId="{2E8514F4-8168-9D6D-F7B0-11053A6BE865}"/>
          </ac:picMkLst>
        </pc:picChg>
        <pc:picChg chg="add del">
          <ac:chgData name="Sahan Konur, Sahika" userId="739a6e03-9a4a-49c6-a350-571b31db94be" providerId="ADAL" clId="{F455B582-E268-45AE-ACFA-E4D2A1A767F4}" dt="2023-10-03T16:32:34.457" v="3995" actId="478"/>
          <ac:picMkLst>
            <pc:docMk/>
            <pc:sldMk cId="2106520840" sldId="511"/>
            <ac:picMk id="10" creationId="{233453D7-B1C5-B44B-E582-B866657B3750}"/>
          </ac:picMkLst>
        </pc:picChg>
        <pc:picChg chg="add mod">
          <ac:chgData name="Sahan Konur, Sahika" userId="739a6e03-9a4a-49c6-a350-571b31db94be" providerId="ADAL" clId="{F455B582-E268-45AE-ACFA-E4D2A1A767F4}" dt="2023-10-03T16:37:04.054" v="4116" actId="1076"/>
          <ac:picMkLst>
            <pc:docMk/>
            <pc:sldMk cId="2106520840" sldId="511"/>
            <ac:picMk id="14" creationId="{11C3995B-0717-FBC2-A999-53582F28C442}"/>
          </ac:picMkLst>
        </pc:picChg>
      </pc:sldChg>
      <pc:sldChg chg="addSp delSp modSp add mod modAnim">
        <pc:chgData name="Sahan Konur, Sahika" userId="739a6e03-9a4a-49c6-a350-571b31db94be" providerId="ADAL" clId="{F455B582-E268-45AE-ACFA-E4D2A1A767F4}" dt="2023-10-03T16:37:37.232" v="4123"/>
        <pc:sldMkLst>
          <pc:docMk/>
          <pc:sldMk cId="1841824211" sldId="512"/>
        </pc:sldMkLst>
        <pc:spChg chg="mod">
          <ac:chgData name="Sahan Konur, Sahika" userId="739a6e03-9a4a-49c6-a350-571b31db94be" providerId="ADAL" clId="{F455B582-E268-45AE-ACFA-E4D2A1A767F4}" dt="2023-10-03T16:36:37.878" v="4113" actId="20577"/>
          <ac:spMkLst>
            <pc:docMk/>
            <pc:sldMk cId="1841824211" sldId="512"/>
            <ac:spMk id="3" creationId="{00000000-0000-0000-0000-000000000000}"/>
          </ac:spMkLst>
        </pc:spChg>
        <pc:picChg chg="del">
          <ac:chgData name="Sahan Konur, Sahika" userId="739a6e03-9a4a-49c6-a350-571b31db94be" providerId="ADAL" clId="{F455B582-E268-45AE-ACFA-E4D2A1A767F4}" dt="2023-10-03T16:33:54.468" v="4007" actId="478"/>
          <ac:picMkLst>
            <pc:docMk/>
            <pc:sldMk cId="1841824211" sldId="512"/>
            <ac:picMk id="6" creationId="{2E8514F4-8168-9D6D-F7B0-11053A6BE865}"/>
          </ac:picMkLst>
        </pc:picChg>
        <pc:picChg chg="add mod modCrop">
          <ac:chgData name="Sahan Konur, Sahika" userId="739a6e03-9a4a-49c6-a350-571b31db94be" providerId="ADAL" clId="{F455B582-E268-45AE-ACFA-E4D2A1A767F4}" dt="2023-10-03T16:34:55.684" v="4034" actId="1076"/>
          <ac:picMkLst>
            <pc:docMk/>
            <pc:sldMk cId="1841824211" sldId="512"/>
            <ac:picMk id="7" creationId="{19164ADF-6050-4AC9-B2A5-C314488E2ED8}"/>
          </ac:picMkLst>
        </pc:picChg>
        <pc:picChg chg="add mod modCrop">
          <ac:chgData name="Sahan Konur, Sahika" userId="739a6e03-9a4a-49c6-a350-571b31db94be" providerId="ADAL" clId="{F455B582-E268-45AE-ACFA-E4D2A1A767F4}" dt="2023-10-03T16:35:46.090" v="4067" actId="1076"/>
          <ac:picMkLst>
            <pc:docMk/>
            <pc:sldMk cId="1841824211" sldId="512"/>
            <ac:picMk id="9" creationId="{29E18FEA-7EFD-E9D5-B10A-0C116DEFACEB}"/>
          </ac:picMkLst>
        </pc:picChg>
        <pc:picChg chg="add mod modCrop">
          <ac:chgData name="Sahan Konur, Sahika" userId="739a6e03-9a4a-49c6-a350-571b31db94be" providerId="ADAL" clId="{F455B582-E268-45AE-ACFA-E4D2A1A767F4}" dt="2023-10-03T16:36:33.533" v="4112" actId="1076"/>
          <ac:picMkLst>
            <pc:docMk/>
            <pc:sldMk cId="1841824211" sldId="512"/>
            <ac:picMk id="11" creationId="{2A4EFC53-A38B-32DA-A199-1BA3DA53FE57}"/>
          </ac:picMkLst>
        </pc:picChg>
        <pc:picChg chg="del">
          <ac:chgData name="Sahan Konur, Sahika" userId="739a6e03-9a4a-49c6-a350-571b31db94be" providerId="ADAL" clId="{F455B582-E268-45AE-ACFA-E4D2A1A767F4}" dt="2023-10-03T16:35:14.740" v="4059" actId="478"/>
          <ac:picMkLst>
            <pc:docMk/>
            <pc:sldMk cId="1841824211" sldId="512"/>
            <ac:picMk id="14" creationId="{11C3995B-0717-FBC2-A999-53582F28C442}"/>
          </ac:picMkLst>
        </pc:picChg>
      </pc:sldChg>
      <pc:sldChg chg="addSp delSp modSp add mod delAnim modAnim">
        <pc:chgData name="Sahan Konur, Sahika" userId="739a6e03-9a4a-49c6-a350-571b31db94be" providerId="ADAL" clId="{F455B582-E268-45AE-ACFA-E4D2A1A767F4}" dt="2023-10-03T16:41:12.696" v="4259"/>
        <pc:sldMkLst>
          <pc:docMk/>
          <pc:sldMk cId="3823178696" sldId="513"/>
        </pc:sldMkLst>
        <pc:spChg chg="mod">
          <ac:chgData name="Sahan Konur, Sahika" userId="739a6e03-9a4a-49c6-a350-571b31db94be" providerId="ADAL" clId="{F455B582-E268-45AE-ACFA-E4D2A1A767F4}" dt="2023-10-03T16:41:07.180" v="4258" actId="5793"/>
          <ac:spMkLst>
            <pc:docMk/>
            <pc:sldMk cId="3823178696" sldId="513"/>
            <ac:spMk id="3" creationId="{00000000-0000-0000-0000-000000000000}"/>
          </ac:spMkLst>
        </pc:spChg>
        <pc:picChg chg="add mod modCrop">
          <ac:chgData name="Sahan Konur, Sahika" userId="739a6e03-9a4a-49c6-a350-571b31db94be" providerId="ADAL" clId="{F455B582-E268-45AE-ACFA-E4D2A1A767F4}" dt="2023-10-03T16:39:50.737" v="4244" actId="1076"/>
          <ac:picMkLst>
            <pc:docMk/>
            <pc:sldMk cId="3823178696" sldId="513"/>
            <ac:picMk id="6" creationId="{573DB9A8-65CE-DDBF-711A-537CC5B6678A}"/>
          </ac:picMkLst>
        </pc:picChg>
        <pc:picChg chg="del">
          <ac:chgData name="Sahan Konur, Sahika" userId="739a6e03-9a4a-49c6-a350-571b31db94be" providerId="ADAL" clId="{F455B582-E268-45AE-ACFA-E4D2A1A767F4}" dt="2023-10-03T16:37:42.510" v="4126" actId="478"/>
          <ac:picMkLst>
            <pc:docMk/>
            <pc:sldMk cId="3823178696" sldId="513"/>
            <ac:picMk id="7" creationId="{19164ADF-6050-4AC9-B2A5-C314488E2ED8}"/>
          </ac:picMkLst>
        </pc:picChg>
        <pc:picChg chg="del">
          <ac:chgData name="Sahan Konur, Sahika" userId="739a6e03-9a4a-49c6-a350-571b31db94be" providerId="ADAL" clId="{F455B582-E268-45AE-ACFA-E4D2A1A767F4}" dt="2023-10-03T16:37:41.670" v="4125" actId="478"/>
          <ac:picMkLst>
            <pc:docMk/>
            <pc:sldMk cId="3823178696" sldId="513"/>
            <ac:picMk id="9" creationId="{29E18FEA-7EFD-E9D5-B10A-0C116DEFACEB}"/>
          </ac:picMkLst>
        </pc:picChg>
        <pc:picChg chg="add del mod modCrop">
          <ac:chgData name="Sahan Konur, Sahika" userId="739a6e03-9a4a-49c6-a350-571b31db94be" providerId="ADAL" clId="{F455B582-E268-45AE-ACFA-E4D2A1A767F4}" dt="2023-10-03T16:41:00.314" v="4256" actId="478"/>
          <ac:picMkLst>
            <pc:docMk/>
            <pc:sldMk cId="3823178696" sldId="513"/>
            <ac:picMk id="10" creationId="{D5ED7DDE-379A-CAFB-0F8E-5893810B0C08}"/>
          </ac:picMkLst>
        </pc:picChg>
        <pc:picChg chg="del">
          <ac:chgData name="Sahan Konur, Sahika" userId="739a6e03-9a4a-49c6-a350-571b31db94be" providerId="ADAL" clId="{F455B582-E268-45AE-ACFA-E4D2A1A767F4}" dt="2023-10-03T16:37:40.071" v="4124" actId="478"/>
          <ac:picMkLst>
            <pc:docMk/>
            <pc:sldMk cId="3823178696" sldId="513"/>
            <ac:picMk id="11" creationId="{2A4EFC53-A38B-32DA-A199-1BA3DA53FE57}"/>
          </ac:picMkLst>
        </pc:picChg>
      </pc:sldChg>
      <pc:sldChg chg="addSp delSp modSp add mod delAnim modAnim">
        <pc:chgData name="Sahan Konur, Sahika" userId="739a6e03-9a4a-49c6-a350-571b31db94be" providerId="ADAL" clId="{F455B582-E268-45AE-ACFA-E4D2A1A767F4}" dt="2023-10-03T16:42:10.523" v="4300"/>
        <pc:sldMkLst>
          <pc:docMk/>
          <pc:sldMk cId="45555019" sldId="514"/>
        </pc:sldMkLst>
        <pc:spChg chg="mod">
          <ac:chgData name="Sahan Konur, Sahika" userId="739a6e03-9a4a-49c6-a350-571b31db94be" providerId="ADAL" clId="{F455B582-E268-45AE-ACFA-E4D2A1A767F4}" dt="2023-10-03T16:41:24.673" v="4295" actId="20577"/>
          <ac:spMkLst>
            <pc:docMk/>
            <pc:sldMk cId="45555019" sldId="514"/>
            <ac:spMk id="3" creationId="{00000000-0000-0000-0000-000000000000}"/>
          </ac:spMkLst>
        </pc:spChg>
        <pc:picChg chg="del">
          <ac:chgData name="Sahan Konur, Sahika" userId="739a6e03-9a4a-49c6-a350-571b31db94be" providerId="ADAL" clId="{F455B582-E268-45AE-ACFA-E4D2A1A767F4}" dt="2023-10-03T16:41:16.969" v="4260" actId="478"/>
          <ac:picMkLst>
            <pc:docMk/>
            <pc:sldMk cId="45555019" sldId="514"/>
            <ac:picMk id="6" creationId="{573DB9A8-65CE-DDBF-711A-537CC5B6678A}"/>
          </ac:picMkLst>
        </pc:picChg>
        <pc:picChg chg="add mod">
          <ac:chgData name="Sahan Konur, Sahika" userId="739a6e03-9a4a-49c6-a350-571b31db94be" providerId="ADAL" clId="{F455B582-E268-45AE-ACFA-E4D2A1A767F4}" dt="2023-10-03T16:42:05.978" v="4299" actId="1076"/>
          <ac:picMkLst>
            <pc:docMk/>
            <pc:sldMk cId="45555019" sldId="514"/>
            <ac:picMk id="7" creationId="{14216F8F-5F47-C4B3-6C0B-3C2CF3E46237}"/>
          </ac:picMkLst>
        </pc:picChg>
        <pc:picChg chg="del mod">
          <ac:chgData name="Sahan Konur, Sahika" userId="739a6e03-9a4a-49c6-a350-571b31db94be" providerId="ADAL" clId="{F455B582-E268-45AE-ACFA-E4D2A1A767F4}" dt="2023-10-03T16:41:44.409" v="4297" actId="478"/>
          <ac:picMkLst>
            <pc:docMk/>
            <pc:sldMk cId="45555019" sldId="514"/>
            <ac:picMk id="10" creationId="{D5ED7DDE-379A-CAFB-0F8E-5893810B0C08}"/>
          </ac:picMkLst>
        </pc:picChg>
      </pc:sldChg>
      <pc:sldChg chg="modSp mod">
        <pc:chgData name="Sahan Konur, Sahika" userId="739a6e03-9a4a-49c6-a350-571b31db94be" providerId="ADAL" clId="{F455B582-E268-45AE-ACFA-E4D2A1A767F4}" dt="2023-10-03T16:42:42.538" v="4306" actId="20577"/>
        <pc:sldMkLst>
          <pc:docMk/>
          <pc:sldMk cId="3575293586" sldId="515"/>
        </pc:sldMkLst>
        <pc:spChg chg="mod">
          <ac:chgData name="Sahan Konur, Sahika" userId="739a6e03-9a4a-49c6-a350-571b31db94be" providerId="ADAL" clId="{F455B582-E268-45AE-ACFA-E4D2A1A767F4}" dt="2023-10-03T16:42:42.538" v="4306" actId="20577"/>
          <ac:spMkLst>
            <pc:docMk/>
            <pc:sldMk cId="3575293586" sldId="515"/>
            <ac:spMk id="3" creationId="{00000000-0000-0000-0000-000000000000}"/>
          </ac:spMkLst>
        </pc:spChg>
      </pc:sldChg>
      <pc:sldChg chg="modSp new del mod modAnim">
        <pc:chgData name="Sahan Konur, Sahika" userId="739a6e03-9a4a-49c6-a350-571b31db94be" providerId="ADAL" clId="{F455B582-E268-45AE-ACFA-E4D2A1A767F4}" dt="2023-10-04T19:26:58.652" v="4923" actId="47"/>
        <pc:sldMkLst>
          <pc:docMk/>
          <pc:sldMk cId="2427186012" sldId="516"/>
        </pc:sldMkLst>
        <pc:spChg chg="mod">
          <ac:chgData name="Sahan Konur, Sahika" userId="739a6e03-9a4a-49c6-a350-571b31db94be" providerId="ADAL" clId="{F455B582-E268-45AE-ACFA-E4D2A1A767F4}" dt="2023-10-03T18:12:26.011" v="4508" actId="20577"/>
          <ac:spMkLst>
            <pc:docMk/>
            <pc:sldMk cId="2427186012" sldId="516"/>
            <ac:spMk id="2" creationId="{435E6A7B-FF86-6B7F-884B-3FFED807616F}"/>
          </ac:spMkLst>
        </pc:spChg>
        <pc:spChg chg="mod">
          <ac:chgData name="Sahan Konur, Sahika" userId="739a6e03-9a4a-49c6-a350-571b31db94be" providerId="ADAL" clId="{F455B582-E268-45AE-ACFA-E4D2A1A767F4}" dt="2023-10-03T18:31:06.265" v="4918" actId="113"/>
          <ac:spMkLst>
            <pc:docMk/>
            <pc:sldMk cId="2427186012" sldId="516"/>
            <ac:spMk id="3" creationId="{E356469C-0CC5-2023-2060-AE962E382582}"/>
          </ac:spMkLst>
        </pc:spChg>
      </pc:sldChg>
      <pc:sldChg chg="modSp new del mod">
        <pc:chgData name="Sahan Konur, Sahika" userId="739a6e03-9a4a-49c6-a350-571b31db94be" providerId="ADAL" clId="{F455B582-E268-45AE-ACFA-E4D2A1A767F4}" dt="2023-10-03T18:31:15.372" v="4919" actId="47"/>
        <pc:sldMkLst>
          <pc:docMk/>
          <pc:sldMk cId="3882499360" sldId="517"/>
        </pc:sldMkLst>
        <pc:spChg chg="mod">
          <ac:chgData name="Sahan Konur, Sahika" userId="739a6e03-9a4a-49c6-a350-571b31db94be" providerId="ADAL" clId="{F455B582-E268-45AE-ACFA-E4D2A1A767F4}" dt="2023-10-03T18:23:49.249" v="4723" actId="20577"/>
          <ac:spMkLst>
            <pc:docMk/>
            <pc:sldMk cId="3882499360" sldId="517"/>
            <ac:spMk id="2" creationId="{5D2DE909-A6BF-53B3-058F-51B77D8DEDAD}"/>
          </ac:spMkLst>
        </pc:spChg>
        <pc:spChg chg="mod">
          <ac:chgData name="Sahan Konur, Sahika" userId="739a6e03-9a4a-49c6-a350-571b31db94be" providerId="ADAL" clId="{F455B582-E268-45AE-ACFA-E4D2A1A767F4}" dt="2023-10-03T18:29:21.179" v="4884" actId="20577"/>
          <ac:spMkLst>
            <pc:docMk/>
            <pc:sldMk cId="3882499360" sldId="517"/>
            <ac:spMk id="3" creationId="{66CD9378-EA8F-2A79-F1A6-29646F5F9A4D}"/>
          </ac:spMkLst>
        </pc:spChg>
      </pc:sldChg>
      <pc:sldChg chg="modSp new del mod">
        <pc:chgData name="Sahan Konur, Sahika" userId="739a6e03-9a4a-49c6-a350-571b31db94be" providerId="ADAL" clId="{F455B582-E268-45AE-ACFA-E4D2A1A767F4}" dt="2023-10-03T18:27:26.194" v="4759" actId="47"/>
        <pc:sldMkLst>
          <pc:docMk/>
          <pc:sldMk cId="1908137483" sldId="518"/>
        </pc:sldMkLst>
        <pc:spChg chg="mod">
          <ac:chgData name="Sahan Konur, Sahika" userId="739a6e03-9a4a-49c6-a350-571b31db94be" providerId="ADAL" clId="{F455B582-E268-45AE-ACFA-E4D2A1A767F4}" dt="2023-10-03T18:25:01.306" v="4747" actId="20577"/>
          <ac:spMkLst>
            <pc:docMk/>
            <pc:sldMk cId="1908137483" sldId="518"/>
            <ac:spMk id="2" creationId="{5D7F55C6-8F6A-A482-A5F6-76EF10F29F7A}"/>
          </ac:spMkLst>
        </pc:spChg>
        <pc:spChg chg="mod">
          <ac:chgData name="Sahan Konur, Sahika" userId="739a6e03-9a4a-49c6-a350-571b31db94be" providerId="ADAL" clId="{F455B582-E268-45AE-ACFA-E4D2A1A767F4}" dt="2023-10-03T18:25:18.556" v="4752"/>
          <ac:spMkLst>
            <pc:docMk/>
            <pc:sldMk cId="1908137483" sldId="518"/>
            <ac:spMk id="3" creationId="{AA6921F6-75C9-B291-98C5-8A3AE7E31337}"/>
          </ac:spMkLst>
        </pc:spChg>
      </pc:sldChg>
      <pc:sldChg chg="del">
        <pc:chgData name="Sahan Konur, Sahika" userId="739a6e03-9a4a-49c6-a350-571b31db94be" providerId="ADAL" clId="{F455B582-E268-45AE-ACFA-E4D2A1A767F4}" dt="2023-10-03T13:47:56.598" v="114" actId="47"/>
        <pc:sldMkLst>
          <pc:docMk/>
          <pc:sldMk cId="1539528871" sldId="576"/>
        </pc:sldMkLst>
      </pc:sldChg>
      <pc:sldChg chg="del">
        <pc:chgData name="Sahan Konur, Sahika" userId="739a6e03-9a4a-49c6-a350-571b31db94be" providerId="ADAL" clId="{F455B582-E268-45AE-ACFA-E4D2A1A767F4}" dt="2023-10-03T13:47:56.772" v="115" actId="47"/>
        <pc:sldMkLst>
          <pc:docMk/>
          <pc:sldMk cId="3148870392" sldId="578"/>
        </pc:sldMkLst>
      </pc:sldChg>
      <pc:sldChg chg="del">
        <pc:chgData name="Sahan Konur, Sahika" userId="739a6e03-9a4a-49c6-a350-571b31db94be" providerId="ADAL" clId="{F455B582-E268-45AE-ACFA-E4D2A1A767F4}" dt="2023-10-03T13:47:57.007" v="116" actId="47"/>
        <pc:sldMkLst>
          <pc:docMk/>
          <pc:sldMk cId="4077784373" sldId="579"/>
        </pc:sldMkLst>
      </pc:sldChg>
      <pc:sldChg chg="del">
        <pc:chgData name="Sahan Konur, Sahika" userId="739a6e03-9a4a-49c6-a350-571b31db94be" providerId="ADAL" clId="{F455B582-E268-45AE-ACFA-E4D2A1A767F4}" dt="2023-10-03T13:47:57.279" v="117" actId="47"/>
        <pc:sldMkLst>
          <pc:docMk/>
          <pc:sldMk cId="2659313045" sldId="580"/>
        </pc:sldMkLst>
      </pc:sldChg>
      <pc:sldChg chg="del">
        <pc:chgData name="Sahan Konur, Sahika" userId="739a6e03-9a4a-49c6-a350-571b31db94be" providerId="ADAL" clId="{F455B582-E268-45AE-ACFA-E4D2A1A767F4}" dt="2023-10-03T13:47:57.538" v="118" actId="47"/>
        <pc:sldMkLst>
          <pc:docMk/>
          <pc:sldMk cId="2219241052" sldId="581"/>
        </pc:sldMkLst>
      </pc:sldChg>
      <pc:sldChg chg="del">
        <pc:chgData name="Sahan Konur, Sahika" userId="739a6e03-9a4a-49c6-a350-571b31db94be" providerId="ADAL" clId="{F455B582-E268-45AE-ACFA-E4D2A1A767F4}" dt="2023-10-03T13:48:02.278" v="123" actId="47"/>
        <pc:sldMkLst>
          <pc:docMk/>
          <pc:sldMk cId="3896593221" sldId="582"/>
        </pc:sldMkLst>
      </pc:sldChg>
      <pc:sldChg chg="del">
        <pc:chgData name="Sahan Konur, Sahika" userId="739a6e03-9a4a-49c6-a350-571b31db94be" providerId="ADAL" clId="{F455B582-E268-45AE-ACFA-E4D2A1A767F4}" dt="2023-10-03T13:48:04.927" v="131" actId="47"/>
        <pc:sldMkLst>
          <pc:docMk/>
          <pc:sldMk cId="1751870146" sldId="583"/>
        </pc:sldMkLst>
      </pc:sldChg>
      <pc:sldChg chg="modSp mod">
        <pc:chgData name="Sahan Konur, Sahika" userId="739a6e03-9a4a-49c6-a350-571b31db94be" providerId="ADAL" clId="{F455B582-E268-45AE-ACFA-E4D2A1A767F4}" dt="2023-10-03T18:26:02.825" v="4758" actId="1076"/>
        <pc:sldMkLst>
          <pc:docMk/>
          <pc:sldMk cId="3298525379" sldId="681"/>
        </pc:sldMkLst>
        <pc:spChg chg="mod">
          <ac:chgData name="Sahan Konur, Sahika" userId="739a6e03-9a4a-49c6-a350-571b31db94be" providerId="ADAL" clId="{F455B582-E268-45AE-ACFA-E4D2A1A767F4}" dt="2023-10-03T18:25:53.093" v="4757" actId="27636"/>
          <ac:spMkLst>
            <pc:docMk/>
            <pc:sldMk cId="3298525379" sldId="681"/>
            <ac:spMk id="3" creationId="{00000000-0000-0000-0000-000000000000}"/>
          </ac:spMkLst>
        </pc:spChg>
        <pc:spChg chg="mod">
          <ac:chgData name="Sahan Konur, Sahika" userId="739a6e03-9a4a-49c6-a350-571b31db94be" providerId="ADAL" clId="{F455B582-E268-45AE-ACFA-E4D2A1A767F4}" dt="2023-10-03T18:26:02.825" v="4758" actId="1076"/>
          <ac:spMkLst>
            <pc:docMk/>
            <pc:sldMk cId="3298525379" sldId="681"/>
            <ac:spMk id="5" creationId="{692E089E-700C-4C1B-8C8E-D205E2BD9D92}"/>
          </ac:spMkLst>
        </pc:spChg>
      </pc:sldChg>
      <pc:sldChg chg="new del">
        <pc:chgData name="Sahan Konur, Sahika" userId="739a6e03-9a4a-49c6-a350-571b31db94be" providerId="ADAL" clId="{F455B582-E268-45AE-ACFA-E4D2A1A767F4}" dt="2023-10-03T18:27:33" v="4761" actId="47"/>
        <pc:sldMkLst>
          <pc:docMk/>
          <pc:sldMk cId="3477296991" sldId="682"/>
        </pc:sldMkLst>
      </pc:sldChg>
      <pc:sldChg chg="modSp mod">
        <pc:chgData name="Sahan Konur, Sahika" userId="739a6e03-9a4a-49c6-a350-571b31db94be" providerId="ADAL" clId="{F455B582-E268-45AE-ACFA-E4D2A1A767F4}" dt="2023-10-03T18:28:28.396" v="4764" actId="27636"/>
        <pc:sldMkLst>
          <pc:docMk/>
          <pc:sldMk cId="100190063" sldId="737"/>
        </pc:sldMkLst>
        <pc:spChg chg="mod">
          <ac:chgData name="Sahan Konur, Sahika" userId="739a6e03-9a4a-49c6-a350-571b31db94be" providerId="ADAL" clId="{F455B582-E268-45AE-ACFA-E4D2A1A767F4}" dt="2023-10-03T18:28:28.396" v="4764" actId="27636"/>
          <ac:spMkLst>
            <pc:docMk/>
            <pc:sldMk cId="100190063" sldId="737"/>
            <ac:spMk id="3" creationId="{00000000-0000-0000-0000-000000000000}"/>
          </ac:spMkLst>
        </pc:spChg>
      </pc:sldChg>
      <pc:sldChg chg="modSp">
        <pc:chgData name="Sahan Konur, Sahika" userId="739a6e03-9a4a-49c6-a350-571b31db94be" providerId="ADAL" clId="{F455B582-E268-45AE-ACFA-E4D2A1A767F4}" dt="2023-10-03T18:28:22.210" v="4762" actId="2710"/>
        <pc:sldMkLst>
          <pc:docMk/>
          <pc:sldMk cId="4226695314" sldId="738"/>
        </pc:sldMkLst>
        <pc:spChg chg="mod">
          <ac:chgData name="Sahan Konur, Sahika" userId="739a6e03-9a4a-49c6-a350-571b31db94be" providerId="ADAL" clId="{F455B582-E268-45AE-ACFA-E4D2A1A767F4}" dt="2023-10-03T18:28:22.210" v="4762" actId="2710"/>
          <ac:spMkLst>
            <pc:docMk/>
            <pc:sldMk cId="4226695314" sldId="738"/>
            <ac:spMk id="3" creationId="{00000000-0000-0000-0000-000000000000}"/>
          </ac:spMkLst>
        </pc:spChg>
      </pc:sldChg>
      <pc:sldChg chg="modSp modAnim">
        <pc:chgData name="Sahan Konur, Sahika" userId="739a6e03-9a4a-49c6-a350-571b31db94be" providerId="ADAL" clId="{F455B582-E268-45AE-ACFA-E4D2A1A767F4}" dt="2023-10-04T19:27:26.114" v="4924" actId="20577"/>
        <pc:sldMkLst>
          <pc:docMk/>
          <pc:sldMk cId="4252851304" sldId="739"/>
        </pc:sldMkLst>
        <pc:spChg chg="mod">
          <ac:chgData name="Sahan Konur, Sahika" userId="739a6e03-9a4a-49c6-a350-571b31db94be" providerId="ADAL" clId="{F455B582-E268-45AE-ACFA-E4D2A1A767F4}" dt="2023-10-04T19:27:26.114" v="4924" actId="20577"/>
          <ac:spMkLst>
            <pc:docMk/>
            <pc:sldMk cId="4252851304" sldId="739"/>
            <ac:spMk id="3" creationId="{00000000-0000-0000-0000-000000000000}"/>
          </ac:spMkLst>
        </pc:spChg>
      </pc:sldChg>
    </pc:docChg>
  </pc:docChgLst>
  <pc:docChgLst>
    <pc:chgData name="Dincer Konur" userId="0cb337efb386619d" providerId="LiveId" clId="{E440FEF1-B75B-4D57-99AB-42BD66C8D82F}"/>
    <pc:docChg chg="undo modSld">
      <pc:chgData name="Dincer Konur" userId="0cb337efb386619d" providerId="LiveId" clId="{E440FEF1-B75B-4D57-99AB-42BD66C8D82F}" dt="2019-08-01T21:21:41.192" v="36"/>
      <pc:docMkLst>
        <pc:docMk/>
      </pc:docMkLst>
      <pc:sldChg chg="delSp">
        <pc:chgData name="Dincer Konur" userId="0cb337efb386619d" providerId="LiveId" clId="{E440FEF1-B75B-4D57-99AB-42BD66C8D82F}" dt="2019-07-25T00:13:38.309" v="6" actId="478"/>
        <pc:sldMkLst>
          <pc:docMk/>
          <pc:sldMk cId="0" sldId="398"/>
        </pc:sldMkLst>
        <pc:spChg chg="del">
          <ac:chgData name="Dincer Konur" userId="0cb337efb386619d" providerId="LiveId" clId="{E440FEF1-B75B-4D57-99AB-42BD66C8D82F}" dt="2019-07-25T00:13:38.309" v="6" actId="478"/>
          <ac:spMkLst>
            <pc:docMk/>
            <pc:sldMk cId="0" sldId="398"/>
            <ac:spMk id="26626" creationId="{00000000-0000-0000-0000-000000000000}"/>
          </ac:spMkLst>
        </pc:spChg>
        <pc:spChg chg="del">
          <ac:chgData name="Dincer Konur" userId="0cb337efb386619d" providerId="LiveId" clId="{E440FEF1-B75B-4D57-99AB-42BD66C8D82F}" dt="2019-07-25T00:13:34.969" v="5" actId="478"/>
          <ac:spMkLst>
            <pc:docMk/>
            <pc:sldMk cId="0" sldId="398"/>
            <ac:spMk id="26627" creationId="{00000000-0000-0000-0000-000000000000}"/>
          </ac:spMkLst>
        </pc:spChg>
      </pc:sldChg>
      <pc:sldChg chg="modAnim">
        <pc:chgData name="Dincer Konur" userId="0cb337efb386619d" providerId="LiveId" clId="{E440FEF1-B75B-4D57-99AB-42BD66C8D82F}" dt="2019-08-01T21:11:01.198" v="13"/>
        <pc:sldMkLst>
          <pc:docMk/>
          <pc:sldMk cId="3306214669" sldId="443"/>
        </pc:sldMkLst>
      </pc:sldChg>
      <pc:sldChg chg="modAnim">
        <pc:chgData name="Dincer Konur" userId="0cb337efb386619d" providerId="LiveId" clId="{E440FEF1-B75B-4D57-99AB-42BD66C8D82F}" dt="2019-08-01T21:12:02.646" v="14"/>
        <pc:sldMkLst>
          <pc:docMk/>
          <pc:sldMk cId="1534486827" sldId="445"/>
        </pc:sldMkLst>
      </pc:sldChg>
      <pc:sldChg chg="modSp">
        <pc:chgData name="Dincer Konur" userId="0cb337efb386619d" providerId="LiveId" clId="{E440FEF1-B75B-4D57-99AB-42BD66C8D82F}" dt="2019-08-01T21:14:46.982" v="18" actId="20577"/>
        <pc:sldMkLst>
          <pc:docMk/>
          <pc:sldMk cId="1175170991" sldId="448"/>
        </pc:sldMkLst>
        <pc:spChg chg="mod">
          <ac:chgData name="Dincer Konur" userId="0cb337efb386619d" providerId="LiveId" clId="{E440FEF1-B75B-4D57-99AB-42BD66C8D82F}" dt="2019-08-01T21:14:46.982" v="18" actId="20577"/>
          <ac:spMkLst>
            <pc:docMk/>
            <pc:sldMk cId="1175170991" sldId="448"/>
            <ac:spMk id="3" creationId="{00000000-0000-0000-0000-000000000000}"/>
          </ac:spMkLst>
        </pc:spChg>
      </pc:sldChg>
      <pc:sldChg chg="modAnim">
        <pc:chgData name="Dincer Konur" userId="0cb337efb386619d" providerId="LiveId" clId="{E440FEF1-B75B-4D57-99AB-42BD66C8D82F}" dt="2019-08-01T21:15:11.752" v="19"/>
        <pc:sldMkLst>
          <pc:docMk/>
          <pc:sldMk cId="3417279906" sldId="449"/>
        </pc:sldMkLst>
      </pc:sldChg>
      <pc:sldChg chg="modSp modAnim">
        <pc:chgData name="Dincer Konur" userId="0cb337efb386619d" providerId="LiveId" clId="{E440FEF1-B75B-4D57-99AB-42BD66C8D82F}" dt="2019-08-01T21:16:48.510" v="28"/>
        <pc:sldMkLst>
          <pc:docMk/>
          <pc:sldMk cId="1747895579" sldId="452"/>
        </pc:sldMkLst>
        <pc:spChg chg="mod">
          <ac:chgData name="Dincer Konur" userId="0cb337efb386619d" providerId="LiveId" clId="{E440FEF1-B75B-4D57-99AB-42BD66C8D82F}" dt="2019-08-01T21:16:37.503" v="25" actId="1076"/>
          <ac:spMkLst>
            <pc:docMk/>
            <pc:sldMk cId="1747895579" sldId="452"/>
            <ac:spMk id="6" creationId="{6635F16F-A6F1-43A0-A3EE-4D4A26486E8C}"/>
          </ac:spMkLst>
        </pc:spChg>
      </pc:sldChg>
      <pc:sldChg chg="modAnim">
        <pc:chgData name="Dincer Konur" userId="0cb337efb386619d" providerId="LiveId" clId="{E440FEF1-B75B-4D57-99AB-42BD66C8D82F}" dt="2019-08-01T21:17:59.045" v="30"/>
        <pc:sldMkLst>
          <pc:docMk/>
          <pc:sldMk cId="3448416443" sldId="453"/>
        </pc:sldMkLst>
      </pc:sldChg>
      <pc:sldChg chg="modAnim">
        <pc:chgData name="Dincer Konur" userId="0cb337efb386619d" providerId="LiveId" clId="{E440FEF1-B75B-4D57-99AB-42BD66C8D82F}" dt="2019-08-01T21:20:06.511" v="32"/>
        <pc:sldMkLst>
          <pc:docMk/>
          <pc:sldMk cId="2399350520" sldId="457"/>
        </pc:sldMkLst>
      </pc:sldChg>
      <pc:sldChg chg="modAnim">
        <pc:chgData name="Dincer Konur" userId="0cb337efb386619d" providerId="LiveId" clId="{E440FEF1-B75B-4D57-99AB-42BD66C8D82F}" dt="2019-08-01T21:21:04.360" v="35"/>
        <pc:sldMkLst>
          <pc:docMk/>
          <pc:sldMk cId="2526785911" sldId="458"/>
        </pc:sldMkLst>
      </pc:sldChg>
      <pc:sldChg chg="modAnim">
        <pc:chgData name="Dincer Konur" userId="0cb337efb386619d" providerId="LiveId" clId="{E440FEF1-B75B-4D57-99AB-42BD66C8D82F}" dt="2019-08-01T21:21:41.192" v="36"/>
        <pc:sldMkLst>
          <pc:docMk/>
          <pc:sldMk cId="3733598767" sldId="459"/>
        </pc:sldMkLst>
      </pc:sldChg>
      <pc:sldChg chg="modAnim">
        <pc:chgData name="Dincer Konur" userId="0cb337efb386619d" providerId="LiveId" clId="{E440FEF1-B75B-4D57-99AB-42BD66C8D82F}" dt="2019-07-25T00:12:48.394" v="1"/>
        <pc:sldMkLst>
          <pc:docMk/>
          <pc:sldMk cId="4133845958" sldId="470"/>
        </pc:sldMkLst>
      </pc:sldChg>
      <pc:sldChg chg="modAnim">
        <pc:chgData name="Dincer Konur" userId="0cb337efb386619d" providerId="LiveId" clId="{E440FEF1-B75B-4D57-99AB-42BD66C8D82F}" dt="2019-07-25T00:13:16.083" v="4"/>
        <pc:sldMkLst>
          <pc:docMk/>
          <pc:sldMk cId="1357514283" sldId="472"/>
        </pc:sldMkLst>
      </pc:sldChg>
      <pc:sldChg chg="delSp">
        <pc:chgData name="Dincer Konur" userId="0cb337efb386619d" providerId="LiveId" clId="{E440FEF1-B75B-4D57-99AB-42BD66C8D82F}" dt="2019-07-25T00:13:45.356" v="8" actId="478"/>
        <pc:sldMkLst>
          <pc:docMk/>
          <pc:sldMk cId="862623416" sldId="475"/>
        </pc:sldMkLst>
        <pc:spChg chg="del">
          <ac:chgData name="Dincer Konur" userId="0cb337efb386619d" providerId="LiveId" clId="{E440FEF1-B75B-4D57-99AB-42BD66C8D82F}" dt="2019-07-25T00:13:42.663" v="7" actId="478"/>
          <ac:spMkLst>
            <pc:docMk/>
            <pc:sldMk cId="862623416" sldId="475"/>
            <ac:spMk id="26626" creationId="{00000000-0000-0000-0000-000000000000}"/>
          </ac:spMkLst>
        </pc:spChg>
        <pc:spChg chg="del">
          <ac:chgData name="Dincer Konur" userId="0cb337efb386619d" providerId="LiveId" clId="{E440FEF1-B75B-4D57-99AB-42BD66C8D82F}" dt="2019-07-25T00:13:45.356" v="8" actId="478"/>
          <ac:spMkLst>
            <pc:docMk/>
            <pc:sldMk cId="862623416" sldId="475"/>
            <ac:spMk id="26627" creationId="{00000000-0000-0000-0000-000000000000}"/>
          </ac:spMkLst>
        </pc:spChg>
      </pc:sldChg>
      <pc:sldChg chg="delSp">
        <pc:chgData name="Dincer Konur" userId="0cb337efb386619d" providerId="LiveId" clId="{E440FEF1-B75B-4D57-99AB-42BD66C8D82F}" dt="2019-07-25T00:13:53.034" v="10" actId="478"/>
        <pc:sldMkLst>
          <pc:docMk/>
          <pc:sldMk cId="1195906596" sldId="476"/>
        </pc:sldMkLst>
        <pc:spChg chg="del">
          <ac:chgData name="Dincer Konur" userId="0cb337efb386619d" providerId="LiveId" clId="{E440FEF1-B75B-4D57-99AB-42BD66C8D82F}" dt="2019-07-25T00:13:50.532" v="9" actId="478"/>
          <ac:spMkLst>
            <pc:docMk/>
            <pc:sldMk cId="1195906596" sldId="476"/>
            <ac:spMk id="26626" creationId="{00000000-0000-0000-0000-000000000000}"/>
          </ac:spMkLst>
        </pc:spChg>
        <pc:spChg chg="del">
          <ac:chgData name="Dincer Konur" userId="0cb337efb386619d" providerId="LiveId" clId="{E440FEF1-B75B-4D57-99AB-42BD66C8D82F}" dt="2019-07-25T00:13:53.034" v="10" actId="478"/>
          <ac:spMkLst>
            <pc:docMk/>
            <pc:sldMk cId="1195906596" sldId="476"/>
            <ac:spMk id="26627" creationId="{00000000-0000-0000-0000-000000000000}"/>
          </ac:spMkLst>
        </pc:spChg>
      </pc:sldChg>
      <pc:sldChg chg="delSp">
        <pc:chgData name="Dincer Konur" userId="0cb337efb386619d" providerId="LiveId" clId="{E440FEF1-B75B-4D57-99AB-42BD66C8D82F}" dt="2019-07-25T00:13:58.280" v="12" actId="478"/>
        <pc:sldMkLst>
          <pc:docMk/>
          <pc:sldMk cId="4175929558" sldId="477"/>
        </pc:sldMkLst>
        <pc:spChg chg="del">
          <ac:chgData name="Dincer Konur" userId="0cb337efb386619d" providerId="LiveId" clId="{E440FEF1-B75B-4D57-99AB-42BD66C8D82F}" dt="2019-07-25T00:13:56.370" v="11" actId="478"/>
          <ac:spMkLst>
            <pc:docMk/>
            <pc:sldMk cId="4175929558" sldId="477"/>
            <ac:spMk id="26626" creationId="{00000000-0000-0000-0000-000000000000}"/>
          </ac:spMkLst>
        </pc:spChg>
        <pc:spChg chg="del">
          <ac:chgData name="Dincer Konur" userId="0cb337efb386619d" providerId="LiveId" clId="{E440FEF1-B75B-4D57-99AB-42BD66C8D82F}" dt="2019-07-25T00:13:58.280" v="12" actId="478"/>
          <ac:spMkLst>
            <pc:docMk/>
            <pc:sldMk cId="4175929558" sldId="477"/>
            <ac:spMk id="26627" creationId="{00000000-0000-0000-0000-000000000000}"/>
          </ac:spMkLst>
        </pc:spChg>
      </pc:sldChg>
    </pc:docChg>
  </pc:docChgLst>
  <pc:docChgLst>
    <pc:chgData name="Dincer Konur" userId="0cb337efb386619d" providerId="LiveId" clId="{B34D072B-B2F1-4495-943B-55657A0A264B}"/>
    <pc:docChg chg="undo custSel addSld delSld modSld">
      <pc:chgData name="Dincer Konur" userId="0cb337efb386619d" providerId="LiveId" clId="{B34D072B-B2F1-4495-943B-55657A0A264B}" dt="2019-07-23T15:51:39.762" v="1677" actId="207"/>
      <pc:docMkLst>
        <pc:docMk/>
      </pc:docMkLst>
      <pc:sldChg chg="modSp add">
        <pc:chgData name="Dincer Konur" userId="0cb337efb386619d" providerId="LiveId" clId="{B34D072B-B2F1-4495-943B-55657A0A264B}" dt="2019-07-18T21:02:53.028" v="1597" actId="207"/>
        <pc:sldMkLst>
          <pc:docMk/>
          <pc:sldMk cId="0" sldId="398"/>
        </pc:sldMkLst>
        <pc:spChg chg="mod">
          <ac:chgData name="Dincer Konur" userId="0cb337efb386619d" providerId="LiveId" clId="{B34D072B-B2F1-4495-943B-55657A0A264B}" dt="2019-07-18T21:02:26.148" v="1558"/>
          <ac:spMkLst>
            <pc:docMk/>
            <pc:sldMk cId="0" sldId="398"/>
            <ac:spMk id="26628" creationId="{00000000-0000-0000-0000-000000000000}"/>
          </ac:spMkLst>
        </pc:spChg>
        <pc:spChg chg="mod">
          <ac:chgData name="Dincer Konur" userId="0cb337efb386619d" providerId="LiveId" clId="{B34D072B-B2F1-4495-943B-55657A0A264B}" dt="2019-07-18T21:02:53.028" v="1597" actId="207"/>
          <ac:spMkLst>
            <pc:docMk/>
            <pc:sldMk cId="0" sldId="398"/>
            <ac:spMk id="26629" creationId="{00000000-0000-0000-0000-000000000000}"/>
          </ac:spMkLst>
        </pc:spChg>
      </pc:sldChg>
      <pc:sldChg chg="delSp modSp add">
        <pc:chgData name="Dincer Konur" userId="0cb337efb386619d" providerId="LiveId" clId="{B34D072B-B2F1-4495-943B-55657A0A264B}" dt="2019-07-18T18:26:56.332" v="52" actId="20577"/>
        <pc:sldMkLst>
          <pc:docMk/>
          <pc:sldMk cId="264733505" sldId="467"/>
        </pc:sldMkLst>
        <pc:spChg chg="mod">
          <ac:chgData name="Dincer Konur" userId="0cb337efb386619d" providerId="LiveId" clId="{B34D072B-B2F1-4495-943B-55657A0A264B}" dt="2019-07-18T18:26:56.332" v="52" actId="20577"/>
          <ac:spMkLst>
            <pc:docMk/>
            <pc:sldMk cId="264733505" sldId="467"/>
            <ac:spMk id="2" creationId="{00000000-0000-0000-0000-000000000000}"/>
          </ac:spMkLst>
        </pc:spChg>
        <pc:spChg chg="mod">
          <ac:chgData name="Dincer Konur" userId="0cb337efb386619d" providerId="LiveId" clId="{B34D072B-B2F1-4495-943B-55657A0A264B}" dt="2019-07-18T18:26:18.446" v="35" actId="20577"/>
          <ac:spMkLst>
            <pc:docMk/>
            <pc:sldMk cId="264733505" sldId="467"/>
            <ac:spMk id="3" creationId="{00000000-0000-0000-0000-000000000000}"/>
          </ac:spMkLst>
        </pc:spChg>
        <pc:spChg chg="del">
          <ac:chgData name="Dincer Konur" userId="0cb337efb386619d" providerId="LiveId" clId="{B34D072B-B2F1-4495-943B-55657A0A264B}" dt="2019-07-18T18:26:27.505" v="36" actId="478"/>
          <ac:spMkLst>
            <pc:docMk/>
            <pc:sldMk cId="264733505" sldId="467"/>
            <ac:spMk id="5" creationId="{00000000-0000-0000-0000-000000000000}"/>
          </ac:spMkLst>
        </pc:spChg>
        <pc:spChg chg="del">
          <ac:chgData name="Dincer Konur" userId="0cb337efb386619d" providerId="LiveId" clId="{B34D072B-B2F1-4495-943B-55657A0A264B}" dt="2019-07-18T18:26:30.364" v="37" actId="478"/>
          <ac:spMkLst>
            <pc:docMk/>
            <pc:sldMk cId="264733505" sldId="467"/>
            <ac:spMk id="7" creationId="{00000000-0000-0000-0000-000000000000}"/>
          </ac:spMkLst>
        </pc:spChg>
      </pc:sldChg>
      <pc:sldChg chg="addSp delSp modSp add modAnim">
        <pc:chgData name="Dincer Konur" userId="0cb337efb386619d" providerId="LiveId" clId="{B34D072B-B2F1-4495-943B-55657A0A264B}" dt="2019-07-18T19:36:10.535" v="1211" actId="1076"/>
        <pc:sldMkLst>
          <pc:docMk/>
          <pc:sldMk cId="1411247834" sldId="468"/>
        </pc:sldMkLst>
        <pc:spChg chg="mod">
          <ac:chgData name="Dincer Konur" userId="0cb337efb386619d" providerId="LiveId" clId="{B34D072B-B2F1-4495-943B-55657A0A264B}" dt="2019-07-18T18:30:36.612" v="61" actId="20577"/>
          <ac:spMkLst>
            <pc:docMk/>
            <pc:sldMk cId="1411247834" sldId="468"/>
            <ac:spMk id="2" creationId="{00000000-0000-0000-0000-000000000000}"/>
          </ac:spMkLst>
        </pc:spChg>
        <pc:spChg chg="mod">
          <ac:chgData name="Dincer Konur" userId="0cb337efb386619d" providerId="LiveId" clId="{B34D072B-B2F1-4495-943B-55657A0A264B}" dt="2019-07-18T18:53:37.827" v="534"/>
          <ac:spMkLst>
            <pc:docMk/>
            <pc:sldMk cId="1411247834" sldId="468"/>
            <ac:spMk id="3" creationId="{00000000-0000-0000-0000-000000000000}"/>
          </ac:spMkLst>
        </pc:spChg>
        <pc:spChg chg="add mod">
          <ac:chgData name="Dincer Konur" userId="0cb337efb386619d" providerId="LiveId" clId="{B34D072B-B2F1-4495-943B-55657A0A264B}" dt="2019-07-18T18:37:35.964" v="346" actId="14100"/>
          <ac:spMkLst>
            <pc:docMk/>
            <pc:sldMk cId="1411247834" sldId="468"/>
            <ac:spMk id="6" creationId="{33D85590-F11A-43A4-992A-FBE58EDBBC13}"/>
          </ac:spMkLst>
        </pc:spChg>
        <pc:spChg chg="add mod">
          <ac:chgData name="Dincer Konur" userId="0cb337efb386619d" providerId="LiveId" clId="{B34D072B-B2F1-4495-943B-55657A0A264B}" dt="2019-07-18T18:37:46.648" v="358" actId="20577"/>
          <ac:spMkLst>
            <pc:docMk/>
            <pc:sldMk cId="1411247834" sldId="468"/>
            <ac:spMk id="7" creationId="{3C0AD6DD-39C3-4CDE-B414-336DBC64C799}"/>
          </ac:spMkLst>
        </pc:spChg>
        <pc:spChg chg="add del mod">
          <ac:chgData name="Dincer Konur" userId="0cb337efb386619d" providerId="LiveId" clId="{B34D072B-B2F1-4495-943B-55657A0A264B}" dt="2019-07-18T18:53:33.886" v="533" actId="47"/>
          <ac:spMkLst>
            <pc:docMk/>
            <pc:sldMk cId="1411247834" sldId="468"/>
            <ac:spMk id="8" creationId="{B563CD51-766D-4552-AF31-0023344950C6}"/>
          </ac:spMkLst>
        </pc:spChg>
        <pc:spChg chg="add mod">
          <ac:chgData name="Dincer Konur" userId="0cb337efb386619d" providerId="LiveId" clId="{B34D072B-B2F1-4495-943B-55657A0A264B}" dt="2019-07-18T18:56:40.970" v="625" actId="404"/>
          <ac:spMkLst>
            <pc:docMk/>
            <pc:sldMk cId="1411247834" sldId="468"/>
            <ac:spMk id="9" creationId="{D1BC390D-0B34-4C49-81F8-4344B6CC9208}"/>
          </ac:spMkLst>
        </pc:spChg>
        <pc:spChg chg="add mod">
          <ac:chgData name="Dincer Konur" userId="0cb337efb386619d" providerId="LiveId" clId="{B34D072B-B2F1-4495-943B-55657A0A264B}" dt="2019-07-18T18:57:04.011" v="639" actId="1076"/>
          <ac:spMkLst>
            <pc:docMk/>
            <pc:sldMk cId="1411247834" sldId="468"/>
            <ac:spMk id="10" creationId="{79462F2B-AA29-4F49-9573-F82593C5962E}"/>
          </ac:spMkLst>
        </pc:spChg>
        <pc:spChg chg="add mod">
          <ac:chgData name="Dincer Konur" userId="0cb337efb386619d" providerId="LiveId" clId="{B34D072B-B2F1-4495-943B-55657A0A264B}" dt="2019-07-18T18:56:37.872" v="624" actId="404"/>
          <ac:spMkLst>
            <pc:docMk/>
            <pc:sldMk cId="1411247834" sldId="468"/>
            <ac:spMk id="11" creationId="{B09DE1AB-FAA6-4377-B664-4C9AF76AC46C}"/>
          </ac:spMkLst>
        </pc:spChg>
        <pc:spChg chg="add mod">
          <ac:chgData name="Dincer Konur" userId="0cb337efb386619d" providerId="LiveId" clId="{B34D072B-B2F1-4495-943B-55657A0A264B}" dt="2019-07-18T18:56:25.129" v="620" actId="1076"/>
          <ac:spMkLst>
            <pc:docMk/>
            <pc:sldMk cId="1411247834" sldId="468"/>
            <ac:spMk id="12" creationId="{8AF21AA4-5454-49C7-913F-3F8F270C89A6}"/>
          </ac:spMkLst>
        </pc:spChg>
        <pc:spChg chg="add mod">
          <ac:chgData name="Dincer Konur" userId="0cb337efb386619d" providerId="LiveId" clId="{B34D072B-B2F1-4495-943B-55657A0A264B}" dt="2019-07-18T18:56:57.325" v="638" actId="20577"/>
          <ac:spMkLst>
            <pc:docMk/>
            <pc:sldMk cId="1411247834" sldId="468"/>
            <ac:spMk id="13" creationId="{398F6A2B-0EE1-44D4-80B1-791BD2CB5E05}"/>
          </ac:spMkLst>
        </pc:spChg>
        <pc:spChg chg="add mod">
          <ac:chgData name="Dincer Konur" userId="0cb337efb386619d" providerId="LiveId" clId="{B34D072B-B2F1-4495-943B-55657A0A264B}" dt="2019-07-18T18:57:44.340" v="676" actId="1076"/>
          <ac:spMkLst>
            <pc:docMk/>
            <pc:sldMk cId="1411247834" sldId="468"/>
            <ac:spMk id="14" creationId="{ED3321D7-6B9B-464E-A25D-93B37F3E6C19}"/>
          </ac:spMkLst>
        </pc:spChg>
        <pc:spChg chg="add mod">
          <ac:chgData name="Dincer Konur" userId="0cb337efb386619d" providerId="LiveId" clId="{B34D072B-B2F1-4495-943B-55657A0A264B}" dt="2019-07-18T18:58:11.803" v="693" actId="1076"/>
          <ac:spMkLst>
            <pc:docMk/>
            <pc:sldMk cId="1411247834" sldId="468"/>
            <ac:spMk id="15" creationId="{96793A1A-FC5E-4826-BA77-58D48BADAF5C}"/>
          </ac:spMkLst>
        </pc:spChg>
        <pc:spChg chg="add mod">
          <ac:chgData name="Dincer Konur" userId="0cb337efb386619d" providerId="LiveId" clId="{B34D072B-B2F1-4495-943B-55657A0A264B}" dt="2019-07-18T18:58:14.410" v="694" actId="1076"/>
          <ac:spMkLst>
            <pc:docMk/>
            <pc:sldMk cId="1411247834" sldId="468"/>
            <ac:spMk id="16" creationId="{F58068FD-DF34-43F3-8F6E-4A926EF29EE3}"/>
          </ac:spMkLst>
        </pc:spChg>
        <pc:spChg chg="add mod">
          <ac:chgData name="Dincer Konur" userId="0cb337efb386619d" providerId="LiveId" clId="{B34D072B-B2F1-4495-943B-55657A0A264B}" dt="2019-07-18T19:35:54.609" v="1190" actId="14100"/>
          <ac:spMkLst>
            <pc:docMk/>
            <pc:sldMk cId="1411247834" sldId="468"/>
            <ac:spMk id="17" creationId="{A362C5E9-D23E-49FA-9E12-8936A0AB41E4}"/>
          </ac:spMkLst>
        </pc:spChg>
        <pc:spChg chg="add mod">
          <ac:chgData name="Dincer Konur" userId="0cb337efb386619d" providerId="LiveId" clId="{B34D072B-B2F1-4495-943B-55657A0A264B}" dt="2019-07-18T19:36:10.535" v="1211" actId="1076"/>
          <ac:spMkLst>
            <pc:docMk/>
            <pc:sldMk cId="1411247834" sldId="468"/>
            <ac:spMk id="18" creationId="{7F32ADCD-A7A7-4416-AA9D-C0AB229D909E}"/>
          </ac:spMkLst>
        </pc:spChg>
        <pc:picChg chg="add mod">
          <ac:chgData name="Dincer Konur" userId="0cb337efb386619d" providerId="LiveId" clId="{B34D072B-B2F1-4495-943B-55657A0A264B}" dt="2019-07-18T18:34:48.040" v="103" actId="1076"/>
          <ac:picMkLst>
            <pc:docMk/>
            <pc:sldMk cId="1411247834" sldId="468"/>
            <ac:picMk id="4" creationId="{131C1AA7-37D8-4C10-8A5B-53D8D300FBE6}"/>
          </ac:picMkLst>
        </pc:picChg>
        <pc:picChg chg="add mod">
          <ac:chgData name="Dincer Konur" userId="0cb337efb386619d" providerId="LiveId" clId="{B34D072B-B2F1-4495-943B-55657A0A264B}" dt="2019-07-18T18:34:58.882" v="104" actId="1076"/>
          <ac:picMkLst>
            <pc:docMk/>
            <pc:sldMk cId="1411247834" sldId="468"/>
            <ac:picMk id="5" creationId="{4A9E1B46-6C1F-4B4F-979B-E72C77BDE240}"/>
          </ac:picMkLst>
        </pc:picChg>
      </pc:sldChg>
      <pc:sldChg chg="addSp delSp modSp add delAnim modAnim">
        <pc:chgData name="Dincer Konur" userId="0cb337efb386619d" providerId="LiveId" clId="{B34D072B-B2F1-4495-943B-55657A0A264B}" dt="2019-07-18T19:30:26.704" v="914" actId="1076"/>
        <pc:sldMkLst>
          <pc:docMk/>
          <pc:sldMk cId="2075008771" sldId="469"/>
        </pc:sldMkLst>
        <pc:spChg chg="mod">
          <ac:chgData name="Dincer Konur" userId="0cb337efb386619d" providerId="LiveId" clId="{B34D072B-B2F1-4495-943B-55657A0A264B}" dt="2019-07-18T19:12:25.697" v="902" actId="404"/>
          <ac:spMkLst>
            <pc:docMk/>
            <pc:sldMk cId="2075008771" sldId="469"/>
            <ac:spMk id="3" creationId="{00000000-0000-0000-0000-000000000000}"/>
          </ac:spMkLst>
        </pc:spChg>
        <pc:spChg chg="del">
          <ac:chgData name="Dincer Konur" userId="0cb337efb386619d" providerId="LiveId" clId="{B34D072B-B2F1-4495-943B-55657A0A264B}" dt="2019-07-18T19:00:55.897" v="750" actId="478"/>
          <ac:spMkLst>
            <pc:docMk/>
            <pc:sldMk cId="2075008771" sldId="469"/>
            <ac:spMk id="6" creationId="{33D85590-F11A-43A4-992A-FBE58EDBBC13}"/>
          </ac:spMkLst>
        </pc:spChg>
        <pc:spChg chg="del">
          <ac:chgData name="Dincer Konur" userId="0cb337efb386619d" providerId="LiveId" clId="{B34D072B-B2F1-4495-943B-55657A0A264B}" dt="2019-07-18T19:00:59.410" v="751" actId="478"/>
          <ac:spMkLst>
            <pc:docMk/>
            <pc:sldMk cId="2075008771" sldId="469"/>
            <ac:spMk id="7" creationId="{3C0AD6DD-39C3-4CDE-B414-336DBC64C799}"/>
          </ac:spMkLst>
        </pc:spChg>
        <pc:spChg chg="del">
          <ac:chgData name="Dincer Konur" userId="0cb337efb386619d" providerId="LiveId" clId="{B34D072B-B2F1-4495-943B-55657A0A264B}" dt="2019-07-18T19:01:07.662" v="752" actId="478"/>
          <ac:spMkLst>
            <pc:docMk/>
            <pc:sldMk cId="2075008771" sldId="469"/>
            <ac:spMk id="9" creationId="{D1BC390D-0B34-4C49-81F8-4344B6CC9208}"/>
          </ac:spMkLst>
        </pc:spChg>
        <pc:spChg chg="del">
          <ac:chgData name="Dincer Konur" userId="0cb337efb386619d" providerId="LiveId" clId="{B34D072B-B2F1-4495-943B-55657A0A264B}" dt="2019-07-18T19:01:07.662" v="752" actId="478"/>
          <ac:spMkLst>
            <pc:docMk/>
            <pc:sldMk cId="2075008771" sldId="469"/>
            <ac:spMk id="10" creationId="{79462F2B-AA29-4F49-9573-F82593C5962E}"/>
          </ac:spMkLst>
        </pc:spChg>
        <pc:spChg chg="del">
          <ac:chgData name="Dincer Konur" userId="0cb337efb386619d" providerId="LiveId" clId="{B34D072B-B2F1-4495-943B-55657A0A264B}" dt="2019-07-18T19:01:07.662" v="752" actId="478"/>
          <ac:spMkLst>
            <pc:docMk/>
            <pc:sldMk cId="2075008771" sldId="469"/>
            <ac:spMk id="11" creationId="{B09DE1AB-FAA6-4377-B664-4C9AF76AC46C}"/>
          </ac:spMkLst>
        </pc:spChg>
        <pc:spChg chg="del">
          <ac:chgData name="Dincer Konur" userId="0cb337efb386619d" providerId="LiveId" clId="{B34D072B-B2F1-4495-943B-55657A0A264B}" dt="2019-07-18T19:01:07.662" v="752" actId="478"/>
          <ac:spMkLst>
            <pc:docMk/>
            <pc:sldMk cId="2075008771" sldId="469"/>
            <ac:spMk id="12" creationId="{8AF21AA4-5454-49C7-913F-3F8F270C89A6}"/>
          </ac:spMkLst>
        </pc:spChg>
        <pc:spChg chg="del">
          <ac:chgData name="Dincer Konur" userId="0cb337efb386619d" providerId="LiveId" clId="{B34D072B-B2F1-4495-943B-55657A0A264B}" dt="2019-07-18T19:01:07.662" v="752" actId="478"/>
          <ac:spMkLst>
            <pc:docMk/>
            <pc:sldMk cId="2075008771" sldId="469"/>
            <ac:spMk id="13" creationId="{398F6A2B-0EE1-44D4-80B1-791BD2CB5E05}"/>
          </ac:spMkLst>
        </pc:spChg>
        <pc:spChg chg="del">
          <ac:chgData name="Dincer Konur" userId="0cb337efb386619d" providerId="LiveId" clId="{B34D072B-B2F1-4495-943B-55657A0A264B}" dt="2019-07-18T19:01:07.662" v="752" actId="478"/>
          <ac:spMkLst>
            <pc:docMk/>
            <pc:sldMk cId="2075008771" sldId="469"/>
            <ac:spMk id="14" creationId="{ED3321D7-6B9B-464E-A25D-93B37F3E6C19}"/>
          </ac:spMkLst>
        </pc:spChg>
        <pc:spChg chg="del">
          <ac:chgData name="Dincer Konur" userId="0cb337efb386619d" providerId="LiveId" clId="{B34D072B-B2F1-4495-943B-55657A0A264B}" dt="2019-07-18T19:01:10.601" v="753" actId="478"/>
          <ac:spMkLst>
            <pc:docMk/>
            <pc:sldMk cId="2075008771" sldId="469"/>
            <ac:spMk id="15" creationId="{96793A1A-FC5E-4826-BA77-58D48BADAF5C}"/>
          </ac:spMkLst>
        </pc:spChg>
        <pc:spChg chg="del">
          <ac:chgData name="Dincer Konur" userId="0cb337efb386619d" providerId="LiveId" clId="{B34D072B-B2F1-4495-943B-55657A0A264B}" dt="2019-07-18T19:01:14.441" v="754" actId="478"/>
          <ac:spMkLst>
            <pc:docMk/>
            <pc:sldMk cId="2075008771" sldId="469"/>
            <ac:spMk id="16" creationId="{F58068FD-DF34-43F3-8F6E-4A926EF29EE3}"/>
          </ac:spMkLst>
        </pc:spChg>
        <pc:picChg chg="del">
          <ac:chgData name="Dincer Konur" userId="0cb337efb386619d" providerId="LiveId" clId="{B34D072B-B2F1-4495-943B-55657A0A264B}" dt="2019-07-18T19:06:39.454" v="888" actId="478"/>
          <ac:picMkLst>
            <pc:docMk/>
            <pc:sldMk cId="2075008771" sldId="469"/>
            <ac:picMk id="4" creationId="{131C1AA7-37D8-4C10-8A5B-53D8D300FBE6}"/>
          </ac:picMkLst>
        </pc:picChg>
        <pc:picChg chg="del">
          <ac:chgData name="Dincer Konur" userId="0cb337efb386619d" providerId="LiveId" clId="{B34D072B-B2F1-4495-943B-55657A0A264B}" dt="2019-07-18T18:59:13.880" v="696" actId="478"/>
          <ac:picMkLst>
            <pc:docMk/>
            <pc:sldMk cId="2075008771" sldId="469"/>
            <ac:picMk id="5" creationId="{4A9E1B46-6C1F-4B4F-979B-E72C77BDE240}"/>
          </ac:picMkLst>
        </pc:picChg>
        <pc:picChg chg="add mod">
          <ac:chgData name="Dincer Konur" userId="0cb337efb386619d" providerId="LiveId" clId="{B34D072B-B2F1-4495-943B-55657A0A264B}" dt="2019-07-18T19:30:26.704" v="914" actId="1076"/>
          <ac:picMkLst>
            <pc:docMk/>
            <pc:sldMk cId="2075008771" sldId="469"/>
            <ac:picMk id="17" creationId="{209A9C6D-1454-4110-B1F8-738644D291AD}"/>
          </ac:picMkLst>
        </pc:picChg>
        <pc:picChg chg="add mod">
          <ac:chgData name="Dincer Konur" userId="0cb337efb386619d" providerId="LiveId" clId="{B34D072B-B2F1-4495-943B-55657A0A264B}" dt="2019-07-18T19:12:46.583" v="909" actId="14100"/>
          <ac:picMkLst>
            <pc:docMk/>
            <pc:sldMk cId="2075008771" sldId="469"/>
            <ac:picMk id="18" creationId="{8367FA72-BC91-4D51-8DA0-147CC50B436A}"/>
          </ac:picMkLst>
        </pc:picChg>
        <pc:picChg chg="add mod">
          <ac:chgData name="Dincer Konur" userId="0cb337efb386619d" providerId="LiveId" clId="{B34D072B-B2F1-4495-943B-55657A0A264B}" dt="2019-07-18T19:14:18.007" v="912" actId="1076"/>
          <ac:picMkLst>
            <pc:docMk/>
            <pc:sldMk cId="2075008771" sldId="469"/>
            <ac:picMk id="19" creationId="{A61DAE18-C983-48FF-AAB4-AC13247051C8}"/>
          </ac:picMkLst>
        </pc:picChg>
      </pc:sldChg>
      <pc:sldChg chg="addSp delSp modSp add delAnim modAnim">
        <pc:chgData name="Dincer Konur" userId="0cb337efb386619d" providerId="LiveId" clId="{B34D072B-B2F1-4495-943B-55657A0A264B}" dt="2019-07-18T19:57:08.061" v="1466" actId="5793"/>
        <pc:sldMkLst>
          <pc:docMk/>
          <pc:sldMk cId="4133845958" sldId="470"/>
        </pc:sldMkLst>
        <pc:spChg chg="mod">
          <ac:chgData name="Dincer Konur" userId="0cb337efb386619d" providerId="LiveId" clId="{B34D072B-B2F1-4495-943B-55657A0A264B}" dt="2019-07-18T19:57:08.061" v="1466" actId="5793"/>
          <ac:spMkLst>
            <pc:docMk/>
            <pc:sldMk cId="4133845958" sldId="470"/>
            <ac:spMk id="3" creationId="{00000000-0000-0000-0000-000000000000}"/>
          </ac:spMkLst>
        </pc:spChg>
        <pc:spChg chg="mod">
          <ac:chgData name="Dincer Konur" userId="0cb337efb386619d" providerId="LiveId" clId="{B34D072B-B2F1-4495-943B-55657A0A264B}" dt="2019-07-18T19:38:06.449" v="1273" actId="20577"/>
          <ac:spMkLst>
            <pc:docMk/>
            <pc:sldMk cId="4133845958" sldId="470"/>
            <ac:spMk id="9" creationId="{D1BC390D-0B34-4C49-81F8-4344B6CC9208}"/>
          </ac:spMkLst>
        </pc:spChg>
        <pc:spChg chg="del">
          <ac:chgData name="Dincer Konur" userId="0cb337efb386619d" providerId="LiveId" clId="{B34D072B-B2F1-4495-943B-55657A0A264B}" dt="2019-07-18T19:38:53.639" v="1293" actId="478"/>
          <ac:spMkLst>
            <pc:docMk/>
            <pc:sldMk cId="4133845958" sldId="470"/>
            <ac:spMk id="10" creationId="{79462F2B-AA29-4F49-9573-F82593C5962E}"/>
          </ac:spMkLst>
        </pc:spChg>
        <pc:spChg chg="mod">
          <ac:chgData name="Dincer Konur" userId="0cb337efb386619d" providerId="LiveId" clId="{B34D072B-B2F1-4495-943B-55657A0A264B}" dt="2019-07-18T19:39:12.592" v="1302" actId="20577"/>
          <ac:spMkLst>
            <pc:docMk/>
            <pc:sldMk cId="4133845958" sldId="470"/>
            <ac:spMk id="11" creationId="{B09DE1AB-FAA6-4377-B664-4C9AF76AC46C}"/>
          </ac:spMkLst>
        </pc:spChg>
        <pc:spChg chg="mod">
          <ac:chgData name="Dincer Konur" userId="0cb337efb386619d" providerId="LiveId" clId="{B34D072B-B2F1-4495-943B-55657A0A264B}" dt="2019-07-18T19:39:18.271" v="1303" actId="1076"/>
          <ac:spMkLst>
            <pc:docMk/>
            <pc:sldMk cId="4133845958" sldId="470"/>
            <ac:spMk id="14" creationId="{ED3321D7-6B9B-464E-A25D-93B37F3E6C19}"/>
          </ac:spMkLst>
        </pc:spChg>
        <pc:spChg chg="mod">
          <ac:chgData name="Dincer Konur" userId="0cb337efb386619d" providerId="LiveId" clId="{B34D072B-B2F1-4495-943B-55657A0A264B}" dt="2019-07-18T19:39:21.935" v="1304" actId="14100"/>
          <ac:spMkLst>
            <pc:docMk/>
            <pc:sldMk cId="4133845958" sldId="470"/>
            <ac:spMk id="15" creationId="{96793A1A-FC5E-4826-BA77-58D48BADAF5C}"/>
          </ac:spMkLst>
        </pc:spChg>
        <pc:spChg chg="mod">
          <ac:chgData name="Dincer Konur" userId="0cb337efb386619d" providerId="LiveId" clId="{B34D072B-B2F1-4495-943B-55657A0A264B}" dt="2019-07-18T19:39:24.941" v="1305" actId="1076"/>
          <ac:spMkLst>
            <pc:docMk/>
            <pc:sldMk cId="4133845958" sldId="470"/>
            <ac:spMk id="16" creationId="{F58068FD-DF34-43F3-8F6E-4A926EF29EE3}"/>
          </ac:spMkLst>
        </pc:spChg>
        <pc:spChg chg="add mod">
          <ac:chgData name="Dincer Konur" userId="0cb337efb386619d" providerId="LiveId" clId="{B34D072B-B2F1-4495-943B-55657A0A264B}" dt="2019-07-18T19:37:19.543" v="1259" actId="14100"/>
          <ac:spMkLst>
            <pc:docMk/>
            <pc:sldMk cId="4133845958" sldId="470"/>
            <ac:spMk id="19" creationId="{BFAC2BFE-8188-493E-B164-03EE0CC736E3}"/>
          </ac:spMkLst>
        </pc:spChg>
        <pc:spChg chg="add mod">
          <ac:chgData name="Dincer Konur" userId="0cb337efb386619d" providerId="LiveId" clId="{B34D072B-B2F1-4495-943B-55657A0A264B}" dt="2019-07-18T19:37:23.873" v="1260" actId="1076"/>
          <ac:spMkLst>
            <pc:docMk/>
            <pc:sldMk cId="4133845958" sldId="470"/>
            <ac:spMk id="20" creationId="{25ACB531-3607-4720-AE5E-7F2B64433C56}"/>
          </ac:spMkLst>
        </pc:spChg>
        <pc:picChg chg="del">
          <ac:chgData name="Dincer Konur" userId="0cb337efb386619d" providerId="LiveId" clId="{B34D072B-B2F1-4495-943B-55657A0A264B}" dt="2019-07-18T19:32:29.388" v="921" actId="478"/>
          <ac:picMkLst>
            <pc:docMk/>
            <pc:sldMk cId="4133845958" sldId="470"/>
            <ac:picMk id="4" creationId="{131C1AA7-37D8-4C10-8A5B-53D8D300FBE6}"/>
          </ac:picMkLst>
        </pc:picChg>
        <pc:picChg chg="del">
          <ac:chgData name="Dincer Konur" userId="0cb337efb386619d" providerId="LiveId" clId="{B34D072B-B2F1-4495-943B-55657A0A264B}" dt="2019-07-18T19:32:19.377" v="917" actId="478"/>
          <ac:picMkLst>
            <pc:docMk/>
            <pc:sldMk cId="4133845958" sldId="470"/>
            <ac:picMk id="5" creationId="{4A9E1B46-6C1F-4B4F-979B-E72C77BDE240}"/>
          </ac:picMkLst>
        </pc:picChg>
        <pc:picChg chg="add mod">
          <ac:chgData name="Dincer Konur" userId="0cb337efb386619d" providerId="LiveId" clId="{B34D072B-B2F1-4495-943B-55657A0A264B}" dt="2019-07-18T19:32:27.922" v="920" actId="1076"/>
          <ac:picMkLst>
            <pc:docMk/>
            <pc:sldMk cId="4133845958" sldId="470"/>
            <ac:picMk id="17" creationId="{E79C0EE6-E379-40AE-BFAD-3FF76E82B1EB}"/>
          </ac:picMkLst>
        </pc:picChg>
        <pc:picChg chg="add mod">
          <ac:chgData name="Dincer Konur" userId="0cb337efb386619d" providerId="LiveId" clId="{B34D072B-B2F1-4495-943B-55657A0A264B}" dt="2019-07-18T19:32:59.029" v="926" actId="1076"/>
          <ac:picMkLst>
            <pc:docMk/>
            <pc:sldMk cId="4133845958" sldId="470"/>
            <ac:picMk id="18" creationId="{5F2F034D-24F8-45BF-B6B9-7CB1CBD3A040}"/>
          </ac:picMkLst>
        </pc:picChg>
      </pc:sldChg>
      <pc:sldChg chg="addSp delSp modSp add modAnim">
        <pc:chgData name="Dincer Konur" userId="0cb337efb386619d" providerId="LiveId" clId="{B34D072B-B2F1-4495-943B-55657A0A264B}" dt="2019-07-18T19:56:05.156" v="1464" actId="1076"/>
        <pc:sldMkLst>
          <pc:docMk/>
          <pc:sldMk cId="3578113126" sldId="471"/>
        </pc:sldMkLst>
        <pc:spChg chg="mod">
          <ac:chgData name="Dincer Konur" userId="0cb337efb386619d" providerId="LiveId" clId="{B34D072B-B2F1-4495-943B-55657A0A264B}" dt="2019-07-18T19:46:52.758" v="1442" actId="20577"/>
          <ac:spMkLst>
            <pc:docMk/>
            <pc:sldMk cId="3578113126" sldId="471"/>
            <ac:spMk id="3" creationId="{00000000-0000-0000-0000-000000000000}"/>
          </ac:spMkLst>
        </pc:spChg>
        <pc:spChg chg="add del mod">
          <ac:chgData name="Dincer Konur" userId="0cb337efb386619d" providerId="LiveId" clId="{B34D072B-B2F1-4495-943B-55657A0A264B}" dt="2019-07-18T19:55:05.897" v="1455" actId="478"/>
          <ac:spMkLst>
            <pc:docMk/>
            <pc:sldMk cId="3578113126" sldId="471"/>
            <ac:spMk id="4" creationId="{1211F617-2BD5-4007-B5B9-6C2BFE575C1C}"/>
          </ac:spMkLst>
        </pc:spChg>
        <pc:picChg chg="add mod">
          <ac:chgData name="Dincer Konur" userId="0cb337efb386619d" providerId="LiveId" clId="{B34D072B-B2F1-4495-943B-55657A0A264B}" dt="2019-07-18T19:55:15.687" v="1458" actId="1076"/>
          <ac:picMkLst>
            <pc:docMk/>
            <pc:sldMk cId="3578113126" sldId="471"/>
            <ac:picMk id="5" creationId="{27B43CEA-8ADD-44D0-A39A-AC04E245C97B}"/>
          </ac:picMkLst>
        </pc:picChg>
        <pc:picChg chg="add mod">
          <ac:chgData name="Dincer Konur" userId="0cb337efb386619d" providerId="LiveId" clId="{B34D072B-B2F1-4495-943B-55657A0A264B}" dt="2019-07-18T19:55:39.504" v="1461" actId="1076"/>
          <ac:picMkLst>
            <pc:docMk/>
            <pc:sldMk cId="3578113126" sldId="471"/>
            <ac:picMk id="6" creationId="{4264C518-BE42-41E7-9270-873A0563D2E8}"/>
          </ac:picMkLst>
        </pc:picChg>
        <pc:picChg chg="add mod">
          <ac:chgData name="Dincer Konur" userId="0cb337efb386619d" providerId="LiveId" clId="{B34D072B-B2F1-4495-943B-55657A0A264B}" dt="2019-07-18T19:56:05.156" v="1464" actId="1076"/>
          <ac:picMkLst>
            <pc:docMk/>
            <pc:sldMk cId="3578113126" sldId="471"/>
            <ac:picMk id="7" creationId="{FFE9376F-8333-4A27-8D5B-5216FC9A1741}"/>
          </ac:picMkLst>
        </pc:picChg>
        <pc:picChg chg="add del mod">
          <ac:chgData name="Dincer Konur" userId="0cb337efb386619d" providerId="LiveId" clId="{B34D072B-B2F1-4495-943B-55657A0A264B}" dt="2019-07-18T19:46:57.718" v="1443" actId="478"/>
          <ac:picMkLst>
            <pc:docMk/>
            <pc:sldMk cId="3578113126" sldId="471"/>
            <ac:picMk id="9" creationId="{59432152-F81D-45D7-B43D-A8C661BC5EBE}"/>
          </ac:picMkLst>
        </pc:picChg>
        <pc:picChg chg="del mod">
          <ac:chgData name="Dincer Konur" userId="0cb337efb386619d" providerId="LiveId" clId="{B34D072B-B2F1-4495-943B-55657A0A264B}" dt="2019-07-18T19:54:55.897" v="1453" actId="478"/>
          <ac:picMkLst>
            <pc:docMk/>
            <pc:sldMk cId="3578113126" sldId="471"/>
            <ac:picMk id="17" creationId="{209A9C6D-1454-4110-B1F8-738644D291AD}"/>
          </ac:picMkLst>
        </pc:picChg>
        <pc:picChg chg="del">
          <ac:chgData name="Dincer Konur" userId="0cb337efb386619d" providerId="LiveId" clId="{B34D072B-B2F1-4495-943B-55657A0A264B}" dt="2019-07-18T19:54:39.209" v="1451" actId="478"/>
          <ac:picMkLst>
            <pc:docMk/>
            <pc:sldMk cId="3578113126" sldId="471"/>
            <ac:picMk id="18" creationId="{8367FA72-BC91-4D51-8DA0-147CC50B436A}"/>
          </ac:picMkLst>
        </pc:picChg>
        <pc:picChg chg="del">
          <ac:chgData name="Dincer Konur" userId="0cb337efb386619d" providerId="LiveId" clId="{B34D072B-B2F1-4495-943B-55657A0A264B}" dt="2019-07-18T19:54:41.865" v="1452" actId="478"/>
          <ac:picMkLst>
            <pc:docMk/>
            <pc:sldMk cId="3578113126" sldId="471"/>
            <ac:picMk id="19" creationId="{A61DAE18-C983-48FF-AAB4-AC13247051C8}"/>
          </ac:picMkLst>
        </pc:picChg>
      </pc:sldChg>
      <pc:sldChg chg="addSp modSp add modAnim">
        <pc:chgData name="Dincer Konur" userId="0cb337efb386619d" providerId="LiveId" clId="{B34D072B-B2F1-4495-943B-55657A0A264B}" dt="2019-07-18T21:00:25.903" v="1536" actId="20577"/>
        <pc:sldMkLst>
          <pc:docMk/>
          <pc:sldMk cId="1357514283" sldId="472"/>
        </pc:sldMkLst>
        <pc:spChg chg="mod">
          <ac:chgData name="Dincer Konur" userId="0cb337efb386619d" providerId="LiveId" clId="{B34D072B-B2F1-4495-943B-55657A0A264B}" dt="2019-07-18T20:53:03.546" v="1483" actId="20577"/>
          <ac:spMkLst>
            <pc:docMk/>
            <pc:sldMk cId="1357514283" sldId="472"/>
            <ac:spMk id="2" creationId="{00000000-0000-0000-0000-000000000000}"/>
          </ac:spMkLst>
        </pc:spChg>
        <pc:spChg chg="mod">
          <ac:chgData name="Dincer Konur" userId="0cb337efb386619d" providerId="LiveId" clId="{B34D072B-B2F1-4495-943B-55657A0A264B}" dt="2019-07-18T21:00:25.903" v="1536" actId="20577"/>
          <ac:spMkLst>
            <pc:docMk/>
            <pc:sldMk cId="1357514283" sldId="472"/>
            <ac:spMk id="3" creationId="{00000000-0000-0000-0000-000000000000}"/>
          </ac:spMkLst>
        </pc:spChg>
        <pc:picChg chg="add mod">
          <ac:chgData name="Dincer Konur" userId="0cb337efb386619d" providerId="LiveId" clId="{B34D072B-B2F1-4495-943B-55657A0A264B}" dt="2019-07-18T20:58:48.870" v="1501" actId="1076"/>
          <ac:picMkLst>
            <pc:docMk/>
            <pc:sldMk cId="1357514283" sldId="472"/>
            <ac:picMk id="4" creationId="{20A547B3-CEFF-4253-960F-B2533CCD0DC1}"/>
          </ac:picMkLst>
        </pc:picChg>
      </pc:sldChg>
      <pc:sldChg chg="modSp add modAnim">
        <pc:chgData name="Dincer Konur" userId="0cb337efb386619d" providerId="LiveId" clId="{B34D072B-B2F1-4495-943B-55657A0A264B}" dt="2019-07-18T21:00:44.558" v="1539" actId="20577"/>
        <pc:sldMkLst>
          <pc:docMk/>
          <pc:sldMk cId="1142682630" sldId="473"/>
        </pc:sldMkLst>
        <pc:spChg chg="mod">
          <ac:chgData name="Dincer Konur" userId="0cb337efb386619d" providerId="LiveId" clId="{B34D072B-B2F1-4495-943B-55657A0A264B}" dt="2019-07-18T20:59:21.393" v="1506"/>
          <ac:spMkLst>
            <pc:docMk/>
            <pc:sldMk cId="1142682630" sldId="473"/>
            <ac:spMk id="2" creationId="{00000000-0000-0000-0000-000000000000}"/>
          </ac:spMkLst>
        </pc:spChg>
        <pc:spChg chg="mod">
          <ac:chgData name="Dincer Konur" userId="0cb337efb386619d" providerId="LiveId" clId="{B34D072B-B2F1-4495-943B-55657A0A264B}" dt="2019-07-18T21:00:44.558" v="1539" actId="20577"/>
          <ac:spMkLst>
            <pc:docMk/>
            <pc:sldMk cId="1142682630" sldId="473"/>
            <ac:spMk id="3" creationId="{00000000-0000-0000-0000-000000000000}"/>
          </ac:spMkLst>
        </pc:spChg>
      </pc:sldChg>
      <pc:sldChg chg="addSp modSp add">
        <pc:chgData name="Dincer Konur" userId="0cb337efb386619d" providerId="LiveId" clId="{B34D072B-B2F1-4495-943B-55657A0A264B}" dt="2019-07-18T21:01:44.549" v="1554" actId="1076"/>
        <pc:sldMkLst>
          <pc:docMk/>
          <pc:sldMk cId="4286089026" sldId="474"/>
        </pc:sldMkLst>
        <pc:spChg chg="mod">
          <ac:chgData name="Dincer Konur" userId="0cb337efb386619d" providerId="LiveId" clId="{B34D072B-B2F1-4495-943B-55657A0A264B}" dt="2019-07-18T21:01:24.498" v="1549" actId="15"/>
          <ac:spMkLst>
            <pc:docMk/>
            <pc:sldMk cId="4286089026" sldId="474"/>
            <ac:spMk id="3" creationId="{00000000-0000-0000-0000-000000000000}"/>
          </ac:spMkLst>
        </pc:spChg>
        <pc:graphicFrameChg chg="add mod">
          <ac:chgData name="Dincer Konur" userId="0cb337efb386619d" providerId="LiveId" clId="{B34D072B-B2F1-4495-943B-55657A0A264B}" dt="2019-07-18T21:01:44.549" v="1554" actId="1076"/>
          <ac:graphicFrameMkLst>
            <pc:docMk/>
            <pc:sldMk cId="4286089026" sldId="474"/>
            <ac:graphicFrameMk id="4" creationId="{BECAC2DD-76BA-4FA7-BDB0-2F9D1ABA9EB1}"/>
          </ac:graphicFrameMkLst>
        </pc:graphicFrameChg>
        <pc:picChg chg="add mod">
          <ac:chgData name="Dincer Konur" userId="0cb337efb386619d" providerId="LiveId" clId="{B34D072B-B2F1-4495-943B-55657A0A264B}" dt="2019-07-18T21:01:39.829" v="1553" actId="1076"/>
          <ac:picMkLst>
            <pc:docMk/>
            <pc:sldMk cId="4286089026" sldId="474"/>
            <ac:picMk id="5" creationId="{8E00A393-6DB1-4EE3-AC8A-02E72622BD67}"/>
          </ac:picMkLst>
        </pc:picChg>
      </pc:sldChg>
      <pc:sldChg chg="addSp modSp add">
        <pc:chgData name="Dincer Konur" userId="0cb337efb386619d" providerId="LiveId" clId="{B34D072B-B2F1-4495-943B-55657A0A264B}" dt="2019-07-18T21:04:08.445" v="1612" actId="20577"/>
        <pc:sldMkLst>
          <pc:docMk/>
          <pc:sldMk cId="862623416" sldId="475"/>
        </pc:sldMkLst>
        <pc:spChg chg="mod">
          <ac:chgData name="Dincer Konur" userId="0cb337efb386619d" providerId="LiveId" clId="{B34D072B-B2F1-4495-943B-55657A0A264B}" dt="2019-07-18T21:04:08.445" v="1612" actId="20577"/>
          <ac:spMkLst>
            <pc:docMk/>
            <pc:sldMk cId="862623416" sldId="475"/>
            <ac:spMk id="26629" creationId="{00000000-0000-0000-0000-000000000000}"/>
          </ac:spMkLst>
        </pc:spChg>
        <pc:picChg chg="add mod">
          <ac:chgData name="Dincer Konur" userId="0cb337efb386619d" providerId="LiveId" clId="{B34D072B-B2F1-4495-943B-55657A0A264B}" dt="2019-07-18T21:03:22.515" v="1602" actId="1076"/>
          <ac:picMkLst>
            <pc:docMk/>
            <pc:sldMk cId="862623416" sldId="475"/>
            <ac:picMk id="6" creationId="{FF0031A8-DDB2-4503-A9A4-847A93FAFFE1}"/>
          </ac:picMkLst>
        </pc:picChg>
      </pc:sldChg>
      <pc:sldChg chg="addSp delSp modSp add">
        <pc:chgData name="Dincer Konur" userId="0cb337efb386619d" providerId="LiveId" clId="{B34D072B-B2F1-4495-943B-55657A0A264B}" dt="2019-07-18T21:04:45.437" v="1619" actId="1076"/>
        <pc:sldMkLst>
          <pc:docMk/>
          <pc:sldMk cId="1195906596" sldId="476"/>
        </pc:sldMkLst>
        <pc:spChg chg="mod">
          <ac:chgData name="Dincer Konur" userId="0cb337efb386619d" providerId="LiveId" clId="{B34D072B-B2F1-4495-943B-55657A0A264B}" dt="2019-07-18T21:04:38.704" v="1616" actId="20577"/>
          <ac:spMkLst>
            <pc:docMk/>
            <pc:sldMk cId="1195906596" sldId="476"/>
            <ac:spMk id="26629" creationId="{00000000-0000-0000-0000-000000000000}"/>
          </ac:spMkLst>
        </pc:spChg>
        <pc:picChg chg="del">
          <ac:chgData name="Dincer Konur" userId="0cb337efb386619d" providerId="LiveId" clId="{B34D072B-B2F1-4495-943B-55657A0A264B}" dt="2019-07-18T21:04:39.530" v="1617" actId="478"/>
          <ac:picMkLst>
            <pc:docMk/>
            <pc:sldMk cId="1195906596" sldId="476"/>
            <ac:picMk id="6" creationId="{FF0031A8-DDB2-4503-A9A4-847A93FAFFE1}"/>
          </ac:picMkLst>
        </pc:picChg>
        <pc:picChg chg="add mod">
          <ac:chgData name="Dincer Konur" userId="0cb337efb386619d" providerId="LiveId" clId="{B34D072B-B2F1-4495-943B-55657A0A264B}" dt="2019-07-18T21:04:45.437" v="1619" actId="1076"/>
          <ac:picMkLst>
            <pc:docMk/>
            <pc:sldMk cId="1195906596" sldId="476"/>
            <ac:picMk id="7" creationId="{75DAF202-4ACA-4DC7-BE48-B9FF11C007C7}"/>
          </ac:picMkLst>
        </pc:picChg>
      </pc:sldChg>
      <pc:sldChg chg="addSp delSp modSp add">
        <pc:chgData name="Dincer Konur" userId="0cb337efb386619d" providerId="LiveId" clId="{B34D072B-B2F1-4495-943B-55657A0A264B}" dt="2019-07-18T21:07:45.608" v="1670" actId="1076"/>
        <pc:sldMkLst>
          <pc:docMk/>
          <pc:sldMk cId="4175929558" sldId="477"/>
        </pc:sldMkLst>
        <pc:spChg chg="add mod">
          <ac:chgData name="Dincer Konur" userId="0cb337efb386619d" providerId="LiveId" clId="{B34D072B-B2F1-4495-943B-55657A0A264B}" dt="2019-07-18T21:07:45.608" v="1670" actId="1076"/>
          <ac:spMkLst>
            <pc:docMk/>
            <pc:sldMk cId="4175929558" sldId="477"/>
            <ac:spMk id="2" creationId="{25316C00-2597-4147-B808-5393CBEEA685}"/>
          </ac:spMkLst>
        </pc:spChg>
        <pc:spChg chg="mod">
          <ac:chgData name="Dincer Konur" userId="0cb337efb386619d" providerId="LiveId" clId="{B34D072B-B2F1-4495-943B-55657A0A264B}" dt="2019-07-18T21:07:15.475" v="1665" actId="20577"/>
          <ac:spMkLst>
            <pc:docMk/>
            <pc:sldMk cId="4175929558" sldId="477"/>
            <ac:spMk id="26629" creationId="{00000000-0000-0000-0000-000000000000}"/>
          </ac:spMkLst>
        </pc:spChg>
        <pc:picChg chg="del">
          <ac:chgData name="Dincer Konur" userId="0cb337efb386619d" providerId="LiveId" clId="{B34D072B-B2F1-4495-943B-55657A0A264B}" dt="2019-07-18T21:06:42.623" v="1622" actId="478"/>
          <ac:picMkLst>
            <pc:docMk/>
            <pc:sldMk cId="4175929558" sldId="477"/>
            <ac:picMk id="7" creationId="{75DAF202-4ACA-4DC7-BE48-B9FF11C007C7}"/>
          </ac:picMkLst>
        </pc:picChg>
        <pc:picChg chg="add mod">
          <ac:chgData name="Dincer Konur" userId="0cb337efb386619d" providerId="LiveId" clId="{B34D072B-B2F1-4495-943B-55657A0A264B}" dt="2019-07-18T21:07:32.355" v="1668" actId="1076"/>
          <ac:picMkLst>
            <pc:docMk/>
            <pc:sldMk cId="4175929558" sldId="477"/>
            <ac:picMk id="8" creationId="{9DE89F27-8240-4D09-8054-D15051044A09}"/>
          </ac:picMkLst>
        </pc:picChg>
      </pc:sldChg>
      <pc:sldChg chg="delSp modSp add">
        <pc:chgData name="Dincer Konur" userId="0cb337efb386619d" providerId="LiveId" clId="{B34D072B-B2F1-4495-943B-55657A0A264B}" dt="2019-07-23T15:51:25.790" v="1674" actId="207"/>
        <pc:sldMkLst>
          <pc:docMk/>
          <pc:sldMk cId="60126319" sldId="478"/>
        </pc:sldMkLst>
        <pc:spChg chg="mod">
          <ac:chgData name="Dincer Konur" userId="0cb337efb386619d" providerId="LiveId" clId="{B34D072B-B2F1-4495-943B-55657A0A264B}" dt="2019-07-23T15:51:25.790" v="1674" actId="207"/>
          <ac:spMkLst>
            <pc:docMk/>
            <pc:sldMk cId="60126319" sldId="478"/>
            <ac:spMk id="3" creationId="{00000000-0000-0000-0000-000000000000}"/>
          </ac:spMkLst>
        </pc:spChg>
        <pc:spChg chg="del">
          <ac:chgData name="Dincer Konur" userId="0cb337efb386619d" providerId="LiveId" clId="{B34D072B-B2F1-4495-943B-55657A0A264B}" dt="2019-07-23T15:51:20.010" v="1673" actId="478"/>
          <ac:spMkLst>
            <pc:docMk/>
            <pc:sldMk cId="60126319" sldId="478"/>
            <ac:spMk id="6" creationId="{00000000-0000-0000-0000-000000000000}"/>
          </ac:spMkLst>
        </pc:spChg>
        <pc:spChg chg="del">
          <ac:chgData name="Dincer Konur" userId="0cb337efb386619d" providerId="LiveId" clId="{B34D072B-B2F1-4495-943B-55657A0A264B}" dt="2019-07-23T15:51:18.928" v="1672" actId="478"/>
          <ac:spMkLst>
            <pc:docMk/>
            <pc:sldMk cId="60126319" sldId="478"/>
            <ac:spMk id="8" creationId="{00000000-0000-0000-0000-000000000000}"/>
          </ac:spMkLst>
        </pc:spChg>
      </pc:sldChg>
      <pc:sldChg chg="modSp add">
        <pc:chgData name="Dincer Konur" userId="0cb337efb386619d" providerId="LiveId" clId="{B34D072B-B2F1-4495-943B-55657A0A264B}" dt="2019-07-23T15:51:39.762" v="1677" actId="207"/>
        <pc:sldMkLst>
          <pc:docMk/>
          <pc:sldMk cId="625536194" sldId="479"/>
        </pc:sldMkLst>
        <pc:spChg chg="mod">
          <ac:chgData name="Dincer Konur" userId="0cb337efb386619d" providerId="LiveId" clId="{B34D072B-B2F1-4495-943B-55657A0A264B}" dt="2019-07-23T15:51:39.762" v="1677" actId="207"/>
          <ac:spMkLst>
            <pc:docMk/>
            <pc:sldMk cId="625536194" sldId="479"/>
            <ac:spMk id="3" creationId="{00000000-0000-0000-0000-000000000000}"/>
          </ac:spMkLst>
        </pc:spChg>
      </pc:sldChg>
      <pc:sldMasterChg chg="delSldLayout">
        <pc:chgData name="Dincer Konur" userId="0cb337efb386619d" providerId="LiveId" clId="{B34D072B-B2F1-4495-943B-55657A0A264B}" dt="2019-07-18T21:01:46.780" v="1556" actId="2696"/>
        <pc:sldMasterMkLst>
          <pc:docMk/>
          <pc:sldMasterMk cId="3431302202" sldId="2147483648"/>
        </pc:sldMasterMkLst>
      </pc:sldMasterChg>
    </pc:docChg>
  </pc:docChgLst>
  <pc:docChgLst>
    <pc:chgData name="Dincer Konur" userId="0cb337efb386619d" providerId="LiveId" clId="{F16F28CC-4522-4C41-8BA4-FA6C8554850F}"/>
    <pc:docChg chg="custSel modSld">
      <pc:chgData name="Dincer Konur" userId="0cb337efb386619d" providerId="LiveId" clId="{F16F28CC-4522-4C41-8BA4-FA6C8554850F}" dt="2019-08-01T23:17:15.432" v="53"/>
      <pc:docMkLst>
        <pc:docMk/>
      </pc:docMkLst>
      <pc:sldChg chg="addSp delSp modSp modAnim">
        <pc:chgData name="Dincer Konur" userId="0cb337efb386619d" providerId="LiveId" clId="{F16F28CC-4522-4C41-8BA4-FA6C8554850F}" dt="2019-08-01T22:16:50.040" v="37"/>
        <pc:sldMkLst>
          <pc:docMk/>
          <pc:sldMk cId="2749133394" sldId="454"/>
        </pc:sldMkLst>
        <pc:picChg chg="add del mod">
          <ac:chgData name="Dincer Konur" userId="0cb337efb386619d" providerId="LiveId" clId="{F16F28CC-4522-4C41-8BA4-FA6C8554850F}" dt="2019-08-01T22:16:50.040" v="37"/>
          <ac:picMkLst>
            <pc:docMk/>
            <pc:sldMk cId="2749133394" sldId="454"/>
            <ac:picMk id="14" creationId="{72948C36-B6DD-42C5-8871-E6A912D664C6}"/>
          </ac:picMkLst>
        </pc:picChg>
      </pc:sldChg>
      <pc:sldChg chg="modSp">
        <pc:chgData name="Dincer Konur" userId="0cb337efb386619d" providerId="LiveId" clId="{F16F28CC-4522-4C41-8BA4-FA6C8554850F}" dt="2019-08-01T22:06:45.514" v="4" actId="20577"/>
        <pc:sldMkLst>
          <pc:docMk/>
          <pc:sldMk cId="2399350520" sldId="457"/>
        </pc:sldMkLst>
        <pc:spChg chg="mod">
          <ac:chgData name="Dincer Konur" userId="0cb337efb386619d" providerId="LiveId" clId="{F16F28CC-4522-4C41-8BA4-FA6C8554850F}" dt="2019-08-01T22:06:45.514" v="4" actId="20577"/>
          <ac:spMkLst>
            <pc:docMk/>
            <pc:sldMk cId="2399350520" sldId="457"/>
            <ac:spMk id="6" creationId="{6635F16F-A6F1-43A0-A3EE-4D4A26486E8C}"/>
          </ac:spMkLst>
        </pc:spChg>
      </pc:sldChg>
      <pc:sldChg chg="modSp">
        <pc:chgData name="Dincer Konur" userId="0cb337efb386619d" providerId="LiveId" clId="{F16F28CC-4522-4C41-8BA4-FA6C8554850F}" dt="2019-08-01T22:07:47.299" v="19" actId="6549"/>
        <pc:sldMkLst>
          <pc:docMk/>
          <pc:sldMk cId="2526785911" sldId="458"/>
        </pc:sldMkLst>
        <pc:spChg chg="mod">
          <ac:chgData name="Dincer Konur" userId="0cb337efb386619d" providerId="LiveId" clId="{F16F28CC-4522-4C41-8BA4-FA6C8554850F}" dt="2019-08-01T22:07:47.299" v="19" actId="6549"/>
          <ac:spMkLst>
            <pc:docMk/>
            <pc:sldMk cId="2526785911" sldId="458"/>
            <ac:spMk id="11" creationId="{BE46365D-B998-41FA-AF4C-D13E59BA1E40}"/>
          </ac:spMkLst>
        </pc:spChg>
        <pc:spChg chg="mod">
          <ac:chgData name="Dincer Konur" userId="0cb337efb386619d" providerId="LiveId" clId="{F16F28CC-4522-4C41-8BA4-FA6C8554850F}" dt="2019-08-01T22:07:05.624" v="9" actId="20577"/>
          <ac:spMkLst>
            <pc:docMk/>
            <pc:sldMk cId="2526785911" sldId="458"/>
            <ac:spMk id="14" creationId="{E807CD56-8155-4D44-8296-92A71AFA4DB5}"/>
          </ac:spMkLst>
        </pc:spChg>
      </pc:sldChg>
      <pc:sldChg chg="addSp delSp modSp delAnim modAnim">
        <pc:chgData name="Dincer Konur" userId="0cb337efb386619d" providerId="LiveId" clId="{F16F28CC-4522-4C41-8BA4-FA6C8554850F}" dt="2019-08-01T22:17:14.984" v="43" actId="1076"/>
        <pc:sldMkLst>
          <pc:docMk/>
          <pc:sldMk cId="3733598767" sldId="459"/>
        </pc:sldMkLst>
        <pc:spChg chg="mod">
          <ac:chgData name="Dincer Konur" userId="0cb337efb386619d" providerId="LiveId" clId="{F16F28CC-4522-4C41-8BA4-FA6C8554850F}" dt="2019-08-01T22:08:10.462" v="20" actId="1076"/>
          <ac:spMkLst>
            <pc:docMk/>
            <pc:sldMk cId="3733598767" sldId="459"/>
            <ac:spMk id="3" creationId="{00000000-0000-0000-0000-000000000000}"/>
          </ac:spMkLst>
        </pc:spChg>
        <pc:spChg chg="mod">
          <ac:chgData name="Dincer Konur" userId="0cb337efb386619d" providerId="LiveId" clId="{F16F28CC-4522-4C41-8BA4-FA6C8554850F}" dt="2019-08-01T22:09:52.609" v="33" actId="20577"/>
          <ac:spMkLst>
            <pc:docMk/>
            <pc:sldMk cId="3733598767" sldId="459"/>
            <ac:spMk id="11" creationId="{5FA63E91-786C-4526-BC28-366605CC31D4}"/>
          </ac:spMkLst>
        </pc:spChg>
        <pc:spChg chg="mod">
          <ac:chgData name="Dincer Konur" userId="0cb337efb386619d" providerId="LiveId" clId="{F16F28CC-4522-4C41-8BA4-FA6C8554850F}" dt="2019-08-01T22:08:41.659" v="29" actId="6549"/>
          <ac:spMkLst>
            <pc:docMk/>
            <pc:sldMk cId="3733598767" sldId="459"/>
            <ac:spMk id="14" creationId="{482C1023-3E32-40B6-B2F8-A10315870A34}"/>
          </ac:spMkLst>
        </pc:spChg>
        <pc:picChg chg="add mod">
          <ac:chgData name="Dincer Konur" userId="0cb337efb386619d" providerId="LiveId" clId="{F16F28CC-4522-4C41-8BA4-FA6C8554850F}" dt="2019-08-01T22:17:14.984" v="43" actId="1076"/>
          <ac:picMkLst>
            <pc:docMk/>
            <pc:sldMk cId="3733598767" sldId="459"/>
            <ac:picMk id="10" creationId="{F19CE52F-FCE7-4D9D-8D0C-AE309A024B80}"/>
          </ac:picMkLst>
        </pc:picChg>
        <pc:picChg chg="del">
          <ac:chgData name="Dincer Konur" userId="0cb337efb386619d" providerId="LiveId" clId="{F16F28CC-4522-4C41-8BA4-FA6C8554850F}" dt="2019-08-01T22:17:12.704" v="42" actId="478"/>
          <ac:picMkLst>
            <pc:docMk/>
            <pc:sldMk cId="3733598767" sldId="459"/>
            <ac:picMk id="15" creationId="{E7BAFBA3-2AD6-4629-A952-AFC71AC94FE4}"/>
          </ac:picMkLst>
        </pc:picChg>
      </pc:sldChg>
      <pc:sldChg chg="modAnim">
        <pc:chgData name="Dincer Konur" userId="0cb337efb386619d" providerId="LiveId" clId="{F16F28CC-4522-4C41-8BA4-FA6C8554850F}" dt="2019-08-01T23:16:26.587" v="52"/>
        <pc:sldMkLst>
          <pc:docMk/>
          <pc:sldMk cId="1348353769" sldId="463"/>
        </pc:sldMkLst>
      </pc:sldChg>
      <pc:sldChg chg="modAnim">
        <pc:chgData name="Dincer Konur" userId="0cb337efb386619d" providerId="LiveId" clId="{F16F28CC-4522-4C41-8BA4-FA6C8554850F}" dt="2019-08-01T23:17:15.432" v="53"/>
        <pc:sldMkLst>
          <pc:docMk/>
          <pc:sldMk cId="3141049304" sldId="4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68A81C-13E0-402A-9BD9-36F3DFFB46F8}" type="datetimeFigureOut">
              <a:rPr lang="en-US" smtClean="0"/>
              <a:t>10/13/24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9376B9-9838-4376-9895-3384D05A8DF5}" type="slidenum">
              <a:rPr lang="en-US" smtClean="0"/>
              <a:t>‹#›</a:t>
            </a:fld>
            <a:endParaRPr lang="en-US"/>
          </a:p>
        </p:txBody>
      </p:sp>
    </p:spTree>
    <p:extLst>
      <p:ext uri="{BB962C8B-B14F-4D97-AF65-F5344CB8AC3E}">
        <p14:creationId xmlns:p14="http://schemas.microsoft.com/office/powerpoint/2010/main" val="3997369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376B9-9838-4376-9895-3384D05A8DF5}" type="slidenum">
              <a:rPr lang="en-US" smtClean="0"/>
              <a:t>1</a:t>
            </a:fld>
            <a:endParaRPr lang="en-US"/>
          </a:p>
        </p:txBody>
      </p:sp>
    </p:spTree>
    <p:extLst>
      <p:ext uri="{BB962C8B-B14F-4D97-AF65-F5344CB8AC3E}">
        <p14:creationId xmlns:p14="http://schemas.microsoft.com/office/powerpoint/2010/main" val="539759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376B9-9838-4376-9895-3384D05A8DF5}" type="slidenum">
              <a:rPr lang="en-US" smtClean="0"/>
              <a:t>7</a:t>
            </a:fld>
            <a:endParaRPr lang="en-US"/>
          </a:p>
        </p:txBody>
      </p:sp>
    </p:spTree>
    <p:extLst>
      <p:ext uri="{BB962C8B-B14F-4D97-AF65-F5344CB8AC3E}">
        <p14:creationId xmlns:p14="http://schemas.microsoft.com/office/powerpoint/2010/main" val="7957641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376B9-9838-4376-9895-3384D05A8DF5}" type="slidenum">
              <a:rPr lang="en-US" smtClean="0"/>
              <a:t>15</a:t>
            </a:fld>
            <a:endParaRPr lang="en-US"/>
          </a:p>
        </p:txBody>
      </p:sp>
    </p:spTree>
    <p:extLst>
      <p:ext uri="{BB962C8B-B14F-4D97-AF65-F5344CB8AC3E}">
        <p14:creationId xmlns:p14="http://schemas.microsoft.com/office/powerpoint/2010/main" val="24374737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8059504-2B37-4FB4-B40F-1187F3C72860}" type="datetime1">
              <a:rPr lang="en-US" smtClean="0"/>
              <a:t>10/13/24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132637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002" y="365125"/>
            <a:ext cx="11478410" cy="839731"/>
          </a:xfrm>
        </p:spPr>
        <p:txBody>
          <a:bodyPr/>
          <a:lstStyle/>
          <a:p>
            <a:r>
              <a:rPr lang="en-US"/>
              <a:t>Click to edit Master title style</a:t>
            </a:r>
          </a:p>
        </p:txBody>
      </p:sp>
      <p:sp>
        <p:nvSpPr>
          <p:cNvPr id="3" name="Content Placeholder 2"/>
          <p:cNvSpPr>
            <a:spLocks noGrp="1"/>
          </p:cNvSpPr>
          <p:nvPr>
            <p:ph idx="1"/>
          </p:nvPr>
        </p:nvSpPr>
        <p:spPr>
          <a:xfrm>
            <a:off x="355002" y="1312433"/>
            <a:ext cx="11478410" cy="48645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55002" y="6356350"/>
            <a:ext cx="3226398" cy="365125"/>
          </a:xfrm>
        </p:spPr>
        <p:txBody>
          <a:bodyPr/>
          <a:lstStyle/>
          <a:p>
            <a:fld id="{40018CA5-E803-4BD7-88F2-CB649F62D600}" type="datetime1">
              <a:rPr lang="en-US" smtClean="0"/>
              <a:t>10/13/24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0"/>
            <a:ext cx="3222812" cy="365125"/>
          </a:xfrm>
        </p:spPr>
        <p:txBody>
          <a:bodyPr/>
          <a:lstStyle/>
          <a:p>
            <a:fld id="{1F4BF737-9C2B-4B9F-9835-28D7237AA9BE}" type="slidenum">
              <a:rPr lang="en-US" smtClean="0"/>
              <a:t>‹#›</a:t>
            </a:fld>
            <a:endParaRPr lang="en-US"/>
          </a:p>
        </p:txBody>
      </p:sp>
      <p:cxnSp>
        <p:nvCxnSpPr>
          <p:cNvPr id="8" name="Straight Connector 7"/>
          <p:cNvCxnSpPr/>
          <p:nvPr userDrawn="1"/>
        </p:nvCxnSpPr>
        <p:spPr>
          <a:xfrm>
            <a:off x="355002" y="1193795"/>
            <a:ext cx="1147841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4795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885A11-D22C-4C67-88CA-C863B107841B}" type="datetime1">
              <a:rPr lang="en-US" smtClean="0"/>
              <a:t>10/13/24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54182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BEA3F0B-6540-43F0-9715-23F8ED9B3643}" type="datetime1">
              <a:rPr lang="en-US" smtClean="0"/>
              <a:t>10/13/24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123447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07556BD-94CA-4BE2-A697-C93F5EB75719}" type="datetime1">
              <a:rPr lang="en-US" smtClean="0"/>
              <a:t>10/13/24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459018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802C7A7-16E5-4BEA-B03A-3798F7035DAB}" type="datetime1">
              <a:rPr lang="en-US" smtClean="0"/>
              <a:t>10/13/24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237032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FB30C5-548F-4EE3-8FEB-83ECC30B6808}" type="datetime1">
              <a:rPr lang="en-US" smtClean="0"/>
              <a:t>10/13/24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615553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B52F757-2B9D-4E47-9600-5D984427E3AD}" type="datetime1">
              <a:rPr lang="en-US" smtClean="0"/>
              <a:t>10/13/24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267901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C17EDFE-96E9-4597-97A5-0CC53D84E5BF}" type="datetime1">
              <a:rPr lang="en-US" smtClean="0"/>
              <a:t>10/13/24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607142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6F16FE-44EC-4FCB-8D90-80BAA6A47C18}" type="datetime1">
              <a:rPr lang="en-US" smtClean="0"/>
              <a:t>10/13/24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493167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70CCAE-7D79-4918-A366-A172C78608D5}" type="datetime1">
              <a:rPr lang="en-US" smtClean="0"/>
              <a:t>10/13/24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272868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93F9B6-A545-46A5-8813-0807E8BE6AFC}" type="datetime1">
              <a:rPr lang="en-US" smtClean="0"/>
              <a:t>10/13/24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4BF737-9C2B-4B9F-9835-28D7237AA9BE}" type="slidenum">
              <a:rPr lang="en-US" smtClean="0"/>
              <a:t>‹#›</a:t>
            </a:fld>
            <a:endParaRPr lang="en-US"/>
          </a:p>
        </p:txBody>
      </p:sp>
    </p:spTree>
    <p:extLst>
      <p:ext uri="{BB962C8B-B14F-4D97-AF65-F5344CB8AC3E}">
        <p14:creationId xmlns:p14="http://schemas.microsoft.com/office/powerpoint/2010/main" val="34313022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coin-or.github.io/pulp/"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pypi.org/project/PuLP/"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682433"/>
            <a:ext cx="11487150" cy="2387600"/>
          </a:xfrm>
        </p:spPr>
        <p:txBody>
          <a:bodyPr>
            <a:normAutofit fontScale="90000"/>
          </a:bodyPr>
          <a:lstStyle/>
          <a:p>
            <a:br>
              <a:rPr lang="en-US" sz="5400" dirty="0"/>
            </a:br>
            <a:r>
              <a:rPr lang="en-US" sz="5400" dirty="0"/>
              <a:t>ANLY 5332</a:t>
            </a:r>
            <a:br>
              <a:rPr lang="en-US" sz="5400" dirty="0"/>
            </a:br>
            <a:br>
              <a:rPr lang="en-US" sz="3200" dirty="0"/>
            </a:br>
            <a:br>
              <a:rPr lang="en-US" sz="3200" dirty="0"/>
            </a:br>
            <a:r>
              <a:rPr lang="en-US" sz="2400" b="1" dirty="0">
                <a:solidFill>
                  <a:srgbClr val="C00000"/>
                </a:solidFill>
              </a:rPr>
              <a:t>Department of Information Systems and Analytics</a:t>
            </a:r>
            <a:br>
              <a:rPr lang="en-US" sz="2400" b="1" dirty="0">
                <a:solidFill>
                  <a:srgbClr val="C00000"/>
                </a:solidFill>
              </a:rPr>
            </a:br>
            <a:r>
              <a:rPr lang="en-US" sz="2400" b="1" dirty="0">
                <a:solidFill>
                  <a:srgbClr val="C00000"/>
                </a:solidFill>
              </a:rPr>
              <a:t>McCoy College of Business Administration</a:t>
            </a:r>
            <a:br>
              <a:rPr lang="en-US" sz="2400" b="1" dirty="0">
                <a:solidFill>
                  <a:srgbClr val="C00000"/>
                </a:solidFill>
              </a:rPr>
            </a:br>
            <a:r>
              <a:rPr lang="en-US" sz="2400" b="1" dirty="0">
                <a:solidFill>
                  <a:srgbClr val="C00000"/>
                </a:solidFill>
              </a:rPr>
              <a:t>Texas State University</a:t>
            </a:r>
            <a:endParaRPr lang="en-US" sz="4400" b="1" dirty="0">
              <a:solidFill>
                <a:srgbClr val="C00000"/>
              </a:solidFill>
            </a:endParaRPr>
          </a:p>
        </p:txBody>
      </p:sp>
      <p:sp>
        <p:nvSpPr>
          <p:cNvPr id="3" name="Subtitle 2"/>
          <p:cNvSpPr>
            <a:spLocks noGrp="1"/>
          </p:cNvSpPr>
          <p:nvPr>
            <p:ph type="subTitle" idx="1"/>
          </p:nvPr>
        </p:nvSpPr>
        <p:spPr/>
        <p:txBody>
          <a:bodyPr>
            <a:normAutofit lnSpcReduction="10000"/>
          </a:bodyPr>
          <a:lstStyle/>
          <a:p>
            <a:endParaRPr lang="en-US" dirty="0"/>
          </a:p>
          <a:p>
            <a:endParaRPr lang="en-US" dirty="0"/>
          </a:p>
          <a:p>
            <a:endParaRPr lang="en-US" dirty="0"/>
          </a:p>
          <a:p>
            <a:r>
              <a:rPr lang="en-US" dirty="0"/>
              <a:t>Python and Review</a:t>
            </a:r>
          </a:p>
        </p:txBody>
      </p:sp>
    </p:spTree>
    <p:extLst>
      <p:ext uri="{BB962C8B-B14F-4D97-AF65-F5344CB8AC3E}">
        <p14:creationId xmlns:p14="http://schemas.microsoft.com/office/powerpoint/2010/main" val="3134105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solidFill>
                  <a:schemeClr val="bg2"/>
                </a:solidFill>
              </a:rPr>
              <a:t>Compact Formulation (not in the textbook)</a:t>
            </a:r>
          </a:p>
          <a:p>
            <a:r>
              <a:rPr lang="en-US" dirty="0">
                <a:solidFill>
                  <a:schemeClr val="bg2"/>
                </a:solidFill>
              </a:rPr>
              <a:t>Matrix Notation (not in the textbook)</a:t>
            </a:r>
          </a:p>
          <a:p>
            <a:r>
              <a:rPr lang="en-US" dirty="0">
                <a:solidFill>
                  <a:schemeClr val="bg2"/>
                </a:solidFill>
              </a:rPr>
              <a:t>Matrix Notation for Network Optimization (not in the textbook)</a:t>
            </a:r>
          </a:p>
          <a:p>
            <a:r>
              <a:rPr lang="en-US" dirty="0">
                <a:solidFill>
                  <a:schemeClr val="bg2"/>
                </a:solidFill>
              </a:rPr>
              <a:t>Examples (not in the textbook)</a:t>
            </a:r>
          </a:p>
          <a:p>
            <a:r>
              <a:rPr lang="en-US" dirty="0"/>
              <a:t>Phyton Introduction</a:t>
            </a:r>
          </a:p>
          <a:p>
            <a:pPr marL="0" indent="0">
              <a:buNone/>
            </a:pPr>
            <a:endParaRPr lang="en-US" dirty="0"/>
          </a:p>
          <a:p>
            <a:endParaRPr lang="en-US" dirty="0"/>
          </a:p>
          <a:p>
            <a:pPr lvl="5"/>
            <a:endParaRPr lang="en-US" dirty="0"/>
          </a:p>
          <a:p>
            <a:endParaRPr lang="en-US" dirty="0"/>
          </a:p>
        </p:txBody>
      </p:sp>
    </p:spTree>
    <p:extLst>
      <p:ext uri="{BB962C8B-B14F-4D97-AF65-F5344CB8AC3E}">
        <p14:creationId xmlns:p14="http://schemas.microsoft.com/office/powerpoint/2010/main" val="1751870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Limitations of Excel Solver</a:t>
            </a:r>
          </a:p>
        </p:txBody>
      </p:sp>
      <p:sp>
        <p:nvSpPr>
          <p:cNvPr id="3" name="Content Placeholder 2"/>
          <p:cNvSpPr>
            <a:spLocks noGrp="1"/>
          </p:cNvSpPr>
          <p:nvPr>
            <p:ph idx="1"/>
          </p:nvPr>
        </p:nvSpPr>
        <p:spPr/>
        <p:txBody>
          <a:bodyPr/>
          <a:lstStyle/>
          <a:p>
            <a:r>
              <a:rPr lang="en-US" dirty="0"/>
              <a:t>Excel solver capacity is limited.</a:t>
            </a:r>
          </a:p>
          <a:p>
            <a:pPr lvl="1"/>
            <a:r>
              <a:rPr lang="en-US" dirty="0"/>
              <a:t>200 decision variables</a:t>
            </a:r>
          </a:p>
          <a:p>
            <a:pPr lvl="1"/>
            <a:r>
              <a:rPr lang="en-US" dirty="0"/>
              <a:t>100 cell constraints on nonlinear problems.</a:t>
            </a:r>
          </a:p>
          <a:p>
            <a:r>
              <a:rPr lang="en-US" dirty="0"/>
              <a:t>Excel models cannot be easily scaled.</a:t>
            </a:r>
          </a:p>
          <a:p>
            <a:r>
              <a:rPr lang="en-US" dirty="0"/>
              <a:t>The choice of algorithms to use is limited.</a:t>
            </a:r>
          </a:p>
          <a:p>
            <a:pPr lvl="1"/>
            <a:r>
              <a:rPr lang="en-US" dirty="0"/>
              <a:t>Simplex method for linear and GRG for nonlinear optimization</a:t>
            </a:r>
          </a:p>
          <a:p>
            <a:r>
              <a:rPr lang="en-US" dirty="0"/>
              <a:t>Solver cannot easily handle large-scaled data.</a:t>
            </a:r>
          </a:p>
          <a:p>
            <a:endParaRPr lang="en-US" dirty="0"/>
          </a:p>
          <a:p>
            <a:pPr lvl="1"/>
            <a:endParaRPr lang="en-US" dirty="0"/>
          </a:p>
        </p:txBody>
      </p:sp>
    </p:spTree>
    <p:extLst>
      <p:ext uri="{BB962C8B-B14F-4D97-AF65-F5344CB8AC3E}">
        <p14:creationId xmlns:p14="http://schemas.microsoft.com/office/powerpoint/2010/main" val="4247081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Various Optimization Platforms</a:t>
            </a:r>
          </a:p>
        </p:txBody>
      </p:sp>
      <p:graphicFrame>
        <p:nvGraphicFramePr>
          <p:cNvPr id="7" name="Content Placeholder 6"/>
          <p:cNvGraphicFramePr>
            <a:graphicFrameLocks noGrp="1"/>
          </p:cNvGraphicFramePr>
          <p:nvPr>
            <p:ph idx="1"/>
          </p:nvPr>
        </p:nvGraphicFramePr>
        <p:xfrm>
          <a:off x="1337734" y="1473200"/>
          <a:ext cx="4470400" cy="4998264"/>
        </p:xfrm>
        <a:graphic>
          <a:graphicData uri="http://schemas.openxmlformats.org/drawingml/2006/table">
            <a:tbl>
              <a:tblPr firstRow="1" bandRow="1">
                <a:tableStyleId>{793D81CF-94F2-401A-BA57-92F5A7B2D0C5}</a:tableStyleId>
              </a:tblPr>
              <a:tblGrid>
                <a:gridCol w="4470400">
                  <a:extLst>
                    <a:ext uri="{9D8B030D-6E8A-4147-A177-3AD203B41FA5}">
                      <a16:colId xmlns:a16="http://schemas.microsoft.com/office/drawing/2014/main" val="1379634506"/>
                    </a:ext>
                  </a:extLst>
                </a:gridCol>
              </a:tblGrid>
              <a:tr h="559253">
                <a:tc>
                  <a:txBody>
                    <a:bodyPr/>
                    <a:lstStyle/>
                    <a:p>
                      <a:pPr algn="ctr"/>
                      <a:r>
                        <a:rPr lang="en-US" sz="3200" dirty="0" err="1"/>
                        <a:t>Enviroments</a:t>
                      </a:r>
                      <a:endParaRPr lang="en-US" sz="3200" dirty="0">
                        <a:solidFill>
                          <a:schemeClr val="bg2">
                            <a:lumMod val="50000"/>
                          </a:schemeClr>
                        </a:solidFill>
                      </a:endParaRPr>
                    </a:p>
                  </a:txBody>
                  <a:tcPr anchor="ctr"/>
                </a:tc>
                <a:extLst>
                  <a:ext uri="{0D108BD9-81ED-4DB2-BD59-A6C34878D82A}">
                    <a16:rowId xmlns:a16="http://schemas.microsoft.com/office/drawing/2014/main" val="3863724248"/>
                  </a:ext>
                </a:extLst>
              </a:tr>
              <a:tr h="736524">
                <a:tc>
                  <a:txBody>
                    <a:bodyPr/>
                    <a:lstStyle/>
                    <a:p>
                      <a:pPr algn="ctr"/>
                      <a:r>
                        <a:rPr lang="en-US" sz="2400" dirty="0"/>
                        <a:t>MS Excel</a:t>
                      </a:r>
                      <a:r>
                        <a:rPr lang="en-US" sz="2400" baseline="0" dirty="0"/>
                        <a:t> Solver</a:t>
                      </a:r>
                      <a:endParaRPr lang="en-US" sz="2400" baseline="0" dirty="0">
                        <a:solidFill>
                          <a:schemeClr val="bg2">
                            <a:lumMod val="50000"/>
                          </a:schemeClr>
                        </a:solidFill>
                      </a:endParaRPr>
                    </a:p>
                  </a:txBody>
                  <a:tcPr anchor="ctr"/>
                </a:tc>
                <a:extLst>
                  <a:ext uri="{0D108BD9-81ED-4DB2-BD59-A6C34878D82A}">
                    <a16:rowId xmlns:a16="http://schemas.microsoft.com/office/drawing/2014/main" val="3242530814"/>
                  </a:ext>
                </a:extLst>
              </a:tr>
              <a:tr h="736524">
                <a:tc>
                  <a:txBody>
                    <a:bodyPr/>
                    <a:lstStyle/>
                    <a:p>
                      <a:pPr algn="ctr"/>
                      <a:r>
                        <a:rPr lang="en-US" sz="2400" dirty="0"/>
                        <a:t>MATLAB</a:t>
                      </a:r>
                      <a:endParaRPr lang="en-US" sz="2400" dirty="0">
                        <a:solidFill>
                          <a:schemeClr val="bg2">
                            <a:lumMod val="50000"/>
                          </a:schemeClr>
                        </a:solidFill>
                      </a:endParaRPr>
                    </a:p>
                  </a:txBody>
                  <a:tcPr anchor="ctr"/>
                </a:tc>
                <a:extLst>
                  <a:ext uri="{0D108BD9-81ED-4DB2-BD59-A6C34878D82A}">
                    <a16:rowId xmlns:a16="http://schemas.microsoft.com/office/drawing/2014/main" val="236754423"/>
                  </a:ext>
                </a:extLst>
              </a:tr>
              <a:tr h="736524">
                <a:tc>
                  <a:txBody>
                    <a:bodyPr/>
                    <a:lstStyle/>
                    <a:p>
                      <a:pPr algn="ctr"/>
                      <a:r>
                        <a:rPr lang="en-US" sz="2400" dirty="0"/>
                        <a:t>Python(</a:t>
                      </a:r>
                      <a:r>
                        <a:rPr lang="en-US" sz="2400" dirty="0" err="1"/>
                        <a:t>SciPy</a:t>
                      </a:r>
                      <a:r>
                        <a:rPr lang="en-US" sz="2400" dirty="0"/>
                        <a:t>)</a:t>
                      </a:r>
                      <a:endParaRPr lang="en-US" sz="2400" dirty="0">
                        <a:solidFill>
                          <a:schemeClr val="bg2">
                            <a:lumMod val="50000"/>
                          </a:schemeClr>
                        </a:solidFill>
                      </a:endParaRPr>
                    </a:p>
                  </a:txBody>
                  <a:tcPr anchor="ctr"/>
                </a:tc>
                <a:extLst>
                  <a:ext uri="{0D108BD9-81ED-4DB2-BD59-A6C34878D82A}">
                    <a16:rowId xmlns:a16="http://schemas.microsoft.com/office/drawing/2014/main" val="3809849202"/>
                  </a:ext>
                </a:extLst>
              </a:tr>
              <a:tr h="736524">
                <a:tc>
                  <a:txBody>
                    <a:bodyPr/>
                    <a:lstStyle/>
                    <a:p>
                      <a:pPr algn="ctr"/>
                      <a:r>
                        <a:rPr lang="en-US" sz="2400" dirty="0" err="1"/>
                        <a:t>Gurobi</a:t>
                      </a:r>
                      <a:endParaRPr lang="en-US" sz="2400" dirty="0">
                        <a:solidFill>
                          <a:schemeClr val="bg2">
                            <a:lumMod val="50000"/>
                          </a:schemeClr>
                        </a:solidFill>
                      </a:endParaRPr>
                    </a:p>
                  </a:txBody>
                  <a:tcPr anchor="ctr"/>
                </a:tc>
                <a:extLst>
                  <a:ext uri="{0D108BD9-81ED-4DB2-BD59-A6C34878D82A}">
                    <a16:rowId xmlns:a16="http://schemas.microsoft.com/office/drawing/2014/main" val="591008478"/>
                  </a:ext>
                </a:extLst>
              </a:tr>
              <a:tr h="736524">
                <a:tc>
                  <a:txBody>
                    <a:bodyPr/>
                    <a:lstStyle/>
                    <a:p>
                      <a:pPr algn="ctr"/>
                      <a:r>
                        <a:rPr lang="en-US" sz="2400" dirty="0"/>
                        <a:t>C++</a:t>
                      </a:r>
                      <a:endParaRPr lang="en-US" sz="2400" dirty="0">
                        <a:solidFill>
                          <a:schemeClr val="bg2">
                            <a:lumMod val="50000"/>
                          </a:schemeClr>
                        </a:solidFill>
                      </a:endParaRPr>
                    </a:p>
                  </a:txBody>
                  <a:tcPr anchor="ctr"/>
                </a:tc>
                <a:extLst>
                  <a:ext uri="{0D108BD9-81ED-4DB2-BD59-A6C34878D82A}">
                    <a16:rowId xmlns:a16="http://schemas.microsoft.com/office/drawing/2014/main" val="335003285"/>
                  </a:ext>
                </a:extLst>
              </a:tr>
              <a:tr h="736524">
                <a:tc>
                  <a:txBody>
                    <a:bodyPr/>
                    <a:lstStyle/>
                    <a:p>
                      <a:pPr algn="ctr"/>
                      <a:r>
                        <a:rPr lang="en-US" sz="2400" dirty="0"/>
                        <a:t>Python</a:t>
                      </a:r>
                      <a:r>
                        <a:rPr lang="en-US" sz="2400" baseline="0" dirty="0"/>
                        <a:t>(</a:t>
                      </a:r>
                      <a:r>
                        <a:rPr lang="en-US" sz="2400" baseline="0" dirty="0" err="1"/>
                        <a:t>PuLP</a:t>
                      </a:r>
                      <a:r>
                        <a:rPr lang="en-US" sz="2400" baseline="0" dirty="0"/>
                        <a:t>)</a:t>
                      </a:r>
                      <a:endParaRPr lang="en-US" sz="2400" dirty="0">
                        <a:solidFill>
                          <a:schemeClr val="bg2">
                            <a:lumMod val="50000"/>
                          </a:schemeClr>
                        </a:solidFill>
                      </a:endParaRPr>
                    </a:p>
                  </a:txBody>
                  <a:tcPr anchor="ctr"/>
                </a:tc>
                <a:extLst>
                  <a:ext uri="{0D108BD9-81ED-4DB2-BD59-A6C34878D82A}">
                    <a16:rowId xmlns:a16="http://schemas.microsoft.com/office/drawing/2014/main" val="1189481939"/>
                  </a:ext>
                </a:extLst>
              </a:tr>
            </a:tbl>
          </a:graphicData>
        </a:graphic>
      </p:graphicFrame>
    </p:spTree>
    <p:extLst>
      <p:ext uri="{BB962C8B-B14F-4D97-AF65-F5344CB8AC3E}">
        <p14:creationId xmlns:p14="http://schemas.microsoft.com/office/powerpoint/2010/main" val="33677908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 of </a:t>
            </a:r>
            <a:r>
              <a:rPr lang="en-US" dirty="0" err="1"/>
              <a:t>PuLP</a:t>
            </a:r>
            <a:endParaRPr lang="en-US" dirty="0"/>
          </a:p>
        </p:txBody>
      </p:sp>
      <p:sp>
        <p:nvSpPr>
          <p:cNvPr id="3" name="Content Placeholder 2"/>
          <p:cNvSpPr>
            <a:spLocks noGrp="1"/>
          </p:cNvSpPr>
          <p:nvPr>
            <p:ph idx="1"/>
          </p:nvPr>
        </p:nvSpPr>
        <p:spPr/>
        <p:txBody>
          <a:bodyPr>
            <a:normAutofit/>
          </a:bodyPr>
          <a:lstStyle/>
          <a:p>
            <a:r>
              <a:rPr lang="en-US" dirty="0" err="1"/>
              <a:t>PuLP</a:t>
            </a:r>
            <a:r>
              <a:rPr lang="en-US" dirty="0"/>
              <a:t> is a Python scripting language that allows users to leverage the power and flexibility of Python to describe optimization models.</a:t>
            </a:r>
          </a:p>
          <a:p>
            <a:r>
              <a:rPr lang="en-US" dirty="0" err="1"/>
              <a:t>PuLP</a:t>
            </a:r>
            <a:r>
              <a:rPr lang="en-US" dirty="0"/>
              <a:t> is designed for modeling both linear programming (LP) and mixed-integer programming (MIP) problems.</a:t>
            </a:r>
          </a:p>
          <a:p>
            <a:r>
              <a:rPr lang="en-US" dirty="0"/>
              <a:t>With </a:t>
            </a:r>
            <a:r>
              <a:rPr lang="en-US" dirty="0" err="1"/>
              <a:t>PuLP</a:t>
            </a:r>
            <a:r>
              <a:rPr lang="en-US" dirty="0"/>
              <a:t>, you can write optimization problems in a clear and concise manner using standard mathematical notation very compactly.</a:t>
            </a:r>
          </a:p>
          <a:p>
            <a:r>
              <a:rPr lang="en-US" dirty="0" err="1"/>
              <a:t>PuLP</a:t>
            </a:r>
            <a:r>
              <a:rPr lang="en-US" dirty="0"/>
              <a:t> is open-source and freely available, and can interface with various optimization solvers, including both open-source solvers (e.g., CBC, GLPK) and commercial solvers (e.g., </a:t>
            </a:r>
            <a:r>
              <a:rPr lang="en-US" dirty="0" err="1"/>
              <a:t>Gurobi</a:t>
            </a:r>
            <a:r>
              <a:rPr lang="en-US" dirty="0"/>
              <a:t>, IBM CPLEX).</a:t>
            </a:r>
          </a:p>
          <a:p>
            <a:pPr marL="0" indent="0">
              <a:buNone/>
            </a:pPr>
            <a:endParaRPr lang="en-US" dirty="0"/>
          </a:p>
        </p:txBody>
      </p:sp>
    </p:spTree>
    <p:extLst>
      <p:ext uri="{BB962C8B-B14F-4D97-AF65-F5344CB8AC3E}">
        <p14:creationId xmlns:p14="http://schemas.microsoft.com/office/powerpoint/2010/main" val="4051625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 of </a:t>
            </a:r>
            <a:r>
              <a:rPr lang="en-US" dirty="0" err="1"/>
              <a:t>PuLP</a:t>
            </a:r>
            <a:endParaRPr lang="en-US" dirty="0"/>
          </a:p>
        </p:txBody>
      </p:sp>
      <p:sp>
        <p:nvSpPr>
          <p:cNvPr id="3" name="Content Placeholder 2"/>
          <p:cNvSpPr>
            <a:spLocks noGrp="1"/>
          </p:cNvSpPr>
          <p:nvPr>
            <p:ph idx="1"/>
          </p:nvPr>
        </p:nvSpPr>
        <p:spPr/>
        <p:txBody>
          <a:bodyPr/>
          <a:lstStyle/>
          <a:p>
            <a:r>
              <a:rPr lang="en-US" dirty="0"/>
              <a:t>Python has rich data processing capabilities; thus, </a:t>
            </a:r>
            <a:r>
              <a:rPr lang="en-US" dirty="0" err="1"/>
              <a:t>PuLP</a:t>
            </a:r>
            <a:r>
              <a:rPr lang="en-US" dirty="0"/>
              <a:t> can serve as a natural interface between predictive analytics and optimization. </a:t>
            </a:r>
          </a:p>
          <a:p>
            <a:r>
              <a:rPr lang="en-US" dirty="0" err="1"/>
              <a:t>PuLP</a:t>
            </a:r>
            <a:r>
              <a:rPr lang="en-US" dirty="0"/>
              <a:t> can easily be deployed on any system that has a Python interpreter, as it has no dependencies on any other software packages.</a:t>
            </a:r>
          </a:p>
          <a:p>
            <a:r>
              <a:rPr lang="en-US" dirty="0" err="1"/>
              <a:t>PuLP</a:t>
            </a:r>
            <a:r>
              <a:rPr lang="en-US" dirty="0"/>
              <a:t> provides tools for performing sensitivity analysis to understand how changes in problem parameters affect the solution.</a:t>
            </a:r>
          </a:p>
          <a:p>
            <a:r>
              <a:rPr lang="en-US" dirty="0" err="1"/>
              <a:t>PuLP</a:t>
            </a:r>
            <a:r>
              <a:rPr lang="en-US" dirty="0"/>
              <a:t> tutorial and various case studies are available online at:</a:t>
            </a:r>
          </a:p>
          <a:p>
            <a:pPr marL="0" indent="0" algn="ctr">
              <a:buNone/>
            </a:pPr>
            <a:r>
              <a:rPr lang="en-US" dirty="0">
                <a:hlinkClick r:id="rId2"/>
              </a:rPr>
              <a:t>https://coin-or.github.io/pulp/</a:t>
            </a:r>
            <a:endParaRPr lang="en-US" dirty="0"/>
          </a:p>
          <a:p>
            <a:endParaRPr lang="en-US" dirty="0"/>
          </a:p>
          <a:p>
            <a:endParaRPr lang="en-US" dirty="0"/>
          </a:p>
        </p:txBody>
      </p:sp>
    </p:spTree>
    <p:extLst>
      <p:ext uri="{BB962C8B-B14F-4D97-AF65-F5344CB8AC3E}">
        <p14:creationId xmlns:p14="http://schemas.microsoft.com/office/powerpoint/2010/main" val="1138012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Installing </a:t>
            </a:r>
            <a:r>
              <a:rPr lang="en-US" dirty="0" err="1"/>
              <a:t>PuLP</a:t>
            </a:r>
            <a:endParaRPr lang="en-US" dirty="0"/>
          </a:p>
        </p:txBody>
      </p:sp>
      <p:sp>
        <p:nvSpPr>
          <p:cNvPr id="3" name="Content Placeholder 2"/>
          <p:cNvSpPr>
            <a:spLocks noGrp="1"/>
          </p:cNvSpPr>
          <p:nvPr>
            <p:ph idx="1"/>
          </p:nvPr>
        </p:nvSpPr>
        <p:spPr/>
        <p:txBody>
          <a:bodyPr/>
          <a:lstStyle/>
          <a:p>
            <a:r>
              <a:rPr lang="en-US" dirty="0"/>
              <a:t>To install on Anaconda:</a:t>
            </a:r>
          </a:p>
          <a:p>
            <a:pPr lvl="1"/>
            <a:r>
              <a:rPr lang="en-US" dirty="0"/>
              <a:t>See the various installation methods provided at:</a:t>
            </a:r>
          </a:p>
          <a:p>
            <a:pPr marL="2743200" lvl="6" indent="0">
              <a:buNone/>
            </a:pPr>
            <a:r>
              <a:rPr lang="en-US" sz="2400" dirty="0">
                <a:hlinkClick r:id="rId3"/>
              </a:rPr>
              <a:t>https://pypi.org/project/PuLP/</a:t>
            </a:r>
            <a:endParaRPr lang="en-US" sz="2400" dirty="0"/>
          </a:p>
          <a:p>
            <a:r>
              <a:rPr lang="en-US" dirty="0"/>
              <a:t>To check if </a:t>
            </a:r>
            <a:r>
              <a:rPr lang="en-US" dirty="0" err="1"/>
              <a:t>PuLP</a:t>
            </a:r>
            <a:r>
              <a:rPr lang="en-US" dirty="0"/>
              <a:t> has been properly installed for Anaconda:</a:t>
            </a:r>
          </a:p>
          <a:p>
            <a:pPr lvl="1"/>
            <a:r>
              <a:rPr lang="en-US" dirty="0"/>
              <a:t>Go to Anaconda Navigator</a:t>
            </a:r>
          </a:p>
          <a:p>
            <a:pPr lvl="1"/>
            <a:r>
              <a:rPr lang="en-US" dirty="0"/>
              <a:t>Choose ‘</a:t>
            </a:r>
            <a:r>
              <a:rPr lang="en-US" dirty="0" err="1"/>
              <a:t>Enviroments</a:t>
            </a:r>
            <a:r>
              <a:rPr lang="en-US" dirty="0"/>
              <a:t>’</a:t>
            </a:r>
          </a:p>
          <a:p>
            <a:pPr lvl="1"/>
            <a:r>
              <a:rPr lang="en-US" dirty="0"/>
              <a:t>Type pulp in the box in the top right corner.</a:t>
            </a:r>
          </a:p>
          <a:p>
            <a:pPr lvl="1"/>
            <a:r>
              <a:rPr lang="en-US" dirty="0"/>
              <a:t>If pulp appears in the list, it means the </a:t>
            </a:r>
            <a:r>
              <a:rPr lang="en-US" dirty="0" err="1"/>
              <a:t>PuLP</a:t>
            </a:r>
            <a:r>
              <a:rPr lang="en-US" dirty="0"/>
              <a:t> has been installed.</a:t>
            </a:r>
          </a:p>
        </p:txBody>
      </p:sp>
      <p:pic>
        <p:nvPicPr>
          <p:cNvPr id="4" name="Picture 3"/>
          <p:cNvPicPr>
            <a:picLocks noChangeAspect="1"/>
          </p:cNvPicPr>
          <p:nvPr/>
        </p:nvPicPr>
        <p:blipFill>
          <a:blip r:embed="rId4"/>
          <a:stretch>
            <a:fillRect/>
          </a:stretch>
        </p:blipFill>
        <p:spPr>
          <a:xfrm>
            <a:off x="6027185" y="4633435"/>
            <a:ext cx="5606016" cy="2055782"/>
          </a:xfrm>
          <a:prstGeom prst="rect">
            <a:avLst/>
          </a:prstGeom>
        </p:spPr>
      </p:pic>
    </p:spTree>
    <p:extLst>
      <p:ext uri="{BB962C8B-B14F-4D97-AF65-F5344CB8AC3E}">
        <p14:creationId xmlns:p14="http://schemas.microsoft.com/office/powerpoint/2010/main" val="982836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t>Formulating LP Problems Using </a:t>
            </a:r>
            <a:r>
              <a:rPr lang="en-US" dirty="0" err="1"/>
              <a:t>PuLP</a:t>
            </a:r>
            <a:r>
              <a:rPr lang="en-US" dirty="0"/>
              <a:t> (not in the textbook)</a:t>
            </a:r>
          </a:p>
          <a:p>
            <a:r>
              <a:rPr lang="en-US" dirty="0">
                <a:solidFill>
                  <a:schemeClr val="bg2">
                    <a:lumMod val="90000"/>
                  </a:schemeClr>
                </a:solidFill>
              </a:rPr>
              <a:t>Examples in Python (not in the textbook)</a:t>
            </a:r>
          </a:p>
          <a:p>
            <a:r>
              <a:rPr lang="en-US" dirty="0">
                <a:solidFill>
                  <a:schemeClr val="bg2">
                    <a:lumMod val="90000"/>
                  </a:schemeClr>
                </a:solidFill>
              </a:rPr>
              <a:t>Exam-1 Review</a:t>
            </a:r>
          </a:p>
          <a:p>
            <a:pPr lvl="5"/>
            <a:endParaRPr lang="en-US" dirty="0"/>
          </a:p>
          <a:p>
            <a:endParaRPr lang="en-US" dirty="0"/>
          </a:p>
        </p:txBody>
      </p:sp>
    </p:spTree>
    <p:extLst>
      <p:ext uri="{BB962C8B-B14F-4D97-AF65-F5344CB8AC3E}">
        <p14:creationId xmlns:p14="http://schemas.microsoft.com/office/powerpoint/2010/main" val="17652977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Formulating LP Problems using </a:t>
            </a:r>
            <a:r>
              <a:rPr lang="en-US" dirty="0" err="1"/>
              <a:t>PuLP</a:t>
            </a:r>
            <a:endParaRPr lang="en-US" dirty="0"/>
          </a:p>
        </p:txBody>
      </p:sp>
      <p:sp>
        <p:nvSpPr>
          <p:cNvPr id="3" name="Content Placeholder 2"/>
          <p:cNvSpPr>
            <a:spLocks noGrp="1"/>
          </p:cNvSpPr>
          <p:nvPr>
            <p:ph idx="1"/>
          </p:nvPr>
        </p:nvSpPr>
        <p:spPr>
          <a:xfrm>
            <a:off x="355002" y="1312433"/>
            <a:ext cx="4334985" cy="5115990"/>
          </a:xfrm>
        </p:spPr>
        <p:txBody>
          <a:bodyPr numCol="2"/>
          <a:lstStyle/>
          <a:p>
            <a:pPr marL="0" indent="0">
              <a:buNone/>
            </a:pPr>
            <a:r>
              <a:rPr lang="en-US" dirty="0"/>
              <a:t>LP Model</a:t>
            </a:r>
          </a:p>
        </p:txBody>
      </p:sp>
      <p:graphicFrame>
        <p:nvGraphicFramePr>
          <p:cNvPr id="4" name="Object 3">
            <a:extLst>
              <a:ext uri="{FF2B5EF4-FFF2-40B4-BE49-F238E27FC236}">
                <a16:creationId xmlns:a16="http://schemas.microsoft.com/office/drawing/2014/main" id="{4DF7E030-6637-DD41-85B1-B2180406FA6A}"/>
              </a:ext>
            </a:extLst>
          </p:cNvPr>
          <p:cNvGraphicFramePr>
            <a:graphicFrameLocks noChangeAspect="1"/>
          </p:cNvGraphicFramePr>
          <p:nvPr/>
        </p:nvGraphicFramePr>
        <p:xfrm>
          <a:off x="880580" y="2100727"/>
          <a:ext cx="3485680" cy="4176775"/>
        </p:xfrm>
        <a:graphic>
          <a:graphicData uri="http://schemas.openxmlformats.org/presentationml/2006/ole">
            <mc:AlternateContent xmlns:mc="http://schemas.openxmlformats.org/markup-compatibility/2006">
              <mc:Choice xmlns:v="urn:schemas-microsoft-com:vml" Requires="v">
                <p:oleObj name="Equation" r:id="rId2" imgW="1663560" imgH="1993680" progId="Equation.3">
                  <p:embed/>
                </p:oleObj>
              </mc:Choice>
              <mc:Fallback>
                <p:oleObj name="Equation" r:id="rId2" imgW="1663560" imgH="1993680" progId="Equation.3">
                  <p:embed/>
                  <p:pic>
                    <p:nvPicPr>
                      <p:cNvPr id="4" name="Object 3">
                        <a:extLst>
                          <a:ext uri="{FF2B5EF4-FFF2-40B4-BE49-F238E27FC236}">
                            <a16:creationId xmlns:a16="http://schemas.microsoft.com/office/drawing/2014/main" id="{4DF7E030-6637-DD41-85B1-B2180406FA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0580" y="2100727"/>
                        <a:ext cx="3485680" cy="4176775"/>
                      </a:xfrm>
                      <a:prstGeom prst="rect">
                        <a:avLst/>
                      </a:prstGeom>
                      <a:noFill/>
                      <a:ln>
                        <a:noFill/>
                      </a:ln>
                    </p:spPr>
                  </p:pic>
                </p:oleObj>
              </mc:Fallback>
            </mc:AlternateContent>
          </a:graphicData>
        </a:graphic>
      </p:graphicFrame>
      <p:cxnSp>
        <p:nvCxnSpPr>
          <p:cNvPr id="8" name="Straight Connector 7"/>
          <p:cNvCxnSpPr/>
          <p:nvPr/>
        </p:nvCxnSpPr>
        <p:spPr>
          <a:xfrm>
            <a:off x="4689987" y="1312433"/>
            <a:ext cx="0" cy="4864530"/>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Content Placeholder 2"/>
          <p:cNvSpPr txBox="1">
            <a:spLocks/>
          </p:cNvSpPr>
          <p:nvPr/>
        </p:nvSpPr>
        <p:spPr>
          <a:xfrm>
            <a:off x="5889523" y="1312433"/>
            <a:ext cx="5943889" cy="5265348"/>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err="1"/>
              <a:t>PuLP</a:t>
            </a:r>
            <a:endParaRPr lang="en-US" dirty="0"/>
          </a:p>
          <a:p>
            <a:pPr marL="752475" lvl="1" indent="-295275">
              <a:lnSpc>
                <a:spcPct val="110000"/>
              </a:lnSpc>
              <a:buFont typeface="+mj-lt"/>
              <a:buAutoNum type="arabicPeriod"/>
            </a:pPr>
            <a:r>
              <a:rPr lang="en-US" sz="1700" b="1" dirty="0">
                <a:solidFill>
                  <a:prstClr val="black"/>
                </a:solidFill>
                <a:ea typeface="Source Sans Pro" panose="020B0503030403020204" pitchFamily="34" charset="0"/>
              </a:rPr>
              <a:t>Define the LP problem: </a:t>
            </a:r>
          </a:p>
          <a:p>
            <a:pPr marL="457200" lvl="1" indent="0" algn="ctr">
              <a:lnSpc>
                <a:spcPct val="110000"/>
              </a:lnSpc>
              <a:buNone/>
            </a:pPr>
            <a:r>
              <a:rPr lang="en-US" sz="1700" dirty="0">
                <a:solidFill>
                  <a:srgbClr val="0432FF"/>
                </a:solidFill>
                <a:ea typeface="Source Sans Pro" panose="020B0503030403020204" pitchFamily="34" charset="0"/>
                <a:cs typeface="Calibri" panose="020F0502020204030204" pitchFamily="34" charset="0"/>
              </a:rPr>
              <a:t>    </a:t>
            </a:r>
            <a:r>
              <a:rPr lang="en-US" sz="1700" dirty="0" err="1">
                <a:solidFill>
                  <a:srgbClr val="C00000"/>
                </a:solidFill>
                <a:ea typeface="Source Sans Pro" panose="020B0503030403020204" pitchFamily="34" charset="0"/>
                <a:cs typeface="Calibri" panose="020F0502020204030204" pitchFamily="34" charset="0"/>
              </a:rPr>
              <a:t>prob</a:t>
            </a:r>
            <a:r>
              <a:rPr lang="en-US" sz="1700" dirty="0">
                <a:solidFill>
                  <a:srgbClr val="C00000"/>
                </a:solidFill>
                <a:ea typeface="Source Sans Pro" panose="020B0503030403020204" pitchFamily="34" charset="0"/>
                <a:cs typeface="Calibri" panose="020F0502020204030204" pitchFamily="34" charset="0"/>
              </a:rPr>
              <a:t> =</a:t>
            </a:r>
            <a:r>
              <a:rPr lang="en-US" sz="1700" dirty="0" err="1">
                <a:solidFill>
                  <a:srgbClr val="C00000"/>
                </a:solidFill>
                <a:ea typeface="Source Sans Pro" panose="020B0503030403020204" pitchFamily="34" charset="0"/>
                <a:cs typeface="Calibri" panose="020F0502020204030204" pitchFamily="34" charset="0"/>
              </a:rPr>
              <a:t>LpProblem</a:t>
            </a:r>
            <a:r>
              <a:rPr lang="en-US" sz="1700" dirty="0">
                <a:solidFill>
                  <a:srgbClr val="C00000"/>
                </a:solidFill>
                <a:ea typeface="Source Sans Pro" panose="020B0503030403020204" pitchFamily="34" charset="0"/>
                <a:cs typeface="Calibri" panose="020F0502020204030204" pitchFamily="34" charset="0"/>
              </a:rPr>
              <a:t>(“name”,</a:t>
            </a:r>
            <a:r>
              <a:rPr lang="en-US" sz="1700" dirty="0" err="1">
                <a:solidFill>
                  <a:srgbClr val="C00000"/>
                </a:solidFill>
                <a:ea typeface="Source Sans Pro" panose="020B0503030403020204" pitchFamily="34" charset="0"/>
                <a:cs typeface="Calibri" panose="020F0502020204030204" pitchFamily="34" charset="0"/>
              </a:rPr>
              <a:t>LpMaximize</a:t>
            </a:r>
            <a:r>
              <a:rPr lang="en-US" sz="1700" dirty="0">
                <a:solidFill>
                  <a:srgbClr val="C00000"/>
                </a:solidFill>
                <a:ea typeface="Source Sans Pro" panose="020B0503030403020204" pitchFamily="34" charset="0"/>
                <a:cs typeface="Calibri" panose="020F0502020204030204" pitchFamily="34" charset="0"/>
              </a:rPr>
              <a:t>)</a:t>
            </a:r>
          </a:p>
          <a:p>
            <a:pPr marL="752475" lvl="1" indent="-295275">
              <a:lnSpc>
                <a:spcPct val="110000"/>
              </a:lnSpc>
              <a:buFont typeface="+mj-lt"/>
              <a:buAutoNum type="arabicPeriod" startAt="2"/>
            </a:pPr>
            <a:r>
              <a:rPr lang="en-US" sz="1700" b="1" dirty="0">
                <a:solidFill>
                  <a:prstClr val="black"/>
                </a:solidFill>
                <a:ea typeface="Source Sans Pro" panose="020B0503030403020204" pitchFamily="34" charset="0"/>
              </a:rPr>
              <a:t>Define parameter lists/matrices and index sets:</a:t>
            </a:r>
          </a:p>
          <a:p>
            <a:pPr marL="1039812" lvl="2" indent="-342900">
              <a:lnSpc>
                <a:spcPct val="110000"/>
              </a:lnSpc>
            </a:pPr>
            <a:r>
              <a:rPr lang="en-US" sz="1700" dirty="0">
                <a:solidFill>
                  <a:prstClr val="black"/>
                </a:solidFill>
                <a:ea typeface="Source Sans Pro" panose="020B0503030403020204" pitchFamily="34" charset="0"/>
              </a:rPr>
              <a:t>Define/Import parameter lists/matrices: </a:t>
            </a:r>
            <a:r>
              <a:rPr lang="en-US" sz="1700" b="1" dirty="0">
                <a:solidFill>
                  <a:srgbClr val="C00000"/>
                </a:solidFill>
                <a:ea typeface="Source Sans Pro" panose="020B0503030403020204" pitchFamily="34" charset="0"/>
              </a:rPr>
              <a:t>c, a, b</a:t>
            </a:r>
          </a:p>
          <a:p>
            <a:pPr marL="1039812" lvl="2" indent="-342900">
              <a:lnSpc>
                <a:spcPct val="110000"/>
              </a:lnSpc>
            </a:pPr>
            <a:r>
              <a:rPr lang="en-US" sz="1700" dirty="0">
                <a:solidFill>
                  <a:prstClr val="black"/>
                </a:solidFill>
                <a:ea typeface="Source Sans Pro" panose="020B0503030403020204" pitchFamily="34" charset="0"/>
              </a:rPr>
              <a:t>Define </a:t>
            </a:r>
            <a:r>
              <a:rPr lang="en-US" sz="1700" b="1" dirty="0">
                <a:solidFill>
                  <a:prstClr val="black"/>
                </a:solidFill>
                <a:ea typeface="Source Sans Pro" panose="020B0503030403020204" pitchFamily="34" charset="0"/>
              </a:rPr>
              <a:t>index set </a:t>
            </a:r>
            <a:r>
              <a:rPr lang="en-US" sz="1700" dirty="0">
                <a:solidFill>
                  <a:prstClr val="black"/>
                </a:solidFill>
                <a:ea typeface="Source Sans Pro" panose="020B0503030403020204" pitchFamily="34" charset="0"/>
              </a:rPr>
              <a:t>for </a:t>
            </a:r>
            <a:r>
              <a:rPr lang="en-US" sz="1700" b="1" dirty="0">
                <a:solidFill>
                  <a:prstClr val="black"/>
                </a:solidFill>
                <a:ea typeface="Source Sans Pro" panose="020B0503030403020204" pitchFamily="34" charset="0"/>
              </a:rPr>
              <a:t>decision variables</a:t>
            </a:r>
            <a:r>
              <a:rPr lang="en-US" sz="1700" dirty="0">
                <a:solidFill>
                  <a:prstClr val="black"/>
                </a:solidFill>
                <a:ea typeface="Source Sans Pro" panose="020B0503030403020204" pitchFamily="34" charset="0"/>
              </a:rPr>
              <a:t>, using a </a:t>
            </a:r>
            <a:r>
              <a:rPr lang="en-US" sz="1700" b="1" dirty="0">
                <a:solidFill>
                  <a:srgbClr val="C00000"/>
                </a:solidFill>
                <a:ea typeface="Source Sans Pro" panose="020B0503030403020204" pitchFamily="34" charset="0"/>
              </a:rPr>
              <a:t>list</a:t>
            </a:r>
            <a:r>
              <a:rPr lang="en-US" sz="1700" dirty="0">
                <a:solidFill>
                  <a:prstClr val="black"/>
                </a:solidFill>
                <a:ea typeface="Source Sans Pro" panose="020B0503030403020204" pitchFamily="34" charset="0"/>
              </a:rPr>
              <a:t>, say, </a:t>
            </a:r>
            <a:r>
              <a:rPr lang="en-US" sz="1700" b="1" dirty="0">
                <a:solidFill>
                  <a:srgbClr val="C00000"/>
                </a:solidFill>
                <a:ea typeface="Source Sans Pro" panose="020B0503030403020204" pitchFamily="34" charset="0"/>
              </a:rPr>
              <a:t>N</a:t>
            </a:r>
          </a:p>
          <a:p>
            <a:pPr marL="1039812" lvl="2" indent="-342900">
              <a:lnSpc>
                <a:spcPct val="110000"/>
              </a:lnSpc>
            </a:pPr>
            <a:r>
              <a:rPr lang="en-US" sz="1700" dirty="0">
                <a:solidFill>
                  <a:prstClr val="black"/>
                </a:solidFill>
                <a:ea typeface="Source Sans Pro" panose="020B0503030403020204" pitchFamily="34" charset="0"/>
              </a:rPr>
              <a:t>Define </a:t>
            </a:r>
            <a:r>
              <a:rPr lang="en-US" sz="1700" b="1" dirty="0">
                <a:solidFill>
                  <a:prstClr val="black"/>
                </a:solidFill>
                <a:ea typeface="Source Sans Pro" panose="020B0503030403020204" pitchFamily="34" charset="0"/>
              </a:rPr>
              <a:t>index sets </a:t>
            </a:r>
            <a:r>
              <a:rPr lang="en-US" sz="1700" dirty="0">
                <a:solidFill>
                  <a:prstClr val="black"/>
                </a:solidFill>
                <a:ea typeface="Source Sans Pro" panose="020B0503030403020204" pitchFamily="34" charset="0"/>
              </a:rPr>
              <a:t>for </a:t>
            </a:r>
            <a:r>
              <a:rPr lang="en-US" sz="1700" b="1" dirty="0">
                <a:solidFill>
                  <a:prstClr val="black"/>
                </a:solidFill>
                <a:ea typeface="Source Sans Pro" panose="020B0503030403020204" pitchFamily="34" charset="0"/>
              </a:rPr>
              <a:t>constraints</a:t>
            </a:r>
            <a:r>
              <a:rPr lang="en-US" sz="1700" dirty="0">
                <a:solidFill>
                  <a:prstClr val="black"/>
                </a:solidFill>
                <a:ea typeface="Source Sans Pro" panose="020B0503030403020204" pitchFamily="34" charset="0"/>
              </a:rPr>
              <a:t> , using</a:t>
            </a:r>
            <a:r>
              <a:rPr lang="en-US" sz="1700" dirty="0">
                <a:solidFill>
                  <a:srgbClr val="C00000"/>
                </a:solidFill>
                <a:ea typeface="Source Sans Pro" panose="020B0503030403020204" pitchFamily="34" charset="0"/>
              </a:rPr>
              <a:t> </a:t>
            </a:r>
            <a:r>
              <a:rPr lang="en-US" sz="1700" b="1" dirty="0">
                <a:solidFill>
                  <a:srgbClr val="C00000"/>
                </a:solidFill>
                <a:ea typeface="Source Sans Pro" panose="020B0503030403020204" pitchFamily="34" charset="0"/>
              </a:rPr>
              <a:t>lists</a:t>
            </a:r>
            <a:r>
              <a:rPr lang="en-US" sz="1700" dirty="0">
                <a:solidFill>
                  <a:prstClr val="black"/>
                </a:solidFill>
                <a:ea typeface="Source Sans Pro" panose="020B0503030403020204" pitchFamily="34" charset="0"/>
              </a:rPr>
              <a:t>, say, </a:t>
            </a:r>
            <a:r>
              <a:rPr lang="en-US" sz="1700" b="1" dirty="0">
                <a:solidFill>
                  <a:srgbClr val="C00000"/>
                </a:solidFill>
                <a:ea typeface="Source Sans Pro" panose="020B0503030403020204" pitchFamily="34" charset="0"/>
              </a:rPr>
              <a:t>M</a:t>
            </a:r>
            <a:r>
              <a:rPr lang="en-US" sz="1700" i="1" dirty="0">
                <a:solidFill>
                  <a:srgbClr val="C00000"/>
                </a:solidFill>
                <a:ea typeface="Source Sans Pro" panose="020B0503030403020204" pitchFamily="34" charset="0"/>
              </a:rPr>
              <a:t>, </a:t>
            </a:r>
            <a:r>
              <a:rPr lang="en-US" sz="1700" b="1" dirty="0">
                <a:solidFill>
                  <a:srgbClr val="C00000"/>
                </a:solidFill>
                <a:ea typeface="Source Sans Pro" panose="020B0503030403020204" pitchFamily="34" charset="0"/>
              </a:rPr>
              <a:t>J1, J2, J3</a:t>
            </a:r>
          </a:p>
          <a:p>
            <a:pPr marL="752475" lvl="1" indent="-295275">
              <a:lnSpc>
                <a:spcPct val="110000"/>
              </a:lnSpc>
              <a:buFont typeface="+mj-lt"/>
              <a:buAutoNum type="arabicPeriod" startAt="2"/>
            </a:pPr>
            <a:r>
              <a:rPr lang="en-US" sz="1700" b="1" dirty="0">
                <a:solidFill>
                  <a:prstClr val="black"/>
                </a:solidFill>
                <a:ea typeface="Source Sans Pro" panose="020B0503030403020204" pitchFamily="34" charset="0"/>
              </a:rPr>
              <a:t>Create parameter dictionaries</a:t>
            </a:r>
            <a:r>
              <a:rPr lang="en-US" sz="1700" dirty="0">
                <a:solidFill>
                  <a:prstClr val="black"/>
                </a:solidFill>
                <a:ea typeface="Source Sans Pro" panose="020B0503030403020204" pitchFamily="34" charset="0"/>
              </a:rPr>
              <a:t> using index set as </a:t>
            </a:r>
            <a:r>
              <a:rPr lang="en-US" sz="1700" dirty="0">
                <a:solidFill>
                  <a:srgbClr val="C00000"/>
                </a:solidFill>
                <a:ea typeface="Source Sans Pro" panose="020B0503030403020204" pitchFamily="34" charset="0"/>
              </a:rPr>
              <a:t>keys </a:t>
            </a:r>
            <a:r>
              <a:rPr lang="en-US" sz="1700" dirty="0">
                <a:solidFill>
                  <a:prstClr val="black"/>
                </a:solidFill>
                <a:ea typeface="Source Sans Pro" panose="020B0503030403020204" pitchFamily="34" charset="0"/>
              </a:rPr>
              <a:t>and parameter list as </a:t>
            </a:r>
            <a:r>
              <a:rPr lang="en-US" sz="1700" dirty="0">
                <a:solidFill>
                  <a:srgbClr val="C00000"/>
                </a:solidFill>
                <a:ea typeface="Source Sans Pro" panose="020B0503030403020204" pitchFamily="34" charset="0"/>
              </a:rPr>
              <a:t>values:</a:t>
            </a:r>
          </a:p>
          <a:p>
            <a:pPr marL="1039812" lvl="2" indent="-342900">
              <a:lnSpc>
                <a:spcPct val="110000"/>
              </a:lnSpc>
            </a:pPr>
            <a:r>
              <a:rPr lang="en-US" sz="1700" dirty="0">
                <a:solidFill>
                  <a:prstClr val="black"/>
                </a:solidFill>
                <a:ea typeface="Source Sans Pro" panose="020B0503030403020204" pitchFamily="34" charset="0"/>
              </a:rPr>
              <a:t>e.g., objective function coefficients </a:t>
            </a:r>
            <a:r>
              <a:rPr lang="en-US" sz="1700" dirty="0">
                <a:solidFill>
                  <a:srgbClr val="C00000"/>
                </a:solidFill>
                <a:ea typeface="Source Sans Pro" panose="020B0503030403020204" pitchFamily="34" charset="0"/>
              </a:rPr>
              <a:t>c = </a:t>
            </a:r>
            <a:r>
              <a:rPr lang="en-US" sz="1700" dirty="0" err="1">
                <a:solidFill>
                  <a:srgbClr val="C00000"/>
                </a:solidFill>
                <a:ea typeface="Source Sans Pro" panose="020B0503030403020204" pitchFamily="34" charset="0"/>
              </a:rPr>
              <a:t>dict</a:t>
            </a:r>
            <a:r>
              <a:rPr lang="en-US" sz="1700" dirty="0">
                <a:solidFill>
                  <a:srgbClr val="C00000"/>
                </a:solidFill>
                <a:ea typeface="Source Sans Pro" panose="020B0503030403020204" pitchFamily="34" charset="0"/>
              </a:rPr>
              <a:t>(zip(</a:t>
            </a:r>
            <a:r>
              <a:rPr lang="en-US" sz="1700" dirty="0" err="1">
                <a:solidFill>
                  <a:srgbClr val="C00000"/>
                </a:solidFill>
                <a:ea typeface="Source Sans Pro" panose="020B0503030403020204" pitchFamily="34" charset="0"/>
              </a:rPr>
              <a:t>N,c</a:t>
            </a:r>
            <a:r>
              <a:rPr lang="en-US" sz="1700" dirty="0">
                <a:solidFill>
                  <a:srgbClr val="C00000"/>
                </a:solidFill>
                <a:ea typeface="Source Sans Pro" panose="020B0503030403020204" pitchFamily="34" charset="0"/>
              </a:rPr>
              <a:t>))</a:t>
            </a:r>
          </a:p>
          <a:p>
            <a:pPr marL="1039812" lvl="2" indent="-342900">
              <a:lnSpc>
                <a:spcPct val="110000"/>
              </a:lnSpc>
            </a:pPr>
            <a:r>
              <a:rPr lang="en-US" sz="1700" dirty="0">
                <a:solidFill>
                  <a:prstClr val="black"/>
                </a:solidFill>
                <a:ea typeface="Source Sans Pro" panose="020B0503030403020204" pitchFamily="34" charset="0"/>
              </a:rPr>
              <a:t>e.g., RHS constants, </a:t>
            </a:r>
            <a:r>
              <a:rPr lang="en-US" sz="1700" dirty="0">
                <a:solidFill>
                  <a:srgbClr val="C00000"/>
                </a:solidFill>
                <a:ea typeface="Source Sans Pro" panose="020B0503030403020204" pitchFamily="34" charset="0"/>
              </a:rPr>
              <a:t>b=</a:t>
            </a:r>
            <a:r>
              <a:rPr lang="en-US" sz="1700" dirty="0" err="1">
                <a:solidFill>
                  <a:srgbClr val="C00000"/>
                </a:solidFill>
                <a:ea typeface="Source Sans Pro" panose="020B0503030403020204" pitchFamily="34" charset="0"/>
              </a:rPr>
              <a:t>dict</a:t>
            </a:r>
            <a:r>
              <a:rPr lang="en-US" sz="1700" dirty="0">
                <a:solidFill>
                  <a:srgbClr val="C00000"/>
                </a:solidFill>
                <a:ea typeface="Source Sans Pro" panose="020B0503030403020204" pitchFamily="34" charset="0"/>
              </a:rPr>
              <a:t>(zip(</a:t>
            </a:r>
            <a:r>
              <a:rPr lang="en-US" sz="1700" dirty="0" err="1">
                <a:solidFill>
                  <a:srgbClr val="C00000"/>
                </a:solidFill>
                <a:ea typeface="Source Sans Pro" panose="020B0503030403020204" pitchFamily="34" charset="0"/>
              </a:rPr>
              <a:t>M,b</a:t>
            </a:r>
            <a:r>
              <a:rPr lang="en-US" sz="1700" dirty="0">
                <a:solidFill>
                  <a:srgbClr val="C00000"/>
                </a:solidFill>
                <a:ea typeface="Source Sans Pro" panose="020B0503030403020204" pitchFamily="34" charset="0"/>
              </a:rPr>
              <a:t>))</a:t>
            </a:r>
          </a:p>
          <a:p>
            <a:pPr marL="1039812" lvl="2" indent="-342900">
              <a:lnSpc>
                <a:spcPct val="110000"/>
              </a:lnSpc>
            </a:pPr>
            <a:r>
              <a:rPr lang="en-US" sz="1700" dirty="0">
                <a:solidFill>
                  <a:prstClr val="black"/>
                </a:solidFill>
                <a:ea typeface="Source Sans Pro" panose="020B0503030403020204" pitchFamily="34" charset="0"/>
              </a:rPr>
              <a:t>e.g., Constraint matrix, </a:t>
            </a:r>
            <a:r>
              <a:rPr lang="en-US" sz="1700" dirty="0">
                <a:solidFill>
                  <a:srgbClr val="C00000"/>
                </a:solidFill>
                <a:ea typeface="Source Sans Pro" panose="020B0503030403020204" pitchFamily="34" charset="0"/>
                <a:cs typeface="Calibri" panose="020F0502020204030204" pitchFamily="34" charset="0"/>
              </a:rPr>
              <a:t>a = </a:t>
            </a:r>
            <a:r>
              <a:rPr lang="en-US" sz="1700" dirty="0" err="1">
                <a:solidFill>
                  <a:srgbClr val="C00000"/>
                </a:solidFill>
                <a:ea typeface="Source Sans Pro" panose="020B0503030403020204" pitchFamily="34" charset="0"/>
                <a:cs typeface="Calibri" panose="020F0502020204030204" pitchFamily="34" charset="0"/>
              </a:rPr>
              <a:t>MakeDict</a:t>
            </a:r>
            <a:r>
              <a:rPr lang="en-US" sz="1700" dirty="0">
                <a:solidFill>
                  <a:srgbClr val="C00000"/>
                </a:solidFill>
                <a:ea typeface="Source Sans Pro" panose="020B0503030403020204" pitchFamily="34" charset="0"/>
                <a:cs typeface="Calibri" panose="020F0502020204030204" pitchFamily="34" charset="0"/>
              </a:rPr>
              <a:t>([N,M], a)</a:t>
            </a:r>
          </a:p>
          <a:p>
            <a:pPr marL="0" indent="0">
              <a:buFont typeface="Arial" panose="020B0604020202020204" pitchFamily="34" charset="0"/>
              <a:buNone/>
            </a:pPr>
            <a:endParaRPr lang="en-US" dirty="0"/>
          </a:p>
        </p:txBody>
      </p:sp>
      <p:sp>
        <p:nvSpPr>
          <p:cNvPr id="12" name="Left Brace 11"/>
          <p:cNvSpPr/>
          <p:nvPr/>
        </p:nvSpPr>
        <p:spPr>
          <a:xfrm>
            <a:off x="6075352" y="1828511"/>
            <a:ext cx="348308" cy="4169166"/>
          </a:xfrm>
          <a:prstGeom prst="leftBrace">
            <a:avLst>
              <a:gd name="adj1" fmla="val 76082"/>
              <a:gd name="adj2" fmla="val 50000"/>
            </a:avLst>
          </a:prstGeom>
          <a:ln w="2222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p:cNvSpPr txBox="1"/>
          <p:nvPr/>
        </p:nvSpPr>
        <p:spPr>
          <a:xfrm flipH="1">
            <a:off x="4788309" y="3312929"/>
            <a:ext cx="1305898" cy="1200329"/>
          </a:xfrm>
          <a:prstGeom prst="rect">
            <a:avLst/>
          </a:prstGeom>
          <a:noFill/>
        </p:spPr>
        <p:txBody>
          <a:bodyPr wrap="square" rtlCol="0">
            <a:spAutoFit/>
          </a:bodyPr>
          <a:lstStyle/>
          <a:p>
            <a:r>
              <a:rPr lang="en-US" b="1" dirty="0">
                <a:solidFill>
                  <a:srgbClr val="C00000"/>
                </a:solidFill>
              </a:rPr>
              <a:t>Parameter and data structure preparation</a:t>
            </a:r>
          </a:p>
        </p:txBody>
      </p:sp>
    </p:spTree>
    <p:extLst>
      <p:ext uri="{BB962C8B-B14F-4D97-AF65-F5344CB8AC3E}">
        <p14:creationId xmlns:p14="http://schemas.microsoft.com/office/powerpoint/2010/main" val="3463519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Formulating LP Problems using </a:t>
            </a:r>
            <a:r>
              <a:rPr lang="en-US" dirty="0" err="1"/>
              <a:t>PuLP</a:t>
            </a:r>
            <a:endParaRPr lang="en-US" dirty="0"/>
          </a:p>
        </p:txBody>
      </p:sp>
      <p:sp>
        <p:nvSpPr>
          <p:cNvPr id="3" name="Content Placeholder 2"/>
          <p:cNvSpPr>
            <a:spLocks noGrp="1"/>
          </p:cNvSpPr>
          <p:nvPr>
            <p:ph idx="1"/>
          </p:nvPr>
        </p:nvSpPr>
        <p:spPr>
          <a:xfrm>
            <a:off x="355002" y="1312433"/>
            <a:ext cx="4334985" cy="5115990"/>
          </a:xfrm>
        </p:spPr>
        <p:txBody>
          <a:bodyPr numCol="2"/>
          <a:lstStyle/>
          <a:p>
            <a:pPr marL="0" indent="0">
              <a:buNone/>
            </a:pPr>
            <a:r>
              <a:rPr lang="en-US" dirty="0"/>
              <a:t>LP Model</a:t>
            </a:r>
          </a:p>
        </p:txBody>
      </p:sp>
      <p:graphicFrame>
        <p:nvGraphicFramePr>
          <p:cNvPr id="4" name="Object 3">
            <a:extLst>
              <a:ext uri="{FF2B5EF4-FFF2-40B4-BE49-F238E27FC236}">
                <a16:creationId xmlns:a16="http://schemas.microsoft.com/office/drawing/2014/main" id="{4DF7E030-6637-DD41-85B1-B2180406FA6A}"/>
              </a:ext>
            </a:extLst>
          </p:cNvPr>
          <p:cNvGraphicFramePr>
            <a:graphicFrameLocks noChangeAspect="1"/>
          </p:cNvGraphicFramePr>
          <p:nvPr/>
        </p:nvGraphicFramePr>
        <p:xfrm>
          <a:off x="880580" y="2100727"/>
          <a:ext cx="3485680" cy="4176775"/>
        </p:xfrm>
        <a:graphic>
          <a:graphicData uri="http://schemas.openxmlformats.org/presentationml/2006/ole">
            <mc:AlternateContent xmlns:mc="http://schemas.openxmlformats.org/markup-compatibility/2006">
              <mc:Choice xmlns:v="urn:schemas-microsoft-com:vml" Requires="v">
                <p:oleObj name="Equation" r:id="rId2" imgW="1663560" imgH="1993680" progId="Equation.3">
                  <p:embed/>
                </p:oleObj>
              </mc:Choice>
              <mc:Fallback>
                <p:oleObj name="Equation" r:id="rId2" imgW="1663560" imgH="1993680" progId="Equation.3">
                  <p:embed/>
                  <p:pic>
                    <p:nvPicPr>
                      <p:cNvPr id="4" name="Object 3">
                        <a:extLst>
                          <a:ext uri="{FF2B5EF4-FFF2-40B4-BE49-F238E27FC236}">
                            <a16:creationId xmlns:a16="http://schemas.microsoft.com/office/drawing/2014/main" id="{4DF7E030-6637-DD41-85B1-B2180406FA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0580" y="2100727"/>
                        <a:ext cx="3485680" cy="4176775"/>
                      </a:xfrm>
                      <a:prstGeom prst="rect">
                        <a:avLst/>
                      </a:prstGeom>
                      <a:noFill/>
                      <a:ln>
                        <a:noFill/>
                      </a:ln>
                    </p:spPr>
                  </p:pic>
                </p:oleObj>
              </mc:Fallback>
            </mc:AlternateContent>
          </a:graphicData>
        </a:graphic>
      </p:graphicFrame>
      <p:cxnSp>
        <p:nvCxnSpPr>
          <p:cNvPr id="8" name="Straight Connector 7"/>
          <p:cNvCxnSpPr/>
          <p:nvPr/>
        </p:nvCxnSpPr>
        <p:spPr>
          <a:xfrm>
            <a:off x="4689987" y="1312433"/>
            <a:ext cx="0" cy="4864530"/>
          </a:xfrm>
          <a:prstGeom prst="line">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Content Placeholder 2"/>
          <p:cNvSpPr txBox="1">
            <a:spLocks/>
          </p:cNvSpPr>
          <p:nvPr/>
        </p:nvSpPr>
        <p:spPr>
          <a:xfrm>
            <a:off x="5889523" y="1312433"/>
            <a:ext cx="5943889" cy="5265348"/>
          </a:xfrm>
          <a:prstGeom prst="rect">
            <a:avLst/>
          </a:prstGeom>
        </p:spPr>
        <p:txBody>
          <a:bodyPr vert="horz" lIns="91440" tIns="45720" rIns="91440" bIns="45720" numCol="1"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000" dirty="0" err="1"/>
              <a:t>PuLP</a:t>
            </a:r>
            <a:endParaRPr lang="en-US" sz="3000" dirty="0"/>
          </a:p>
          <a:p>
            <a:pPr marL="800100" lvl="1" indent="-342900">
              <a:lnSpc>
                <a:spcPct val="110000"/>
              </a:lnSpc>
              <a:buFont typeface="+mj-lt"/>
              <a:buAutoNum type="arabicPeriod" startAt="4"/>
            </a:pPr>
            <a:r>
              <a:rPr lang="en-US" sz="1800" b="1" dirty="0">
                <a:solidFill>
                  <a:prstClr val="black"/>
                </a:solidFill>
                <a:ea typeface="Source Sans Pro" panose="020B0503030403020204" pitchFamily="34" charset="0"/>
              </a:rPr>
              <a:t>Define decision variable dictionary </a:t>
            </a:r>
            <a:r>
              <a:rPr lang="en-US" sz="1800" dirty="0">
                <a:solidFill>
                  <a:prstClr val="black"/>
                </a:solidFill>
                <a:ea typeface="Source Sans Pro" panose="020B0503030403020204" pitchFamily="34" charset="0"/>
              </a:rPr>
              <a:t>using index set as keys</a:t>
            </a:r>
          </a:p>
          <a:p>
            <a:pPr marL="696912" lvl="2" indent="0">
              <a:lnSpc>
                <a:spcPct val="110000"/>
              </a:lnSpc>
              <a:buNone/>
            </a:pPr>
            <a:r>
              <a:rPr lang="en-US" sz="1800" dirty="0">
                <a:solidFill>
                  <a:srgbClr val="C00000"/>
                </a:solidFill>
                <a:ea typeface="Source Sans Pro" panose="020B0503030403020204" pitchFamily="34" charset="0"/>
                <a:cs typeface="Calibri" panose="020F0502020204030204" pitchFamily="34" charset="0"/>
              </a:rPr>
              <a:t>x=</a:t>
            </a:r>
            <a:r>
              <a:rPr lang="en-US" sz="1800" dirty="0" err="1">
                <a:solidFill>
                  <a:srgbClr val="C00000"/>
                </a:solidFill>
                <a:ea typeface="Source Sans Pro" panose="020B0503030403020204" pitchFamily="34" charset="0"/>
                <a:cs typeface="Calibri" panose="020F0502020204030204" pitchFamily="34" charset="0"/>
              </a:rPr>
              <a:t>LpVariable.dicts</a:t>
            </a:r>
            <a:r>
              <a:rPr lang="en-US" sz="1800" dirty="0">
                <a:solidFill>
                  <a:srgbClr val="C00000"/>
                </a:solidFill>
                <a:ea typeface="Source Sans Pro" panose="020B0503030403020204" pitchFamily="34" charset="0"/>
                <a:cs typeface="Calibri" panose="020F0502020204030204" pitchFamily="34" charset="0"/>
              </a:rPr>
              <a:t>(”</a:t>
            </a:r>
            <a:r>
              <a:rPr lang="en-US" sz="1800" dirty="0" err="1">
                <a:solidFill>
                  <a:srgbClr val="C00000"/>
                </a:solidFill>
                <a:ea typeface="Source Sans Pro" panose="020B0503030403020204" pitchFamily="34" charset="0"/>
                <a:cs typeface="Calibri" panose="020F0502020204030204" pitchFamily="34" charset="0"/>
              </a:rPr>
              <a:t>x”,N</a:t>
            </a:r>
            <a:r>
              <a:rPr lang="en-US" sz="1800" dirty="0">
                <a:solidFill>
                  <a:srgbClr val="C00000"/>
                </a:solidFill>
                <a:ea typeface="Source Sans Pro" panose="020B0503030403020204" pitchFamily="34" charset="0"/>
                <a:cs typeface="Calibri" panose="020F0502020204030204" pitchFamily="34" charset="0"/>
              </a:rPr>
              <a:t>, </a:t>
            </a:r>
            <a:r>
              <a:rPr lang="en-US" sz="1800" dirty="0" err="1">
                <a:solidFill>
                  <a:srgbClr val="C00000"/>
                </a:solidFill>
                <a:ea typeface="Source Sans Pro" panose="020B0503030403020204" pitchFamily="34" charset="0"/>
                <a:cs typeface="Calibri" panose="020F0502020204030204" pitchFamily="34" charset="0"/>
              </a:rPr>
              <a:t>lowBound</a:t>
            </a:r>
            <a:r>
              <a:rPr lang="en-US" sz="1800" dirty="0">
                <a:solidFill>
                  <a:srgbClr val="C00000"/>
                </a:solidFill>
                <a:ea typeface="Source Sans Pro" panose="020B0503030403020204" pitchFamily="34" charset="0"/>
                <a:cs typeface="Calibri" panose="020F0502020204030204" pitchFamily="34" charset="0"/>
              </a:rPr>
              <a:t>=0, cat=“Continuous”)</a:t>
            </a:r>
          </a:p>
          <a:p>
            <a:pPr marL="752475" lvl="1" indent="-295275">
              <a:lnSpc>
                <a:spcPct val="110000"/>
              </a:lnSpc>
              <a:buFont typeface="+mj-lt"/>
              <a:buAutoNum type="arabicPeriod" startAt="4"/>
            </a:pPr>
            <a:r>
              <a:rPr lang="en-US" sz="1800" b="1" dirty="0">
                <a:solidFill>
                  <a:prstClr val="black"/>
                </a:solidFill>
                <a:ea typeface="Source Sans Pro" panose="020B0503030403020204" pitchFamily="34" charset="0"/>
              </a:rPr>
              <a:t>Define Objective function</a:t>
            </a:r>
          </a:p>
          <a:p>
            <a:pPr marL="457200" lvl="1" indent="0" algn="ctr">
              <a:lnSpc>
                <a:spcPct val="110000"/>
              </a:lnSpc>
              <a:buNone/>
            </a:pPr>
            <a:r>
              <a:rPr lang="en-US" sz="1800" dirty="0" err="1">
                <a:solidFill>
                  <a:srgbClr val="C00000"/>
                </a:solidFill>
                <a:cs typeface="Calibri" panose="020F0502020204030204" pitchFamily="34" charset="0"/>
              </a:rPr>
              <a:t>prob</a:t>
            </a:r>
            <a:r>
              <a:rPr lang="en-US" sz="1800" dirty="0">
                <a:solidFill>
                  <a:srgbClr val="C00000"/>
                </a:solidFill>
                <a:cs typeface="Calibri" panose="020F0502020204030204" pitchFamily="34" charset="0"/>
              </a:rPr>
              <a:t> +=</a:t>
            </a:r>
            <a:r>
              <a:rPr lang="en-US" sz="1800" dirty="0" err="1">
                <a:solidFill>
                  <a:srgbClr val="C00000"/>
                </a:solidFill>
                <a:cs typeface="Calibri" panose="020F0502020204030204" pitchFamily="34" charset="0"/>
              </a:rPr>
              <a:t>lpSum</a:t>
            </a:r>
            <a:r>
              <a:rPr lang="en-US" sz="1800" dirty="0">
                <a:solidFill>
                  <a:srgbClr val="C00000"/>
                </a:solidFill>
                <a:cs typeface="Calibri" panose="020F0502020204030204" pitchFamily="34" charset="0"/>
              </a:rPr>
              <a:t>(</a:t>
            </a:r>
            <a:r>
              <a:rPr lang="en-US" sz="1800" b="1" dirty="0">
                <a:solidFill>
                  <a:srgbClr val="00B050"/>
                </a:solidFill>
                <a:cs typeface="Calibri" panose="020F0502020204030204" pitchFamily="34" charset="0"/>
              </a:rPr>
              <a:t>[</a:t>
            </a:r>
            <a:r>
              <a:rPr lang="en-US" sz="1800" dirty="0">
                <a:solidFill>
                  <a:srgbClr val="C00000"/>
                </a:solidFill>
                <a:cs typeface="Calibri" panose="020F0502020204030204" pitchFamily="34" charset="0"/>
              </a:rPr>
              <a:t>c[i]*x[i] for i in N</a:t>
            </a:r>
            <a:r>
              <a:rPr lang="en-US" sz="1800" b="1" dirty="0">
                <a:solidFill>
                  <a:srgbClr val="00B050"/>
                </a:solidFill>
                <a:cs typeface="Calibri" panose="020F0502020204030204" pitchFamily="34" charset="0"/>
              </a:rPr>
              <a:t>]</a:t>
            </a:r>
            <a:r>
              <a:rPr lang="en-US" sz="1800" dirty="0">
                <a:solidFill>
                  <a:srgbClr val="C00000"/>
                </a:solidFill>
                <a:cs typeface="Calibri" panose="020F0502020204030204" pitchFamily="34" charset="0"/>
              </a:rPr>
              <a:t>)</a:t>
            </a:r>
            <a:endParaRPr lang="en-US" sz="1800" b="1" dirty="0">
              <a:solidFill>
                <a:prstClr val="black"/>
              </a:solidFill>
              <a:ea typeface="Source Sans Pro" panose="020B0503030403020204" pitchFamily="34" charset="0"/>
            </a:endParaRPr>
          </a:p>
          <a:p>
            <a:pPr marL="696913" lvl="1" indent="-239713">
              <a:lnSpc>
                <a:spcPct val="110000"/>
              </a:lnSpc>
              <a:spcBef>
                <a:spcPts val="0"/>
              </a:spcBef>
              <a:buFont typeface="+mj-lt"/>
              <a:buAutoNum type="arabicPeriod" startAt="6"/>
            </a:pPr>
            <a:r>
              <a:rPr lang="en-US" sz="1900" b="1" dirty="0">
                <a:solidFill>
                  <a:prstClr val="black"/>
                </a:solidFill>
                <a:ea typeface="Source Sans Pro" panose="020B0503030403020204" pitchFamily="34" charset="0"/>
              </a:rPr>
              <a:t>Define Constraints</a:t>
            </a:r>
          </a:p>
          <a:p>
            <a:pPr marL="1039812" lvl="2" indent="-342900">
              <a:lnSpc>
                <a:spcPct val="110000"/>
              </a:lnSpc>
              <a:spcBef>
                <a:spcPts val="0"/>
              </a:spcBef>
              <a:buNone/>
            </a:pPr>
            <a:r>
              <a:rPr lang="en-US" sz="1900" dirty="0">
                <a:solidFill>
                  <a:prstClr val="black"/>
                </a:solidFill>
                <a:ea typeface="Source Sans Pro" panose="020B0503030403020204" pitchFamily="34" charset="0"/>
              </a:rPr>
              <a:t>Use for loop to add constraints in “groups”</a:t>
            </a:r>
          </a:p>
          <a:p>
            <a:pPr marL="696912" lvl="2" indent="0">
              <a:lnSpc>
                <a:spcPct val="110000"/>
              </a:lnSpc>
              <a:spcBef>
                <a:spcPts val="0"/>
              </a:spcBef>
              <a:buNone/>
            </a:pPr>
            <a:r>
              <a:rPr lang="en-US" sz="1900" dirty="0">
                <a:solidFill>
                  <a:srgbClr val="C00000"/>
                </a:solidFill>
                <a:ea typeface="Source Sans Pro" panose="020B0503030403020204" pitchFamily="34" charset="0"/>
              </a:rPr>
              <a:t>for j in J1: </a:t>
            </a:r>
          </a:p>
          <a:p>
            <a:pPr marL="696912" lvl="2" indent="0">
              <a:lnSpc>
                <a:spcPct val="110000"/>
              </a:lnSpc>
              <a:spcBef>
                <a:spcPts val="0"/>
              </a:spcBef>
              <a:buNone/>
            </a:pPr>
            <a:r>
              <a:rPr lang="en-US" sz="1900" dirty="0">
                <a:solidFill>
                  <a:srgbClr val="C00000"/>
                </a:solidFill>
                <a:ea typeface="Source Sans Pro" panose="020B0503030403020204" pitchFamily="34" charset="0"/>
              </a:rPr>
              <a:t>	</a:t>
            </a:r>
            <a:r>
              <a:rPr lang="en-US" sz="1900" dirty="0" err="1">
                <a:solidFill>
                  <a:srgbClr val="C00000"/>
                </a:solidFill>
                <a:ea typeface="Source Sans Pro" panose="020B0503030403020204" pitchFamily="34" charset="0"/>
              </a:rPr>
              <a:t>prob</a:t>
            </a:r>
            <a:r>
              <a:rPr lang="en-US" sz="1900" dirty="0">
                <a:solidFill>
                  <a:srgbClr val="C00000"/>
                </a:solidFill>
                <a:ea typeface="Source Sans Pro" panose="020B0503030403020204" pitchFamily="34" charset="0"/>
              </a:rPr>
              <a:t> +=</a:t>
            </a:r>
            <a:r>
              <a:rPr lang="en-US" sz="1900" dirty="0" err="1">
                <a:solidFill>
                  <a:srgbClr val="C00000"/>
                </a:solidFill>
                <a:ea typeface="Source Sans Pro" panose="020B0503030403020204" pitchFamily="34" charset="0"/>
              </a:rPr>
              <a:t>lpSum</a:t>
            </a:r>
            <a:r>
              <a:rPr lang="en-US" sz="1900" dirty="0">
                <a:solidFill>
                  <a:srgbClr val="C00000"/>
                </a:solidFill>
                <a:ea typeface="Source Sans Pro" panose="020B0503030403020204" pitchFamily="34" charset="0"/>
              </a:rPr>
              <a:t>(</a:t>
            </a:r>
            <a:r>
              <a:rPr lang="en-US" sz="1900" b="1" dirty="0">
                <a:solidFill>
                  <a:srgbClr val="00B050"/>
                </a:solidFill>
                <a:ea typeface="Source Sans Pro" panose="020B0503030403020204" pitchFamily="34" charset="0"/>
              </a:rPr>
              <a:t>[</a:t>
            </a:r>
            <a:r>
              <a:rPr lang="en-US" sz="1900" dirty="0">
                <a:solidFill>
                  <a:srgbClr val="C00000"/>
                </a:solidFill>
                <a:ea typeface="Source Sans Pro" panose="020B0503030403020204" pitchFamily="34" charset="0"/>
              </a:rPr>
              <a:t>a[i][j]*x[i] for i in N</a:t>
            </a:r>
            <a:r>
              <a:rPr lang="en-US" sz="1900" b="1" dirty="0">
                <a:solidFill>
                  <a:srgbClr val="00B050"/>
                </a:solidFill>
                <a:ea typeface="Source Sans Pro" panose="020B0503030403020204" pitchFamily="34" charset="0"/>
              </a:rPr>
              <a:t>]</a:t>
            </a:r>
            <a:r>
              <a:rPr lang="en-US" sz="1900" dirty="0">
                <a:solidFill>
                  <a:srgbClr val="C00000"/>
                </a:solidFill>
                <a:ea typeface="Source Sans Pro" panose="020B0503030403020204" pitchFamily="34" charset="0"/>
              </a:rPr>
              <a:t>) </a:t>
            </a:r>
            <a:r>
              <a:rPr lang="en-US" sz="1900" dirty="0">
                <a:solidFill>
                  <a:srgbClr val="00B050"/>
                </a:solidFill>
                <a:ea typeface="Source Sans Pro" panose="020B0503030403020204" pitchFamily="34" charset="0"/>
              </a:rPr>
              <a:t>==</a:t>
            </a:r>
            <a:r>
              <a:rPr lang="en-US" sz="1900" dirty="0">
                <a:solidFill>
                  <a:srgbClr val="0432FF"/>
                </a:solidFill>
                <a:ea typeface="Source Sans Pro" panose="020B0503030403020204" pitchFamily="34" charset="0"/>
              </a:rPr>
              <a:t> </a:t>
            </a:r>
            <a:r>
              <a:rPr lang="en-US" sz="1900" dirty="0">
                <a:solidFill>
                  <a:srgbClr val="C00000"/>
                </a:solidFill>
                <a:ea typeface="Source Sans Pro" panose="020B0503030403020204" pitchFamily="34" charset="0"/>
              </a:rPr>
              <a:t>b[j]</a:t>
            </a:r>
          </a:p>
          <a:p>
            <a:pPr marL="696912" lvl="2" indent="0">
              <a:lnSpc>
                <a:spcPct val="110000"/>
              </a:lnSpc>
              <a:spcBef>
                <a:spcPts val="0"/>
              </a:spcBef>
              <a:buNone/>
            </a:pPr>
            <a:r>
              <a:rPr lang="en-US" sz="1900" dirty="0">
                <a:solidFill>
                  <a:srgbClr val="C00000"/>
                </a:solidFill>
                <a:ea typeface="Source Sans Pro" panose="020B0503030403020204" pitchFamily="34" charset="0"/>
              </a:rPr>
              <a:t>for j in J2: </a:t>
            </a:r>
          </a:p>
          <a:p>
            <a:pPr marL="696912" lvl="2" indent="0">
              <a:lnSpc>
                <a:spcPct val="110000"/>
              </a:lnSpc>
              <a:spcBef>
                <a:spcPts val="0"/>
              </a:spcBef>
              <a:buNone/>
            </a:pPr>
            <a:r>
              <a:rPr lang="en-US" sz="1900" dirty="0">
                <a:solidFill>
                  <a:srgbClr val="C00000"/>
                </a:solidFill>
                <a:ea typeface="Source Sans Pro" panose="020B0503030403020204" pitchFamily="34" charset="0"/>
              </a:rPr>
              <a:t>	</a:t>
            </a:r>
            <a:r>
              <a:rPr lang="en-US" sz="1900" dirty="0" err="1">
                <a:solidFill>
                  <a:srgbClr val="C00000"/>
                </a:solidFill>
                <a:ea typeface="Source Sans Pro" panose="020B0503030403020204" pitchFamily="34" charset="0"/>
              </a:rPr>
              <a:t>prob</a:t>
            </a:r>
            <a:r>
              <a:rPr lang="en-US" sz="1900" dirty="0">
                <a:solidFill>
                  <a:srgbClr val="C00000"/>
                </a:solidFill>
                <a:ea typeface="Source Sans Pro" panose="020B0503030403020204" pitchFamily="34" charset="0"/>
              </a:rPr>
              <a:t> +=</a:t>
            </a:r>
            <a:r>
              <a:rPr lang="en-US" sz="1900" dirty="0" err="1">
                <a:solidFill>
                  <a:srgbClr val="C00000"/>
                </a:solidFill>
                <a:ea typeface="Source Sans Pro" panose="020B0503030403020204" pitchFamily="34" charset="0"/>
              </a:rPr>
              <a:t>lpSum</a:t>
            </a:r>
            <a:r>
              <a:rPr lang="en-US" sz="1900" dirty="0">
                <a:solidFill>
                  <a:srgbClr val="C00000"/>
                </a:solidFill>
                <a:ea typeface="Source Sans Pro" panose="020B0503030403020204" pitchFamily="34" charset="0"/>
              </a:rPr>
              <a:t>(</a:t>
            </a:r>
            <a:r>
              <a:rPr lang="en-US" sz="1900" b="1" dirty="0">
                <a:solidFill>
                  <a:srgbClr val="00B050"/>
                </a:solidFill>
                <a:ea typeface="Source Sans Pro" panose="020B0503030403020204" pitchFamily="34" charset="0"/>
              </a:rPr>
              <a:t>[</a:t>
            </a:r>
            <a:r>
              <a:rPr lang="en-US" sz="1900" dirty="0">
                <a:solidFill>
                  <a:srgbClr val="C00000"/>
                </a:solidFill>
                <a:ea typeface="Source Sans Pro" panose="020B0503030403020204" pitchFamily="34" charset="0"/>
              </a:rPr>
              <a:t>a[i][j]*x[i] for i in N</a:t>
            </a:r>
            <a:r>
              <a:rPr lang="en-US" sz="1900" b="1" dirty="0">
                <a:solidFill>
                  <a:srgbClr val="00B050"/>
                </a:solidFill>
                <a:ea typeface="Source Sans Pro" panose="020B0503030403020204" pitchFamily="34" charset="0"/>
              </a:rPr>
              <a:t>]</a:t>
            </a:r>
            <a:r>
              <a:rPr lang="en-US" sz="1900" dirty="0">
                <a:solidFill>
                  <a:srgbClr val="C00000"/>
                </a:solidFill>
                <a:ea typeface="Source Sans Pro" panose="020B0503030403020204" pitchFamily="34" charset="0"/>
              </a:rPr>
              <a:t>) </a:t>
            </a:r>
            <a:r>
              <a:rPr lang="en-US" sz="1900" dirty="0">
                <a:solidFill>
                  <a:srgbClr val="00B050"/>
                </a:solidFill>
                <a:ea typeface="Source Sans Pro" panose="020B0503030403020204" pitchFamily="34" charset="0"/>
              </a:rPr>
              <a:t>&lt;=</a:t>
            </a:r>
            <a:r>
              <a:rPr lang="en-US" sz="1900" dirty="0">
                <a:solidFill>
                  <a:srgbClr val="C00000"/>
                </a:solidFill>
                <a:ea typeface="Source Sans Pro" panose="020B0503030403020204" pitchFamily="34" charset="0"/>
              </a:rPr>
              <a:t> b[j]</a:t>
            </a:r>
          </a:p>
          <a:p>
            <a:pPr marL="696912" lvl="2" indent="0">
              <a:lnSpc>
                <a:spcPct val="110000"/>
              </a:lnSpc>
              <a:spcBef>
                <a:spcPts val="0"/>
              </a:spcBef>
              <a:buNone/>
            </a:pPr>
            <a:r>
              <a:rPr lang="en-US" sz="1900" dirty="0">
                <a:solidFill>
                  <a:srgbClr val="C00000"/>
                </a:solidFill>
                <a:ea typeface="Source Sans Pro" panose="020B0503030403020204" pitchFamily="34" charset="0"/>
              </a:rPr>
              <a:t>for j in J3:</a:t>
            </a:r>
          </a:p>
          <a:p>
            <a:pPr marL="696912" lvl="2" indent="0">
              <a:lnSpc>
                <a:spcPct val="110000"/>
              </a:lnSpc>
              <a:spcBef>
                <a:spcPts val="0"/>
              </a:spcBef>
              <a:buNone/>
            </a:pPr>
            <a:r>
              <a:rPr lang="en-US" sz="1900" dirty="0">
                <a:solidFill>
                  <a:srgbClr val="C00000"/>
                </a:solidFill>
                <a:ea typeface="Source Sans Pro" panose="020B0503030403020204" pitchFamily="34" charset="0"/>
              </a:rPr>
              <a:t>	</a:t>
            </a:r>
            <a:r>
              <a:rPr lang="en-US" sz="1900" dirty="0" err="1">
                <a:solidFill>
                  <a:srgbClr val="C00000"/>
                </a:solidFill>
                <a:ea typeface="Source Sans Pro" panose="020B0503030403020204" pitchFamily="34" charset="0"/>
              </a:rPr>
              <a:t>prob</a:t>
            </a:r>
            <a:r>
              <a:rPr lang="en-US" sz="1900" dirty="0">
                <a:solidFill>
                  <a:srgbClr val="C00000"/>
                </a:solidFill>
                <a:ea typeface="Source Sans Pro" panose="020B0503030403020204" pitchFamily="34" charset="0"/>
              </a:rPr>
              <a:t> +=</a:t>
            </a:r>
            <a:r>
              <a:rPr lang="en-US" sz="1900" dirty="0" err="1">
                <a:solidFill>
                  <a:srgbClr val="C00000"/>
                </a:solidFill>
                <a:ea typeface="Source Sans Pro" panose="020B0503030403020204" pitchFamily="34" charset="0"/>
              </a:rPr>
              <a:t>lpSum</a:t>
            </a:r>
            <a:r>
              <a:rPr lang="en-US" sz="1900" dirty="0">
                <a:solidFill>
                  <a:srgbClr val="C00000"/>
                </a:solidFill>
                <a:ea typeface="Source Sans Pro" panose="020B0503030403020204" pitchFamily="34" charset="0"/>
              </a:rPr>
              <a:t>(</a:t>
            </a:r>
            <a:r>
              <a:rPr lang="en-US" sz="1900" b="1" dirty="0">
                <a:solidFill>
                  <a:srgbClr val="00B050"/>
                </a:solidFill>
                <a:ea typeface="Source Sans Pro" panose="020B0503030403020204" pitchFamily="34" charset="0"/>
              </a:rPr>
              <a:t>[</a:t>
            </a:r>
            <a:r>
              <a:rPr lang="en-US" sz="1900" dirty="0">
                <a:solidFill>
                  <a:srgbClr val="C00000"/>
                </a:solidFill>
                <a:ea typeface="Source Sans Pro" panose="020B0503030403020204" pitchFamily="34" charset="0"/>
              </a:rPr>
              <a:t>a[i][j]*x[i] for i in N</a:t>
            </a:r>
            <a:r>
              <a:rPr lang="en-US" sz="1900" b="1" dirty="0">
                <a:solidFill>
                  <a:srgbClr val="C00000"/>
                </a:solidFill>
                <a:ea typeface="Source Sans Pro" panose="020B0503030403020204" pitchFamily="34" charset="0"/>
              </a:rPr>
              <a:t>]</a:t>
            </a:r>
            <a:r>
              <a:rPr lang="en-US" sz="1900" dirty="0">
                <a:solidFill>
                  <a:srgbClr val="C00000"/>
                </a:solidFill>
                <a:ea typeface="Source Sans Pro" panose="020B0503030403020204" pitchFamily="34" charset="0"/>
              </a:rPr>
              <a:t>) </a:t>
            </a:r>
            <a:r>
              <a:rPr lang="en-US" sz="1900" dirty="0">
                <a:solidFill>
                  <a:srgbClr val="00B050"/>
                </a:solidFill>
                <a:ea typeface="Source Sans Pro" panose="020B0503030403020204" pitchFamily="34" charset="0"/>
              </a:rPr>
              <a:t>&gt;=</a:t>
            </a:r>
            <a:r>
              <a:rPr lang="en-US" sz="1900" dirty="0">
                <a:solidFill>
                  <a:srgbClr val="0432FF"/>
                </a:solidFill>
                <a:ea typeface="Source Sans Pro" panose="020B0503030403020204" pitchFamily="34" charset="0"/>
              </a:rPr>
              <a:t> </a:t>
            </a:r>
            <a:r>
              <a:rPr lang="en-US" sz="1900" dirty="0">
                <a:solidFill>
                  <a:srgbClr val="C00000"/>
                </a:solidFill>
                <a:ea typeface="Source Sans Pro" panose="020B0503030403020204" pitchFamily="34" charset="0"/>
              </a:rPr>
              <a:t>b[j]</a:t>
            </a:r>
            <a:endParaRPr lang="en-US" sz="1900" b="1" dirty="0">
              <a:solidFill>
                <a:srgbClr val="C00000"/>
              </a:solidFill>
              <a:ea typeface="Source Sans Pro" panose="020B0503030403020204" pitchFamily="34" charset="0"/>
            </a:endParaRPr>
          </a:p>
          <a:p>
            <a:pPr marL="457200" lvl="1" indent="0">
              <a:lnSpc>
                <a:spcPct val="110000"/>
              </a:lnSpc>
              <a:spcBef>
                <a:spcPts val="0"/>
              </a:spcBef>
              <a:buNone/>
            </a:pPr>
            <a:endParaRPr lang="en-US" sz="2000" b="1" dirty="0">
              <a:solidFill>
                <a:prstClr val="black"/>
              </a:solidFill>
              <a:ea typeface="Source Sans Pro" panose="020B0503030403020204" pitchFamily="34" charset="0"/>
            </a:endParaRPr>
          </a:p>
          <a:p>
            <a:pPr marL="457200" lvl="1" indent="0">
              <a:lnSpc>
                <a:spcPct val="110000"/>
              </a:lnSpc>
              <a:spcBef>
                <a:spcPts val="0"/>
              </a:spcBef>
              <a:buNone/>
            </a:pPr>
            <a:r>
              <a:rPr lang="en-US" sz="2000" b="1" dirty="0">
                <a:solidFill>
                  <a:prstClr val="black"/>
                </a:solidFill>
                <a:ea typeface="Source Sans Pro" panose="020B0503030403020204" pitchFamily="34" charset="0"/>
              </a:rPr>
              <a:t>7</a:t>
            </a:r>
            <a:r>
              <a:rPr lang="en-US" sz="1900" b="1" dirty="0">
                <a:solidFill>
                  <a:prstClr val="black"/>
                </a:solidFill>
                <a:ea typeface="Source Sans Pro" panose="020B0503030403020204" pitchFamily="34" charset="0"/>
              </a:rPr>
              <a:t>. Solve</a:t>
            </a:r>
          </a:p>
          <a:p>
            <a:pPr marL="457200" lvl="1" indent="0">
              <a:lnSpc>
                <a:spcPct val="110000"/>
              </a:lnSpc>
              <a:spcBef>
                <a:spcPts val="0"/>
              </a:spcBef>
              <a:buNone/>
            </a:pPr>
            <a:r>
              <a:rPr lang="en-US" sz="1900" dirty="0">
                <a:solidFill>
                  <a:srgbClr val="0432FF"/>
                </a:solidFill>
              </a:rPr>
              <a:t>	</a:t>
            </a:r>
            <a:r>
              <a:rPr lang="en-US" sz="1900" dirty="0" err="1">
                <a:solidFill>
                  <a:srgbClr val="C00000"/>
                </a:solidFill>
              </a:rPr>
              <a:t>prob.solve</a:t>
            </a:r>
            <a:r>
              <a:rPr lang="en-US" sz="1900" dirty="0">
                <a:solidFill>
                  <a:srgbClr val="C00000"/>
                </a:solidFill>
              </a:rPr>
              <a:t>()</a:t>
            </a:r>
          </a:p>
          <a:p>
            <a:pPr marL="0" indent="0">
              <a:buFont typeface="Arial" panose="020B0604020202020204" pitchFamily="34" charset="0"/>
              <a:buNone/>
            </a:pPr>
            <a:endParaRPr lang="en-US" dirty="0"/>
          </a:p>
        </p:txBody>
      </p:sp>
      <p:sp>
        <p:nvSpPr>
          <p:cNvPr id="12" name="Left Brace 11"/>
          <p:cNvSpPr/>
          <p:nvPr/>
        </p:nvSpPr>
        <p:spPr>
          <a:xfrm>
            <a:off x="6075352" y="1828511"/>
            <a:ext cx="348308" cy="3766043"/>
          </a:xfrm>
          <a:prstGeom prst="leftBrace">
            <a:avLst>
              <a:gd name="adj1" fmla="val 76082"/>
              <a:gd name="adj2" fmla="val 50000"/>
            </a:avLst>
          </a:prstGeom>
          <a:ln w="2222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4782902" y="3388366"/>
            <a:ext cx="1385365" cy="646331"/>
          </a:xfrm>
          <a:prstGeom prst="rect">
            <a:avLst/>
          </a:prstGeom>
          <a:noFill/>
        </p:spPr>
        <p:txBody>
          <a:bodyPr wrap="square" rtlCol="0">
            <a:spAutoFit/>
          </a:bodyPr>
          <a:lstStyle/>
          <a:p>
            <a:r>
              <a:rPr lang="en-US" b="1" dirty="0">
                <a:solidFill>
                  <a:srgbClr val="C00000"/>
                </a:solidFill>
              </a:rPr>
              <a:t>Problem formulation</a:t>
            </a:r>
          </a:p>
        </p:txBody>
      </p:sp>
      <p:sp>
        <p:nvSpPr>
          <p:cNvPr id="5" name="Rectangle 4">
            <a:extLst>
              <a:ext uri="{FF2B5EF4-FFF2-40B4-BE49-F238E27FC236}">
                <a16:creationId xmlns:a16="http://schemas.microsoft.com/office/drawing/2014/main" id="{09B95C3A-A4E8-01EF-1CBB-12B808F0635E}"/>
              </a:ext>
            </a:extLst>
          </p:cNvPr>
          <p:cNvSpPr/>
          <p:nvPr/>
        </p:nvSpPr>
        <p:spPr>
          <a:xfrm>
            <a:off x="731520" y="3577589"/>
            <a:ext cx="3657600" cy="822960"/>
          </a:xfrm>
          <a:prstGeom prst="rect">
            <a:avLst/>
          </a:prstGeom>
          <a:noFill/>
          <a:ln w="1905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5" name="Rectangle 14">
            <a:extLst>
              <a:ext uri="{FF2B5EF4-FFF2-40B4-BE49-F238E27FC236}">
                <a16:creationId xmlns:a16="http://schemas.microsoft.com/office/drawing/2014/main" id="{57A58CA5-A178-126C-0663-173EDD7DF388}"/>
              </a:ext>
            </a:extLst>
          </p:cNvPr>
          <p:cNvSpPr/>
          <p:nvPr/>
        </p:nvSpPr>
        <p:spPr>
          <a:xfrm>
            <a:off x="731520" y="4508126"/>
            <a:ext cx="3657600" cy="822960"/>
          </a:xfrm>
          <a:prstGeom prst="rect">
            <a:avLst/>
          </a:prstGeom>
          <a:noFill/>
          <a:ln w="1905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6" name="Rectangle 15">
            <a:extLst>
              <a:ext uri="{FF2B5EF4-FFF2-40B4-BE49-F238E27FC236}">
                <a16:creationId xmlns:a16="http://schemas.microsoft.com/office/drawing/2014/main" id="{29B56E6B-D6BF-31AC-591E-49A1AB32DE24}"/>
              </a:ext>
            </a:extLst>
          </p:cNvPr>
          <p:cNvSpPr/>
          <p:nvPr/>
        </p:nvSpPr>
        <p:spPr>
          <a:xfrm>
            <a:off x="731520" y="5440680"/>
            <a:ext cx="3657600" cy="822960"/>
          </a:xfrm>
          <a:prstGeom prst="rect">
            <a:avLst/>
          </a:prstGeom>
          <a:noFill/>
          <a:ln w="19050"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802822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0">
                                            <p:txEl>
                                              <p:pRg st="7" end="7"/>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
                                            <p:txEl>
                                              <p:pRg st="9" end="9"/>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0">
                                            <p:txEl>
                                              <p:pRg st="10" end="10"/>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0">
                                            <p:txEl>
                                              <p:pRg st="11" end="11"/>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0">
                                            <p:txEl>
                                              <p:pRg st="12" end="12"/>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0">
                                            <p:txEl>
                                              <p:pRg st="14" end="14"/>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0">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5" grpId="0" animBg="1"/>
      <p:bldP spid="1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solidFill>
                  <a:schemeClr val="bg2">
                    <a:lumMod val="90000"/>
                  </a:schemeClr>
                </a:solidFill>
              </a:rPr>
              <a:t>Formulating LP Problems Using </a:t>
            </a:r>
            <a:r>
              <a:rPr lang="en-US" dirty="0" err="1">
                <a:solidFill>
                  <a:schemeClr val="bg2">
                    <a:lumMod val="90000"/>
                  </a:schemeClr>
                </a:solidFill>
              </a:rPr>
              <a:t>PuLP</a:t>
            </a:r>
            <a:r>
              <a:rPr lang="en-US" dirty="0">
                <a:solidFill>
                  <a:schemeClr val="bg2">
                    <a:lumMod val="90000"/>
                  </a:schemeClr>
                </a:solidFill>
              </a:rPr>
              <a:t> (not in the textbook)</a:t>
            </a:r>
          </a:p>
          <a:p>
            <a:r>
              <a:rPr lang="en-US" dirty="0"/>
              <a:t>Examples in Python (not in the textbook)</a:t>
            </a:r>
          </a:p>
          <a:p>
            <a:r>
              <a:rPr lang="en-US" dirty="0">
                <a:solidFill>
                  <a:schemeClr val="bg2">
                    <a:lumMod val="90000"/>
                  </a:schemeClr>
                </a:solidFill>
              </a:rPr>
              <a:t>Exam-1 Review</a:t>
            </a:r>
          </a:p>
          <a:p>
            <a:pPr lvl="5"/>
            <a:endParaRPr lang="en-US" dirty="0"/>
          </a:p>
          <a:p>
            <a:endParaRPr lang="en-US" dirty="0"/>
          </a:p>
        </p:txBody>
      </p:sp>
    </p:spTree>
    <p:extLst>
      <p:ext uri="{BB962C8B-B14F-4D97-AF65-F5344CB8AC3E}">
        <p14:creationId xmlns:p14="http://schemas.microsoft.com/office/powerpoint/2010/main" val="2096417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in Python</a:t>
            </a:r>
          </a:p>
        </p:txBody>
      </p:sp>
      <p:sp>
        <p:nvSpPr>
          <p:cNvPr id="3" name="Content Placeholder 2"/>
          <p:cNvSpPr>
            <a:spLocks noGrp="1"/>
          </p:cNvSpPr>
          <p:nvPr>
            <p:ph idx="1"/>
          </p:nvPr>
        </p:nvSpPr>
        <p:spPr>
          <a:xfrm>
            <a:off x="355001" y="1312432"/>
            <a:ext cx="11630521" cy="5351258"/>
          </a:xfrm>
        </p:spPr>
        <p:txBody>
          <a:bodyPr>
            <a:normAutofit/>
          </a:bodyPr>
          <a:lstStyle/>
          <a:p>
            <a:pPr marL="0" indent="0">
              <a:lnSpc>
                <a:spcPct val="100000"/>
              </a:lnSpc>
              <a:buNone/>
            </a:pPr>
            <a:r>
              <a:rPr lang="en-US" b="1" u="sng" dirty="0"/>
              <a:t>A Blending Problem – Riverside Oil Company</a:t>
            </a:r>
          </a:p>
          <a:p>
            <a:pPr marL="0" indent="0">
              <a:lnSpc>
                <a:spcPct val="100000"/>
              </a:lnSpc>
              <a:buNone/>
            </a:pPr>
            <a:r>
              <a:rPr lang="en-US" sz="2400" dirty="0"/>
              <a:t>Riverside Oil Company in eastern Kentucky produces </a:t>
            </a:r>
            <a:r>
              <a:rPr lang="en-US" sz="2400" b="1" dirty="0"/>
              <a:t>regular </a:t>
            </a:r>
            <a:r>
              <a:rPr lang="en-US" sz="2400" dirty="0"/>
              <a:t>and </a:t>
            </a:r>
            <a:r>
              <a:rPr lang="en-US" sz="2400" b="1" dirty="0"/>
              <a:t>supreme</a:t>
            </a:r>
            <a:r>
              <a:rPr lang="en-US" sz="2400" dirty="0"/>
              <a:t> gasoline. Each barrel of </a:t>
            </a:r>
            <a:r>
              <a:rPr lang="en-US" sz="2400" b="1" dirty="0"/>
              <a:t>regular sells for $21 </a:t>
            </a:r>
            <a:r>
              <a:rPr lang="en-US" sz="2400" dirty="0"/>
              <a:t>and must have an octane rating of </a:t>
            </a:r>
            <a:r>
              <a:rPr lang="en-US" sz="2400" b="1" dirty="0"/>
              <a:t>at least 90</a:t>
            </a:r>
            <a:r>
              <a:rPr lang="en-US" sz="2400" dirty="0"/>
              <a:t>. Each barrel of </a:t>
            </a:r>
            <a:r>
              <a:rPr lang="en-US" sz="2400" b="1" dirty="0"/>
              <a:t>supreme sells for $25 </a:t>
            </a:r>
            <a:r>
              <a:rPr lang="en-US" sz="2400" dirty="0"/>
              <a:t>and must have an octane rating of </a:t>
            </a:r>
            <a:r>
              <a:rPr lang="en-US" sz="2400" b="1" dirty="0"/>
              <a:t>at least 97</a:t>
            </a:r>
            <a:r>
              <a:rPr lang="en-US" sz="2400" dirty="0"/>
              <a:t>. Each of these types of gasoline are manufactured by mixing different quantities of the following </a:t>
            </a:r>
            <a:r>
              <a:rPr lang="en-US" sz="2400" b="1" dirty="0"/>
              <a:t>three inputs</a:t>
            </a:r>
            <a:r>
              <a:rPr lang="en-US" sz="2400" dirty="0"/>
              <a:t>: </a:t>
            </a:r>
          </a:p>
          <a:p>
            <a:pPr marL="0" indent="0">
              <a:lnSpc>
                <a:spcPct val="100000"/>
              </a:lnSpc>
              <a:buNone/>
            </a:pPr>
            <a:endParaRPr lang="en-US" sz="2400" dirty="0"/>
          </a:p>
          <a:p>
            <a:pPr marL="0" indent="0">
              <a:lnSpc>
                <a:spcPct val="100000"/>
              </a:lnSpc>
              <a:buNone/>
            </a:pPr>
            <a:endParaRPr lang="en-US" sz="2400" dirty="0"/>
          </a:p>
          <a:p>
            <a:pPr marL="0" indent="0">
              <a:lnSpc>
                <a:spcPct val="100000"/>
              </a:lnSpc>
              <a:buNone/>
            </a:pPr>
            <a:endParaRPr lang="en-US" sz="2400" dirty="0"/>
          </a:p>
          <a:p>
            <a:pPr marL="0" indent="0">
              <a:lnSpc>
                <a:spcPct val="100000"/>
              </a:lnSpc>
              <a:buNone/>
            </a:pPr>
            <a:endParaRPr lang="en-US" sz="2400" dirty="0"/>
          </a:p>
          <a:p>
            <a:pPr marL="0" indent="0">
              <a:lnSpc>
                <a:spcPct val="100000"/>
              </a:lnSpc>
              <a:buNone/>
            </a:pPr>
            <a:r>
              <a:rPr lang="en-US" sz="2400" dirty="0"/>
              <a:t>Riverside has orders for </a:t>
            </a:r>
            <a:r>
              <a:rPr lang="en-US" sz="2400" b="1" dirty="0"/>
              <a:t>300,000 barrels of regular </a:t>
            </a:r>
            <a:r>
              <a:rPr lang="en-US" sz="2400" dirty="0"/>
              <a:t>and </a:t>
            </a:r>
            <a:r>
              <a:rPr lang="en-US" sz="2400" b="1" dirty="0"/>
              <a:t>450,000 barrels of supreme</a:t>
            </a:r>
            <a:r>
              <a:rPr lang="en-US" sz="2400" dirty="0"/>
              <a:t>. How should the company allocate the available inputs to the production of regular and supreme gasoline if it wants to maximize proﬁts?</a:t>
            </a:r>
          </a:p>
        </p:txBody>
      </p:sp>
      <p:graphicFrame>
        <p:nvGraphicFramePr>
          <p:cNvPr id="5" name="Table 4">
            <a:extLst>
              <a:ext uri="{FF2B5EF4-FFF2-40B4-BE49-F238E27FC236}">
                <a16:creationId xmlns:a16="http://schemas.microsoft.com/office/drawing/2014/main" id="{F559D510-50D3-BC4B-A1A5-6A19D9759D26}"/>
              </a:ext>
            </a:extLst>
          </p:cNvPr>
          <p:cNvGraphicFramePr>
            <a:graphicFrameLocks noGrp="1"/>
          </p:cNvGraphicFramePr>
          <p:nvPr>
            <p:extLst>
              <p:ext uri="{D42A27DB-BD31-4B8C-83A1-F6EECF244321}">
                <p14:modId xmlns:p14="http://schemas.microsoft.com/office/powerpoint/2010/main" val="315564216"/>
              </p:ext>
            </p:extLst>
          </p:nvPr>
        </p:nvGraphicFramePr>
        <p:xfrm>
          <a:off x="1502400" y="3628104"/>
          <a:ext cx="8958264" cy="1463040"/>
        </p:xfrm>
        <a:graphic>
          <a:graphicData uri="http://schemas.openxmlformats.org/drawingml/2006/table">
            <a:tbl>
              <a:tblPr firstRow="1" firstCol="1" lastRow="1" lastCol="1" bandRow="1" bandCol="1">
                <a:tableStyleId>{5940675A-B579-460E-94D1-54222C63F5DA}</a:tableStyleId>
              </a:tblPr>
              <a:tblGrid>
                <a:gridCol w="1055025">
                  <a:extLst>
                    <a:ext uri="{9D8B030D-6E8A-4147-A177-3AD203B41FA5}">
                      <a16:colId xmlns:a16="http://schemas.microsoft.com/office/drawing/2014/main" val="2708281345"/>
                    </a:ext>
                  </a:extLst>
                </a:gridCol>
                <a:gridCol w="2708422">
                  <a:extLst>
                    <a:ext uri="{9D8B030D-6E8A-4147-A177-3AD203B41FA5}">
                      <a16:colId xmlns:a16="http://schemas.microsoft.com/office/drawing/2014/main" val="3934007166"/>
                    </a:ext>
                  </a:extLst>
                </a:gridCol>
                <a:gridCol w="2818650">
                  <a:extLst>
                    <a:ext uri="{9D8B030D-6E8A-4147-A177-3AD203B41FA5}">
                      <a16:colId xmlns:a16="http://schemas.microsoft.com/office/drawing/2014/main" val="2943783058"/>
                    </a:ext>
                  </a:extLst>
                </a:gridCol>
                <a:gridCol w="2376167">
                  <a:extLst>
                    <a:ext uri="{9D8B030D-6E8A-4147-A177-3AD203B41FA5}">
                      <a16:colId xmlns:a16="http://schemas.microsoft.com/office/drawing/2014/main" val="3488813148"/>
                    </a:ext>
                  </a:extLst>
                </a:gridCol>
              </a:tblGrid>
              <a:tr h="529405">
                <a:tc>
                  <a:txBody>
                    <a:bodyPr/>
                    <a:lstStyle/>
                    <a:p>
                      <a:pPr marL="0" marR="151130" algn="ctr">
                        <a:lnSpc>
                          <a:spcPct val="100000"/>
                        </a:lnSpc>
                        <a:spcBef>
                          <a:spcPts val="0"/>
                        </a:spcBef>
                        <a:spcAft>
                          <a:spcPts val="0"/>
                        </a:spcAft>
                      </a:pPr>
                      <a:r>
                        <a:rPr lang="en-US" sz="1800" dirty="0">
                          <a:effectLst/>
                        </a:rPr>
                        <a:t>Input</a:t>
                      </a:r>
                      <a:endParaRPr lang="en-US" sz="1800" dirty="0">
                        <a:effectLst/>
                        <a:latin typeface="Source Sans Pro" panose="020B0503030403020204" pitchFamily="34" charset="0"/>
                        <a:ea typeface="Source Sans Pro" panose="020B0503030403020204" pitchFamily="34" charset="0"/>
                        <a:cs typeface="Book Antiqua" panose="02040602050305030304" pitchFamily="18" charset="0"/>
                      </a:endParaRPr>
                    </a:p>
                  </a:txBody>
                  <a:tcPr marL="0" marR="0" marT="0" marB="0" anchor="ctr"/>
                </a:tc>
                <a:tc>
                  <a:txBody>
                    <a:bodyPr/>
                    <a:lstStyle/>
                    <a:p>
                      <a:pPr marL="132080" marR="127000" algn="ctr">
                        <a:lnSpc>
                          <a:spcPct val="100000"/>
                        </a:lnSpc>
                        <a:spcBef>
                          <a:spcPts val="0"/>
                        </a:spcBef>
                        <a:spcAft>
                          <a:spcPts val="0"/>
                        </a:spcAft>
                      </a:pPr>
                      <a:r>
                        <a:rPr lang="en-US" sz="1800" dirty="0">
                          <a:effectLst/>
                        </a:rPr>
                        <a:t>Cost per Barrel</a:t>
                      </a:r>
                      <a:endParaRPr lang="en-US" sz="1800" dirty="0">
                        <a:effectLst/>
                        <a:latin typeface="Source Sans Pro" panose="020B0503030403020204" pitchFamily="34" charset="0"/>
                        <a:ea typeface="Source Sans Pro" panose="020B0503030403020204" pitchFamily="34" charset="0"/>
                        <a:cs typeface="Book Antiqua" panose="02040602050305030304" pitchFamily="18" charset="0"/>
                      </a:endParaRPr>
                    </a:p>
                  </a:txBody>
                  <a:tcPr marL="0" marR="0" marT="0" marB="0" anchor="ctr"/>
                </a:tc>
                <a:tc>
                  <a:txBody>
                    <a:bodyPr/>
                    <a:lstStyle/>
                    <a:p>
                      <a:pPr marL="146050" marR="0" algn="ctr">
                        <a:lnSpc>
                          <a:spcPct val="100000"/>
                        </a:lnSpc>
                        <a:spcBef>
                          <a:spcPts val="0"/>
                        </a:spcBef>
                        <a:spcAft>
                          <a:spcPts val="0"/>
                        </a:spcAft>
                      </a:pPr>
                      <a:r>
                        <a:rPr lang="en-US" sz="1800" dirty="0">
                          <a:effectLst/>
                        </a:rPr>
                        <a:t>Octane Rating</a:t>
                      </a:r>
                      <a:endParaRPr lang="en-US" sz="1800" dirty="0">
                        <a:effectLst/>
                        <a:latin typeface="Source Sans Pro" panose="020B0503030403020204" pitchFamily="34" charset="0"/>
                        <a:ea typeface="Source Sans Pro" panose="020B0503030403020204" pitchFamily="34" charset="0"/>
                        <a:cs typeface="Book Antiqua" panose="02040602050305030304" pitchFamily="18" charset="0"/>
                      </a:endParaRPr>
                    </a:p>
                  </a:txBody>
                  <a:tcPr marL="0" marR="0" marT="0" marB="0" anchor="ctr"/>
                </a:tc>
                <a:tc>
                  <a:txBody>
                    <a:bodyPr/>
                    <a:lstStyle/>
                    <a:p>
                      <a:pPr marL="222885" marR="170815" algn="ctr">
                        <a:lnSpc>
                          <a:spcPct val="100000"/>
                        </a:lnSpc>
                        <a:spcBef>
                          <a:spcPts val="0"/>
                        </a:spcBef>
                        <a:spcAft>
                          <a:spcPts val="0"/>
                        </a:spcAft>
                      </a:pPr>
                      <a:r>
                        <a:rPr lang="en-US" sz="1800" dirty="0">
                          <a:effectLst/>
                        </a:rPr>
                        <a:t>Barrels Available (in 1000s)</a:t>
                      </a:r>
                      <a:endParaRPr lang="en-US" sz="1800" dirty="0">
                        <a:effectLst/>
                        <a:latin typeface="Source Sans Pro" panose="020B0503030403020204" pitchFamily="34" charset="0"/>
                        <a:ea typeface="Source Sans Pro" panose="020B0503030403020204" pitchFamily="34" charset="0"/>
                        <a:cs typeface="Book Antiqua" panose="02040602050305030304" pitchFamily="18" charset="0"/>
                      </a:endParaRPr>
                    </a:p>
                  </a:txBody>
                  <a:tcPr marL="0" marR="0" marT="0" marB="0" anchor="ctr"/>
                </a:tc>
                <a:extLst>
                  <a:ext uri="{0D108BD9-81ED-4DB2-BD59-A6C34878D82A}">
                    <a16:rowId xmlns:a16="http://schemas.microsoft.com/office/drawing/2014/main" val="3899883798"/>
                  </a:ext>
                </a:extLst>
              </a:tr>
              <a:tr h="279408">
                <a:tc>
                  <a:txBody>
                    <a:bodyPr/>
                    <a:lstStyle/>
                    <a:p>
                      <a:pPr marL="0" marR="151130" algn="ctr">
                        <a:lnSpc>
                          <a:spcPct val="100000"/>
                        </a:lnSpc>
                        <a:spcBef>
                          <a:spcPts val="60"/>
                        </a:spcBef>
                        <a:spcAft>
                          <a:spcPts val="0"/>
                        </a:spcAft>
                      </a:pPr>
                      <a:r>
                        <a:rPr lang="en-US" sz="2000" dirty="0">
                          <a:effectLst/>
                        </a:rPr>
                        <a:t>1</a:t>
                      </a:r>
                      <a:endParaRPr lang="en-US" sz="2000" dirty="0">
                        <a:effectLst/>
                        <a:latin typeface="Source Sans Pro" panose="020B0503030403020204" pitchFamily="34" charset="0"/>
                        <a:ea typeface="Source Sans Pro" panose="020B0503030403020204" pitchFamily="34" charset="0"/>
                        <a:cs typeface="Book Antiqua" panose="02040602050305030304" pitchFamily="18" charset="0"/>
                      </a:endParaRPr>
                    </a:p>
                  </a:txBody>
                  <a:tcPr marL="0" marR="0" marT="0" marB="0" anchor="ctr"/>
                </a:tc>
                <a:tc>
                  <a:txBody>
                    <a:bodyPr/>
                    <a:lstStyle/>
                    <a:p>
                      <a:pPr marL="131445" marR="127000" algn="ctr">
                        <a:lnSpc>
                          <a:spcPct val="100000"/>
                        </a:lnSpc>
                        <a:spcBef>
                          <a:spcPts val="60"/>
                        </a:spcBef>
                        <a:spcAft>
                          <a:spcPts val="0"/>
                        </a:spcAft>
                      </a:pPr>
                      <a:r>
                        <a:rPr lang="en-US" sz="2000" dirty="0">
                          <a:effectLst/>
                        </a:rPr>
                        <a:t>$17.25</a:t>
                      </a:r>
                      <a:endParaRPr lang="en-US" sz="2000" dirty="0">
                        <a:effectLst/>
                        <a:latin typeface="Source Sans Pro" panose="020B0503030403020204" pitchFamily="34" charset="0"/>
                        <a:ea typeface="Source Sans Pro" panose="020B0503030403020204" pitchFamily="34" charset="0"/>
                        <a:cs typeface="Book Antiqua" panose="02040602050305030304" pitchFamily="18" charset="0"/>
                      </a:endParaRPr>
                    </a:p>
                  </a:txBody>
                  <a:tcPr marL="0" marR="0" marT="0" marB="0" anchor="ctr"/>
                </a:tc>
                <a:tc>
                  <a:txBody>
                    <a:bodyPr/>
                    <a:lstStyle/>
                    <a:p>
                      <a:pPr marL="410210" marR="502920" algn="ctr">
                        <a:lnSpc>
                          <a:spcPct val="100000"/>
                        </a:lnSpc>
                        <a:spcBef>
                          <a:spcPts val="60"/>
                        </a:spcBef>
                        <a:spcAft>
                          <a:spcPts val="0"/>
                        </a:spcAft>
                      </a:pPr>
                      <a:r>
                        <a:rPr lang="en-US" sz="2000" dirty="0">
                          <a:effectLst/>
                        </a:rPr>
                        <a:t>100</a:t>
                      </a:r>
                      <a:endParaRPr lang="en-US" sz="2000" dirty="0">
                        <a:effectLst/>
                        <a:latin typeface="Source Sans Pro" panose="020B0503030403020204" pitchFamily="34" charset="0"/>
                        <a:ea typeface="Source Sans Pro" panose="020B0503030403020204" pitchFamily="34" charset="0"/>
                        <a:cs typeface="Book Antiqua" panose="02040602050305030304" pitchFamily="18" charset="0"/>
                      </a:endParaRPr>
                    </a:p>
                  </a:txBody>
                  <a:tcPr marL="0" marR="0" marT="0" marB="0" anchor="ctr"/>
                </a:tc>
                <a:tc>
                  <a:txBody>
                    <a:bodyPr/>
                    <a:lstStyle/>
                    <a:p>
                      <a:pPr marL="221615" marR="170815" algn="ctr">
                        <a:lnSpc>
                          <a:spcPct val="100000"/>
                        </a:lnSpc>
                        <a:spcBef>
                          <a:spcPts val="60"/>
                        </a:spcBef>
                        <a:spcAft>
                          <a:spcPts val="0"/>
                        </a:spcAft>
                      </a:pPr>
                      <a:r>
                        <a:rPr lang="en-US" sz="2000">
                          <a:effectLst/>
                        </a:rPr>
                        <a:t>150</a:t>
                      </a:r>
                      <a:endParaRPr lang="en-US" sz="2000">
                        <a:effectLst/>
                        <a:latin typeface="Source Sans Pro" panose="020B0503030403020204" pitchFamily="34" charset="0"/>
                        <a:ea typeface="Source Sans Pro" panose="020B0503030403020204" pitchFamily="34" charset="0"/>
                        <a:cs typeface="Book Antiqua" panose="02040602050305030304" pitchFamily="18" charset="0"/>
                      </a:endParaRPr>
                    </a:p>
                  </a:txBody>
                  <a:tcPr marL="0" marR="0" marT="0" marB="0" anchor="ctr"/>
                </a:tc>
                <a:extLst>
                  <a:ext uri="{0D108BD9-81ED-4DB2-BD59-A6C34878D82A}">
                    <a16:rowId xmlns:a16="http://schemas.microsoft.com/office/drawing/2014/main" val="1834494334"/>
                  </a:ext>
                </a:extLst>
              </a:tr>
              <a:tr h="234310">
                <a:tc>
                  <a:txBody>
                    <a:bodyPr/>
                    <a:lstStyle/>
                    <a:p>
                      <a:pPr marL="0" marR="151130" algn="ctr">
                        <a:lnSpc>
                          <a:spcPct val="100000"/>
                        </a:lnSpc>
                        <a:spcBef>
                          <a:spcPts val="0"/>
                        </a:spcBef>
                        <a:spcAft>
                          <a:spcPts val="0"/>
                        </a:spcAft>
                      </a:pPr>
                      <a:r>
                        <a:rPr lang="en-US" sz="2000">
                          <a:effectLst/>
                        </a:rPr>
                        <a:t>2</a:t>
                      </a:r>
                      <a:endParaRPr lang="en-US" sz="2000">
                        <a:effectLst/>
                        <a:latin typeface="Source Sans Pro" panose="020B0503030403020204" pitchFamily="34" charset="0"/>
                        <a:ea typeface="Source Sans Pro" panose="020B0503030403020204" pitchFamily="34" charset="0"/>
                        <a:cs typeface="Book Antiqua" panose="02040602050305030304" pitchFamily="18" charset="0"/>
                      </a:endParaRPr>
                    </a:p>
                  </a:txBody>
                  <a:tcPr marL="0" marR="0" marT="0" marB="0" anchor="ctr"/>
                </a:tc>
                <a:tc>
                  <a:txBody>
                    <a:bodyPr/>
                    <a:lstStyle/>
                    <a:p>
                      <a:pPr marL="131445" marR="127000" algn="ctr">
                        <a:lnSpc>
                          <a:spcPct val="100000"/>
                        </a:lnSpc>
                        <a:spcBef>
                          <a:spcPts val="0"/>
                        </a:spcBef>
                        <a:spcAft>
                          <a:spcPts val="0"/>
                        </a:spcAft>
                      </a:pPr>
                      <a:r>
                        <a:rPr lang="en-US" sz="2000" dirty="0">
                          <a:effectLst/>
                        </a:rPr>
                        <a:t>$15.75</a:t>
                      </a:r>
                      <a:endParaRPr lang="en-US" sz="2000" dirty="0">
                        <a:effectLst/>
                        <a:latin typeface="Source Sans Pro" panose="020B0503030403020204" pitchFamily="34" charset="0"/>
                        <a:ea typeface="Source Sans Pro" panose="020B0503030403020204" pitchFamily="34" charset="0"/>
                        <a:cs typeface="Book Antiqua" panose="02040602050305030304" pitchFamily="18" charset="0"/>
                      </a:endParaRPr>
                    </a:p>
                  </a:txBody>
                  <a:tcPr marL="0" marR="0" marT="0" marB="0" anchor="ctr"/>
                </a:tc>
                <a:tc>
                  <a:txBody>
                    <a:bodyPr/>
                    <a:lstStyle/>
                    <a:p>
                      <a:pPr marL="414020" marR="443230" algn="ctr">
                        <a:lnSpc>
                          <a:spcPct val="100000"/>
                        </a:lnSpc>
                        <a:spcBef>
                          <a:spcPts val="0"/>
                        </a:spcBef>
                        <a:spcAft>
                          <a:spcPts val="0"/>
                        </a:spcAft>
                      </a:pPr>
                      <a:r>
                        <a:rPr lang="en-US" sz="2000" dirty="0">
                          <a:effectLst/>
                        </a:rPr>
                        <a:t>87</a:t>
                      </a:r>
                      <a:endParaRPr lang="en-US" sz="2000" dirty="0">
                        <a:effectLst/>
                        <a:latin typeface="Source Sans Pro" panose="020B0503030403020204" pitchFamily="34" charset="0"/>
                        <a:ea typeface="Source Sans Pro" panose="020B0503030403020204" pitchFamily="34" charset="0"/>
                        <a:cs typeface="Book Antiqua" panose="02040602050305030304" pitchFamily="18" charset="0"/>
                      </a:endParaRPr>
                    </a:p>
                  </a:txBody>
                  <a:tcPr marL="0" marR="0" marT="0" marB="0" anchor="ctr"/>
                </a:tc>
                <a:tc>
                  <a:txBody>
                    <a:bodyPr/>
                    <a:lstStyle/>
                    <a:p>
                      <a:pPr marL="221615" marR="170815" algn="ctr">
                        <a:lnSpc>
                          <a:spcPct val="100000"/>
                        </a:lnSpc>
                        <a:spcBef>
                          <a:spcPts val="0"/>
                        </a:spcBef>
                        <a:spcAft>
                          <a:spcPts val="0"/>
                        </a:spcAft>
                      </a:pPr>
                      <a:r>
                        <a:rPr lang="en-US" sz="2000">
                          <a:effectLst/>
                        </a:rPr>
                        <a:t>350</a:t>
                      </a:r>
                      <a:endParaRPr lang="en-US" sz="2000">
                        <a:effectLst/>
                        <a:latin typeface="Source Sans Pro" panose="020B0503030403020204" pitchFamily="34" charset="0"/>
                        <a:ea typeface="Source Sans Pro" panose="020B0503030403020204" pitchFamily="34" charset="0"/>
                        <a:cs typeface="Book Antiqua" panose="02040602050305030304" pitchFamily="18" charset="0"/>
                      </a:endParaRPr>
                    </a:p>
                  </a:txBody>
                  <a:tcPr marL="0" marR="0" marT="0" marB="0" anchor="ctr"/>
                </a:tc>
                <a:extLst>
                  <a:ext uri="{0D108BD9-81ED-4DB2-BD59-A6C34878D82A}">
                    <a16:rowId xmlns:a16="http://schemas.microsoft.com/office/drawing/2014/main" val="3457149791"/>
                  </a:ext>
                </a:extLst>
              </a:tr>
              <a:tr h="293581">
                <a:tc>
                  <a:txBody>
                    <a:bodyPr/>
                    <a:lstStyle/>
                    <a:p>
                      <a:pPr marL="0" marR="151130" algn="ctr">
                        <a:lnSpc>
                          <a:spcPct val="100000"/>
                        </a:lnSpc>
                        <a:spcBef>
                          <a:spcPts val="0"/>
                        </a:spcBef>
                        <a:spcAft>
                          <a:spcPts val="0"/>
                        </a:spcAft>
                      </a:pPr>
                      <a:r>
                        <a:rPr lang="en-US" sz="2000" dirty="0">
                          <a:effectLst/>
                        </a:rPr>
                        <a:t>3</a:t>
                      </a:r>
                      <a:endParaRPr lang="en-US" sz="2000" dirty="0">
                        <a:effectLst/>
                        <a:latin typeface="Source Sans Pro" panose="020B0503030403020204" pitchFamily="34" charset="0"/>
                        <a:ea typeface="Source Sans Pro" panose="020B0503030403020204" pitchFamily="34" charset="0"/>
                        <a:cs typeface="Book Antiqua" panose="02040602050305030304" pitchFamily="18" charset="0"/>
                      </a:endParaRPr>
                    </a:p>
                  </a:txBody>
                  <a:tcPr marL="0" marR="0" marT="0" marB="0" anchor="ctr"/>
                </a:tc>
                <a:tc>
                  <a:txBody>
                    <a:bodyPr/>
                    <a:lstStyle/>
                    <a:p>
                      <a:pPr marL="131445" marR="127000" algn="ctr">
                        <a:lnSpc>
                          <a:spcPct val="100000"/>
                        </a:lnSpc>
                        <a:spcBef>
                          <a:spcPts val="0"/>
                        </a:spcBef>
                        <a:spcAft>
                          <a:spcPts val="0"/>
                        </a:spcAft>
                      </a:pPr>
                      <a:r>
                        <a:rPr lang="en-US" sz="2000">
                          <a:effectLst/>
                        </a:rPr>
                        <a:t>$17.75</a:t>
                      </a:r>
                      <a:endParaRPr lang="en-US" sz="2000">
                        <a:effectLst/>
                        <a:latin typeface="Source Sans Pro" panose="020B0503030403020204" pitchFamily="34" charset="0"/>
                        <a:ea typeface="Source Sans Pro" panose="020B0503030403020204" pitchFamily="34" charset="0"/>
                        <a:cs typeface="Book Antiqua" panose="02040602050305030304" pitchFamily="18" charset="0"/>
                      </a:endParaRPr>
                    </a:p>
                  </a:txBody>
                  <a:tcPr marL="0" marR="0" marT="0" marB="0" anchor="ctr"/>
                </a:tc>
                <a:tc>
                  <a:txBody>
                    <a:bodyPr/>
                    <a:lstStyle/>
                    <a:p>
                      <a:pPr marL="414020" marR="499745" algn="ctr">
                        <a:lnSpc>
                          <a:spcPct val="100000"/>
                        </a:lnSpc>
                        <a:spcBef>
                          <a:spcPts val="0"/>
                        </a:spcBef>
                        <a:spcAft>
                          <a:spcPts val="0"/>
                        </a:spcAft>
                      </a:pPr>
                      <a:r>
                        <a:rPr lang="en-US" sz="2000" dirty="0">
                          <a:effectLst/>
                        </a:rPr>
                        <a:t>110</a:t>
                      </a:r>
                      <a:endParaRPr lang="en-US" sz="2000" dirty="0">
                        <a:effectLst/>
                        <a:latin typeface="Source Sans Pro" panose="020B0503030403020204" pitchFamily="34" charset="0"/>
                        <a:ea typeface="Source Sans Pro" panose="020B0503030403020204" pitchFamily="34" charset="0"/>
                        <a:cs typeface="Book Antiqua" panose="02040602050305030304" pitchFamily="18" charset="0"/>
                      </a:endParaRPr>
                    </a:p>
                  </a:txBody>
                  <a:tcPr marL="0" marR="0" marT="0" marB="0" anchor="ctr"/>
                </a:tc>
                <a:tc>
                  <a:txBody>
                    <a:bodyPr/>
                    <a:lstStyle/>
                    <a:p>
                      <a:pPr marL="221615" marR="170815" algn="ctr">
                        <a:lnSpc>
                          <a:spcPct val="100000"/>
                        </a:lnSpc>
                        <a:spcBef>
                          <a:spcPts val="0"/>
                        </a:spcBef>
                        <a:spcAft>
                          <a:spcPts val="0"/>
                        </a:spcAft>
                      </a:pPr>
                      <a:r>
                        <a:rPr lang="en-US" sz="2000" dirty="0">
                          <a:effectLst/>
                        </a:rPr>
                        <a:t>300</a:t>
                      </a:r>
                      <a:endParaRPr lang="en-US" sz="2000" dirty="0">
                        <a:effectLst/>
                        <a:latin typeface="Source Sans Pro" panose="020B0503030403020204" pitchFamily="34" charset="0"/>
                        <a:ea typeface="Source Sans Pro" panose="020B0503030403020204" pitchFamily="34" charset="0"/>
                        <a:cs typeface="Book Antiqua" panose="02040602050305030304" pitchFamily="18" charset="0"/>
                      </a:endParaRPr>
                    </a:p>
                  </a:txBody>
                  <a:tcPr marL="0" marR="0" marT="0" marB="0" anchor="ctr"/>
                </a:tc>
                <a:extLst>
                  <a:ext uri="{0D108BD9-81ED-4DB2-BD59-A6C34878D82A}">
                    <a16:rowId xmlns:a16="http://schemas.microsoft.com/office/drawing/2014/main" val="3728989528"/>
                  </a:ext>
                </a:extLst>
              </a:tr>
            </a:tbl>
          </a:graphicData>
        </a:graphic>
      </p:graphicFrame>
    </p:spTree>
    <p:extLst>
      <p:ext uri="{BB962C8B-B14F-4D97-AF65-F5344CB8AC3E}">
        <p14:creationId xmlns:p14="http://schemas.microsoft.com/office/powerpoint/2010/main" val="3499792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in Python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1" y="1312432"/>
                <a:ext cx="11630521" cy="5019541"/>
              </a:xfrm>
            </p:spPr>
            <p:txBody>
              <a:bodyPr>
                <a:normAutofit/>
              </a:bodyPr>
              <a:lstStyle/>
              <a:p>
                <a:pPr marL="0" indent="0">
                  <a:lnSpc>
                    <a:spcPct val="100000"/>
                  </a:lnSpc>
                  <a:buNone/>
                </a:pPr>
                <a:r>
                  <a:rPr lang="en-US" b="1" u="sng" dirty="0"/>
                  <a:t>A Blending Problem – Riverside Oil Company</a:t>
                </a:r>
                <a:endParaRPr lang="en-US" sz="2400" b="1" u="sng" dirty="0"/>
              </a:p>
              <a:p>
                <a:pPr marL="0" indent="0">
                  <a:lnSpc>
                    <a:spcPct val="100000"/>
                  </a:lnSpc>
                  <a:buNone/>
                </a:pPr>
                <a:r>
                  <a:rPr lang="en-US" sz="2400" b="1" dirty="0"/>
                  <a:t>Problem Formulation</a:t>
                </a:r>
              </a:p>
              <a:p>
                <a:pPr marL="0" indent="0">
                  <a:lnSpc>
                    <a:spcPct val="100000"/>
                  </a:lnSpc>
                  <a:buNone/>
                </a:pPr>
                <a14:m>
                  <m:oMathPara xmlns:m="http://schemas.openxmlformats.org/officeDocument/2006/math">
                    <m:oMathParaPr>
                      <m:jc m:val="left"/>
                    </m:oMathParaPr>
                    <m:oMath xmlns:m="http://schemas.openxmlformats.org/officeDocument/2006/math">
                      <m:r>
                        <a:rPr lang="en-US" sz="1800" b="0" i="1" smtClean="0">
                          <a:latin typeface="Cambria Math" panose="02040503050406030204" pitchFamily="18" charset="0"/>
                        </a:rPr>
                        <m:t>𝑚𝑎𝑥𝑖𝑚𝑖𝑧𝑒</m:t>
                      </m:r>
                      <m:r>
                        <a:rPr lang="en-US" sz="1800" b="0" i="1" smtClean="0">
                          <a:latin typeface="Cambria Math" panose="02040503050406030204" pitchFamily="18" charset="0"/>
                        </a:rPr>
                        <m:t>   21</m:t>
                      </m:r>
                      <m:d>
                        <m:dPr>
                          <m:ctrlPr>
                            <a:rPr lang="en-US" sz="1800" i="1" smtClean="0">
                              <a:latin typeface="Cambria Math" panose="02040503050406030204" pitchFamily="18" charset="0"/>
                            </a:rPr>
                          </m:ctrlPr>
                        </m:dPr>
                        <m:e>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r>
                                <a:rPr lang="en-US" sz="1800" b="0" i="1" smtClean="0">
                                  <a:latin typeface="Cambria Math" panose="02040503050406030204" pitchFamily="18" charset="0"/>
                                </a:rPr>
                                <m:t>𝑅</m:t>
                              </m:r>
                            </m:sub>
                          </m:sSub>
                          <m:r>
                            <a:rPr lang="en-US" sz="1800" b="0" i="1" smtClean="0">
                              <a:latin typeface="Cambria Math" panose="02040503050406030204" pitchFamily="18" charset="0"/>
                            </a:rPr>
                            <m:t>+</m:t>
                          </m:r>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r>
                                <a:rPr lang="en-US" sz="1800" b="0" i="1" smtClean="0">
                                  <a:latin typeface="Cambria Math" panose="02040503050406030204" pitchFamily="18" charset="0"/>
                                </a:rPr>
                                <m:t>𝑅</m:t>
                              </m:r>
                            </m:sub>
                          </m:sSub>
                          <m:r>
                            <a:rPr lang="en-US" sz="1800" b="0" i="1" smtClean="0">
                              <a:latin typeface="Cambria Math" panose="02040503050406030204" pitchFamily="18" charset="0"/>
                            </a:rPr>
                            <m:t>+</m:t>
                          </m:r>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3</m:t>
                              </m:r>
                              <m:r>
                                <a:rPr lang="en-US" sz="1800" b="0" i="1" smtClean="0">
                                  <a:latin typeface="Cambria Math" panose="02040503050406030204" pitchFamily="18" charset="0"/>
                                </a:rPr>
                                <m:t>𝑅</m:t>
                              </m:r>
                            </m:sub>
                          </m:sSub>
                        </m:e>
                      </m:d>
                      <m:r>
                        <a:rPr lang="en-US" sz="1800" b="0" i="1" smtClean="0">
                          <a:latin typeface="Cambria Math" panose="02040503050406030204" pitchFamily="18" charset="0"/>
                        </a:rPr>
                        <m:t>+25</m:t>
                      </m:r>
                      <m:d>
                        <m:dPr>
                          <m:ctrlPr>
                            <a:rPr lang="en-US" sz="1800" i="1" smtClean="0">
                              <a:latin typeface="Cambria Math" panose="02040503050406030204" pitchFamily="18" charset="0"/>
                            </a:rPr>
                          </m:ctrlPr>
                        </m:dPr>
                        <m:e>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r>
                                <a:rPr lang="en-US" sz="1800" b="0" i="1" smtClean="0">
                                  <a:latin typeface="Cambria Math" panose="02040503050406030204" pitchFamily="18" charset="0"/>
                                </a:rPr>
                                <m:t>𝑆</m:t>
                              </m:r>
                            </m:sub>
                          </m:sSub>
                          <m:r>
                            <a:rPr lang="en-US" sz="1800" b="0" i="1" smtClean="0">
                              <a:latin typeface="Cambria Math" panose="02040503050406030204" pitchFamily="18" charset="0"/>
                            </a:rPr>
                            <m:t>+</m:t>
                          </m:r>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r>
                                <a:rPr lang="en-US" sz="1800" b="0" i="1" smtClean="0">
                                  <a:latin typeface="Cambria Math" panose="02040503050406030204" pitchFamily="18" charset="0"/>
                                </a:rPr>
                                <m:t>𝑆</m:t>
                              </m:r>
                            </m:sub>
                          </m:sSub>
                          <m:r>
                            <a:rPr lang="en-US" sz="1800" b="0" i="1" smtClean="0">
                              <a:latin typeface="Cambria Math" panose="02040503050406030204" pitchFamily="18" charset="0"/>
                            </a:rPr>
                            <m:t>+</m:t>
                          </m:r>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3</m:t>
                              </m:r>
                              <m:r>
                                <a:rPr lang="en-US" sz="1800" b="0" i="1" smtClean="0">
                                  <a:latin typeface="Cambria Math" panose="02040503050406030204" pitchFamily="18" charset="0"/>
                                </a:rPr>
                                <m:t>𝑆</m:t>
                              </m:r>
                            </m:sub>
                          </m:sSub>
                        </m:e>
                      </m:d>
                      <m:r>
                        <a:rPr lang="en-US" sz="1800" b="0" i="1" smtClean="0">
                          <a:latin typeface="Cambria Math" panose="02040503050406030204" pitchFamily="18" charset="0"/>
                        </a:rPr>
                        <m:t>−17.25</m:t>
                      </m:r>
                      <m:d>
                        <m:dPr>
                          <m:ctrlPr>
                            <a:rPr lang="en-US" sz="1800" i="1" smtClean="0">
                              <a:latin typeface="Cambria Math" panose="02040503050406030204" pitchFamily="18" charset="0"/>
                            </a:rPr>
                          </m:ctrlPr>
                        </m:dPr>
                        <m:e>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r>
                                <a:rPr lang="en-US" sz="1800" b="0" i="1" smtClean="0">
                                  <a:latin typeface="Cambria Math" panose="02040503050406030204" pitchFamily="18" charset="0"/>
                                </a:rPr>
                                <m:t>𝑅</m:t>
                              </m:r>
                            </m:sub>
                          </m:sSub>
                          <m:r>
                            <a:rPr lang="en-US" sz="1800" b="0" i="1" smtClean="0">
                              <a:latin typeface="Cambria Math" panose="02040503050406030204" pitchFamily="18" charset="0"/>
                            </a:rPr>
                            <m:t>+</m:t>
                          </m:r>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r>
                                <a:rPr lang="en-US" sz="1800" b="0" i="1" smtClean="0">
                                  <a:latin typeface="Cambria Math" panose="02040503050406030204" pitchFamily="18" charset="0"/>
                                </a:rPr>
                                <m:t>𝑆</m:t>
                              </m:r>
                            </m:sub>
                          </m:sSub>
                        </m:e>
                      </m:d>
                      <m:r>
                        <a:rPr lang="en-US" sz="1800" b="0" i="1" smtClean="0">
                          <a:latin typeface="Cambria Math" panose="02040503050406030204" pitchFamily="18" charset="0"/>
                        </a:rPr>
                        <m:t>−15.75</m:t>
                      </m:r>
                      <m:d>
                        <m:dPr>
                          <m:ctrlPr>
                            <a:rPr lang="en-US" sz="1800" i="1" smtClean="0">
                              <a:latin typeface="Cambria Math" panose="02040503050406030204" pitchFamily="18" charset="0"/>
                            </a:rPr>
                          </m:ctrlPr>
                        </m:dPr>
                        <m:e>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r>
                                <a:rPr lang="en-US" sz="1800" b="0" i="1" smtClean="0">
                                  <a:latin typeface="Cambria Math" panose="02040503050406030204" pitchFamily="18" charset="0"/>
                                </a:rPr>
                                <m:t>𝑅</m:t>
                              </m:r>
                            </m:sub>
                          </m:sSub>
                          <m:r>
                            <a:rPr lang="en-US" sz="1800" b="0" i="1" smtClean="0">
                              <a:latin typeface="Cambria Math" panose="02040503050406030204" pitchFamily="18" charset="0"/>
                            </a:rPr>
                            <m:t>+</m:t>
                          </m:r>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r>
                                <a:rPr lang="en-US" sz="1800" b="0" i="1" smtClean="0">
                                  <a:latin typeface="Cambria Math" panose="02040503050406030204" pitchFamily="18" charset="0"/>
                                </a:rPr>
                                <m:t>𝑆</m:t>
                              </m:r>
                            </m:sub>
                          </m:sSub>
                        </m:e>
                      </m:d>
                      <m:r>
                        <a:rPr lang="en-US" sz="1800" b="0" i="1" smtClean="0">
                          <a:latin typeface="Cambria Math" panose="02040503050406030204" pitchFamily="18" charset="0"/>
                        </a:rPr>
                        <m:t>−17.75(</m:t>
                      </m:r>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3</m:t>
                          </m:r>
                          <m:r>
                            <a:rPr lang="en-US" sz="1800" b="0" i="1" smtClean="0">
                              <a:latin typeface="Cambria Math" panose="02040503050406030204" pitchFamily="18" charset="0"/>
                            </a:rPr>
                            <m:t>𝑅</m:t>
                          </m:r>
                        </m:sub>
                      </m:sSub>
                      <m:r>
                        <a:rPr lang="en-US" sz="1800" b="0" i="1" smtClean="0">
                          <a:latin typeface="Cambria Math" panose="02040503050406030204" pitchFamily="18" charset="0"/>
                        </a:rPr>
                        <m:t>+</m:t>
                      </m:r>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3</m:t>
                          </m:r>
                          <m:r>
                            <a:rPr lang="en-US" sz="1800" b="0" i="1" smtClean="0">
                              <a:latin typeface="Cambria Math" panose="02040503050406030204" pitchFamily="18" charset="0"/>
                            </a:rPr>
                            <m:t>𝑆</m:t>
                          </m:r>
                        </m:sub>
                      </m:sSub>
                      <m:r>
                        <a:rPr lang="en-US" sz="1800" b="0" i="1" smtClean="0">
                          <a:latin typeface="Cambria Math" panose="02040503050406030204" pitchFamily="18" charset="0"/>
                        </a:rPr>
                        <m:t>)</m:t>
                      </m:r>
                    </m:oMath>
                  </m:oMathPara>
                </a14:m>
                <a:endParaRPr lang="en-US" sz="1800" dirty="0"/>
              </a:p>
              <a:p>
                <a:pPr marL="0" indent="0">
                  <a:lnSpc>
                    <a:spcPct val="100000"/>
                  </a:lnSpc>
                  <a:buNone/>
                </a:pPr>
                <a:endParaRPr lang="en-US" sz="1800" dirty="0"/>
              </a:p>
              <a:p>
                <a:pPr marL="0" indent="0">
                  <a:buNone/>
                </a:pPr>
                <a14:m>
                  <m:oMathPara xmlns:m="http://schemas.openxmlformats.org/officeDocument/2006/math">
                    <m:oMathParaPr>
                      <m:jc m:val="left"/>
                    </m:oMathParaPr>
                    <m:oMath xmlns:m="http://schemas.openxmlformats.org/officeDocument/2006/math">
                      <m:r>
                        <a:rPr lang="en-US" sz="1800" b="0" i="1" smtClean="0">
                          <a:latin typeface="Cambria Math" panose="02040503050406030204" pitchFamily="18" charset="0"/>
                        </a:rPr>
                        <m:t>𝑠𝑢𝑏𝑗𝑒𝑐𝑡</m:t>
                      </m:r>
                      <m:r>
                        <a:rPr lang="en-US" sz="1800" b="0" i="1" smtClean="0">
                          <a:latin typeface="Cambria Math" panose="02040503050406030204" pitchFamily="18" charset="0"/>
                        </a:rPr>
                        <m:t> </m:t>
                      </m:r>
                      <m:r>
                        <a:rPr lang="en-US" sz="1800" b="0" i="1" smtClean="0">
                          <a:latin typeface="Cambria Math" panose="02040503050406030204" pitchFamily="18" charset="0"/>
                        </a:rPr>
                        <m:t>𝑡𝑜</m:t>
                      </m:r>
                      <m:r>
                        <a:rPr lang="en-US" sz="1800" b="0" i="1" smtClean="0">
                          <a:latin typeface="Cambria Math" panose="02040503050406030204" pitchFamily="18" charset="0"/>
                        </a:rPr>
                        <m:t> </m:t>
                      </m:r>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  </m:t>
                          </m:r>
                          <m:r>
                            <a:rPr lang="en-US" sz="1800" b="0" i="1" smtClean="0">
                              <a:latin typeface="Cambria Math" panose="02040503050406030204" pitchFamily="18" charset="0"/>
                            </a:rPr>
                            <m:t>𝑥</m:t>
                          </m:r>
                        </m:e>
                        <m:sub>
                          <m:r>
                            <a:rPr lang="en-US" sz="1800" b="0" i="1" smtClean="0">
                              <a:latin typeface="Cambria Math" panose="02040503050406030204" pitchFamily="18" charset="0"/>
                            </a:rPr>
                            <m:t>1</m:t>
                          </m:r>
                          <m:r>
                            <a:rPr lang="en-US" sz="1800" b="0" i="1" smtClean="0">
                              <a:latin typeface="Cambria Math" panose="02040503050406030204" pitchFamily="18" charset="0"/>
                            </a:rPr>
                            <m:t>𝑅</m:t>
                          </m:r>
                        </m:sub>
                      </m:sSub>
                      <m:r>
                        <a:rPr lang="en-US" sz="1800" b="0" i="1" smtClean="0">
                          <a:latin typeface="Cambria Math" panose="02040503050406030204" pitchFamily="18" charset="0"/>
                        </a:rPr>
                        <m:t>+</m:t>
                      </m:r>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r>
                            <a:rPr lang="en-US" sz="1800" b="0" i="1" smtClean="0">
                              <a:latin typeface="Cambria Math" panose="02040503050406030204" pitchFamily="18" charset="0"/>
                            </a:rPr>
                            <m:t>𝑆</m:t>
                          </m:r>
                        </m:sub>
                      </m:sSub>
                      <m:r>
                        <a:rPr lang="en-US" sz="1800" b="0" i="1" smtClean="0">
                          <a:latin typeface="Cambria Math" panose="02040503050406030204" pitchFamily="18" charset="0"/>
                        </a:rPr>
                        <m:t>≤150 </m:t>
                      </m:r>
                    </m:oMath>
                  </m:oMathPara>
                </a14:m>
                <a:endParaRPr lang="en-US" sz="1800" b="0" i="1" dirty="0">
                  <a:latin typeface="Cambria Math" panose="02040503050406030204" pitchFamily="18" charset="0"/>
                </a:endParaRPr>
              </a:p>
              <a:p>
                <a:pPr marL="0" indent="0">
                  <a:buNone/>
                </a:pPr>
                <a:r>
                  <a:rPr lang="en-US" sz="1800" b="0" dirty="0"/>
                  <a:t>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r>
                          <a:rPr lang="en-US" sz="1800" b="0" i="1" smtClean="0">
                            <a:latin typeface="Cambria Math" panose="02040503050406030204" pitchFamily="18" charset="0"/>
                          </a:rPr>
                          <m:t>𝑅</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r>
                          <a:rPr lang="en-US" sz="1800" b="0" i="1" smtClean="0">
                            <a:latin typeface="Cambria Math" panose="02040503050406030204" pitchFamily="18" charset="0"/>
                          </a:rPr>
                          <m:t>𝑆</m:t>
                        </m:r>
                      </m:sub>
                    </m:sSub>
                    <m:r>
                      <a:rPr lang="en-US" sz="1800" b="0" i="1" smtClean="0">
                        <a:latin typeface="Cambria Math" panose="02040503050406030204" pitchFamily="18" charset="0"/>
                      </a:rPr>
                      <m:t>≤350</m:t>
                    </m:r>
                  </m:oMath>
                </a14:m>
                <a:endParaRPr lang="en-US" sz="1800" b="0" i="1" dirty="0">
                  <a:latin typeface="Cambria Math" panose="02040503050406030204" pitchFamily="18" charset="0"/>
                </a:endParaRPr>
              </a:p>
              <a:p>
                <a:pPr marL="0" indent="0">
                  <a:buNone/>
                </a:pPr>
                <a:r>
                  <a:rPr lang="en-US" sz="1800" b="0" dirty="0"/>
                  <a:t>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3</m:t>
                        </m:r>
                        <m:r>
                          <a:rPr lang="en-US" sz="1800" b="0" i="1" smtClean="0">
                            <a:latin typeface="Cambria Math" panose="02040503050406030204" pitchFamily="18" charset="0"/>
                          </a:rPr>
                          <m:t>𝑅</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3</m:t>
                        </m:r>
                        <m:r>
                          <a:rPr lang="en-US" sz="1800" b="0" i="1" smtClean="0">
                            <a:latin typeface="Cambria Math" panose="02040503050406030204" pitchFamily="18" charset="0"/>
                          </a:rPr>
                          <m:t>𝑆</m:t>
                        </m:r>
                      </m:sub>
                    </m:sSub>
                    <m:r>
                      <a:rPr lang="en-US" sz="1800" b="0" i="1" smtClean="0">
                        <a:latin typeface="Cambria Math" panose="02040503050406030204" pitchFamily="18" charset="0"/>
                      </a:rPr>
                      <m:t>≤300</m:t>
                    </m:r>
                  </m:oMath>
                </a14:m>
                <a:endParaRPr lang="en-US" sz="1800" b="0" i="1" dirty="0">
                  <a:latin typeface="Cambria Math" panose="02040503050406030204" pitchFamily="18" charset="0"/>
                </a:endParaRPr>
              </a:p>
              <a:p>
                <a:pPr marL="0" indent="0">
                  <a:buNone/>
                </a:pPr>
                <a:r>
                  <a:rPr lang="en-US" sz="1800" b="0" dirty="0"/>
                  <a:t>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r>
                          <a:rPr lang="en-US" sz="1800" b="0" i="1" smtClean="0">
                            <a:latin typeface="Cambria Math" panose="02040503050406030204" pitchFamily="18" charset="0"/>
                          </a:rPr>
                          <m:t>𝑅</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r>
                          <a:rPr lang="en-US" sz="1800" b="0" i="1" smtClean="0">
                            <a:latin typeface="Cambria Math" panose="02040503050406030204" pitchFamily="18" charset="0"/>
                          </a:rPr>
                          <m:t>𝑅</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3</m:t>
                        </m:r>
                        <m:r>
                          <a:rPr lang="en-US" sz="1800" b="0" i="1" smtClean="0">
                            <a:latin typeface="Cambria Math" panose="02040503050406030204" pitchFamily="18" charset="0"/>
                          </a:rPr>
                          <m:t>𝑅</m:t>
                        </m:r>
                      </m:sub>
                    </m:sSub>
                    <m:r>
                      <a:rPr lang="en-US" sz="1800" b="0" i="1" smtClean="0">
                        <a:latin typeface="Cambria Math" panose="02040503050406030204" pitchFamily="18" charset="0"/>
                      </a:rPr>
                      <m:t>≤300</m:t>
                    </m:r>
                  </m:oMath>
                </a14:m>
                <a:endParaRPr lang="en-US" sz="1800" b="0" i="1" dirty="0">
                  <a:latin typeface="Cambria Math" panose="02040503050406030204" pitchFamily="18" charset="0"/>
                </a:endParaRPr>
              </a:p>
              <a:p>
                <a:pPr marL="0" indent="0">
                  <a:buNone/>
                </a:pPr>
                <a:r>
                  <a:rPr lang="en-US" sz="1800" b="0" dirty="0"/>
                  <a:t>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r>
                          <a:rPr lang="en-US" sz="1800" b="0" i="1" smtClean="0">
                            <a:latin typeface="Cambria Math" panose="02040503050406030204" pitchFamily="18" charset="0"/>
                          </a:rPr>
                          <m:t>𝑆</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r>
                          <a:rPr lang="en-US" sz="1800" b="0" i="1" smtClean="0">
                            <a:latin typeface="Cambria Math" panose="02040503050406030204" pitchFamily="18" charset="0"/>
                          </a:rPr>
                          <m:t>𝑆</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3</m:t>
                        </m:r>
                        <m:r>
                          <a:rPr lang="en-US" sz="1800" b="0" i="1" smtClean="0">
                            <a:latin typeface="Cambria Math" panose="02040503050406030204" pitchFamily="18" charset="0"/>
                          </a:rPr>
                          <m:t>𝑆</m:t>
                        </m:r>
                      </m:sub>
                    </m:sSub>
                    <m:r>
                      <a:rPr lang="en-US" sz="1800" b="0" i="1" smtClean="0">
                        <a:latin typeface="Cambria Math" panose="02040503050406030204" pitchFamily="18" charset="0"/>
                      </a:rPr>
                      <m:t>≤450</m:t>
                    </m:r>
                  </m:oMath>
                </a14:m>
                <a:endParaRPr lang="en-US" sz="1800" b="0" i="1" dirty="0">
                  <a:latin typeface="Cambria Math" panose="02040503050406030204" pitchFamily="18" charset="0"/>
                </a:endParaRPr>
              </a:p>
              <a:p>
                <a:pPr marL="0" indent="0">
                  <a:buNone/>
                </a:pPr>
                <a:r>
                  <a:rPr lang="en-US" sz="1800" b="0" dirty="0"/>
                  <a:t>                     </a:t>
                </a:r>
                <a14:m>
                  <m:oMath xmlns:m="http://schemas.openxmlformats.org/officeDocument/2006/math">
                    <m:d>
                      <m:dPr>
                        <m:ctrlPr>
                          <a:rPr lang="en-US" sz="1800" b="0" i="1" smtClean="0">
                            <a:latin typeface="Cambria Math" panose="02040503050406030204" pitchFamily="18" charset="0"/>
                          </a:rPr>
                        </m:ctrlPr>
                      </m:dPr>
                      <m:e>
                        <m:r>
                          <a:rPr lang="en-US" sz="1800" b="0" i="1" smtClean="0">
                            <a:latin typeface="Cambria Math" panose="02040503050406030204" pitchFamily="18" charset="0"/>
                          </a:rPr>
                          <m:t>100 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r>
                              <a:rPr lang="en-US" sz="1800" b="0" i="1" smtClean="0">
                                <a:latin typeface="Cambria Math" panose="02040503050406030204" pitchFamily="18" charset="0"/>
                              </a:rPr>
                              <m:t>𝑅</m:t>
                            </m:r>
                          </m:sub>
                        </m:sSub>
                        <m:r>
                          <a:rPr lang="en-US" sz="1800" b="0" i="1" smtClean="0">
                            <a:latin typeface="Cambria Math" panose="02040503050406030204" pitchFamily="18" charset="0"/>
                          </a:rPr>
                          <m:t>+87 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r>
                              <a:rPr lang="en-US" sz="1800" b="0" i="1" smtClean="0">
                                <a:latin typeface="Cambria Math" panose="02040503050406030204" pitchFamily="18" charset="0"/>
                              </a:rPr>
                              <m:t>𝑅</m:t>
                            </m:r>
                          </m:sub>
                        </m:sSub>
                        <m:r>
                          <a:rPr lang="en-US" sz="1800" b="0" i="1" smtClean="0">
                            <a:latin typeface="Cambria Math" panose="02040503050406030204" pitchFamily="18" charset="0"/>
                          </a:rPr>
                          <m:t>+110 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3</m:t>
                            </m:r>
                            <m:r>
                              <a:rPr lang="en-US" sz="1800" b="0" i="1" smtClean="0">
                                <a:latin typeface="Cambria Math" panose="02040503050406030204" pitchFamily="18" charset="0"/>
                              </a:rPr>
                              <m:t>𝑅</m:t>
                            </m:r>
                          </m:sub>
                        </m:sSub>
                      </m:e>
                    </m:d>
                    <m:r>
                      <a:rPr lang="en-US" sz="1800" b="0" i="1" smtClean="0">
                        <a:latin typeface="Cambria Math" panose="02040503050406030204" pitchFamily="18" charset="0"/>
                      </a:rPr>
                      <m:t>≥90(</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1</m:t>
                        </m:r>
                        <m:r>
                          <a:rPr lang="en-US" sz="1800" i="1">
                            <a:latin typeface="Cambria Math" panose="02040503050406030204" pitchFamily="18" charset="0"/>
                          </a:rPr>
                          <m:t>𝑅</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2</m:t>
                        </m:r>
                        <m:r>
                          <a:rPr lang="en-US" sz="1800" i="1">
                            <a:latin typeface="Cambria Math" panose="02040503050406030204" pitchFamily="18" charset="0"/>
                          </a:rPr>
                          <m:t>𝑅</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3</m:t>
                        </m:r>
                        <m:r>
                          <a:rPr lang="en-US" sz="1800" i="1">
                            <a:latin typeface="Cambria Math" panose="02040503050406030204" pitchFamily="18" charset="0"/>
                          </a:rPr>
                          <m:t>𝑅</m:t>
                        </m:r>
                      </m:sub>
                    </m:sSub>
                    <m:r>
                      <a:rPr lang="en-US" sz="1800" b="0" i="1" smtClean="0">
                        <a:latin typeface="Cambria Math" panose="02040503050406030204" pitchFamily="18" charset="0"/>
                      </a:rPr>
                      <m:t>)</m:t>
                    </m:r>
                  </m:oMath>
                </a14:m>
                <a:endParaRPr lang="en-US" sz="1800" b="0" i="1" dirty="0">
                  <a:latin typeface="Cambria Math" panose="02040503050406030204" pitchFamily="18" charset="0"/>
                </a:endParaRPr>
              </a:p>
              <a:p>
                <a:pPr marL="0" indent="0">
                  <a:buNone/>
                </a:pPr>
                <a:r>
                  <a:rPr lang="en-US" sz="1800" dirty="0"/>
                  <a:t>                     </a:t>
                </a:r>
                <a14:m>
                  <m:oMath xmlns:m="http://schemas.openxmlformats.org/officeDocument/2006/math">
                    <m:d>
                      <m:dPr>
                        <m:ctrlPr>
                          <a:rPr lang="en-US" sz="1800" i="1">
                            <a:latin typeface="Cambria Math" panose="02040503050406030204" pitchFamily="18" charset="0"/>
                          </a:rPr>
                        </m:ctrlPr>
                      </m:dPr>
                      <m:e>
                        <m:r>
                          <a:rPr lang="en-US" sz="1800" i="1">
                            <a:latin typeface="Cambria Math" panose="02040503050406030204" pitchFamily="18" charset="0"/>
                          </a:rPr>
                          <m:t>100 </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1</m:t>
                            </m:r>
                            <m:r>
                              <a:rPr lang="en-US" sz="1800" b="0" i="1" smtClean="0">
                                <a:latin typeface="Cambria Math" panose="02040503050406030204" pitchFamily="18" charset="0"/>
                              </a:rPr>
                              <m:t>𝑆</m:t>
                            </m:r>
                          </m:sub>
                        </m:sSub>
                        <m:r>
                          <a:rPr lang="en-US" sz="1800" i="1">
                            <a:latin typeface="Cambria Math" panose="02040503050406030204" pitchFamily="18" charset="0"/>
                          </a:rPr>
                          <m:t>+87 </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2</m:t>
                            </m:r>
                            <m:r>
                              <a:rPr lang="en-US" sz="1800" b="0" i="1" smtClean="0">
                                <a:latin typeface="Cambria Math" panose="02040503050406030204" pitchFamily="18" charset="0"/>
                              </a:rPr>
                              <m:t>𝑆</m:t>
                            </m:r>
                          </m:sub>
                        </m:sSub>
                        <m:r>
                          <a:rPr lang="en-US" sz="1800" i="1">
                            <a:latin typeface="Cambria Math" panose="02040503050406030204" pitchFamily="18" charset="0"/>
                          </a:rPr>
                          <m:t>+110 </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3</m:t>
                            </m:r>
                            <m:r>
                              <a:rPr lang="en-US" sz="1800" b="0" i="1" smtClean="0">
                                <a:latin typeface="Cambria Math" panose="02040503050406030204" pitchFamily="18" charset="0"/>
                              </a:rPr>
                              <m:t>𝑆</m:t>
                            </m:r>
                          </m:sub>
                        </m:sSub>
                      </m:e>
                    </m:d>
                    <m:r>
                      <a:rPr lang="en-US" sz="1800" i="1">
                        <a:latin typeface="Cambria Math" panose="02040503050406030204" pitchFamily="18" charset="0"/>
                      </a:rPr>
                      <m:t>≥9</m:t>
                    </m:r>
                    <m:r>
                      <a:rPr lang="en-US" sz="1800" b="0" i="1" smtClean="0">
                        <a:latin typeface="Cambria Math" panose="02040503050406030204" pitchFamily="18" charset="0"/>
                      </a:rPr>
                      <m:t>7</m:t>
                    </m:r>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1</m:t>
                        </m:r>
                        <m:r>
                          <a:rPr lang="en-US" sz="1800" i="1">
                            <a:latin typeface="Cambria Math" panose="02040503050406030204" pitchFamily="18" charset="0"/>
                          </a:rPr>
                          <m:t>𝑆</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2</m:t>
                        </m:r>
                        <m:r>
                          <a:rPr lang="en-US" sz="1800" i="1">
                            <a:latin typeface="Cambria Math" panose="02040503050406030204" pitchFamily="18" charset="0"/>
                          </a:rPr>
                          <m:t>𝑆</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3</m:t>
                        </m:r>
                        <m:r>
                          <a:rPr lang="en-US" sz="1800" i="1">
                            <a:latin typeface="Cambria Math" panose="02040503050406030204" pitchFamily="18" charset="0"/>
                          </a:rPr>
                          <m:t>𝑆</m:t>
                        </m:r>
                      </m:sub>
                    </m:sSub>
                    <m:r>
                      <a:rPr lang="en-US" sz="1800" b="0" i="1" smtClean="0">
                        <a:latin typeface="Cambria Math" panose="02040503050406030204" pitchFamily="18" charset="0"/>
                      </a:rPr>
                      <m:t>)</m:t>
                    </m:r>
                  </m:oMath>
                </a14:m>
                <a:endParaRPr lang="en-US" sz="1800" b="0" i="1" dirty="0">
                  <a:latin typeface="Cambria Math" panose="02040503050406030204" pitchFamily="18" charset="0"/>
                </a:endParaRPr>
              </a:p>
              <a:p>
                <a:pPr marL="0" indent="0">
                  <a:buNone/>
                </a:pPr>
                <a:endParaRPr lang="en-US" sz="1800" i="1" dirty="0">
                  <a:latin typeface="Cambria Math" panose="02040503050406030204" pitchFamily="18" charset="0"/>
                </a:endParaRPr>
              </a:p>
              <a:p>
                <a:pPr marL="0" indent="0">
                  <a:lnSpc>
                    <a:spcPct val="100000"/>
                  </a:lnSpc>
                  <a:buNone/>
                </a:pPr>
                <a:endParaRPr lang="en-US" sz="2400"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1" y="1312432"/>
                <a:ext cx="11630521" cy="5019541"/>
              </a:xfrm>
              <a:blipFill>
                <a:blip r:embed="rId2"/>
                <a:stretch>
                  <a:fillRect l="-1048" t="-1092"/>
                </a:stretch>
              </a:blipFill>
            </p:spPr>
            <p:txBody>
              <a:bodyPr/>
              <a:lstStyle/>
              <a:p>
                <a:r>
                  <a:rPr lang="en-US">
                    <a:noFill/>
                  </a:rPr>
                  <a:t> </a:t>
                </a:r>
              </a:p>
            </p:txBody>
          </p:sp>
        </mc:Fallback>
      </mc:AlternateContent>
      <p:sp>
        <p:nvSpPr>
          <p:cNvPr id="4" name="Right Brace 3"/>
          <p:cNvSpPr/>
          <p:nvPr/>
        </p:nvSpPr>
        <p:spPr>
          <a:xfrm>
            <a:off x="3340281" y="2932611"/>
            <a:ext cx="278675" cy="992777"/>
          </a:xfrm>
          <a:prstGeom prst="rightBrace">
            <a:avLst>
              <a:gd name="adj1" fmla="val 85954"/>
              <a:gd name="adj2" fmla="val 50000"/>
            </a:avLst>
          </a:prstGeom>
          <a:ln w="254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Right Brace 4"/>
          <p:cNvSpPr/>
          <p:nvPr/>
        </p:nvSpPr>
        <p:spPr>
          <a:xfrm>
            <a:off x="3840566" y="3989563"/>
            <a:ext cx="229232" cy="710151"/>
          </a:xfrm>
          <a:prstGeom prst="rightBrace">
            <a:avLst>
              <a:gd name="adj1" fmla="val 85954"/>
              <a:gd name="adj2" fmla="val 50000"/>
            </a:avLst>
          </a:prstGeom>
          <a:ln w="254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Right Brace 5"/>
          <p:cNvSpPr/>
          <p:nvPr/>
        </p:nvSpPr>
        <p:spPr>
          <a:xfrm>
            <a:off x="6837475" y="4835415"/>
            <a:ext cx="229232" cy="710151"/>
          </a:xfrm>
          <a:prstGeom prst="rightBrace">
            <a:avLst>
              <a:gd name="adj1" fmla="val 85954"/>
              <a:gd name="adj2" fmla="val 50000"/>
            </a:avLst>
          </a:prstGeom>
          <a:ln w="254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 name="TextBox 6"/>
          <p:cNvSpPr txBox="1"/>
          <p:nvPr/>
        </p:nvSpPr>
        <p:spPr>
          <a:xfrm>
            <a:off x="3618956" y="3244333"/>
            <a:ext cx="3447751" cy="369332"/>
          </a:xfrm>
          <a:prstGeom prst="rect">
            <a:avLst/>
          </a:prstGeom>
          <a:noFill/>
        </p:spPr>
        <p:txBody>
          <a:bodyPr wrap="square" rtlCol="0">
            <a:spAutoFit/>
          </a:bodyPr>
          <a:lstStyle/>
          <a:p>
            <a:r>
              <a:rPr lang="en-US" dirty="0"/>
              <a:t>Supply Constraints</a:t>
            </a:r>
          </a:p>
        </p:txBody>
      </p:sp>
      <p:sp>
        <p:nvSpPr>
          <p:cNvPr id="8" name="TextBox 7"/>
          <p:cNvSpPr txBox="1"/>
          <p:nvPr/>
        </p:nvSpPr>
        <p:spPr>
          <a:xfrm>
            <a:off x="4107612" y="4159972"/>
            <a:ext cx="3447751" cy="369332"/>
          </a:xfrm>
          <a:prstGeom prst="rect">
            <a:avLst/>
          </a:prstGeom>
          <a:noFill/>
        </p:spPr>
        <p:txBody>
          <a:bodyPr wrap="square" rtlCol="0">
            <a:spAutoFit/>
          </a:bodyPr>
          <a:lstStyle/>
          <a:p>
            <a:r>
              <a:rPr lang="en-US" dirty="0"/>
              <a:t>Demand Constraints</a:t>
            </a:r>
          </a:p>
        </p:txBody>
      </p:sp>
      <p:sp>
        <p:nvSpPr>
          <p:cNvPr id="9" name="TextBox 8"/>
          <p:cNvSpPr txBox="1"/>
          <p:nvPr/>
        </p:nvSpPr>
        <p:spPr>
          <a:xfrm>
            <a:off x="7166856" y="5005824"/>
            <a:ext cx="3447751" cy="369332"/>
          </a:xfrm>
          <a:prstGeom prst="rect">
            <a:avLst/>
          </a:prstGeom>
          <a:noFill/>
        </p:spPr>
        <p:txBody>
          <a:bodyPr wrap="square" rtlCol="0">
            <a:spAutoFit/>
          </a:bodyPr>
          <a:lstStyle/>
          <a:p>
            <a:r>
              <a:rPr lang="en-US" dirty="0"/>
              <a:t>Octane Requirement Constraints</a:t>
            </a:r>
          </a:p>
        </p:txBody>
      </p:sp>
    </p:spTree>
    <p:extLst>
      <p:ext uri="{BB962C8B-B14F-4D97-AF65-F5344CB8AC3E}">
        <p14:creationId xmlns:p14="http://schemas.microsoft.com/office/powerpoint/2010/main" val="3146158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p:bldP spid="8"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ounded Rectangle 42"/>
          <p:cNvSpPr/>
          <p:nvPr/>
        </p:nvSpPr>
        <p:spPr>
          <a:xfrm>
            <a:off x="7972385" y="5474249"/>
            <a:ext cx="4090219" cy="785728"/>
          </a:xfrm>
          <a:prstGeom prst="roundRect">
            <a:avLst/>
          </a:prstGeom>
          <a:solidFill>
            <a:schemeClr val="bg2">
              <a:lumMod val="75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2" name="Rounded Rectangle 41"/>
          <p:cNvSpPr/>
          <p:nvPr/>
        </p:nvSpPr>
        <p:spPr>
          <a:xfrm>
            <a:off x="1293967" y="5562739"/>
            <a:ext cx="5515898" cy="707943"/>
          </a:xfrm>
          <a:prstGeom prst="roundRect">
            <a:avLst/>
          </a:prstGeom>
          <a:solidFill>
            <a:schemeClr val="bg2">
              <a:lumMod val="75000"/>
            </a:schemeClr>
          </a:solidFill>
          <a:ln>
            <a:solidFill>
              <a:schemeClr val="bg2">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Rounded Rectangle 37"/>
          <p:cNvSpPr/>
          <p:nvPr/>
        </p:nvSpPr>
        <p:spPr>
          <a:xfrm>
            <a:off x="8257520" y="4570794"/>
            <a:ext cx="2920181" cy="715794"/>
          </a:xfrm>
          <a:prstGeom prst="roundRect">
            <a:avLst/>
          </a:prstGeom>
          <a:solidFill>
            <a:schemeClr val="accent5">
              <a:lumMod val="40000"/>
              <a:lumOff val="6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7" name="Rounded Rectangle 36"/>
          <p:cNvSpPr/>
          <p:nvPr/>
        </p:nvSpPr>
        <p:spPr>
          <a:xfrm>
            <a:off x="1348046" y="4853282"/>
            <a:ext cx="2816942" cy="620967"/>
          </a:xfrm>
          <a:prstGeom prst="roundRect">
            <a:avLst/>
          </a:prstGeom>
          <a:solidFill>
            <a:schemeClr val="accent5">
              <a:lumMod val="40000"/>
              <a:lumOff val="6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3" name="Rounded Rectangle 32"/>
          <p:cNvSpPr/>
          <p:nvPr/>
        </p:nvSpPr>
        <p:spPr>
          <a:xfrm>
            <a:off x="7972385" y="3558071"/>
            <a:ext cx="3205316" cy="795859"/>
          </a:xfrm>
          <a:prstGeom prst="roundRect">
            <a:avLst/>
          </a:prstGeom>
          <a:solidFill>
            <a:schemeClr val="accent6">
              <a:lumMod val="40000"/>
              <a:lumOff val="6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2" name="Rounded Rectangle 31"/>
          <p:cNvSpPr/>
          <p:nvPr/>
        </p:nvSpPr>
        <p:spPr>
          <a:xfrm>
            <a:off x="1424100" y="3708948"/>
            <a:ext cx="1868130" cy="1036280"/>
          </a:xfrm>
          <a:prstGeom prst="roundRect">
            <a:avLst/>
          </a:prstGeom>
          <a:solidFill>
            <a:schemeClr val="accent6">
              <a:lumMod val="40000"/>
              <a:lumOff val="6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Rounded Rectangle 25"/>
          <p:cNvSpPr/>
          <p:nvPr/>
        </p:nvSpPr>
        <p:spPr>
          <a:xfrm>
            <a:off x="10133169" y="2146968"/>
            <a:ext cx="1612490" cy="814945"/>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Rounded Rectangle 24"/>
          <p:cNvSpPr/>
          <p:nvPr/>
        </p:nvSpPr>
        <p:spPr>
          <a:xfrm>
            <a:off x="8134907" y="2146968"/>
            <a:ext cx="1696355" cy="814945"/>
          </a:xfrm>
          <a:prstGeom prst="roundRect">
            <a:avLst/>
          </a:prstGeom>
          <a:solidFill>
            <a:srgbClr val="D77D6B"/>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2" name="Rounded Rectangle 21"/>
          <p:cNvSpPr/>
          <p:nvPr/>
        </p:nvSpPr>
        <p:spPr>
          <a:xfrm>
            <a:off x="3525746" y="3437808"/>
            <a:ext cx="968478" cy="27114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p:cNvSpPr/>
          <p:nvPr/>
        </p:nvSpPr>
        <p:spPr>
          <a:xfrm>
            <a:off x="4009985" y="2216372"/>
            <a:ext cx="1474838" cy="328977"/>
          </a:xfrm>
          <a:prstGeom prst="roundRect">
            <a:avLst/>
          </a:prstGeom>
          <a:solidFill>
            <a:srgbClr val="D77D6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p:cNvSpPr/>
          <p:nvPr/>
        </p:nvSpPr>
        <p:spPr>
          <a:xfrm>
            <a:off x="1325778" y="3036961"/>
            <a:ext cx="5830529" cy="334297"/>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1424100" y="2653504"/>
            <a:ext cx="4414684" cy="294967"/>
          </a:xfrm>
          <a:prstGeom prst="roundRect">
            <a:avLst/>
          </a:prstGeom>
          <a:solidFill>
            <a:srgbClr val="D77D6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a:t>Examples in Python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5605" y="2235459"/>
                <a:ext cx="11630521" cy="4470142"/>
              </a:xfrm>
            </p:spPr>
            <p:txBody>
              <a:bodyPr>
                <a:normAutofit/>
              </a:bodyPr>
              <a:lstStyle/>
              <a:p>
                <a:pPr marL="0" indent="0">
                  <a:lnSpc>
                    <a:spcPct val="100000"/>
                  </a:lnSpc>
                  <a:buNone/>
                </a:pPr>
                <a:r>
                  <a:rPr lang="en-US" sz="2400" b="1" dirty="0"/>
                  <a:t>Problem Formulation</a:t>
                </a:r>
              </a:p>
              <a:p>
                <a:pPr marL="0" indent="0">
                  <a:lnSpc>
                    <a:spcPct val="100000"/>
                  </a:lnSpc>
                  <a:buNone/>
                </a:pPr>
                <a14:m>
                  <m:oMathPara xmlns:m="http://schemas.openxmlformats.org/officeDocument/2006/math">
                    <m:oMathParaPr>
                      <m:jc m:val="left"/>
                    </m:oMathParaPr>
                    <m:oMath xmlns:m="http://schemas.openxmlformats.org/officeDocument/2006/math">
                      <m:r>
                        <a:rPr lang="en-US" sz="1800" b="0" i="1" smtClean="0">
                          <a:latin typeface="Cambria Math" panose="02040503050406030204" pitchFamily="18" charset="0"/>
                        </a:rPr>
                        <m:t>𝑚𝑎𝑥𝑖𝑚𝑖𝑧𝑒</m:t>
                      </m:r>
                      <m:r>
                        <a:rPr lang="en-US" sz="1800" b="0" i="1" smtClean="0">
                          <a:latin typeface="Cambria Math" panose="02040503050406030204" pitchFamily="18" charset="0"/>
                        </a:rPr>
                        <m:t>   21</m:t>
                      </m:r>
                      <m:d>
                        <m:dPr>
                          <m:ctrlPr>
                            <a:rPr lang="en-US" sz="1800" i="1" smtClean="0">
                              <a:latin typeface="Cambria Math" panose="02040503050406030204" pitchFamily="18" charset="0"/>
                            </a:rPr>
                          </m:ctrlPr>
                        </m:dPr>
                        <m:e>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r>
                                <a:rPr lang="en-US" sz="1800" b="0" i="1" smtClean="0">
                                  <a:latin typeface="Cambria Math" panose="02040503050406030204" pitchFamily="18" charset="0"/>
                                </a:rPr>
                                <m:t>𝑅</m:t>
                              </m:r>
                            </m:sub>
                          </m:sSub>
                          <m:r>
                            <a:rPr lang="en-US" sz="1800" b="0" i="1" smtClean="0">
                              <a:latin typeface="Cambria Math" panose="02040503050406030204" pitchFamily="18" charset="0"/>
                            </a:rPr>
                            <m:t>+</m:t>
                          </m:r>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r>
                                <a:rPr lang="en-US" sz="1800" b="0" i="1" smtClean="0">
                                  <a:latin typeface="Cambria Math" panose="02040503050406030204" pitchFamily="18" charset="0"/>
                                </a:rPr>
                                <m:t>𝑅</m:t>
                              </m:r>
                            </m:sub>
                          </m:sSub>
                          <m:r>
                            <a:rPr lang="en-US" sz="1800" b="0" i="1" smtClean="0">
                              <a:latin typeface="Cambria Math" panose="02040503050406030204" pitchFamily="18" charset="0"/>
                            </a:rPr>
                            <m:t>+</m:t>
                          </m:r>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3</m:t>
                              </m:r>
                              <m:r>
                                <a:rPr lang="en-US" sz="1800" b="0" i="1" smtClean="0">
                                  <a:latin typeface="Cambria Math" panose="02040503050406030204" pitchFamily="18" charset="0"/>
                                </a:rPr>
                                <m:t>𝑅</m:t>
                              </m:r>
                            </m:sub>
                          </m:sSub>
                        </m:e>
                      </m:d>
                      <m:r>
                        <a:rPr lang="en-US" sz="1800" b="0" i="1" smtClean="0">
                          <a:latin typeface="Cambria Math" panose="02040503050406030204" pitchFamily="18" charset="0"/>
                        </a:rPr>
                        <m:t>+25</m:t>
                      </m:r>
                      <m:d>
                        <m:dPr>
                          <m:ctrlPr>
                            <a:rPr lang="en-US" sz="1800" i="1" smtClean="0">
                              <a:latin typeface="Cambria Math" panose="02040503050406030204" pitchFamily="18" charset="0"/>
                            </a:rPr>
                          </m:ctrlPr>
                        </m:dPr>
                        <m:e>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r>
                                <a:rPr lang="en-US" sz="1800" b="0" i="1" smtClean="0">
                                  <a:latin typeface="Cambria Math" panose="02040503050406030204" pitchFamily="18" charset="0"/>
                                </a:rPr>
                                <m:t>𝑆</m:t>
                              </m:r>
                            </m:sub>
                          </m:sSub>
                          <m:r>
                            <a:rPr lang="en-US" sz="1800" b="0" i="1" smtClean="0">
                              <a:latin typeface="Cambria Math" panose="02040503050406030204" pitchFamily="18" charset="0"/>
                            </a:rPr>
                            <m:t>+</m:t>
                          </m:r>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r>
                                <a:rPr lang="en-US" sz="1800" b="0" i="1" smtClean="0">
                                  <a:latin typeface="Cambria Math" panose="02040503050406030204" pitchFamily="18" charset="0"/>
                                </a:rPr>
                                <m:t>𝑆</m:t>
                              </m:r>
                            </m:sub>
                          </m:sSub>
                          <m:r>
                            <a:rPr lang="en-US" sz="1800" b="0" i="1" smtClean="0">
                              <a:latin typeface="Cambria Math" panose="02040503050406030204" pitchFamily="18" charset="0"/>
                            </a:rPr>
                            <m:t>+</m:t>
                          </m:r>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3</m:t>
                              </m:r>
                              <m:r>
                                <a:rPr lang="en-US" sz="1800" b="0" i="1" smtClean="0">
                                  <a:latin typeface="Cambria Math" panose="02040503050406030204" pitchFamily="18" charset="0"/>
                                </a:rPr>
                                <m:t>𝑆</m:t>
                              </m:r>
                            </m:sub>
                          </m:sSub>
                        </m:e>
                      </m:d>
                    </m:oMath>
                  </m:oMathPara>
                </a14:m>
                <a:endParaRPr lang="en-US" sz="1800" b="0" i="1" dirty="0">
                  <a:latin typeface="Cambria Math" panose="02040503050406030204" pitchFamily="18" charset="0"/>
                </a:endParaRPr>
              </a:p>
              <a:p>
                <a:pPr marL="0" indent="0">
                  <a:lnSpc>
                    <a:spcPct val="100000"/>
                  </a:lnSpc>
                  <a:buNone/>
                </a:pPr>
                <a:r>
                  <a:rPr lang="en-US" sz="1800" b="0" dirty="0"/>
                  <a:t>                    </a:t>
                </a:r>
                <a14:m>
                  <m:oMath xmlns:m="http://schemas.openxmlformats.org/officeDocument/2006/math">
                    <m:r>
                      <a:rPr lang="en-US" sz="1800" b="0" i="1" smtClean="0">
                        <a:latin typeface="Cambria Math" panose="02040503050406030204" pitchFamily="18" charset="0"/>
                      </a:rPr>
                      <m:t>−17.25</m:t>
                    </m:r>
                    <m:d>
                      <m:dPr>
                        <m:ctrlPr>
                          <a:rPr lang="en-US" sz="1800" i="1" smtClean="0">
                            <a:latin typeface="Cambria Math" panose="02040503050406030204" pitchFamily="18" charset="0"/>
                          </a:rPr>
                        </m:ctrlPr>
                      </m:dPr>
                      <m:e>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r>
                              <a:rPr lang="en-US" sz="1800" b="0" i="1" smtClean="0">
                                <a:latin typeface="Cambria Math" panose="02040503050406030204" pitchFamily="18" charset="0"/>
                              </a:rPr>
                              <m:t>𝑅</m:t>
                            </m:r>
                          </m:sub>
                        </m:sSub>
                        <m:r>
                          <a:rPr lang="en-US" sz="1800" b="0" i="1" smtClean="0">
                            <a:latin typeface="Cambria Math" panose="02040503050406030204" pitchFamily="18" charset="0"/>
                          </a:rPr>
                          <m:t>+</m:t>
                        </m:r>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r>
                              <a:rPr lang="en-US" sz="1800" b="0" i="1" smtClean="0">
                                <a:latin typeface="Cambria Math" panose="02040503050406030204" pitchFamily="18" charset="0"/>
                              </a:rPr>
                              <m:t>𝑆</m:t>
                            </m:r>
                          </m:sub>
                        </m:sSub>
                      </m:e>
                    </m:d>
                    <m:r>
                      <a:rPr lang="en-US" sz="1800" b="0" i="1" smtClean="0">
                        <a:latin typeface="Cambria Math" panose="02040503050406030204" pitchFamily="18" charset="0"/>
                      </a:rPr>
                      <m:t>−15.75</m:t>
                    </m:r>
                    <m:d>
                      <m:dPr>
                        <m:ctrlPr>
                          <a:rPr lang="en-US" sz="1800" i="1" smtClean="0">
                            <a:latin typeface="Cambria Math" panose="02040503050406030204" pitchFamily="18" charset="0"/>
                          </a:rPr>
                        </m:ctrlPr>
                      </m:dPr>
                      <m:e>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r>
                              <a:rPr lang="en-US" sz="1800" b="0" i="1" smtClean="0">
                                <a:latin typeface="Cambria Math" panose="02040503050406030204" pitchFamily="18" charset="0"/>
                              </a:rPr>
                              <m:t>𝑅</m:t>
                            </m:r>
                          </m:sub>
                        </m:sSub>
                        <m:r>
                          <a:rPr lang="en-US" sz="1800" b="0" i="1" smtClean="0">
                            <a:latin typeface="Cambria Math" panose="02040503050406030204" pitchFamily="18" charset="0"/>
                          </a:rPr>
                          <m:t>+</m:t>
                        </m:r>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r>
                              <a:rPr lang="en-US" sz="1800" b="0" i="1" smtClean="0">
                                <a:latin typeface="Cambria Math" panose="02040503050406030204" pitchFamily="18" charset="0"/>
                              </a:rPr>
                              <m:t>𝑆</m:t>
                            </m:r>
                          </m:sub>
                        </m:sSub>
                      </m:e>
                    </m:d>
                    <m:r>
                      <a:rPr lang="en-US" sz="1800" b="0" i="1" smtClean="0">
                        <a:latin typeface="Cambria Math" panose="02040503050406030204" pitchFamily="18" charset="0"/>
                      </a:rPr>
                      <m:t>−17.75(</m:t>
                    </m:r>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3</m:t>
                        </m:r>
                        <m:r>
                          <a:rPr lang="en-US" sz="1800" b="0" i="1" smtClean="0">
                            <a:latin typeface="Cambria Math" panose="02040503050406030204" pitchFamily="18" charset="0"/>
                          </a:rPr>
                          <m:t>𝑅</m:t>
                        </m:r>
                      </m:sub>
                    </m:sSub>
                    <m:r>
                      <a:rPr lang="en-US" sz="1800" b="0" i="1" smtClean="0">
                        <a:latin typeface="Cambria Math" panose="02040503050406030204" pitchFamily="18" charset="0"/>
                      </a:rPr>
                      <m:t>+</m:t>
                    </m:r>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3</m:t>
                        </m:r>
                        <m:r>
                          <a:rPr lang="en-US" sz="1800" b="0" i="1" smtClean="0">
                            <a:latin typeface="Cambria Math" panose="02040503050406030204" pitchFamily="18" charset="0"/>
                          </a:rPr>
                          <m:t>𝑆</m:t>
                        </m:r>
                      </m:sub>
                    </m:sSub>
                    <m:r>
                      <a:rPr lang="en-US" sz="1800" b="0" i="1" smtClean="0">
                        <a:latin typeface="Cambria Math" panose="02040503050406030204" pitchFamily="18" charset="0"/>
                      </a:rPr>
                      <m:t>)</m:t>
                    </m:r>
                  </m:oMath>
                </a14:m>
                <a:endParaRPr lang="en-US" sz="1800" dirty="0"/>
              </a:p>
              <a:p>
                <a:pPr marL="0" indent="0">
                  <a:lnSpc>
                    <a:spcPct val="100000"/>
                  </a:lnSpc>
                  <a:buNone/>
                </a:pPr>
                <a:endParaRPr lang="en-US" sz="1800" dirty="0"/>
              </a:p>
              <a:p>
                <a:pPr marL="0" indent="0">
                  <a:buNone/>
                </a:pPr>
                <a14:m>
                  <m:oMathPara xmlns:m="http://schemas.openxmlformats.org/officeDocument/2006/math">
                    <m:oMathParaPr>
                      <m:jc m:val="left"/>
                    </m:oMathParaPr>
                    <m:oMath xmlns:m="http://schemas.openxmlformats.org/officeDocument/2006/math">
                      <m:r>
                        <a:rPr lang="en-US" sz="1800" b="0" i="1" smtClean="0">
                          <a:latin typeface="Cambria Math" panose="02040503050406030204" pitchFamily="18" charset="0"/>
                        </a:rPr>
                        <m:t>𝑠𝑢𝑏𝑗𝑒𝑐𝑡</m:t>
                      </m:r>
                      <m:r>
                        <a:rPr lang="en-US" sz="1800" b="0" i="1" smtClean="0">
                          <a:latin typeface="Cambria Math" panose="02040503050406030204" pitchFamily="18" charset="0"/>
                        </a:rPr>
                        <m:t> </m:t>
                      </m:r>
                      <m:r>
                        <a:rPr lang="en-US" sz="1800" b="0" i="1" smtClean="0">
                          <a:latin typeface="Cambria Math" panose="02040503050406030204" pitchFamily="18" charset="0"/>
                        </a:rPr>
                        <m:t>𝑡𝑜</m:t>
                      </m:r>
                      <m:r>
                        <a:rPr lang="en-US" sz="1800" b="0" i="1" smtClean="0">
                          <a:latin typeface="Cambria Math" panose="02040503050406030204" pitchFamily="18" charset="0"/>
                        </a:rPr>
                        <m:t> </m:t>
                      </m:r>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  </m:t>
                          </m:r>
                          <m:r>
                            <a:rPr lang="en-US" sz="1800" b="0" i="1" smtClean="0">
                              <a:latin typeface="Cambria Math" panose="02040503050406030204" pitchFamily="18" charset="0"/>
                            </a:rPr>
                            <m:t>𝑥</m:t>
                          </m:r>
                        </m:e>
                        <m:sub>
                          <m:r>
                            <a:rPr lang="en-US" sz="1800" b="0" i="1" smtClean="0">
                              <a:latin typeface="Cambria Math" panose="02040503050406030204" pitchFamily="18" charset="0"/>
                            </a:rPr>
                            <m:t>1</m:t>
                          </m:r>
                          <m:r>
                            <a:rPr lang="en-US" sz="1800" b="0" i="1" smtClean="0">
                              <a:latin typeface="Cambria Math" panose="02040503050406030204" pitchFamily="18" charset="0"/>
                            </a:rPr>
                            <m:t>𝑅</m:t>
                          </m:r>
                        </m:sub>
                      </m:sSub>
                      <m:r>
                        <a:rPr lang="en-US" sz="1800" b="0" i="1" smtClean="0">
                          <a:latin typeface="Cambria Math" panose="02040503050406030204" pitchFamily="18" charset="0"/>
                        </a:rPr>
                        <m:t>+</m:t>
                      </m:r>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r>
                            <a:rPr lang="en-US" sz="1800" b="0" i="1" smtClean="0">
                              <a:latin typeface="Cambria Math" panose="02040503050406030204" pitchFamily="18" charset="0"/>
                            </a:rPr>
                            <m:t>𝑆</m:t>
                          </m:r>
                        </m:sub>
                      </m:sSub>
                      <m:r>
                        <a:rPr lang="en-US" sz="1800" b="0" i="1" smtClean="0">
                          <a:latin typeface="Cambria Math" panose="02040503050406030204" pitchFamily="18" charset="0"/>
                        </a:rPr>
                        <m:t>≤150 </m:t>
                      </m:r>
                    </m:oMath>
                  </m:oMathPara>
                </a14:m>
                <a:endParaRPr lang="en-US" sz="1800" b="0" i="1" dirty="0">
                  <a:latin typeface="Cambria Math" panose="02040503050406030204" pitchFamily="18" charset="0"/>
                </a:endParaRPr>
              </a:p>
              <a:p>
                <a:pPr marL="0" indent="0">
                  <a:buNone/>
                </a:pPr>
                <a:r>
                  <a:rPr lang="en-US" sz="1800" b="0" dirty="0"/>
                  <a:t>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r>
                          <a:rPr lang="en-US" sz="1800" b="0" i="1" smtClean="0">
                            <a:latin typeface="Cambria Math" panose="02040503050406030204" pitchFamily="18" charset="0"/>
                          </a:rPr>
                          <m:t>𝑅</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r>
                          <a:rPr lang="en-US" sz="1800" b="0" i="1" smtClean="0">
                            <a:latin typeface="Cambria Math" panose="02040503050406030204" pitchFamily="18" charset="0"/>
                          </a:rPr>
                          <m:t>𝑆</m:t>
                        </m:r>
                      </m:sub>
                    </m:sSub>
                    <m:r>
                      <a:rPr lang="en-US" sz="1800" b="0" i="1" smtClean="0">
                        <a:latin typeface="Cambria Math" panose="02040503050406030204" pitchFamily="18" charset="0"/>
                      </a:rPr>
                      <m:t>≤350</m:t>
                    </m:r>
                  </m:oMath>
                </a14:m>
                <a:endParaRPr lang="en-US" sz="1800" b="0" i="1" dirty="0">
                  <a:latin typeface="Cambria Math" panose="02040503050406030204" pitchFamily="18" charset="0"/>
                </a:endParaRPr>
              </a:p>
              <a:p>
                <a:pPr marL="0" indent="0">
                  <a:buNone/>
                </a:pPr>
                <a:r>
                  <a:rPr lang="en-US" sz="1800" b="0" dirty="0"/>
                  <a:t>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3</m:t>
                        </m:r>
                        <m:r>
                          <a:rPr lang="en-US" sz="1800" b="0" i="1" smtClean="0">
                            <a:latin typeface="Cambria Math" panose="02040503050406030204" pitchFamily="18" charset="0"/>
                          </a:rPr>
                          <m:t>𝑅</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3</m:t>
                        </m:r>
                        <m:r>
                          <a:rPr lang="en-US" sz="1800" b="0" i="1" smtClean="0">
                            <a:latin typeface="Cambria Math" panose="02040503050406030204" pitchFamily="18" charset="0"/>
                          </a:rPr>
                          <m:t>𝑆</m:t>
                        </m:r>
                      </m:sub>
                    </m:sSub>
                    <m:r>
                      <a:rPr lang="en-US" sz="1800" b="0" i="1" smtClean="0">
                        <a:latin typeface="Cambria Math" panose="02040503050406030204" pitchFamily="18" charset="0"/>
                      </a:rPr>
                      <m:t>≤300</m:t>
                    </m:r>
                  </m:oMath>
                </a14:m>
                <a:endParaRPr lang="en-US" sz="1800" b="0" i="1" dirty="0">
                  <a:latin typeface="Cambria Math" panose="02040503050406030204" pitchFamily="18" charset="0"/>
                </a:endParaRPr>
              </a:p>
              <a:p>
                <a:pPr marL="0" indent="0">
                  <a:buNone/>
                </a:pPr>
                <a:r>
                  <a:rPr lang="en-US" sz="1800" b="0" dirty="0"/>
                  <a:t>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r>
                          <a:rPr lang="en-US" sz="1800" b="0" i="1" smtClean="0">
                            <a:latin typeface="Cambria Math" panose="02040503050406030204" pitchFamily="18" charset="0"/>
                          </a:rPr>
                          <m:t>𝑅</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r>
                          <a:rPr lang="en-US" sz="1800" b="0" i="1" smtClean="0">
                            <a:latin typeface="Cambria Math" panose="02040503050406030204" pitchFamily="18" charset="0"/>
                          </a:rPr>
                          <m:t>𝑅</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3</m:t>
                        </m:r>
                        <m:r>
                          <a:rPr lang="en-US" sz="1800" b="0" i="1" smtClean="0">
                            <a:latin typeface="Cambria Math" panose="02040503050406030204" pitchFamily="18" charset="0"/>
                          </a:rPr>
                          <m:t>𝑅</m:t>
                        </m:r>
                      </m:sub>
                    </m:sSub>
                    <m:r>
                      <a:rPr lang="en-US" sz="1800" b="0" i="1" smtClean="0">
                        <a:latin typeface="Cambria Math" panose="02040503050406030204" pitchFamily="18" charset="0"/>
                      </a:rPr>
                      <m:t>≤300</m:t>
                    </m:r>
                  </m:oMath>
                </a14:m>
                <a:endParaRPr lang="en-US" sz="1800" b="0" i="1" dirty="0">
                  <a:latin typeface="Cambria Math" panose="02040503050406030204" pitchFamily="18" charset="0"/>
                </a:endParaRPr>
              </a:p>
              <a:p>
                <a:pPr marL="0" indent="0">
                  <a:buNone/>
                </a:pPr>
                <a:r>
                  <a:rPr lang="en-US" sz="1800" b="0" dirty="0"/>
                  <a:t>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r>
                          <a:rPr lang="en-US" sz="1800" b="0" i="1" smtClean="0">
                            <a:latin typeface="Cambria Math" panose="02040503050406030204" pitchFamily="18" charset="0"/>
                          </a:rPr>
                          <m:t>𝑆</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r>
                          <a:rPr lang="en-US" sz="1800" b="0" i="1" smtClean="0">
                            <a:latin typeface="Cambria Math" panose="02040503050406030204" pitchFamily="18" charset="0"/>
                          </a:rPr>
                          <m:t>𝑆</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3</m:t>
                        </m:r>
                        <m:r>
                          <a:rPr lang="en-US" sz="1800" b="0" i="1" smtClean="0">
                            <a:latin typeface="Cambria Math" panose="02040503050406030204" pitchFamily="18" charset="0"/>
                          </a:rPr>
                          <m:t>𝑆</m:t>
                        </m:r>
                      </m:sub>
                    </m:sSub>
                    <m:r>
                      <a:rPr lang="en-US" sz="1800" b="0" i="1" smtClean="0">
                        <a:latin typeface="Cambria Math" panose="02040503050406030204" pitchFamily="18" charset="0"/>
                      </a:rPr>
                      <m:t>≤450</m:t>
                    </m:r>
                  </m:oMath>
                </a14:m>
                <a:endParaRPr lang="en-US" sz="1800" b="0" i="1" dirty="0">
                  <a:latin typeface="Cambria Math" panose="02040503050406030204" pitchFamily="18" charset="0"/>
                </a:endParaRPr>
              </a:p>
              <a:p>
                <a:pPr marL="0" indent="0">
                  <a:buNone/>
                </a:pPr>
                <a:r>
                  <a:rPr lang="en-US" sz="1800" b="0" dirty="0"/>
                  <a:t>                     </a:t>
                </a:r>
                <a14:m>
                  <m:oMath xmlns:m="http://schemas.openxmlformats.org/officeDocument/2006/math">
                    <m:d>
                      <m:dPr>
                        <m:ctrlPr>
                          <a:rPr lang="en-US" sz="1800" b="0" i="1" smtClean="0">
                            <a:latin typeface="Cambria Math" panose="02040503050406030204" pitchFamily="18" charset="0"/>
                          </a:rPr>
                        </m:ctrlPr>
                      </m:dPr>
                      <m:e>
                        <m:r>
                          <a:rPr lang="en-US" sz="1800" b="0" i="1" smtClean="0">
                            <a:latin typeface="Cambria Math" panose="02040503050406030204" pitchFamily="18" charset="0"/>
                          </a:rPr>
                          <m:t>100 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1</m:t>
                            </m:r>
                            <m:r>
                              <a:rPr lang="en-US" sz="1800" b="0" i="1" smtClean="0">
                                <a:latin typeface="Cambria Math" panose="02040503050406030204" pitchFamily="18" charset="0"/>
                              </a:rPr>
                              <m:t>𝑅</m:t>
                            </m:r>
                          </m:sub>
                        </m:sSub>
                        <m:r>
                          <a:rPr lang="en-US" sz="1800" b="0" i="1" smtClean="0">
                            <a:latin typeface="Cambria Math" panose="02040503050406030204" pitchFamily="18" charset="0"/>
                          </a:rPr>
                          <m:t>+87 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2</m:t>
                            </m:r>
                            <m:r>
                              <a:rPr lang="en-US" sz="1800" b="0" i="1" smtClean="0">
                                <a:latin typeface="Cambria Math" panose="02040503050406030204" pitchFamily="18" charset="0"/>
                              </a:rPr>
                              <m:t>𝑅</m:t>
                            </m:r>
                          </m:sub>
                        </m:sSub>
                        <m:r>
                          <a:rPr lang="en-US" sz="1800" b="0" i="1" smtClean="0">
                            <a:latin typeface="Cambria Math" panose="02040503050406030204" pitchFamily="18" charset="0"/>
                          </a:rPr>
                          <m:t>+110 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3</m:t>
                            </m:r>
                            <m:r>
                              <a:rPr lang="en-US" sz="1800" b="0" i="1" smtClean="0">
                                <a:latin typeface="Cambria Math" panose="02040503050406030204" pitchFamily="18" charset="0"/>
                              </a:rPr>
                              <m:t>𝑅</m:t>
                            </m:r>
                          </m:sub>
                        </m:sSub>
                      </m:e>
                    </m:d>
                    <m:r>
                      <a:rPr lang="en-US" sz="1800" b="0" i="1" smtClean="0">
                        <a:latin typeface="Cambria Math" panose="02040503050406030204" pitchFamily="18" charset="0"/>
                      </a:rPr>
                      <m:t>≥90(</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1</m:t>
                        </m:r>
                        <m:r>
                          <a:rPr lang="en-US" sz="1800" i="1">
                            <a:latin typeface="Cambria Math" panose="02040503050406030204" pitchFamily="18" charset="0"/>
                          </a:rPr>
                          <m:t>𝑅</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2</m:t>
                        </m:r>
                        <m:r>
                          <a:rPr lang="en-US" sz="1800" i="1">
                            <a:latin typeface="Cambria Math" panose="02040503050406030204" pitchFamily="18" charset="0"/>
                          </a:rPr>
                          <m:t>𝑅</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3</m:t>
                        </m:r>
                        <m:r>
                          <a:rPr lang="en-US" sz="1800" i="1">
                            <a:latin typeface="Cambria Math" panose="02040503050406030204" pitchFamily="18" charset="0"/>
                          </a:rPr>
                          <m:t>𝑅</m:t>
                        </m:r>
                      </m:sub>
                    </m:sSub>
                    <m:r>
                      <a:rPr lang="en-US" sz="1800" b="0" i="1" smtClean="0">
                        <a:latin typeface="Cambria Math" panose="02040503050406030204" pitchFamily="18" charset="0"/>
                      </a:rPr>
                      <m:t>)</m:t>
                    </m:r>
                  </m:oMath>
                </a14:m>
                <a:endParaRPr lang="en-US" sz="1800" b="0" i="1" dirty="0">
                  <a:latin typeface="Cambria Math" panose="02040503050406030204" pitchFamily="18" charset="0"/>
                </a:endParaRPr>
              </a:p>
              <a:p>
                <a:pPr marL="0" indent="0">
                  <a:buNone/>
                </a:pPr>
                <a:r>
                  <a:rPr lang="en-US" sz="1800" dirty="0"/>
                  <a:t>                     </a:t>
                </a:r>
                <a14:m>
                  <m:oMath xmlns:m="http://schemas.openxmlformats.org/officeDocument/2006/math">
                    <m:d>
                      <m:dPr>
                        <m:ctrlPr>
                          <a:rPr lang="en-US" sz="1800" i="1">
                            <a:latin typeface="Cambria Math" panose="02040503050406030204" pitchFamily="18" charset="0"/>
                          </a:rPr>
                        </m:ctrlPr>
                      </m:dPr>
                      <m:e>
                        <m:r>
                          <a:rPr lang="en-US" sz="1800" i="1">
                            <a:latin typeface="Cambria Math" panose="02040503050406030204" pitchFamily="18" charset="0"/>
                          </a:rPr>
                          <m:t>100 </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1</m:t>
                            </m:r>
                            <m:r>
                              <a:rPr lang="en-US" sz="1800" b="0" i="1" smtClean="0">
                                <a:latin typeface="Cambria Math" panose="02040503050406030204" pitchFamily="18" charset="0"/>
                              </a:rPr>
                              <m:t>𝑆</m:t>
                            </m:r>
                          </m:sub>
                        </m:sSub>
                        <m:r>
                          <a:rPr lang="en-US" sz="1800" i="1">
                            <a:latin typeface="Cambria Math" panose="02040503050406030204" pitchFamily="18" charset="0"/>
                          </a:rPr>
                          <m:t>+87 </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2</m:t>
                            </m:r>
                            <m:r>
                              <a:rPr lang="en-US" sz="1800" b="0" i="1" smtClean="0">
                                <a:latin typeface="Cambria Math" panose="02040503050406030204" pitchFamily="18" charset="0"/>
                              </a:rPr>
                              <m:t>𝑆</m:t>
                            </m:r>
                          </m:sub>
                        </m:sSub>
                        <m:r>
                          <a:rPr lang="en-US" sz="1800" i="1">
                            <a:latin typeface="Cambria Math" panose="02040503050406030204" pitchFamily="18" charset="0"/>
                          </a:rPr>
                          <m:t>+110 </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3</m:t>
                            </m:r>
                            <m:r>
                              <a:rPr lang="en-US" sz="1800" b="0" i="1" smtClean="0">
                                <a:latin typeface="Cambria Math" panose="02040503050406030204" pitchFamily="18" charset="0"/>
                              </a:rPr>
                              <m:t>𝑆</m:t>
                            </m:r>
                          </m:sub>
                        </m:sSub>
                      </m:e>
                    </m:d>
                    <m:r>
                      <a:rPr lang="en-US" sz="1800" i="1">
                        <a:latin typeface="Cambria Math" panose="02040503050406030204" pitchFamily="18" charset="0"/>
                      </a:rPr>
                      <m:t>≥9</m:t>
                    </m:r>
                    <m:r>
                      <a:rPr lang="en-US" sz="1800" b="0" i="1" smtClean="0">
                        <a:latin typeface="Cambria Math" panose="02040503050406030204" pitchFamily="18" charset="0"/>
                      </a:rPr>
                      <m:t>7</m:t>
                    </m:r>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1</m:t>
                        </m:r>
                        <m:r>
                          <a:rPr lang="en-US" sz="1800" i="1">
                            <a:latin typeface="Cambria Math" panose="02040503050406030204" pitchFamily="18" charset="0"/>
                          </a:rPr>
                          <m:t>𝑆</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2</m:t>
                        </m:r>
                        <m:r>
                          <a:rPr lang="en-US" sz="1800" i="1">
                            <a:latin typeface="Cambria Math" panose="02040503050406030204" pitchFamily="18" charset="0"/>
                          </a:rPr>
                          <m:t>𝑆</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3</m:t>
                        </m:r>
                        <m:r>
                          <a:rPr lang="en-US" sz="1800" i="1">
                            <a:latin typeface="Cambria Math" panose="02040503050406030204" pitchFamily="18" charset="0"/>
                          </a:rPr>
                          <m:t>𝑆</m:t>
                        </m:r>
                      </m:sub>
                    </m:sSub>
                    <m:r>
                      <a:rPr lang="en-US" sz="1800" b="0" i="1" smtClean="0">
                        <a:latin typeface="Cambria Math" panose="02040503050406030204" pitchFamily="18" charset="0"/>
                      </a:rPr>
                      <m:t>)</m:t>
                    </m:r>
                  </m:oMath>
                </a14:m>
                <a:endParaRPr lang="en-US" sz="1800" b="0" i="1" dirty="0">
                  <a:latin typeface="Cambria Math" panose="02040503050406030204" pitchFamily="18" charset="0"/>
                </a:endParaRPr>
              </a:p>
              <a:p>
                <a:pPr marL="0" indent="0">
                  <a:buNone/>
                </a:pPr>
                <a:endParaRPr lang="en-US" sz="1800" i="1" dirty="0">
                  <a:latin typeface="Cambria Math" panose="02040503050406030204" pitchFamily="18" charset="0"/>
                </a:endParaRPr>
              </a:p>
              <a:p>
                <a:pPr marL="0" indent="0">
                  <a:lnSpc>
                    <a:spcPct val="100000"/>
                  </a:lnSpc>
                  <a:buNone/>
                </a:pPr>
                <a:endParaRPr lang="en-US" sz="2400"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5605" y="2235459"/>
                <a:ext cx="11630521" cy="4470142"/>
              </a:xfrm>
              <a:blipFill>
                <a:blip r:embed="rId2"/>
                <a:stretch>
                  <a:fillRect l="-786" t="-1091"/>
                </a:stretch>
              </a:blipFill>
            </p:spPr>
            <p:txBody>
              <a:bodyPr/>
              <a:lstStyle/>
              <a:p>
                <a:r>
                  <a:rPr lang="en-US">
                    <a:noFill/>
                  </a:rPr>
                  <a:t> </a:t>
                </a:r>
              </a:p>
            </p:txBody>
          </p:sp>
        </mc:Fallback>
      </mc:AlternateContent>
      <p:cxnSp>
        <p:nvCxnSpPr>
          <p:cNvPr id="16" name="Straight Arrow Connector 15"/>
          <p:cNvCxnSpPr/>
          <p:nvPr/>
        </p:nvCxnSpPr>
        <p:spPr>
          <a:xfrm flipV="1">
            <a:off x="3715017" y="2437194"/>
            <a:ext cx="294968" cy="216310"/>
          </a:xfrm>
          <a:prstGeom prst="straightConnector1">
            <a:avLst/>
          </a:prstGeom>
          <a:ln w="25400">
            <a:solidFill>
              <a:srgbClr val="D77D6B"/>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3066088" y="3371258"/>
            <a:ext cx="452284" cy="186813"/>
          </a:xfrm>
          <a:prstGeom prst="straightConnector1">
            <a:avLst/>
          </a:prstGeom>
          <a:ln w="25400">
            <a:solidFill>
              <a:schemeClr val="accent4">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4009985" y="2216372"/>
            <a:ext cx="2212258" cy="369332"/>
          </a:xfrm>
          <a:prstGeom prst="rect">
            <a:avLst/>
          </a:prstGeom>
          <a:noFill/>
        </p:spPr>
        <p:txBody>
          <a:bodyPr wrap="square" rtlCol="0">
            <a:spAutoFit/>
          </a:bodyPr>
          <a:lstStyle/>
          <a:p>
            <a:r>
              <a:rPr lang="en-US" dirty="0"/>
              <a:t>Total Revenue</a:t>
            </a:r>
          </a:p>
        </p:txBody>
      </p:sp>
      <p:sp>
        <p:nvSpPr>
          <p:cNvPr id="21" name="TextBox 20"/>
          <p:cNvSpPr txBox="1"/>
          <p:nvPr/>
        </p:nvSpPr>
        <p:spPr>
          <a:xfrm>
            <a:off x="3469210" y="3404643"/>
            <a:ext cx="1868129" cy="369332"/>
          </a:xfrm>
          <a:prstGeom prst="rect">
            <a:avLst/>
          </a:prstGeom>
          <a:noFill/>
        </p:spPr>
        <p:txBody>
          <a:bodyPr wrap="square" rtlCol="0">
            <a:spAutoFit/>
          </a:bodyPr>
          <a:lstStyle/>
          <a:p>
            <a:r>
              <a:rPr lang="en-US" dirty="0"/>
              <a:t>Total Cost</a:t>
            </a:r>
          </a:p>
        </p:txBody>
      </p:sp>
      <mc:AlternateContent xmlns:mc="http://schemas.openxmlformats.org/markup-compatibility/2006" xmlns:a14="http://schemas.microsoft.com/office/drawing/2010/main">
        <mc:Choice Requires="a14">
          <p:sp>
            <p:nvSpPr>
              <p:cNvPr id="23" name="TextBox 22"/>
              <p:cNvSpPr txBox="1"/>
              <p:nvPr/>
            </p:nvSpPr>
            <p:spPr>
              <a:xfrm>
                <a:off x="7613798" y="2146968"/>
                <a:ext cx="3942735" cy="79585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max</m:t>
                          </m:r>
                        </m:fName>
                        <m:e>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rPr>
                                <m:t>, </m:t>
                              </m:r>
                              <m:r>
                                <a:rPr lang="en-US" b="0" i="1" smtClean="0">
                                  <a:latin typeface="Cambria Math" panose="02040503050406030204" pitchFamily="18" charset="0"/>
                                </a:rPr>
                                <m:t>𝑆</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𝑗</m:t>
                                  </m:r>
                                  <m:r>
                                    <a:rPr lang="en-US" b="0" i="1" smtClean="0">
                                      <a:latin typeface="Cambria Math" panose="02040503050406030204" pitchFamily="18" charset="0"/>
                                    </a:rPr>
                                    <m:t> </m:t>
                                  </m:r>
                                </m:sub>
                              </m:sSub>
                              <m:r>
                                <a:rPr lang="en-US" b="0" i="1" smtClean="0">
                                  <a:latin typeface="Cambria Math" panose="02040503050406030204" pitchFamily="18" charset="0"/>
                                </a:rPr>
                                <m:t> </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𝑖</m:t>
                                  </m:r>
                                  <m:r>
                                    <a:rPr lang="en-US" b="0" i="1" smtClean="0">
                                      <a:latin typeface="Cambria Math" panose="02040503050406030204" pitchFamily="18" charset="0"/>
                                    </a:rPr>
                                    <m:t>=1, 2, 3</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𝑖𝑗</m:t>
                                      </m:r>
                                    </m:sub>
                                  </m:sSub>
                                </m:e>
                              </m:nary>
                            </m:e>
                          </m:nary>
                          <m:r>
                            <a:rPr lang="en-US" b="0" i="1" smtClean="0">
                              <a:latin typeface="Cambria Math" panose="02040503050406030204" pitchFamily="18" charset="0"/>
                            </a:rPr>
                            <m:t>− </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𝑖</m:t>
                              </m:r>
                              <m:r>
                                <a:rPr lang="en-US" b="0" i="1" smtClean="0">
                                  <a:latin typeface="Cambria Math" panose="02040503050406030204" pitchFamily="18" charset="0"/>
                                </a:rPr>
                                <m:t>=1, 2, 3</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rPr>
                                    <m:t>, </m:t>
                                  </m:r>
                                  <m:r>
                                    <a:rPr lang="en-US" b="0" i="1" smtClean="0">
                                      <a:latin typeface="Cambria Math" panose="02040503050406030204" pitchFamily="18" charset="0"/>
                                    </a:rPr>
                                    <m:t>𝑆</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𝑖𝑗</m:t>
                                      </m:r>
                                    </m:sub>
                                  </m:sSub>
                                </m:e>
                              </m:nary>
                            </m:e>
                          </m:nary>
                        </m:e>
                      </m:func>
                    </m:oMath>
                  </m:oMathPara>
                </a14:m>
                <a:endParaRPr lang="en-US" dirty="0"/>
              </a:p>
            </p:txBody>
          </p:sp>
        </mc:Choice>
        <mc:Fallback xmlns="">
          <p:sp>
            <p:nvSpPr>
              <p:cNvPr id="23" name="TextBox 22"/>
              <p:cNvSpPr txBox="1">
                <a:spLocks noRot="1" noChangeAspect="1" noMove="1" noResize="1" noEditPoints="1" noAdjustHandles="1" noChangeArrowheads="1" noChangeShapeType="1" noTextEdit="1"/>
              </p:cNvSpPr>
              <p:nvPr/>
            </p:nvSpPr>
            <p:spPr>
              <a:xfrm>
                <a:off x="7613798" y="2146968"/>
                <a:ext cx="3942735" cy="795859"/>
              </a:xfrm>
              <a:prstGeom prst="rect">
                <a:avLst/>
              </a:prstGeom>
              <a:blipFill>
                <a:blip r:embed="rId3"/>
                <a:stretch>
                  <a:fillRect r="-3709"/>
                </a:stretch>
              </a:blipFill>
            </p:spPr>
            <p:txBody>
              <a:bodyPr/>
              <a:lstStyle/>
              <a:p>
                <a:r>
                  <a:rPr lang="en-US">
                    <a:noFill/>
                  </a:rPr>
                  <a:t> </a:t>
                </a:r>
              </a:p>
            </p:txBody>
          </p:sp>
        </mc:Fallback>
      </mc:AlternateContent>
      <p:cxnSp>
        <p:nvCxnSpPr>
          <p:cNvPr id="28" name="Straight Arrow Connector 27"/>
          <p:cNvCxnSpPr/>
          <p:nvPr/>
        </p:nvCxnSpPr>
        <p:spPr>
          <a:xfrm flipV="1">
            <a:off x="4494224" y="3036961"/>
            <a:ext cx="6683477" cy="552348"/>
          </a:xfrm>
          <a:prstGeom prst="straightConnector1">
            <a:avLst/>
          </a:prstGeom>
          <a:ln w="25400">
            <a:solidFill>
              <a:schemeClr val="accent4">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5484823" y="2380860"/>
            <a:ext cx="2650084" cy="0"/>
          </a:xfrm>
          <a:prstGeom prst="straightConnector1">
            <a:avLst/>
          </a:prstGeom>
          <a:ln w="25400">
            <a:solidFill>
              <a:srgbClr val="D77D6B"/>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p:cNvSpPr txBox="1"/>
              <p:nvPr/>
            </p:nvSpPr>
            <p:spPr>
              <a:xfrm>
                <a:off x="7854687" y="3558071"/>
                <a:ext cx="3460955" cy="79585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rPr>
                            <m:t>, </m:t>
                          </m:r>
                          <m:r>
                            <a:rPr lang="en-US" b="0" i="1" smtClean="0">
                              <a:latin typeface="Cambria Math" panose="02040503050406030204" pitchFamily="18" charset="0"/>
                            </a:rPr>
                            <m:t>𝑆</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𝑖</m:t>
                              </m:r>
                            </m:sub>
                          </m:sSub>
                        </m:e>
                      </m:nary>
                      <m:r>
                        <a:rPr lang="en-US" b="0" i="1" smtClean="0">
                          <a:latin typeface="Cambria Math" panose="02040503050406030204" pitchFamily="18" charset="0"/>
                        </a:rPr>
                        <m:t> </m:t>
                      </m:r>
                      <m:r>
                        <a:rPr lang="en-US" b="0" i="1" smtClean="0">
                          <a:latin typeface="Cambria Math" panose="02040503050406030204" pitchFamily="18" charset="0"/>
                        </a:rPr>
                        <m:t>𝑓𝑜𝑟</m:t>
                      </m:r>
                      <m:r>
                        <a:rPr lang="en-US" b="0" i="1" smtClean="0">
                          <a:latin typeface="Cambria Math" panose="02040503050406030204" pitchFamily="18" charset="0"/>
                        </a:rPr>
                        <m:t> </m:t>
                      </m:r>
                      <m:r>
                        <a:rPr lang="en-US" b="0" i="1" smtClean="0">
                          <a:latin typeface="Cambria Math" panose="02040503050406030204" pitchFamily="18" charset="0"/>
                        </a:rPr>
                        <m:t>𝑖</m:t>
                      </m:r>
                      <m:r>
                        <a:rPr lang="en-US" b="0" i="1" smtClean="0">
                          <a:latin typeface="Cambria Math" panose="02040503050406030204" pitchFamily="18" charset="0"/>
                        </a:rPr>
                        <m:t>=1, 2, 3</m:t>
                      </m:r>
                    </m:oMath>
                  </m:oMathPara>
                </a14:m>
                <a:endParaRPr lang="en-US" dirty="0"/>
              </a:p>
            </p:txBody>
          </p:sp>
        </mc:Choice>
        <mc:Fallback xmlns="">
          <p:sp>
            <p:nvSpPr>
              <p:cNvPr id="31" name="TextBox 30"/>
              <p:cNvSpPr txBox="1">
                <a:spLocks noRot="1" noChangeAspect="1" noMove="1" noResize="1" noEditPoints="1" noAdjustHandles="1" noChangeArrowheads="1" noChangeShapeType="1" noTextEdit="1"/>
              </p:cNvSpPr>
              <p:nvPr/>
            </p:nvSpPr>
            <p:spPr>
              <a:xfrm>
                <a:off x="7854687" y="3558071"/>
                <a:ext cx="3460955" cy="795859"/>
              </a:xfrm>
              <a:prstGeom prst="rect">
                <a:avLst/>
              </a:prstGeom>
              <a:blipFill>
                <a:blip r:embed="rId4"/>
                <a:stretch>
                  <a:fillRect/>
                </a:stretch>
              </a:blipFill>
            </p:spPr>
            <p:txBody>
              <a:bodyPr/>
              <a:lstStyle/>
              <a:p>
                <a:r>
                  <a:rPr lang="en-US">
                    <a:noFill/>
                  </a:rPr>
                  <a:t> </a:t>
                </a:r>
              </a:p>
            </p:txBody>
          </p:sp>
        </mc:Fallback>
      </mc:AlternateContent>
      <p:cxnSp>
        <p:nvCxnSpPr>
          <p:cNvPr id="35" name="Straight Arrow Connector 34"/>
          <p:cNvCxnSpPr/>
          <p:nvPr/>
        </p:nvCxnSpPr>
        <p:spPr>
          <a:xfrm flipV="1">
            <a:off x="3313124" y="3956000"/>
            <a:ext cx="4659261" cy="271088"/>
          </a:xfrm>
          <a:prstGeom prst="straightConnector1">
            <a:avLst/>
          </a:prstGeom>
          <a:ln w="25400">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p:cNvSpPr txBox="1"/>
              <p:nvPr/>
            </p:nvSpPr>
            <p:spPr>
              <a:xfrm>
                <a:off x="7854687" y="4500860"/>
                <a:ext cx="3598317" cy="7857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𝑖</m:t>
                          </m:r>
                          <m:r>
                            <a:rPr lang="en-US" b="0" i="1" smtClean="0">
                              <a:latin typeface="Cambria Math" panose="02040503050406030204" pitchFamily="18" charset="0"/>
                            </a:rPr>
                            <m:t>=1, 2, 3</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𝑗</m:t>
                              </m:r>
                            </m:sub>
                          </m:sSub>
                        </m:e>
                      </m:nary>
                      <m:r>
                        <a:rPr lang="en-US" b="0" i="1" smtClean="0">
                          <a:latin typeface="Cambria Math" panose="02040503050406030204" pitchFamily="18" charset="0"/>
                        </a:rPr>
                        <m:t> </m:t>
                      </m:r>
                      <m:r>
                        <a:rPr lang="en-US" b="0" i="1" smtClean="0">
                          <a:latin typeface="Cambria Math" panose="02040503050406030204" pitchFamily="18" charset="0"/>
                        </a:rPr>
                        <m:t>𝑓𝑜𝑟</m:t>
                      </m:r>
                      <m:r>
                        <a:rPr lang="en-US" b="0" i="1" smtClean="0">
                          <a:latin typeface="Cambria Math" panose="02040503050406030204" pitchFamily="18" charset="0"/>
                        </a:rPr>
                        <m:t> </m:t>
                      </m:r>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rPr>
                        <m:t>, </m:t>
                      </m:r>
                      <m:r>
                        <a:rPr lang="en-US" b="0" i="1" smtClean="0">
                          <a:latin typeface="Cambria Math" panose="02040503050406030204" pitchFamily="18" charset="0"/>
                        </a:rPr>
                        <m:t>𝑆</m:t>
                      </m:r>
                    </m:oMath>
                  </m:oMathPara>
                </a14:m>
                <a:endParaRPr lang="en-US" dirty="0"/>
              </a:p>
            </p:txBody>
          </p:sp>
        </mc:Choice>
        <mc:Fallback xmlns="">
          <p:sp>
            <p:nvSpPr>
              <p:cNvPr id="36" name="TextBox 35"/>
              <p:cNvSpPr txBox="1">
                <a:spLocks noRot="1" noChangeAspect="1" noMove="1" noResize="1" noEditPoints="1" noAdjustHandles="1" noChangeArrowheads="1" noChangeShapeType="1" noTextEdit="1"/>
              </p:cNvSpPr>
              <p:nvPr/>
            </p:nvSpPr>
            <p:spPr>
              <a:xfrm>
                <a:off x="7854687" y="4500860"/>
                <a:ext cx="3598317" cy="785728"/>
              </a:xfrm>
              <a:prstGeom prst="rect">
                <a:avLst/>
              </a:prstGeom>
              <a:blipFill>
                <a:blip r:embed="rId5"/>
                <a:stretch>
                  <a:fillRect/>
                </a:stretch>
              </a:blipFill>
            </p:spPr>
            <p:txBody>
              <a:bodyPr/>
              <a:lstStyle/>
              <a:p>
                <a:r>
                  <a:rPr lang="en-US">
                    <a:noFill/>
                  </a:rPr>
                  <a:t> </a:t>
                </a:r>
              </a:p>
            </p:txBody>
          </p:sp>
        </mc:Fallback>
      </mc:AlternateContent>
      <p:cxnSp>
        <p:nvCxnSpPr>
          <p:cNvPr id="40" name="Straight Arrow Connector 39"/>
          <p:cNvCxnSpPr/>
          <p:nvPr/>
        </p:nvCxnSpPr>
        <p:spPr>
          <a:xfrm flipV="1">
            <a:off x="4172217" y="4950088"/>
            <a:ext cx="4095135" cy="213677"/>
          </a:xfrm>
          <a:prstGeom prst="straightConnector1">
            <a:avLst/>
          </a:prstGeom>
          <a:ln w="25400">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TextBox 40"/>
              <p:cNvSpPr txBox="1"/>
              <p:nvPr/>
            </p:nvSpPr>
            <p:spPr>
              <a:xfrm>
                <a:off x="7874062" y="5474249"/>
                <a:ext cx="4188542" cy="7857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𝑖</m:t>
                          </m:r>
                          <m:r>
                            <a:rPr lang="en-US" b="0" i="1" smtClean="0">
                              <a:latin typeface="Cambria Math" panose="02040503050406030204" pitchFamily="18" charset="0"/>
                            </a:rPr>
                            <m:t>=1, 2, 3</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𝑖𝑗</m:t>
                              </m:r>
                            </m:sub>
                          </m:sSub>
                          <m:r>
                            <a:rPr lang="en-US" b="0" i="1" smtClean="0">
                              <a:latin typeface="Cambria Math" panose="02040503050406030204" pitchFamily="18" charset="0"/>
                            </a:rPr>
                            <m:t>)</m:t>
                          </m:r>
                        </m:e>
                      </m:nary>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𝑗</m:t>
                          </m:r>
                        </m:sub>
                      </m:sSub>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𝑖</m:t>
                          </m:r>
                          <m:r>
                            <a:rPr lang="en-US" b="0" i="1" smtClean="0">
                              <a:latin typeface="Cambria Math" panose="02040503050406030204" pitchFamily="18" charset="0"/>
                            </a:rPr>
                            <m:t>=1, 2, 3</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𝑖𝑗</m:t>
                              </m:r>
                            </m:sub>
                          </m:sSub>
                        </m:e>
                      </m:nary>
                      <m:r>
                        <a:rPr lang="en-US" b="0" i="1" smtClean="0">
                          <a:latin typeface="Cambria Math" panose="02040503050406030204" pitchFamily="18" charset="0"/>
                        </a:rPr>
                        <m:t> </m:t>
                      </m:r>
                      <m:r>
                        <a:rPr lang="en-US" b="0" i="1" smtClean="0">
                          <a:latin typeface="Cambria Math" panose="02040503050406030204" pitchFamily="18" charset="0"/>
                        </a:rPr>
                        <m:t>𝑓𝑜𝑟</m:t>
                      </m:r>
                      <m:r>
                        <a:rPr lang="en-US" b="0" i="1" smtClean="0">
                          <a:latin typeface="Cambria Math" panose="02040503050406030204" pitchFamily="18" charset="0"/>
                        </a:rPr>
                        <m:t> </m:t>
                      </m:r>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𝑅</m:t>
                      </m:r>
                      <m:r>
                        <a:rPr lang="en-US" b="0" i="1" smtClean="0">
                          <a:latin typeface="Cambria Math" panose="02040503050406030204" pitchFamily="18" charset="0"/>
                        </a:rPr>
                        <m:t>, </m:t>
                      </m:r>
                      <m:r>
                        <a:rPr lang="en-US" b="0" i="1" smtClean="0">
                          <a:latin typeface="Cambria Math" panose="02040503050406030204" pitchFamily="18" charset="0"/>
                        </a:rPr>
                        <m:t>𝑆</m:t>
                      </m:r>
                    </m:oMath>
                  </m:oMathPara>
                </a14:m>
                <a:endParaRPr lang="en-US" dirty="0"/>
              </a:p>
            </p:txBody>
          </p:sp>
        </mc:Choice>
        <mc:Fallback xmlns="">
          <p:sp>
            <p:nvSpPr>
              <p:cNvPr id="41" name="TextBox 40"/>
              <p:cNvSpPr txBox="1">
                <a:spLocks noRot="1" noChangeAspect="1" noMove="1" noResize="1" noEditPoints="1" noAdjustHandles="1" noChangeArrowheads="1" noChangeShapeType="1" noTextEdit="1"/>
              </p:cNvSpPr>
              <p:nvPr/>
            </p:nvSpPr>
            <p:spPr>
              <a:xfrm>
                <a:off x="7874062" y="5474249"/>
                <a:ext cx="4188542" cy="785728"/>
              </a:xfrm>
              <a:prstGeom prst="rect">
                <a:avLst/>
              </a:prstGeom>
              <a:blipFill>
                <a:blip r:embed="rId6"/>
                <a:stretch>
                  <a:fillRect/>
                </a:stretch>
              </a:blipFill>
            </p:spPr>
            <p:txBody>
              <a:bodyPr/>
              <a:lstStyle/>
              <a:p>
                <a:r>
                  <a:rPr lang="en-US">
                    <a:noFill/>
                  </a:rPr>
                  <a:t> </a:t>
                </a:r>
              </a:p>
            </p:txBody>
          </p:sp>
        </mc:Fallback>
      </mc:AlternateContent>
      <p:cxnSp>
        <p:nvCxnSpPr>
          <p:cNvPr id="45" name="Straight Arrow Connector 44"/>
          <p:cNvCxnSpPr/>
          <p:nvPr/>
        </p:nvCxnSpPr>
        <p:spPr>
          <a:xfrm>
            <a:off x="6809865" y="5867113"/>
            <a:ext cx="1162520" cy="0"/>
          </a:xfrm>
          <a:prstGeom prst="straightConnector1">
            <a:avLst/>
          </a:prstGeom>
          <a:ln w="25400">
            <a:solidFill>
              <a:schemeClr val="bg2">
                <a:lumMod val="1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D76EE2B-6E6E-19F9-4005-490C112C0CD2}"/>
              </a:ext>
            </a:extLst>
          </p:cNvPr>
          <p:cNvSpPr txBox="1"/>
          <p:nvPr/>
        </p:nvSpPr>
        <p:spPr>
          <a:xfrm>
            <a:off x="355002" y="1336110"/>
            <a:ext cx="10730026" cy="523220"/>
          </a:xfrm>
          <a:prstGeom prst="rect">
            <a:avLst/>
          </a:prstGeom>
          <a:noFill/>
        </p:spPr>
        <p:txBody>
          <a:bodyPr wrap="square" rtlCol="0">
            <a:spAutoFit/>
          </a:bodyPr>
          <a:lstStyle/>
          <a:p>
            <a:r>
              <a:rPr lang="en-US" sz="2800" b="1" u="sng" dirty="0"/>
              <a:t>A Blending Problem – Riverside Oil Company</a:t>
            </a:r>
            <a:endParaRPr lang="en-US" sz="2400" b="1" u="sng" dirty="0"/>
          </a:p>
        </p:txBody>
      </p:sp>
    </p:spTree>
    <p:extLst>
      <p:ext uri="{BB962C8B-B14F-4D97-AF65-F5344CB8AC3E}">
        <p14:creationId xmlns:p14="http://schemas.microsoft.com/office/powerpoint/2010/main" val="18212621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in Python</a:t>
            </a:r>
          </a:p>
        </p:txBody>
      </p:sp>
      <p:sp>
        <p:nvSpPr>
          <p:cNvPr id="3" name="Content Placeholder 2"/>
          <p:cNvSpPr>
            <a:spLocks noGrp="1"/>
          </p:cNvSpPr>
          <p:nvPr>
            <p:ph idx="1"/>
          </p:nvPr>
        </p:nvSpPr>
        <p:spPr>
          <a:xfrm>
            <a:off x="355002" y="1204856"/>
            <a:ext cx="11478410" cy="4864530"/>
          </a:xfrm>
        </p:spPr>
        <p:txBody>
          <a:bodyPr/>
          <a:lstStyle/>
          <a:p>
            <a:endParaRPr lang="en-US" dirty="0"/>
          </a:p>
          <a:p>
            <a:endParaRPr lang="en-US" dirty="0"/>
          </a:p>
          <a:p>
            <a:r>
              <a:rPr lang="en-US" dirty="0"/>
              <a:t>Import </a:t>
            </a:r>
            <a:r>
              <a:rPr lang="en-US" dirty="0" err="1"/>
              <a:t>PuLP</a:t>
            </a:r>
            <a:r>
              <a:rPr lang="en-US" dirty="0"/>
              <a:t> modeler functions:</a:t>
            </a:r>
          </a:p>
          <a:p>
            <a:pPr marL="0" indent="0">
              <a:buNone/>
            </a:pPr>
            <a:endParaRPr lang="en-US" dirty="0"/>
          </a:p>
          <a:p>
            <a:r>
              <a:rPr lang="en-US" dirty="0"/>
              <a:t>Define an LP problem:</a:t>
            </a:r>
          </a:p>
          <a:p>
            <a:pPr marL="0" indent="0">
              <a:buNone/>
            </a:pPr>
            <a:endParaRPr lang="en-US" dirty="0"/>
          </a:p>
          <a:p>
            <a:r>
              <a:rPr lang="en-US" dirty="0"/>
              <a:t>Define the parameters and the decision variables:</a:t>
            </a:r>
          </a:p>
          <a:p>
            <a:pPr marL="0" indent="0">
              <a:buNone/>
            </a:pPr>
            <a:endParaRPr lang="en-US" dirty="0"/>
          </a:p>
        </p:txBody>
      </p:sp>
      <p:pic>
        <p:nvPicPr>
          <p:cNvPr id="4" name="Picture 3"/>
          <p:cNvPicPr>
            <a:picLocks noChangeAspect="1"/>
          </p:cNvPicPr>
          <p:nvPr/>
        </p:nvPicPr>
        <p:blipFill rotWithShape="1">
          <a:blip r:embed="rId3"/>
          <a:srcRect b="36141"/>
          <a:stretch/>
        </p:blipFill>
        <p:spPr>
          <a:xfrm>
            <a:off x="5554869" y="2353404"/>
            <a:ext cx="1990725" cy="328459"/>
          </a:xfrm>
          <a:prstGeom prst="rect">
            <a:avLst/>
          </a:prstGeom>
        </p:spPr>
      </p:pic>
      <p:pic>
        <p:nvPicPr>
          <p:cNvPr id="6" name="Picture 5"/>
          <p:cNvPicPr>
            <a:picLocks noChangeAspect="1"/>
          </p:cNvPicPr>
          <p:nvPr/>
        </p:nvPicPr>
        <p:blipFill>
          <a:blip r:embed="rId4"/>
          <a:stretch>
            <a:fillRect/>
          </a:stretch>
        </p:blipFill>
        <p:spPr>
          <a:xfrm>
            <a:off x="4233862" y="3265958"/>
            <a:ext cx="3724275" cy="419100"/>
          </a:xfrm>
          <a:prstGeom prst="rect">
            <a:avLst/>
          </a:prstGeom>
        </p:spPr>
      </p:pic>
      <p:sp>
        <p:nvSpPr>
          <p:cNvPr id="7" name="Rectangle 6"/>
          <p:cNvSpPr/>
          <p:nvPr/>
        </p:nvSpPr>
        <p:spPr>
          <a:xfrm>
            <a:off x="4233862" y="3285623"/>
            <a:ext cx="536577" cy="317188"/>
          </a:xfrm>
          <a:prstGeom prst="rect">
            <a:avLst/>
          </a:prstGeom>
          <a:noFill/>
          <a:ln w="9525"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9" name="Straight Arrow Connector 8"/>
          <p:cNvCxnSpPr/>
          <p:nvPr/>
        </p:nvCxnSpPr>
        <p:spPr>
          <a:xfrm flipH="1">
            <a:off x="4002804" y="3602811"/>
            <a:ext cx="462116" cy="29911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5773329" y="3285623"/>
            <a:ext cx="1002891" cy="317188"/>
          </a:xfrm>
          <a:prstGeom prst="rect">
            <a:avLst/>
          </a:prstGeom>
          <a:noFill/>
          <a:ln w="9525"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p:cNvSpPr/>
          <p:nvPr/>
        </p:nvSpPr>
        <p:spPr>
          <a:xfrm>
            <a:off x="6845046" y="3285623"/>
            <a:ext cx="934064" cy="336853"/>
          </a:xfrm>
          <a:prstGeom prst="rect">
            <a:avLst/>
          </a:prstGeom>
          <a:noFill/>
          <a:ln w="9525"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13" name="Straight Arrow Connector 12"/>
          <p:cNvCxnSpPr/>
          <p:nvPr/>
        </p:nvCxnSpPr>
        <p:spPr>
          <a:xfrm>
            <a:off x="6274774" y="3622476"/>
            <a:ext cx="0" cy="27945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11" idx="2"/>
          </p:cNvCxnSpPr>
          <p:nvPr/>
        </p:nvCxnSpPr>
        <p:spPr>
          <a:xfrm>
            <a:off x="7312078" y="3622476"/>
            <a:ext cx="467032" cy="27945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095419" y="3849785"/>
            <a:ext cx="1606194" cy="369332"/>
          </a:xfrm>
          <a:prstGeom prst="rect">
            <a:avLst/>
          </a:prstGeom>
          <a:noFill/>
        </p:spPr>
        <p:txBody>
          <a:bodyPr wrap="square" rtlCol="0">
            <a:spAutoFit/>
          </a:bodyPr>
          <a:lstStyle/>
          <a:p>
            <a:r>
              <a:rPr lang="en-US" dirty="0"/>
              <a:t>variable name</a:t>
            </a:r>
          </a:p>
        </p:txBody>
      </p:sp>
      <p:sp>
        <p:nvSpPr>
          <p:cNvPr id="17" name="TextBox 16"/>
          <p:cNvSpPr txBox="1"/>
          <p:nvPr/>
        </p:nvSpPr>
        <p:spPr>
          <a:xfrm>
            <a:off x="5414451" y="3852342"/>
            <a:ext cx="1720646" cy="369332"/>
          </a:xfrm>
          <a:prstGeom prst="rect">
            <a:avLst/>
          </a:prstGeom>
          <a:noFill/>
        </p:spPr>
        <p:txBody>
          <a:bodyPr wrap="square" rtlCol="0">
            <a:spAutoFit/>
          </a:bodyPr>
          <a:lstStyle/>
          <a:p>
            <a:r>
              <a:rPr lang="en-US" dirty="0"/>
              <a:t>problem name</a:t>
            </a:r>
          </a:p>
        </p:txBody>
      </p:sp>
      <p:sp>
        <p:nvSpPr>
          <p:cNvPr id="18" name="TextBox 17"/>
          <p:cNvSpPr txBox="1"/>
          <p:nvPr/>
        </p:nvSpPr>
        <p:spPr>
          <a:xfrm>
            <a:off x="7235857" y="3815876"/>
            <a:ext cx="2411382" cy="369332"/>
          </a:xfrm>
          <a:prstGeom prst="rect">
            <a:avLst/>
          </a:prstGeom>
          <a:noFill/>
        </p:spPr>
        <p:txBody>
          <a:bodyPr wrap="square" rtlCol="0">
            <a:spAutoFit/>
          </a:bodyPr>
          <a:lstStyle/>
          <a:p>
            <a:r>
              <a:rPr lang="en-US" dirty="0"/>
              <a:t>LP problem objective</a:t>
            </a:r>
          </a:p>
        </p:txBody>
      </p:sp>
      <p:pic>
        <p:nvPicPr>
          <p:cNvPr id="19" name="Picture 18"/>
          <p:cNvPicPr>
            <a:picLocks noChangeAspect="1"/>
          </p:cNvPicPr>
          <p:nvPr/>
        </p:nvPicPr>
        <p:blipFill>
          <a:blip r:embed="rId5"/>
          <a:stretch>
            <a:fillRect/>
          </a:stretch>
        </p:blipFill>
        <p:spPr>
          <a:xfrm>
            <a:off x="241812" y="4876148"/>
            <a:ext cx="7058025" cy="1590675"/>
          </a:xfrm>
          <a:prstGeom prst="rect">
            <a:avLst/>
          </a:prstGeom>
        </p:spPr>
      </p:pic>
      <p:sp>
        <p:nvSpPr>
          <p:cNvPr id="20" name="Rectangle 19"/>
          <p:cNvSpPr/>
          <p:nvPr/>
        </p:nvSpPr>
        <p:spPr>
          <a:xfrm>
            <a:off x="1081386" y="6069386"/>
            <a:ext cx="1022555" cy="250064"/>
          </a:xfrm>
          <a:prstGeom prst="rect">
            <a:avLst/>
          </a:prstGeom>
          <a:noFill/>
          <a:ln w="9525"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cxnSp>
        <p:nvCxnSpPr>
          <p:cNvPr id="25" name="Elbow Connector 24"/>
          <p:cNvCxnSpPr>
            <a:cxnSpLocks/>
          </p:cNvCxnSpPr>
          <p:nvPr/>
        </p:nvCxnSpPr>
        <p:spPr>
          <a:xfrm rot="16200000" flipH="1">
            <a:off x="4319586" y="3591819"/>
            <a:ext cx="347014" cy="5839867"/>
          </a:xfrm>
          <a:prstGeom prst="bentConnector2">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7413027" y="4619625"/>
            <a:ext cx="4420385" cy="2210726"/>
          </a:xfrm>
          <a:prstGeom prst="rect">
            <a:avLst/>
          </a:prstGeom>
          <a:noFill/>
          <a:ln w="9525"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7" name="TextBox 26"/>
          <p:cNvSpPr txBox="1"/>
          <p:nvPr/>
        </p:nvSpPr>
        <p:spPr>
          <a:xfrm>
            <a:off x="7467105" y="4619625"/>
            <a:ext cx="4366307" cy="2219710"/>
          </a:xfrm>
          <a:prstGeom prst="rect">
            <a:avLst/>
          </a:prstGeom>
          <a:noFill/>
        </p:spPr>
        <p:txBody>
          <a:bodyPr wrap="square" rtlCol="0">
            <a:spAutoFit/>
          </a:bodyPr>
          <a:lstStyle/>
          <a:p>
            <a:pPr indent="-112713" eaLnBrk="0" fontAlgn="base" hangingPunct="0">
              <a:lnSpc>
                <a:spcPct val="120000"/>
              </a:lnSpc>
              <a:spcBef>
                <a:spcPct val="20000"/>
              </a:spcBef>
              <a:spcAft>
                <a:spcPct val="0"/>
              </a:spcAft>
              <a:buClr>
                <a:srgbClr val="5F5F5F"/>
              </a:buClr>
              <a:buSzPct val="65000"/>
            </a:pPr>
            <a:r>
              <a:rPr lang="en-US" sz="1200" b="1" kern="0" dirty="0" err="1">
                <a:cs typeface="Calibri" pitchFamily="34" charset="0"/>
              </a:rPr>
              <a:t>LpVariable</a:t>
            </a:r>
            <a:r>
              <a:rPr lang="en-US" sz="1200" kern="0" dirty="0">
                <a:cs typeface="Calibri" pitchFamily="34" charset="0"/>
              </a:rPr>
              <a:t> class: </a:t>
            </a:r>
            <a:r>
              <a:rPr lang="en-US" sz="1200" b="1" kern="0" dirty="0" err="1">
                <a:cs typeface="Calibri" pitchFamily="34" charset="0"/>
              </a:rPr>
              <a:t>LpVariable</a:t>
            </a:r>
            <a:r>
              <a:rPr lang="en-US" sz="1200" b="1" kern="0" dirty="0">
                <a:cs typeface="Calibri" pitchFamily="34" charset="0"/>
              </a:rPr>
              <a:t>(name, </a:t>
            </a:r>
            <a:r>
              <a:rPr lang="en-US" sz="1200" b="1" kern="0" dirty="0" err="1">
                <a:cs typeface="Calibri" pitchFamily="34" charset="0"/>
              </a:rPr>
              <a:t>lowBound</a:t>
            </a:r>
            <a:r>
              <a:rPr lang="en-US" sz="1200" b="1" kern="0" dirty="0">
                <a:cs typeface="Calibri" pitchFamily="34" charset="0"/>
              </a:rPr>
              <a:t>=None, </a:t>
            </a:r>
            <a:r>
              <a:rPr lang="en-US" sz="1200" b="1" kern="0" dirty="0" err="1">
                <a:cs typeface="Calibri" pitchFamily="34" charset="0"/>
              </a:rPr>
              <a:t>upBound</a:t>
            </a:r>
            <a:r>
              <a:rPr lang="en-US" sz="1200" b="1" kern="0" dirty="0">
                <a:cs typeface="Calibri" pitchFamily="34" charset="0"/>
              </a:rPr>
              <a:t>=None, cat='Continuous')</a:t>
            </a:r>
            <a:r>
              <a:rPr lang="en-US" sz="1200" kern="0" dirty="0">
                <a:cs typeface="Calibri" pitchFamily="34" charset="0"/>
              </a:rPr>
              <a:t>. </a:t>
            </a:r>
          </a:p>
          <a:p>
            <a:pPr indent="-112713" eaLnBrk="0" fontAlgn="base" hangingPunct="0">
              <a:lnSpc>
                <a:spcPct val="120000"/>
              </a:lnSpc>
              <a:spcBef>
                <a:spcPct val="20000"/>
              </a:spcBef>
              <a:spcAft>
                <a:spcPct val="0"/>
              </a:spcAft>
              <a:buClr>
                <a:srgbClr val="5F5F5F"/>
              </a:buClr>
              <a:buSzPct val="65000"/>
            </a:pPr>
            <a:r>
              <a:rPr lang="en-US" sz="1200" b="1" kern="0" dirty="0">
                <a:latin typeface="Calibri" pitchFamily="34" charset="0"/>
                <a:cs typeface="Calibri" pitchFamily="34" charset="0"/>
              </a:rPr>
              <a:t>name</a:t>
            </a:r>
            <a:r>
              <a:rPr lang="en-US" sz="1200" kern="0" dirty="0">
                <a:latin typeface="Calibri" pitchFamily="34" charset="0"/>
                <a:cs typeface="Calibri" pitchFamily="34" charset="0"/>
              </a:rPr>
              <a:t>: The name of the variable used in the </a:t>
            </a:r>
            <a:r>
              <a:rPr lang="en-US" sz="1200" kern="0" dirty="0" err="1">
                <a:latin typeface="Calibri" pitchFamily="34" charset="0"/>
                <a:cs typeface="Calibri" pitchFamily="34" charset="0"/>
              </a:rPr>
              <a:t>output.lp</a:t>
            </a:r>
            <a:r>
              <a:rPr lang="en-US" sz="1200" kern="0" dirty="0">
                <a:latin typeface="Calibri" pitchFamily="34" charset="0"/>
                <a:cs typeface="Calibri" pitchFamily="34" charset="0"/>
              </a:rPr>
              <a:t> file</a:t>
            </a:r>
          </a:p>
          <a:p>
            <a:pPr indent="-112713" eaLnBrk="0" fontAlgn="base" hangingPunct="0">
              <a:lnSpc>
                <a:spcPct val="120000"/>
              </a:lnSpc>
              <a:spcBef>
                <a:spcPct val="20000"/>
              </a:spcBef>
              <a:spcAft>
                <a:spcPct val="0"/>
              </a:spcAft>
              <a:buClr>
                <a:srgbClr val="5F5F5F"/>
              </a:buClr>
              <a:buSzPct val="65000"/>
            </a:pPr>
            <a:r>
              <a:rPr lang="en-US" sz="1200" b="1" kern="0" dirty="0" err="1">
                <a:latin typeface="Calibri" pitchFamily="34" charset="0"/>
                <a:cs typeface="Calibri" pitchFamily="34" charset="0"/>
              </a:rPr>
              <a:t>lowBound</a:t>
            </a:r>
            <a:r>
              <a:rPr lang="en-US" sz="1200" kern="0" dirty="0">
                <a:latin typeface="Calibri" pitchFamily="34" charset="0"/>
                <a:cs typeface="Calibri" pitchFamily="34" charset="0"/>
              </a:rPr>
              <a:t>: The lower bound on this variable’s range. Default is negative infinity</a:t>
            </a:r>
          </a:p>
          <a:p>
            <a:pPr indent="-112713" eaLnBrk="0" fontAlgn="base" hangingPunct="0">
              <a:lnSpc>
                <a:spcPct val="120000"/>
              </a:lnSpc>
              <a:spcBef>
                <a:spcPct val="20000"/>
              </a:spcBef>
              <a:spcAft>
                <a:spcPct val="0"/>
              </a:spcAft>
              <a:buClr>
                <a:srgbClr val="5F5F5F"/>
              </a:buClr>
              <a:buSzPct val="65000"/>
            </a:pPr>
            <a:r>
              <a:rPr lang="en-US" sz="1200" b="1" kern="0" dirty="0" err="1">
                <a:latin typeface="Calibri" pitchFamily="34" charset="0"/>
                <a:cs typeface="Calibri" pitchFamily="34" charset="0"/>
              </a:rPr>
              <a:t>upBound</a:t>
            </a:r>
            <a:r>
              <a:rPr lang="en-US" sz="1200" kern="0" dirty="0">
                <a:latin typeface="Calibri" pitchFamily="34" charset="0"/>
                <a:cs typeface="Calibri" pitchFamily="34" charset="0"/>
              </a:rPr>
              <a:t>: The upper bound on this variable’s range. Default is positive infinity</a:t>
            </a:r>
          </a:p>
          <a:p>
            <a:pPr indent="-112713" eaLnBrk="0" fontAlgn="base" hangingPunct="0">
              <a:lnSpc>
                <a:spcPct val="120000"/>
              </a:lnSpc>
              <a:spcBef>
                <a:spcPct val="20000"/>
              </a:spcBef>
              <a:spcAft>
                <a:spcPct val="0"/>
              </a:spcAft>
              <a:buClr>
                <a:srgbClr val="5F5F5F"/>
              </a:buClr>
              <a:buSzPct val="65000"/>
            </a:pPr>
            <a:r>
              <a:rPr lang="en-US" sz="1200" b="1" kern="0" dirty="0">
                <a:latin typeface="Calibri" pitchFamily="34" charset="0"/>
                <a:cs typeface="Calibri" pitchFamily="34" charset="0"/>
              </a:rPr>
              <a:t>cat</a:t>
            </a:r>
            <a:r>
              <a:rPr lang="en-US" sz="1200" kern="0" dirty="0">
                <a:latin typeface="Calibri" pitchFamily="34" charset="0"/>
                <a:cs typeface="Calibri" pitchFamily="34" charset="0"/>
              </a:rPr>
              <a:t>: The category this variable is in, </a:t>
            </a:r>
            <a:r>
              <a:rPr lang="en-US" sz="1200" b="1" i="1" kern="0" dirty="0">
                <a:latin typeface="Calibri" pitchFamily="34" charset="0"/>
                <a:cs typeface="Calibri" pitchFamily="34" charset="0"/>
              </a:rPr>
              <a:t>Integer, Binary, or Continuous </a:t>
            </a:r>
            <a:r>
              <a:rPr lang="en-US" sz="1200" i="1" kern="0" dirty="0">
                <a:latin typeface="Calibri" pitchFamily="34" charset="0"/>
                <a:cs typeface="Calibri" pitchFamily="34" charset="0"/>
              </a:rPr>
              <a:t>(default)</a:t>
            </a:r>
          </a:p>
        </p:txBody>
      </p:sp>
      <p:sp>
        <p:nvSpPr>
          <p:cNvPr id="5" name="TextBox 4">
            <a:extLst>
              <a:ext uri="{FF2B5EF4-FFF2-40B4-BE49-F238E27FC236}">
                <a16:creationId xmlns:a16="http://schemas.microsoft.com/office/drawing/2014/main" id="{2EA84E8F-D0E9-BDD0-ADFB-06C53E42A429}"/>
              </a:ext>
            </a:extLst>
          </p:cNvPr>
          <p:cNvSpPr txBox="1"/>
          <p:nvPr/>
        </p:nvSpPr>
        <p:spPr>
          <a:xfrm>
            <a:off x="355002" y="1336110"/>
            <a:ext cx="10730026" cy="523220"/>
          </a:xfrm>
          <a:prstGeom prst="rect">
            <a:avLst/>
          </a:prstGeom>
          <a:noFill/>
        </p:spPr>
        <p:txBody>
          <a:bodyPr wrap="square" rtlCol="0">
            <a:spAutoFit/>
          </a:bodyPr>
          <a:lstStyle/>
          <a:p>
            <a:r>
              <a:rPr lang="en-US" sz="2800" b="1" u="sng" dirty="0"/>
              <a:t>A Blending Problem – Riverside Oil Company</a:t>
            </a:r>
            <a:endParaRPr lang="en-US" sz="2400" b="1" u="sng" dirty="0"/>
          </a:p>
        </p:txBody>
      </p:sp>
    </p:spTree>
    <p:extLst>
      <p:ext uri="{BB962C8B-B14F-4D97-AF65-F5344CB8AC3E}">
        <p14:creationId xmlns:p14="http://schemas.microsoft.com/office/powerpoint/2010/main" val="2033913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1" grpId="0" animBg="1"/>
      <p:bldP spid="16" grpId="0"/>
      <p:bldP spid="17" grpId="0"/>
      <p:bldP spid="18" grpId="0"/>
      <p:bldP spid="20" grpId="0" animBg="1"/>
      <p:bldP spid="26" grpId="0" animBg="1"/>
      <p:bldP spid="2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in Python</a:t>
            </a:r>
          </a:p>
        </p:txBody>
      </p:sp>
      <p:sp>
        <p:nvSpPr>
          <p:cNvPr id="3" name="Content Placeholder 2"/>
          <p:cNvSpPr>
            <a:spLocks noGrp="1"/>
          </p:cNvSpPr>
          <p:nvPr>
            <p:ph idx="1"/>
          </p:nvPr>
        </p:nvSpPr>
        <p:spPr/>
        <p:txBody>
          <a:bodyPr/>
          <a:lstStyle/>
          <a:p>
            <a:pPr marL="0" indent="0">
              <a:buNone/>
            </a:pPr>
            <a:endParaRPr lang="en-US" dirty="0"/>
          </a:p>
          <a:p>
            <a:r>
              <a:rPr lang="en-US" dirty="0"/>
              <a:t>Generate data:</a:t>
            </a:r>
          </a:p>
          <a:p>
            <a:pPr marL="0" indent="0">
              <a:buNone/>
            </a:pPr>
            <a:endParaRPr lang="en-US" dirty="0"/>
          </a:p>
        </p:txBody>
      </p:sp>
      <p:pic>
        <p:nvPicPr>
          <p:cNvPr id="4" name="Picture 3"/>
          <p:cNvPicPr>
            <a:picLocks noChangeAspect="1"/>
          </p:cNvPicPr>
          <p:nvPr/>
        </p:nvPicPr>
        <p:blipFill>
          <a:blip r:embed="rId2"/>
          <a:stretch>
            <a:fillRect/>
          </a:stretch>
        </p:blipFill>
        <p:spPr>
          <a:xfrm>
            <a:off x="3935822" y="2463585"/>
            <a:ext cx="4733925" cy="3629025"/>
          </a:xfrm>
          <a:prstGeom prst="rect">
            <a:avLst/>
          </a:prstGeom>
        </p:spPr>
      </p:pic>
      <p:sp>
        <p:nvSpPr>
          <p:cNvPr id="5" name="TextBox 4">
            <a:extLst>
              <a:ext uri="{FF2B5EF4-FFF2-40B4-BE49-F238E27FC236}">
                <a16:creationId xmlns:a16="http://schemas.microsoft.com/office/drawing/2014/main" id="{24F0FDE0-F290-FA99-8202-FE27C4478C84}"/>
              </a:ext>
            </a:extLst>
          </p:cNvPr>
          <p:cNvSpPr txBox="1"/>
          <p:nvPr/>
        </p:nvSpPr>
        <p:spPr>
          <a:xfrm>
            <a:off x="355002" y="1336110"/>
            <a:ext cx="10730026" cy="523220"/>
          </a:xfrm>
          <a:prstGeom prst="rect">
            <a:avLst/>
          </a:prstGeom>
          <a:noFill/>
        </p:spPr>
        <p:txBody>
          <a:bodyPr wrap="square" rtlCol="0">
            <a:spAutoFit/>
          </a:bodyPr>
          <a:lstStyle/>
          <a:p>
            <a:r>
              <a:rPr lang="en-US" sz="2800" b="1" u="sng" dirty="0"/>
              <a:t>A Blending Problem – Riverside Oil Company</a:t>
            </a:r>
            <a:endParaRPr lang="en-US" sz="2400" b="1" u="sng" dirty="0"/>
          </a:p>
        </p:txBody>
      </p:sp>
    </p:spTree>
    <p:extLst>
      <p:ext uri="{BB962C8B-B14F-4D97-AF65-F5344CB8AC3E}">
        <p14:creationId xmlns:p14="http://schemas.microsoft.com/office/powerpoint/2010/main" val="3463454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in Python</a:t>
            </a:r>
          </a:p>
        </p:txBody>
      </p:sp>
      <p:sp>
        <p:nvSpPr>
          <p:cNvPr id="3" name="Content Placeholder 2"/>
          <p:cNvSpPr>
            <a:spLocks noGrp="1"/>
          </p:cNvSpPr>
          <p:nvPr>
            <p:ph idx="1"/>
          </p:nvPr>
        </p:nvSpPr>
        <p:spPr/>
        <p:txBody>
          <a:bodyPr/>
          <a:lstStyle/>
          <a:p>
            <a:pPr marL="0" indent="0">
              <a:buNone/>
            </a:pPr>
            <a:endParaRPr lang="en-US" dirty="0"/>
          </a:p>
          <a:p>
            <a:r>
              <a:rPr lang="en-US" dirty="0"/>
              <a:t>Add the objective function and constraints to the LP problem using “</a:t>
            </a:r>
            <a:r>
              <a:rPr lang="en-US" b="1" dirty="0"/>
              <a:t>+=” </a:t>
            </a:r>
            <a:r>
              <a:rPr lang="en-US" dirty="0"/>
              <a:t>operator:</a:t>
            </a:r>
          </a:p>
          <a:p>
            <a:pPr marL="0" indent="0">
              <a:buNone/>
            </a:pPr>
            <a:endParaRPr lang="en-US" dirty="0"/>
          </a:p>
          <a:p>
            <a:pPr marL="0" indent="0">
              <a:buNone/>
            </a:pPr>
            <a:endParaRPr lang="en-US" dirty="0"/>
          </a:p>
        </p:txBody>
      </p:sp>
      <p:pic>
        <p:nvPicPr>
          <p:cNvPr id="5" name="Picture 4"/>
          <p:cNvPicPr>
            <a:picLocks noChangeAspect="1"/>
          </p:cNvPicPr>
          <p:nvPr/>
        </p:nvPicPr>
        <p:blipFill>
          <a:blip r:embed="rId2"/>
          <a:stretch>
            <a:fillRect/>
          </a:stretch>
        </p:blipFill>
        <p:spPr>
          <a:xfrm>
            <a:off x="134322" y="2833272"/>
            <a:ext cx="11919770" cy="3250028"/>
          </a:xfrm>
          <a:prstGeom prst="rect">
            <a:avLst/>
          </a:prstGeom>
        </p:spPr>
      </p:pic>
      <p:sp>
        <p:nvSpPr>
          <p:cNvPr id="4" name="TextBox 3">
            <a:extLst>
              <a:ext uri="{FF2B5EF4-FFF2-40B4-BE49-F238E27FC236}">
                <a16:creationId xmlns:a16="http://schemas.microsoft.com/office/drawing/2014/main" id="{05DB6559-43ED-9D71-E200-1A7361D89AC4}"/>
              </a:ext>
            </a:extLst>
          </p:cNvPr>
          <p:cNvSpPr txBox="1"/>
          <p:nvPr/>
        </p:nvSpPr>
        <p:spPr>
          <a:xfrm>
            <a:off x="355002" y="1336110"/>
            <a:ext cx="10730026" cy="523220"/>
          </a:xfrm>
          <a:prstGeom prst="rect">
            <a:avLst/>
          </a:prstGeom>
          <a:noFill/>
        </p:spPr>
        <p:txBody>
          <a:bodyPr wrap="square" rtlCol="0">
            <a:spAutoFit/>
          </a:bodyPr>
          <a:lstStyle/>
          <a:p>
            <a:r>
              <a:rPr lang="en-US" sz="2800" b="1" u="sng" dirty="0"/>
              <a:t>A Blending Problem – Riverside Oil Company</a:t>
            </a:r>
            <a:endParaRPr lang="en-US" sz="2400" b="1" u="sng" dirty="0"/>
          </a:p>
        </p:txBody>
      </p:sp>
    </p:spTree>
    <p:extLst>
      <p:ext uri="{BB962C8B-B14F-4D97-AF65-F5344CB8AC3E}">
        <p14:creationId xmlns:p14="http://schemas.microsoft.com/office/powerpoint/2010/main" val="38561989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in Python</a:t>
            </a:r>
          </a:p>
        </p:txBody>
      </p:sp>
      <p:sp>
        <p:nvSpPr>
          <p:cNvPr id="3" name="Content Placeholder 2"/>
          <p:cNvSpPr>
            <a:spLocks noGrp="1"/>
          </p:cNvSpPr>
          <p:nvPr>
            <p:ph idx="1"/>
          </p:nvPr>
        </p:nvSpPr>
        <p:spPr/>
        <p:txBody>
          <a:bodyPr/>
          <a:lstStyle/>
          <a:p>
            <a:pPr marL="0" indent="0">
              <a:buNone/>
            </a:pPr>
            <a:endParaRPr lang="en-US" dirty="0"/>
          </a:p>
          <a:p>
            <a:pPr marL="0" indent="0">
              <a:buNone/>
            </a:pPr>
            <a:endParaRPr lang="en-US" dirty="0"/>
          </a:p>
        </p:txBody>
      </p:sp>
      <p:pic>
        <p:nvPicPr>
          <p:cNvPr id="4" name="Picture 3"/>
          <p:cNvPicPr>
            <a:picLocks noChangeAspect="1"/>
          </p:cNvPicPr>
          <p:nvPr/>
        </p:nvPicPr>
        <p:blipFill>
          <a:blip r:embed="rId2"/>
          <a:stretch>
            <a:fillRect/>
          </a:stretch>
        </p:blipFill>
        <p:spPr>
          <a:xfrm>
            <a:off x="355002" y="1964074"/>
            <a:ext cx="9759592" cy="4819253"/>
          </a:xfrm>
          <a:prstGeom prst="rect">
            <a:avLst/>
          </a:prstGeom>
        </p:spPr>
      </p:pic>
      <p:sp>
        <p:nvSpPr>
          <p:cNvPr id="5" name="TextBox 4">
            <a:extLst>
              <a:ext uri="{FF2B5EF4-FFF2-40B4-BE49-F238E27FC236}">
                <a16:creationId xmlns:a16="http://schemas.microsoft.com/office/drawing/2014/main" id="{BB13613D-8811-180F-B5FD-C411C983BAAC}"/>
              </a:ext>
            </a:extLst>
          </p:cNvPr>
          <p:cNvSpPr txBox="1"/>
          <p:nvPr/>
        </p:nvSpPr>
        <p:spPr>
          <a:xfrm>
            <a:off x="355002" y="1336110"/>
            <a:ext cx="10730026" cy="523220"/>
          </a:xfrm>
          <a:prstGeom prst="rect">
            <a:avLst/>
          </a:prstGeom>
          <a:noFill/>
        </p:spPr>
        <p:txBody>
          <a:bodyPr wrap="square" rtlCol="0">
            <a:spAutoFit/>
          </a:bodyPr>
          <a:lstStyle/>
          <a:p>
            <a:r>
              <a:rPr lang="en-US" sz="2800" b="1" u="sng" dirty="0"/>
              <a:t>A Blending Problem – Riverside Oil Company</a:t>
            </a:r>
            <a:endParaRPr lang="en-US" sz="2400" b="1" u="sng" dirty="0"/>
          </a:p>
        </p:txBody>
      </p:sp>
    </p:spTree>
    <p:extLst>
      <p:ext uri="{BB962C8B-B14F-4D97-AF65-F5344CB8AC3E}">
        <p14:creationId xmlns:p14="http://schemas.microsoft.com/office/powerpoint/2010/main" val="42603058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in Python</a:t>
            </a:r>
          </a:p>
        </p:txBody>
      </p:sp>
      <p:sp>
        <p:nvSpPr>
          <p:cNvPr id="3" name="Content Placeholder 2"/>
          <p:cNvSpPr>
            <a:spLocks noGrp="1"/>
          </p:cNvSpPr>
          <p:nvPr>
            <p:ph idx="1"/>
          </p:nvPr>
        </p:nvSpPr>
        <p:spPr>
          <a:xfrm>
            <a:off x="355002" y="1312433"/>
            <a:ext cx="11478410" cy="5288392"/>
          </a:xfrm>
        </p:spPr>
        <p:txBody>
          <a:bodyPr>
            <a:normAutofit fontScale="92500" lnSpcReduction="10000"/>
          </a:bodyPr>
          <a:lstStyle/>
          <a:p>
            <a:pPr marL="0" indent="0">
              <a:buNone/>
            </a:pPr>
            <a:endParaRPr lang="en-US" dirty="0"/>
          </a:p>
          <a:p>
            <a:endParaRPr lang="en-US" dirty="0"/>
          </a:p>
          <a:p>
            <a:r>
              <a:rPr lang="en-US" dirty="0"/>
              <a:t>Run the solver :</a:t>
            </a:r>
          </a:p>
          <a:p>
            <a:endParaRPr lang="en-US" dirty="0"/>
          </a:p>
          <a:p>
            <a:pPr marL="0" indent="0">
              <a:buNone/>
            </a:pPr>
            <a:endParaRPr lang="en-US" dirty="0"/>
          </a:p>
          <a:p>
            <a:r>
              <a:rPr lang="en-US" dirty="0"/>
              <a:t>There are 5 status that can be returned from a solver in </a:t>
            </a:r>
            <a:r>
              <a:rPr lang="en-US" dirty="0" err="1"/>
              <a:t>PuLP</a:t>
            </a:r>
            <a:r>
              <a:rPr lang="en-US" dirty="0"/>
              <a:t>:</a:t>
            </a:r>
          </a:p>
          <a:p>
            <a:pPr marL="0" indent="0">
              <a:buNone/>
            </a:pPr>
            <a:endParaRPr lang="en-US" dirty="0"/>
          </a:p>
          <a:p>
            <a:pPr marL="0" indent="0">
              <a:buNone/>
            </a:pPr>
            <a:endParaRPr lang="en-US" dirty="0"/>
          </a:p>
          <a:p>
            <a:pPr lvl="2"/>
            <a:r>
              <a:rPr lang="en-US" b="1" dirty="0"/>
              <a:t>Optimal:</a:t>
            </a:r>
            <a:r>
              <a:rPr lang="en-US" dirty="0"/>
              <a:t> Optimal solution exists and is found. </a:t>
            </a:r>
          </a:p>
          <a:p>
            <a:pPr lvl="2"/>
            <a:r>
              <a:rPr lang="en-US" b="1" dirty="0"/>
              <a:t>Not Solved: </a:t>
            </a:r>
            <a:r>
              <a:rPr lang="en-US" dirty="0"/>
              <a:t>Is the default setting before a problem has been solved.</a:t>
            </a:r>
          </a:p>
          <a:p>
            <a:pPr lvl="2"/>
            <a:r>
              <a:rPr lang="en-US" b="1" dirty="0"/>
              <a:t>Infeasible:</a:t>
            </a:r>
            <a:r>
              <a:rPr lang="en-US" dirty="0"/>
              <a:t> The problem has no feasible solution.</a:t>
            </a:r>
          </a:p>
          <a:p>
            <a:pPr lvl="2"/>
            <a:r>
              <a:rPr lang="en-US" b="1" dirty="0"/>
              <a:t>Unbounded:</a:t>
            </a:r>
            <a:r>
              <a:rPr lang="en-US" dirty="0"/>
              <a:t> The objective function is unbounded. </a:t>
            </a:r>
          </a:p>
          <a:p>
            <a:pPr lvl="2"/>
            <a:r>
              <a:rPr lang="en-US" b="1" dirty="0"/>
              <a:t>Undefined:</a:t>
            </a:r>
            <a:r>
              <a:rPr lang="en-US" dirty="0"/>
              <a:t> Feasible solution hasn't been found (but may exist). </a:t>
            </a:r>
          </a:p>
          <a:p>
            <a:pPr marL="0" indent="0">
              <a:buNone/>
            </a:pPr>
            <a:endParaRPr lang="en-US" dirty="0"/>
          </a:p>
        </p:txBody>
      </p:sp>
      <p:pic>
        <p:nvPicPr>
          <p:cNvPr id="4" name="Picture 3"/>
          <p:cNvPicPr>
            <a:picLocks noChangeAspect="1"/>
          </p:cNvPicPr>
          <p:nvPr/>
        </p:nvPicPr>
        <p:blipFill>
          <a:blip r:embed="rId2"/>
          <a:stretch>
            <a:fillRect/>
          </a:stretch>
        </p:blipFill>
        <p:spPr>
          <a:xfrm>
            <a:off x="4103482" y="2435380"/>
            <a:ext cx="3981450" cy="866775"/>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3348062768"/>
              </p:ext>
            </p:extLst>
          </p:nvPr>
        </p:nvGraphicFramePr>
        <p:xfrm>
          <a:off x="2030207" y="3956629"/>
          <a:ext cx="8128000" cy="736600"/>
        </p:xfrm>
        <a:graphic>
          <a:graphicData uri="http://schemas.openxmlformats.org/drawingml/2006/table">
            <a:tbl>
              <a:tblPr firstRow="1" bandRow="1">
                <a:tableStyleId>{F5AB1C69-6EDB-4FF4-983F-18BD219EF322}</a:tableStyleId>
              </a:tblPr>
              <a:tblGrid>
                <a:gridCol w="1625600">
                  <a:extLst>
                    <a:ext uri="{9D8B030D-6E8A-4147-A177-3AD203B41FA5}">
                      <a16:colId xmlns:a16="http://schemas.microsoft.com/office/drawing/2014/main" val="622921042"/>
                    </a:ext>
                  </a:extLst>
                </a:gridCol>
                <a:gridCol w="1625600">
                  <a:extLst>
                    <a:ext uri="{9D8B030D-6E8A-4147-A177-3AD203B41FA5}">
                      <a16:colId xmlns:a16="http://schemas.microsoft.com/office/drawing/2014/main" val="3783158915"/>
                    </a:ext>
                  </a:extLst>
                </a:gridCol>
                <a:gridCol w="1625600">
                  <a:extLst>
                    <a:ext uri="{9D8B030D-6E8A-4147-A177-3AD203B41FA5}">
                      <a16:colId xmlns:a16="http://schemas.microsoft.com/office/drawing/2014/main" val="1502804734"/>
                    </a:ext>
                  </a:extLst>
                </a:gridCol>
                <a:gridCol w="1625600">
                  <a:extLst>
                    <a:ext uri="{9D8B030D-6E8A-4147-A177-3AD203B41FA5}">
                      <a16:colId xmlns:a16="http://schemas.microsoft.com/office/drawing/2014/main" val="4261901750"/>
                    </a:ext>
                  </a:extLst>
                </a:gridCol>
                <a:gridCol w="1625600">
                  <a:extLst>
                    <a:ext uri="{9D8B030D-6E8A-4147-A177-3AD203B41FA5}">
                      <a16:colId xmlns:a16="http://schemas.microsoft.com/office/drawing/2014/main" val="3927629945"/>
                    </a:ext>
                  </a:extLst>
                </a:gridCol>
              </a:tblGrid>
              <a:tr h="323072">
                <a:tc>
                  <a:txBody>
                    <a:bodyPr/>
                    <a:lstStyle/>
                    <a:p>
                      <a:pPr algn="ctr"/>
                      <a:r>
                        <a:rPr lang="en-US" dirty="0"/>
                        <a:t>1</a:t>
                      </a:r>
                    </a:p>
                  </a:txBody>
                  <a:tcPr anchor="ctr"/>
                </a:tc>
                <a:tc>
                  <a:txBody>
                    <a:bodyPr/>
                    <a:lstStyle/>
                    <a:p>
                      <a:pPr algn="ctr"/>
                      <a:r>
                        <a:rPr lang="en-US" dirty="0"/>
                        <a:t>2</a:t>
                      </a:r>
                    </a:p>
                  </a:txBody>
                  <a:tcPr anchor="ctr"/>
                </a:tc>
                <a:tc>
                  <a:txBody>
                    <a:bodyPr/>
                    <a:lstStyle/>
                    <a:p>
                      <a:pPr algn="ctr"/>
                      <a:r>
                        <a:rPr lang="en-US" dirty="0"/>
                        <a:t>3</a:t>
                      </a:r>
                    </a:p>
                  </a:txBody>
                  <a:tcPr anchor="ctr"/>
                </a:tc>
                <a:tc>
                  <a:txBody>
                    <a:bodyPr/>
                    <a:lstStyle/>
                    <a:p>
                      <a:pPr algn="ctr"/>
                      <a:r>
                        <a:rPr lang="en-US" dirty="0"/>
                        <a:t>4</a:t>
                      </a:r>
                    </a:p>
                  </a:txBody>
                  <a:tcPr anchor="ctr"/>
                </a:tc>
                <a:tc>
                  <a:txBody>
                    <a:bodyPr/>
                    <a:lstStyle/>
                    <a:p>
                      <a:pPr algn="ctr"/>
                      <a:r>
                        <a:rPr lang="en-US" dirty="0"/>
                        <a:t>5</a:t>
                      </a:r>
                    </a:p>
                  </a:txBody>
                  <a:tcPr anchor="ctr"/>
                </a:tc>
                <a:extLst>
                  <a:ext uri="{0D108BD9-81ED-4DB2-BD59-A6C34878D82A}">
                    <a16:rowId xmlns:a16="http://schemas.microsoft.com/office/drawing/2014/main" val="612356029"/>
                  </a:ext>
                </a:extLst>
              </a:tr>
              <a:tr h="370840">
                <a:tc>
                  <a:txBody>
                    <a:bodyPr/>
                    <a:lstStyle/>
                    <a:p>
                      <a:pPr algn="ctr"/>
                      <a:r>
                        <a:rPr lang="en-US" dirty="0"/>
                        <a:t>Optimal</a:t>
                      </a:r>
                    </a:p>
                  </a:txBody>
                  <a:tcPr anchor="ctr"/>
                </a:tc>
                <a:tc>
                  <a:txBody>
                    <a:bodyPr/>
                    <a:lstStyle/>
                    <a:p>
                      <a:pPr algn="ctr"/>
                      <a:r>
                        <a:rPr lang="en-US" dirty="0"/>
                        <a:t>Not Solved</a:t>
                      </a:r>
                    </a:p>
                  </a:txBody>
                  <a:tcPr anchor="ctr"/>
                </a:tc>
                <a:tc>
                  <a:txBody>
                    <a:bodyPr/>
                    <a:lstStyle/>
                    <a:p>
                      <a:pPr algn="ctr"/>
                      <a:r>
                        <a:rPr lang="en-US" dirty="0"/>
                        <a:t>Infeasi</a:t>
                      </a:r>
                      <a:r>
                        <a:rPr lang="en-US" baseline="0" dirty="0"/>
                        <a:t>ble</a:t>
                      </a:r>
                      <a:endParaRPr lang="en-US" dirty="0"/>
                    </a:p>
                  </a:txBody>
                  <a:tcPr anchor="ctr"/>
                </a:tc>
                <a:tc>
                  <a:txBody>
                    <a:bodyPr/>
                    <a:lstStyle/>
                    <a:p>
                      <a:pPr algn="ctr"/>
                      <a:r>
                        <a:rPr lang="en-US" dirty="0"/>
                        <a:t>Unbounded</a:t>
                      </a:r>
                    </a:p>
                  </a:txBody>
                  <a:tcPr anchor="ctr"/>
                </a:tc>
                <a:tc>
                  <a:txBody>
                    <a:bodyPr/>
                    <a:lstStyle/>
                    <a:p>
                      <a:pPr algn="ctr"/>
                      <a:r>
                        <a:rPr lang="en-US" dirty="0"/>
                        <a:t>Undefined</a:t>
                      </a:r>
                    </a:p>
                  </a:txBody>
                  <a:tcPr anchor="ctr"/>
                </a:tc>
                <a:extLst>
                  <a:ext uri="{0D108BD9-81ED-4DB2-BD59-A6C34878D82A}">
                    <a16:rowId xmlns:a16="http://schemas.microsoft.com/office/drawing/2014/main" val="2054776904"/>
                  </a:ext>
                </a:extLst>
              </a:tr>
            </a:tbl>
          </a:graphicData>
        </a:graphic>
      </p:graphicFrame>
      <p:sp>
        <p:nvSpPr>
          <p:cNvPr id="5" name="TextBox 4">
            <a:extLst>
              <a:ext uri="{FF2B5EF4-FFF2-40B4-BE49-F238E27FC236}">
                <a16:creationId xmlns:a16="http://schemas.microsoft.com/office/drawing/2014/main" id="{D0A828CE-E64E-E305-A85B-601E6D1EEF12}"/>
              </a:ext>
            </a:extLst>
          </p:cNvPr>
          <p:cNvSpPr txBox="1"/>
          <p:nvPr/>
        </p:nvSpPr>
        <p:spPr>
          <a:xfrm>
            <a:off x="355002" y="1336110"/>
            <a:ext cx="10730026" cy="523220"/>
          </a:xfrm>
          <a:prstGeom prst="rect">
            <a:avLst/>
          </a:prstGeom>
          <a:noFill/>
        </p:spPr>
        <p:txBody>
          <a:bodyPr wrap="square" rtlCol="0">
            <a:spAutoFit/>
          </a:bodyPr>
          <a:lstStyle/>
          <a:p>
            <a:r>
              <a:rPr lang="en-US" sz="2800" b="1" u="sng" dirty="0"/>
              <a:t>A Blending Problem – Riverside Oil Company</a:t>
            </a:r>
            <a:endParaRPr lang="en-US" sz="2400" b="1" u="sng" dirty="0"/>
          </a:p>
        </p:txBody>
      </p:sp>
    </p:spTree>
    <p:extLst>
      <p:ext uri="{BB962C8B-B14F-4D97-AF65-F5344CB8AC3E}">
        <p14:creationId xmlns:p14="http://schemas.microsoft.com/office/powerpoint/2010/main" val="2643765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in Python</a:t>
            </a:r>
          </a:p>
        </p:txBody>
      </p:sp>
      <p:sp>
        <p:nvSpPr>
          <p:cNvPr id="3" name="Content Placeholder 2"/>
          <p:cNvSpPr>
            <a:spLocks noGrp="1"/>
          </p:cNvSpPr>
          <p:nvPr>
            <p:ph idx="1"/>
          </p:nvPr>
        </p:nvSpPr>
        <p:spPr/>
        <p:txBody>
          <a:bodyPr/>
          <a:lstStyle/>
          <a:p>
            <a:pPr marL="0" indent="0">
              <a:buNone/>
            </a:pPr>
            <a:endParaRPr lang="en-US" dirty="0"/>
          </a:p>
          <a:p>
            <a:r>
              <a:rPr lang="en-US" dirty="0"/>
              <a:t>Print the solution</a:t>
            </a:r>
          </a:p>
          <a:p>
            <a:endParaRPr lang="en-US" dirty="0"/>
          </a:p>
        </p:txBody>
      </p:sp>
      <p:pic>
        <p:nvPicPr>
          <p:cNvPr id="4" name="Picture 3"/>
          <p:cNvPicPr>
            <a:picLocks noChangeAspect="1"/>
          </p:cNvPicPr>
          <p:nvPr/>
        </p:nvPicPr>
        <p:blipFill>
          <a:blip r:embed="rId2"/>
          <a:stretch>
            <a:fillRect/>
          </a:stretch>
        </p:blipFill>
        <p:spPr>
          <a:xfrm>
            <a:off x="3580017" y="2143125"/>
            <a:ext cx="6315075" cy="4514850"/>
          </a:xfrm>
          <a:prstGeom prst="rect">
            <a:avLst/>
          </a:prstGeom>
        </p:spPr>
      </p:pic>
      <p:sp>
        <p:nvSpPr>
          <p:cNvPr id="5" name="TextBox 4">
            <a:extLst>
              <a:ext uri="{FF2B5EF4-FFF2-40B4-BE49-F238E27FC236}">
                <a16:creationId xmlns:a16="http://schemas.microsoft.com/office/drawing/2014/main" id="{03F5C8CE-7757-220D-3B10-001BA4FCF55B}"/>
              </a:ext>
            </a:extLst>
          </p:cNvPr>
          <p:cNvSpPr txBox="1"/>
          <p:nvPr/>
        </p:nvSpPr>
        <p:spPr>
          <a:xfrm>
            <a:off x="355002" y="1336110"/>
            <a:ext cx="10730026" cy="523220"/>
          </a:xfrm>
          <a:prstGeom prst="rect">
            <a:avLst/>
          </a:prstGeom>
          <a:noFill/>
        </p:spPr>
        <p:txBody>
          <a:bodyPr wrap="square" rtlCol="0">
            <a:spAutoFit/>
          </a:bodyPr>
          <a:lstStyle/>
          <a:p>
            <a:r>
              <a:rPr lang="en-US" sz="2800" b="1" u="sng" dirty="0"/>
              <a:t>A Blending Problem – Riverside Oil Company</a:t>
            </a:r>
            <a:endParaRPr lang="en-US" sz="2400" b="1" u="sng" dirty="0"/>
          </a:p>
        </p:txBody>
      </p:sp>
    </p:spTree>
    <p:extLst>
      <p:ext uri="{BB962C8B-B14F-4D97-AF65-F5344CB8AC3E}">
        <p14:creationId xmlns:p14="http://schemas.microsoft.com/office/powerpoint/2010/main" val="8052511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in Python</a:t>
            </a:r>
          </a:p>
        </p:txBody>
      </p:sp>
      <p:sp>
        <p:nvSpPr>
          <p:cNvPr id="3" name="Content Placeholder 2"/>
          <p:cNvSpPr>
            <a:spLocks noGrp="1"/>
          </p:cNvSpPr>
          <p:nvPr>
            <p:ph idx="1"/>
          </p:nvPr>
        </p:nvSpPr>
        <p:spPr/>
        <p:txBody>
          <a:bodyPr/>
          <a:lstStyle/>
          <a:p>
            <a:pPr marL="0" indent="0">
              <a:buNone/>
            </a:pPr>
            <a:endParaRPr lang="en-US" dirty="0"/>
          </a:p>
          <a:p>
            <a:pPr marL="0" indent="0">
              <a:buNone/>
            </a:pPr>
            <a:r>
              <a:rPr lang="en-US" sz="2400" dirty="0"/>
              <a:t>Acme Manufacturing makes a variety of household appliances at a single manufacturing facility. The expected demand for one of those appliances during the next four months is shown in the following table along with the expected production costs and the expected capacity for producing these items.</a:t>
            </a:r>
          </a:p>
          <a:p>
            <a:pPr marL="0" indent="0">
              <a:buNone/>
            </a:pPr>
            <a:endParaRPr lang="en-US" sz="2400" dirty="0"/>
          </a:p>
        </p:txBody>
      </p:sp>
      <p:sp>
        <p:nvSpPr>
          <p:cNvPr id="5" name="TextBox 4">
            <a:extLst>
              <a:ext uri="{FF2B5EF4-FFF2-40B4-BE49-F238E27FC236}">
                <a16:creationId xmlns:a16="http://schemas.microsoft.com/office/drawing/2014/main" id="{03F5C8CE-7757-220D-3B10-001BA4FCF55B}"/>
              </a:ext>
            </a:extLst>
          </p:cNvPr>
          <p:cNvSpPr txBox="1"/>
          <p:nvPr/>
        </p:nvSpPr>
        <p:spPr>
          <a:xfrm>
            <a:off x="355002" y="1336110"/>
            <a:ext cx="10730026" cy="523220"/>
          </a:xfrm>
          <a:prstGeom prst="rect">
            <a:avLst/>
          </a:prstGeom>
          <a:noFill/>
        </p:spPr>
        <p:txBody>
          <a:bodyPr wrap="square" rtlCol="0">
            <a:spAutoFit/>
          </a:bodyPr>
          <a:lstStyle/>
          <a:p>
            <a:r>
              <a:rPr lang="en-US" sz="2800" b="1" u="sng" dirty="0"/>
              <a:t>Acme Manufacturing</a:t>
            </a:r>
            <a:endParaRPr lang="en-US" sz="2400" b="1" u="sng" dirty="0"/>
          </a:p>
        </p:txBody>
      </p:sp>
      <p:graphicFrame>
        <p:nvGraphicFramePr>
          <p:cNvPr id="10" name="Table 10">
            <a:extLst>
              <a:ext uri="{FF2B5EF4-FFF2-40B4-BE49-F238E27FC236}">
                <a16:creationId xmlns:a16="http://schemas.microsoft.com/office/drawing/2014/main" id="{6CC54CC5-8CED-2DEF-08EC-0374C4F30A39}"/>
              </a:ext>
            </a:extLst>
          </p:cNvPr>
          <p:cNvGraphicFramePr>
            <a:graphicFrameLocks noGrp="1"/>
          </p:cNvGraphicFramePr>
          <p:nvPr>
            <p:extLst>
              <p:ext uri="{D42A27DB-BD31-4B8C-83A1-F6EECF244321}">
                <p14:modId xmlns:p14="http://schemas.microsoft.com/office/powerpoint/2010/main" val="3443247255"/>
              </p:ext>
            </p:extLst>
          </p:nvPr>
        </p:nvGraphicFramePr>
        <p:xfrm>
          <a:off x="2755900" y="4057601"/>
          <a:ext cx="2168525" cy="1112520"/>
        </p:xfrm>
        <a:graphic>
          <a:graphicData uri="http://schemas.openxmlformats.org/drawingml/2006/table">
            <a:tbl>
              <a:tblPr firstRow="1" bandRow="1">
                <a:tableStyleId>{5940675A-B579-460E-94D1-54222C63F5DA}</a:tableStyleId>
              </a:tblPr>
              <a:tblGrid>
                <a:gridCol w="2168525">
                  <a:extLst>
                    <a:ext uri="{9D8B030D-6E8A-4147-A177-3AD203B41FA5}">
                      <a16:colId xmlns:a16="http://schemas.microsoft.com/office/drawing/2014/main" val="2353005298"/>
                    </a:ext>
                  </a:extLst>
                </a:gridCol>
              </a:tblGrid>
              <a:tr h="370840">
                <a:tc>
                  <a:txBody>
                    <a:bodyPr/>
                    <a:lstStyle/>
                    <a:p>
                      <a:r>
                        <a:rPr lang="en-US" dirty="0"/>
                        <a:t>Demand</a:t>
                      </a:r>
                    </a:p>
                  </a:txBody>
                  <a:tcPr/>
                </a:tc>
                <a:extLst>
                  <a:ext uri="{0D108BD9-81ED-4DB2-BD59-A6C34878D82A}">
                    <a16:rowId xmlns:a16="http://schemas.microsoft.com/office/drawing/2014/main" val="94843305"/>
                  </a:ext>
                </a:extLst>
              </a:tr>
              <a:tr h="370840">
                <a:tc>
                  <a:txBody>
                    <a:bodyPr/>
                    <a:lstStyle/>
                    <a:p>
                      <a:r>
                        <a:rPr lang="en-US" dirty="0"/>
                        <a:t>Production Cost</a:t>
                      </a:r>
                    </a:p>
                  </a:txBody>
                  <a:tcPr/>
                </a:tc>
                <a:extLst>
                  <a:ext uri="{0D108BD9-81ED-4DB2-BD59-A6C34878D82A}">
                    <a16:rowId xmlns:a16="http://schemas.microsoft.com/office/drawing/2014/main" val="3601573306"/>
                  </a:ext>
                </a:extLst>
              </a:tr>
              <a:tr h="370840">
                <a:tc>
                  <a:txBody>
                    <a:bodyPr/>
                    <a:lstStyle/>
                    <a:p>
                      <a:r>
                        <a:rPr lang="en-US" dirty="0"/>
                        <a:t>Production Capacity</a:t>
                      </a:r>
                    </a:p>
                  </a:txBody>
                  <a:tcPr/>
                </a:tc>
                <a:extLst>
                  <a:ext uri="{0D108BD9-81ED-4DB2-BD59-A6C34878D82A}">
                    <a16:rowId xmlns:a16="http://schemas.microsoft.com/office/drawing/2014/main" val="1621580407"/>
                  </a:ext>
                </a:extLst>
              </a:tr>
            </a:tbl>
          </a:graphicData>
        </a:graphic>
      </p:graphicFrame>
      <p:graphicFrame>
        <p:nvGraphicFramePr>
          <p:cNvPr id="12" name="Table 12">
            <a:extLst>
              <a:ext uri="{FF2B5EF4-FFF2-40B4-BE49-F238E27FC236}">
                <a16:creationId xmlns:a16="http://schemas.microsoft.com/office/drawing/2014/main" id="{DC6E498D-3ABF-8BEA-998F-31DAA2410534}"/>
              </a:ext>
            </a:extLst>
          </p:cNvPr>
          <p:cNvGraphicFramePr>
            <a:graphicFrameLocks noGrp="1"/>
          </p:cNvGraphicFramePr>
          <p:nvPr>
            <p:extLst>
              <p:ext uri="{D42A27DB-BD31-4B8C-83A1-F6EECF244321}">
                <p14:modId xmlns:p14="http://schemas.microsoft.com/office/powerpoint/2010/main" val="2591832824"/>
              </p:ext>
            </p:extLst>
          </p:nvPr>
        </p:nvGraphicFramePr>
        <p:xfrm>
          <a:off x="4924425" y="3686761"/>
          <a:ext cx="4397376" cy="1483360"/>
        </p:xfrm>
        <a:graphic>
          <a:graphicData uri="http://schemas.openxmlformats.org/drawingml/2006/table">
            <a:tbl>
              <a:tblPr firstRow="1" bandRow="1">
                <a:tableStyleId>{5940675A-B579-460E-94D1-54222C63F5DA}</a:tableStyleId>
              </a:tblPr>
              <a:tblGrid>
                <a:gridCol w="1099344">
                  <a:extLst>
                    <a:ext uri="{9D8B030D-6E8A-4147-A177-3AD203B41FA5}">
                      <a16:colId xmlns:a16="http://schemas.microsoft.com/office/drawing/2014/main" val="2224176706"/>
                    </a:ext>
                  </a:extLst>
                </a:gridCol>
                <a:gridCol w="1099344">
                  <a:extLst>
                    <a:ext uri="{9D8B030D-6E8A-4147-A177-3AD203B41FA5}">
                      <a16:colId xmlns:a16="http://schemas.microsoft.com/office/drawing/2014/main" val="3289989545"/>
                    </a:ext>
                  </a:extLst>
                </a:gridCol>
                <a:gridCol w="1099344">
                  <a:extLst>
                    <a:ext uri="{9D8B030D-6E8A-4147-A177-3AD203B41FA5}">
                      <a16:colId xmlns:a16="http://schemas.microsoft.com/office/drawing/2014/main" val="2602121957"/>
                    </a:ext>
                  </a:extLst>
                </a:gridCol>
                <a:gridCol w="1099344">
                  <a:extLst>
                    <a:ext uri="{9D8B030D-6E8A-4147-A177-3AD203B41FA5}">
                      <a16:colId xmlns:a16="http://schemas.microsoft.com/office/drawing/2014/main" val="2341348"/>
                    </a:ext>
                  </a:extLst>
                </a:gridCol>
              </a:tblGrid>
              <a:tr h="370840">
                <a:tc>
                  <a:txBody>
                    <a:bodyPr/>
                    <a:lstStyle/>
                    <a:p>
                      <a:pPr algn="ctr"/>
                      <a:r>
                        <a:rPr lang="en-US" b="1" dirty="0"/>
                        <a:t>1</a:t>
                      </a:r>
                    </a:p>
                  </a:txBody>
                  <a:tcPr/>
                </a:tc>
                <a:tc>
                  <a:txBody>
                    <a:bodyPr/>
                    <a:lstStyle/>
                    <a:p>
                      <a:pPr algn="ctr"/>
                      <a:r>
                        <a:rPr lang="en-US" b="1" dirty="0"/>
                        <a:t>2</a:t>
                      </a:r>
                    </a:p>
                  </a:txBody>
                  <a:tcPr/>
                </a:tc>
                <a:tc>
                  <a:txBody>
                    <a:bodyPr/>
                    <a:lstStyle/>
                    <a:p>
                      <a:pPr algn="ctr"/>
                      <a:r>
                        <a:rPr lang="en-US" b="1" dirty="0"/>
                        <a:t>3</a:t>
                      </a:r>
                    </a:p>
                  </a:txBody>
                  <a:tcPr/>
                </a:tc>
                <a:tc>
                  <a:txBody>
                    <a:bodyPr/>
                    <a:lstStyle/>
                    <a:p>
                      <a:pPr algn="ctr"/>
                      <a:r>
                        <a:rPr lang="en-US" b="1" dirty="0"/>
                        <a:t>4</a:t>
                      </a:r>
                    </a:p>
                  </a:txBody>
                  <a:tcPr/>
                </a:tc>
                <a:extLst>
                  <a:ext uri="{0D108BD9-81ED-4DB2-BD59-A6C34878D82A}">
                    <a16:rowId xmlns:a16="http://schemas.microsoft.com/office/drawing/2014/main" val="123072646"/>
                  </a:ext>
                </a:extLst>
              </a:tr>
              <a:tr h="370840">
                <a:tc>
                  <a:txBody>
                    <a:bodyPr/>
                    <a:lstStyle/>
                    <a:p>
                      <a:pPr algn="ctr"/>
                      <a:r>
                        <a:rPr lang="en-US" dirty="0"/>
                        <a:t>420</a:t>
                      </a:r>
                    </a:p>
                  </a:txBody>
                  <a:tcPr/>
                </a:tc>
                <a:tc>
                  <a:txBody>
                    <a:bodyPr/>
                    <a:lstStyle/>
                    <a:p>
                      <a:pPr algn="ctr"/>
                      <a:r>
                        <a:rPr lang="en-US" dirty="0"/>
                        <a:t>580</a:t>
                      </a:r>
                    </a:p>
                  </a:txBody>
                  <a:tcPr/>
                </a:tc>
                <a:tc>
                  <a:txBody>
                    <a:bodyPr/>
                    <a:lstStyle/>
                    <a:p>
                      <a:pPr algn="ctr"/>
                      <a:r>
                        <a:rPr lang="en-US" dirty="0"/>
                        <a:t>310</a:t>
                      </a:r>
                    </a:p>
                  </a:txBody>
                  <a:tcPr/>
                </a:tc>
                <a:tc>
                  <a:txBody>
                    <a:bodyPr/>
                    <a:lstStyle/>
                    <a:p>
                      <a:pPr algn="ctr"/>
                      <a:r>
                        <a:rPr lang="en-US" dirty="0"/>
                        <a:t>540</a:t>
                      </a:r>
                    </a:p>
                  </a:txBody>
                  <a:tcPr/>
                </a:tc>
                <a:extLst>
                  <a:ext uri="{0D108BD9-81ED-4DB2-BD59-A6C34878D82A}">
                    <a16:rowId xmlns:a16="http://schemas.microsoft.com/office/drawing/2014/main" val="943072629"/>
                  </a:ext>
                </a:extLst>
              </a:tr>
              <a:tr h="370840">
                <a:tc>
                  <a:txBody>
                    <a:bodyPr/>
                    <a:lstStyle/>
                    <a:p>
                      <a:pPr algn="ctr"/>
                      <a:r>
                        <a:rPr lang="en-US" dirty="0"/>
                        <a:t>$49</a:t>
                      </a:r>
                    </a:p>
                  </a:txBody>
                  <a:tcPr/>
                </a:tc>
                <a:tc>
                  <a:txBody>
                    <a:bodyPr/>
                    <a:lstStyle/>
                    <a:p>
                      <a:pPr algn="ctr"/>
                      <a:r>
                        <a:rPr lang="en-US" dirty="0"/>
                        <a:t>$45</a:t>
                      </a:r>
                    </a:p>
                  </a:txBody>
                  <a:tcPr/>
                </a:tc>
                <a:tc>
                  <a:txBody>
                    <a:bodyPr/>
                    <a:lstStyle/>
                    <a:p>
                      <a:pPr algn="ctr"/>
                      <a:r>
                        <a:rPr lang="en-US" dirty="0"/>
                        <a:t>$46</a:t>
                      </a:r>
                    </a:p>
                  </a:txBody>
                  <a:tcPr/>
                </a:tc>
                <a:tc>
                  <a:txBody>
                    <a:bodyPr/>
                    <a:lstStyle/>
                    <a:p>
                      <a:pPr algn="ctr"/>
                      <a:r>
                        <a:rPr lang="en-US" dirty="0"/>
                        <a:t>$47</a:t>
                      </a:r>
                    </a:p>
                  </a:txBody>
                  <a:tcPr/>
                </a:tc>
                <a:extLst>
                  <a:ext uri="{0D108BD9-81ED-4DB2-BD59-A6C34878D82A}">
                    <a16:rowId xmlns:a16="http://schemas.microsoft.com/office/drawing/2014/main" val="3971502778"/>
                  </a:ext>
                </a:extLst>
              </a:tr>
              <a:tr h="370840">
                <a:tc>
                  <a:txBody>
                    <a:bodyPr/>
                    <a:lstStyle/>
                    <a:p>
                      <a:pPr algn="ctr"/>
                      <a:r>
                        <a:rPr lang="en-US" dirty="0"/>
                        <a:t>500</a:t>
                      </a:r>
                    </a:p>
                  </a:txBody>
                  <a:tcPr/>
                </a:tc>
                <a:tc>
                  <a:txBody>
                    <a:bodyPr/>
                    <a:lstStyle/>
                    <a:p>
                      <a:pPr algn="ctr"/>
                      <a:r>
                        <a:rPr lang="en-US" dirty="0"/>
                        <a:t>520</a:t>
                      </a:r>
                    </a:p>
                  </a:txBody>
                  <a:tcPr/>
                </a:tc>
                <a:tc>
                  <a:txBody>
                    <a:bodyPr/>
                    <a:lstStyle/>
                    <a:p>
                      <a:pPr algn="ctr"/>
                      <a:r>
                        <a:rPr lang="en-US" dirty="0"/>
                        <a:t>450</a:t>
                      </a:r>
                    </a:p>
                  </a:txBody>
                  <a:tcPr/>
                </a:tc>
                <a:tc>
                  <a:txBody>
                    <a:bodyPr/>
                    <a:lstStyle/>
                    <a:p>
                      <a:pPr algn="ctr"/>
                      <a:r>
                        <a:rPr lang="en-US" dirty="0"/>
                        <a:t>550</a:t>
                      </a:r>
                    </a:p>
                  </a:txBody>
                  <a:tcPr/>
                </a:tc>
                <a:extLst>
                  <a:ext uri="{0D108BD9-81ED-4DB2-BD59-A6C34878D82A}">
                    <a16:rowId xmlns:a16="http://schemas.microsoft.com/office/drawing/2014/main" val="3569069402"/>
                  </a:ext>
                </a:extLst>
              </a:tr>
            </a:tbl>
          </a:graphicData>
        </a:graphic>
      </p:graphicFrame>
      <p:sp>
        <p:nvSpPr>
          <p:cNvPr id="14" name="TextBox 13">
            <a:extLst>
              <a:ext uri="{FF2B5EF4-FFF2-40B4-BE49-F238E27FC236}">
                <a16:creationId xmlns:a16="http://schemas.microsoft.com/office/drawing/2014/main" id="{7343EADE-7738-3E67-B363-3E3D50EA5B7E}"/>
              </a:ext>
            </a:extLst>
          </p:cNvPr>
          <p:cNvSpPr txBox="1"/>
          <p:nvPr/>
        </p:nvSpPr>
        <p:spPr>
          <a:xfrm>
            <a:off x="6704013" y="3337266"/>
            <a:ext cx="838200" cy="369332"/>
          </a:xfrm>
          <a:prstGeom prst="rect">
            <a:avLst/>
          </a:prstGeom>
          <a:noFill/>
        </p:spPr>
        <p:txBody>
          <a:bodyPr wrap="square" rtlCol="0">
            <a:spAutoFit/>
          </a:bodyPr>
          <a:lstStyle/>
          <a:p>
            <a:r>
              <a:rPr lang="en-US" b="1" dirty="0"/>
              <a:t>Month</a:t>
            </a:r>
          </a:p>
        </p:txBody>
      </p:sp>
      <p:graphicFrame>
        <p:nvGraphicFramePr>
          <p:cNvPr id="17" name="Table 17">
            <a:extLst>
              <a:ext uri="{FF2B5EF4-FFF2-40B4-BE49-F238E27FC236}">
                <a16:creationId xmlns:a16="http://schemas.microsoft.com/office/drawing/2014/main" id="{E4970ABA-BAEB-A7C7-0266-4EEF9E18ACEF}"/>
              </a:ext>
            </a:extLst>
          </p:cNvPr>
          <p:cNvGraphicFramePr>
            <a:graphicFrameLocks noGrp="1"/>
          </p:cNvGraphicFramePr>
          <p:nvPr>
            <p:extLst>
              <p:ext uri="{D42A27DB-BD31-4B8C-83A1-F6EECF244321}">
                <p14:modId xmlns:p14="http://schemas.microsoft.com/office/powerpoint/2010/main" val="1187150176"/>
              </p:ext>
            </p:extLst>
          </p:nvPr>
        </p:nvGraphicFramePr>
        <p:xfrm>
          <a:off x="5487988" y="3301633"/>
          <a:ext cx="3225800" cy="370840"/>
        </p:xfrm>
        <a:graphic>
          <a:graphicData uri="http://schemas.openxmlformats.org/drawingml/2006/table">
            <a:tbl>
              <a:tblPr firstRow="1" bandRow="1">
                <a:tableStyleId>{5940675A-B579-460E-94D1-54222C63F5DA}</a:tableStyleId>
              </a:tblPr>
              <a:tblGrid>
                <a:gridCol w="3225800">
                  <a:extLst>
                    <a:ext uri="{9D8B030D-6E8A-4147-A177-3AD203B41FA5}">
                      <a16:colId xmlns:a16="http://schemas.microsoft.com/office/drawing/2014/main" val="2289210480"/>
                    </a:ext>
                  </a:extLst>
                </a:gridCol>
              </a:tblGrid>
              <a:tr h="370840">
                <a:tc>
                  <a:txBody>
                    <a:bodyPr/>
                    <a:lstStyle/>
                    <a:p>
                      <a:endParaRPr lang="en-US" dirty="0"/>
                    </a:p>
                  </a:txBody>
                  <a:tcPr/>
                </a:tc>
                <a:extLst>
                  <a:ext uri="{0D108BD9-81ED-4DB2-BD59-A6C34878D82A}">
                    <a16:rowId xmlns:a16="http://schemas.microsoft.com/office/drawing/2014/main" val="376901895"/>
                  </a:ext>
                </a:extLst>
              </a:tr>
            </a:tbl>
          </a:graphicData>
        </a:graphic>
      </p:graphicFrame>
    </p:spTree>
    <p:extLst>
      <p:ext uri="{BB962C8B-B14F-4D97-AF65-F5344CB8AC3E}">
        <p14:creationId xmlns:p14="http://schemas.microsoft.com/office/powerpoint/2010/main" val="128808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in Python</a:t>
            </a:r>
          </a:p>
        </p:txBody>
      </p:sp>
      <p:sp>
        <p:nvSpPr>
          <p:cNvPr id="3" name="Content Placeholder 2"/>
          <p:cNvSpPr>
            <a:spLocks noGrp="1"/>
          </p:cNvSpPr>
          <p:nvPr>
            <p:ph idx="1"/>
          </p:nvPr>
        </p:nvSpPr>
        <p:spPr/>
        <p:txBody>
          <a:bodyPr/>
          <a:lstStyle/>
          <a:p>
            <a:pPr marL="0" indent="0">
              <a:buNone/>
            </a:pPr>
            <a:endParaRPr lang="en-US" dirty="0"/>
          </a:p>
          <a:p>
            <a:pPr marL="0" indent="0">
              <a:buNone/>
            </a:pPr>
            <a:r>
              <a:rPr lang="en-US" sz="2400" dirty="0"/>
              <a:t>Acme estimates that it </a:t>
            </a:r>
            <a:r>
              <a:rPr lang="en-US" sz="2400" b="1" dirty="0"/>
              <a:t>costs $1.50 per month for each unit </a:t>
            </a:r>
            <a:r>
              <a:rPr lang="en-US" sz="2400" dirty="0"/>
              <a:t>of this appliance carried in inventory (</a:t>
            </a:r>
            <a:r>
              <a:rPr lang="en-US" sz="2400" u="sng" dirty="0"/>
              <a:t>estimated by averaging the beginning and ending inventory levels each month</a:t>
            </a:r>
            <a:r>
              <a:rPr lang="en-US" sz="2400" dirty="0"/>
              <a:t>). Currently, Acme has </a:t>
            </a:r>
            <a:r>
              <a:rPr lang="en-US" sz="2400" b="1" dirty="0"/>
              <a:t>120 units in inventory on hand </a:t>
            </a:r>
            <a:r>
              <a:rPr lang="en-US" sz="2400" dirty="0"/>
              <a:t>for this product. To maintain a level workforce, the company wants to </a:t>
            </a:r>
            <a:r>
              <a:rPr lang="en-US" sz="2400" b="1" dirty="0"/>
              <a:t>produce at least 400 units per month</a:t>
            </a:r>
            <a:r>
              <a:rPr lang="en-US" sz="2400" dirty="0"/>
              <a:t>. It also wants to maintain a </a:t>
            </a:r>
            <a:r>
              <a:rPr lang="en-US" sz="2400" b="1" dirty="0"/>
              <a:t>safety stock of at least 50 units per month</a:t>
            </a:r>
            <a:r>
              <a:rPr lang="en-US" sz="2400" dirty="0"/>
              <a:t>. Acme wants to determine how many of each appliance to manufacture during each of the next four months to the expected demand at the lowest possible total cost.</a:t>
            </a:r>
          </a:p>
          <a:p>
            <a:pPr marL="0" indent="0">
              <a:buNone/>
            </a:pPr>
            <a:endParaRPr lang="en-US" sz="2400" dirty="0"/>
          </a:p>
        </p:txBody>
      </p:sp>
      <p:sp>
        <p:nvSpPr>
          <p:cNvPr id="5" name="TextBox 4">
            <a:extLst>
              <a:ext uri="{FF2B5EF4-FFF2-40B4-BE49-F238E27FC236}">
                <a16:creationId xmlns:a16="http://schemas.microsoft.com/office/drawing/2014/main" id="{03F5C8CE-7757-220D-3B10-001BA4FCF55B}"/>
              </a:ext>
            </a:extLst>
          </p:cNvPr>
          <p:cNvSpPr txBox="1"/>
          <p:nvPr/>
        </p:nvSpPr>
        <p:spPr>
          <a:xfrm>
            <a:off x="355002" y="1336110"/>
            <a:ext cx="10730026" cy="523220"/>
          </a:xfrm>
          <a:prstGeom prst="rect">
            <a:avLst/>
          </a:prstGeom>
          <a:noFill/>
        </p:spPr>
        <p:txBody>
          <a:bodyPr wrap="square" rtlCol="0">
            <a:spAutoFit/>
          </a:bodyPr>
          <a:lstStyle/>
          <a:p>
            <a:r>
              <a:rPr lang="en-US" sz="2800" b="1" u="sng" dirty="0"/>
              <a:t>Acme Manufacturing</a:t>
            </a:r>
            <a:endParaRPr lang="en-US" sz="2400" b="1" u="sng" dirty="0"/>
          </a:p>
        </p:txBody>
      </p:sp>
      <p:sp>
        <p:nvSpPr>
          <p:cNvPr id="4" name="Rectangle 3">
            <a:extLst>
              <a:ext uri="{FF2B5EF4-FFF2-40B4-BE49-F238E27FC236}">
                <a16:creationId xmlns:a16="http://schemas.microsoft.com/office/drawing/2014/main" id="{B1A8DE96-41A8-B407-66F7-BD41A71E934F}"/>
              </a:ext>
            </a:extLst>
          </p:cNvPr>
          <p:cNvSpPr/>
          <p:nvPr/>
        </p:nvSpPr>
        <p:spPr>
          <a:xfrm>
            <a:off x="1885950" y="5074216"/>
            <a:ext cx="640080" cy="64008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M1</a:t>
            </a:r>
          </a:p>
        </p:txBody>
      </p:sp>
      <p:sp>
        <p:nvSpPr>
          <p:cNvPr id="6" name="Rectangle 5">
            <a:extLst>
              <a:ext uri="{FF2B5EF4-FFF2-40B4-BE49-F238E27FC236}">
                <a16:creationId xmlns:a16="http://schemas.microsoft.com/office/drawing/2014/main" id="{9C972DC5-9F86-E88D-A54E-0E7BB04CE4C5}"/>
              </a:ext>
            </a:extLst>
          </p:cNvPr>
          <p:cNvSpPr/>
          <p:nvPr/>
        </p:nvSpPr>
        <p:spPr>
          <a:xfrm>
            <a:off x="3543300" y="5074216"/>
            <a:ext cx="640080" cy="64008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M2</a:t>
            </a:r>
          </a:p>
        </p:txBody>
      </p:sp>
      <p:sp>
        <p:nvSpPr>
          <p:cNvPr id="7" name="Rectangle 6">
            <a:extLst>
              <a:ext uri="{FF2B5EF4-FFF2-40B4-BE49-F238E27FC236}">
                <a16:creationId xmlns:a16="http://schemas.microsoft.com/office/drawing/2014/main" id="{E7D7019B-741A-19D9-DD87-3913B0BBB842}"/>
              </a:ext>
            </a:extLst>
          </p:cNvPr>
          <p:cNvSpPr/>
          <p:nvPr/>
        </p:nvSpPr>
        <p:spPr>
          <a:xfrm>
            <a:off x="5200650" y="5074216"/>
            <a:ext cx="640080" cy="64008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M3</a:t>
            </a:r>
          </a:p>
        </p:txBody>
      </p:sp>
      <p:sp>
        <p:nvSpPr>
          <p:cNvPr id="8" name="Rectangle 7">
            <a:extLst>
              <a:ext uri="{FF2B5EF4-FFF2-40B4-BE49-F238E27FC236}">
                <a16:creationId xmlns:a16="http://schemas.microsoft.com/office/drawing/2014/main" id="{B97D1C36-FC68-4E88-D473-40CD03D32D14}"/>
              </a:ext>
            </a:extLst>
          </p:cNvPr>
          <p:cNvSpPr/>
          <p:nvPr/>
        </p:nvSpPr>
        <p:spPr>
          <a:xfrm>
            <a:off x="6858000" y="5074216"/>
            <a:ext cx="640080" cy="640080"/>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dirty="0"/>
              <a:t>M4</a:t>
            </a:r>
          </a:p>
        </p:txBody>
      </p:sp>
      <p:cxnSp>
        <p:nvCxnSpPr>
          <p:cNvPr id="15" name="Straight Arrow Connector 14">
            <a:extLst>
              <a:ext uri="{FF2B5EF4-FFF2-40B4-BE49-F238E27FC236}">
                <a16:creationId xmlns:a16="http://schemas.microsoft.com/office/drawing/2014/main" id="{9EF82628-EA85-7B44-9908-0503551C748D}"/>
              </a:ext>
            </a:extLst>
          </p:cNvPr>
          <p:cNvCxnSpPr>
            <a:stCxn id="4" idx="3"/>
            <a:endCxn id="6" idx="1"/>
          </p:cNvCxnSpPr>
          <p:nvPr/>
        </p:nvCxnSpPr>
        <p:spPr>
          <a:xfrm>
            <a:off x="2526030" y="5394256"/>
            <a:ext cx="1017270"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75ACF6B6-F75F-03C6-FCE9-6DDC9C1A6208}"/>
              </a:ext>
            </a:extLst>
          </p:cNvPr>
          <p:cNvCxnSpPr/>
          <p:nvPr/>
        </p:nvCxnSpPr>
        <p:spPr>
          <a:xfrm>
            <a:off x="4183380" y="5394256"/>
            <a:ext cx="1017270"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8061B673-AE21-468E-C756-6A47A33A8519}"/>
              </a:ext>
            </a:extLst>
          </p:cNvPr>
          <p:cNvCxnSpPr/>
          <p:nvPr/>
        </p:nvCxnSpPr>
        <p:spPr>
          <a:xfrm>
            <a:off x="5840730" y="5394256"/>
            <a:ext cx="1017270"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62E8E1E3-9BA7-70FE-A57C-CB05FD1D8521}"/>
              </a:ext>
            </a:extLst>
          </p:cNvPr>
          <p:cNvCxnSpPr/>
          <p:nvPr/>
        </p:nvCxnSpPr>
        <p:spPr>
          <a:xfrm>
            <a:off x="7498080" y="5369442"/>
            <a:ext cx="1014984"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09D0D8C0-FECA-15C2-733C-4F3A4B9812CB}"/>
              </a:ext>
            </a:extLst>
          </p:cNvPr>
          <p:cNvCxnSpPr/>
          <p:nvPr/>
        </p:nvCxnSpPr>
        <p:spPr>
          <a:xfrm>
            <a:off x="868680" y="5394256"/>
            <a:ext cx="1017270"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D05AD2FF-68DC-611A-BE27-B81658CE38D5}"/>
              </a:ext>
            </a:extLst>
          </p:cNvPr>
          <p:cNvCxnSpPr>
            <a:cxnSpLocks/>
            <a:endCxn id="4" idx="0"/>
          </p:cNvCxnSpPr>
          <p:nvPr/>
        </p:nvCxnSpPr>
        <p:spPr>
          <a:xfrm>
            <a:off x="2205990" y="4609445"/>
            <a:ext cx="0" cy="46477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CCE33E86-FBE0-4E88-E9B0-6956B8717804}"/>
              </a:ext>
            </a:extLst>
          </p:cNvPr>
          <p:cNvCxnSpPr>
            <a:cxnSpLocks/>
          </p:cNvCxnSpPr>
          <p:nvPr/>
        </p:nvCxnSpPr>
        <p:spPr>
          <a:xfrm>
            <a:off x="3853815" y="4609445"/>
            <a:ext cx="0" cy="46477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E9DB3E62-2109-D286-801E-29B3E6775A8E}"/>
              </a:ext>
            </a:extLst>
          </p:cNvPr>
          <p:cNvCxnSpPr>
            <a:cxnSpLocks/>
          </p:cNvCxnSpPr>
          <p:nvPr/>
        </p:nvCxnSpPr>
        <p:spPr>
          <a:xfrm>
            <a:off x="5492115" y="4609445"/>
            <a:ext cx="0" cy="46477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CB01DF50-C3D3-7082-13D5-66A0179DF285}"/>
              </a:ext>
            </a:extLst>
          </p:cNvPr>
          <p:cNvCxnSpPr>
            <a:cxnSpLocks/>
          </p:cNvCxnSpPr>
          <p:nvPr/>
        </p:nvCxnSpPr>
        <p:spPr>
          <a:xfrm>
            <a:off x="7158990" y="4609445"/>
            <a:ext cx="0" cy="46477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142C334C-F9E4-01A5-FB68-22B9647502BF}"/>
              </a:ext>
            </a:extLst>
          </p:cNvPr>
          <p:cNvCxnSpPr>
            <a:cxnSpLocks/>
          </p:cNvCxnSpPr>
          <p:nvPr/>
        </p:nvCxnSpPr>
        <p:spPr>
          <a:xfrm>
            <a:off x="2205990" y="5714296"/>
            <a:ext cx="0" cy="46477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BD9E345C-97A8-245B-CCB9-7504093523E9}"/>
              </a:ext>
            </a:extLst>
          </p:cNvPr>
          <p:cNvCxnSpPr>
            <a:cxnSpLocks/>
          </p:cNvCxnSpPr>
          <p:nvPr/>
        </p:nvCxnSpPr>
        <p:spPr>
          <a:xfrm>
            <a:off x="3850005" y="5714296"/>
            <a:ext cx="0" cy="46477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BD11931E-4D76-93C9-0AF1-8A8C70CEAC5A}"/>
              </a:ext>
            </a:extLst>
          </p:cNvPr>
          <p:cNvCxnSpPr>
            <a:cxnSpLocks/>
          </p:cNvCxnSpPr>
          <p:nvPr/>
        </p:nvCxnSpPr>
        <p:spPr>
          <a:xfrm>
            <a:off x="5492115" y="5714296"/>
            <a:ext cx="0" cy="46477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a:extLst>
              <a:ext uri="{FF2B5EF4-FFF2-40B4-BE49-F238E27FC236}">
                <a16:creationId xmlns:a16="http://schemas.microsoft.com/office/drawing/2014/main" id="{AAAA3E91-839C-A4E7-89AE-D67A21C75AC1}"/>
              </a:ext>
            </a:extLst>
          </p:cNvPr>
          <p:cNvCxnSpPr>
            <a:cxnSpLocks/>
          </p:cNvCxnSpPr>
          <p:nvPr/>
        </p:nvCxnSpPr>
        <p:spPr>
          <a:xfrm>
            <a:off x="7158990" y="5714296"/>
            <a:ext cx="0" cy="46477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34" name="TextBox 33">
            <a:extLst>
              <a:ext uri="{FF2B5EF4-FFF2-40B4-BE49-F238E27FC236}">
                <a16:creationId xmlns:a16="http://schemas.microsoft.com/office/drawing/2014/main" id="{1181D51E-16FF-26EB-ACAD-C58FF3EC8CCE}"/>
              </a:ext>
            </a:extLst>
          </p:cNvPr>
          <p:cNvSpPr txBox="1"/>
          <p:nvPr/>
        </p:nvSpPr>
        <p:spPr>
          <a:xfrm>
            <a:off x="1792605" y="4373305"/>
            <a:ext cx="1017269" cy="276999"/>
          </a:xfrm>
          <a:prstGeom prst="rect">
            <a:avLst/>
          </a:prstGeom>
          <a:noFill/>
        </p:spPr>
        <p:txBody>
          <a:bodyPr wrap="square" rtlCol="0">
            <a:spAutoFit/>
          </a:bodyPr>
          <a:lstStyle/>
          <a:p>
            <a:r>
              <a:rPr lang="en-US" sz="1200" b="1" dirty="0"/>
              <a:t>production1</a:t>
            </a:r>
          </a:p>
        </p:txBody>
      </p:sp>
      <p:sp>
        <p:nvSpPr>
          <p:cNvPr id="35" name="TextBox 34">
            <a:extLst>
              <a:ext uri="{FF2B5EF4-FFF2-40B4-BE49-F238E27FC236}">
                <a16:creationId xmlns:a16="http://schemas.microsoft.com/office/drawing/2014/main" id="{6E413560-EE25-30F4-DF67-04B6125FA687}"/>
              </a:ext>
            </a:extLst>
          </p:cNvPr>
          <p:cNvSpPr txBox="1"/>
          <p:nvPr/>
        </p:nvSpPr>
        <p:spPr>
          <a:xfrm>
            <a:off x="3375773" y="4373305"/>
            <a:ext cx="1017269" cy="276999"/>
          </a:xfrm>
          <a:prstGeom prst="rect">
            <a:avLst/>
          </a:prstGeom>
          <a:noFill/>
        </p:spPr>
        <p:txBody>
          <a:bodyPr wrap="square" rtlCol="0">
            <a:spAutoFit/>
          </a:bodyPr>
          <a:lstStyle/>
          <a:p>
            <a:r>
              <a:rPr lang="en-US" sz="1200" b="1" dirty="0"/>
              <a:t>production2</a:t>
            </a:r>
          </a:p>
        </p:txBody>
      </p:sp>
      <p:sp>
        <p:nvSpPr>
          <p:cNvPr id="36" name="TextBox 35">
            <a:extLst>
              <a:ext uri="{FF2B5EF4-FFF2-40B4-BE49-F238E27FC236}">
                <a16:creationId xmlns:a16="http://schemas.microsoft.com/office/drawing/2014/main" id="{6807455A-7FD1-E74D-2918-C219065C9DD6}"/>
              </a:ext>
            </a:extLst>
          </p:cNvPr>
          <p:cNvSpPr txBox="1"/>
          <p:nvPr/>
        </p:nvSpPr>
        <p:spPr>
          <a:xfrm>
            <a:off x="5012055" y="4376629"/>
            <a:ext cx="1017269" cy="276999"/>
          </a:xfrm>
          <a:prstGeom prst="rect">
            <a:avLst/>
          </a:prstGeom>
          <a:noFill/>
        </p:spPr>
        <p:txBody>
          <a:bodyPr wrap="square" rtlCol="0">
            <a:spAutoFit/>
          </a:bodyPr>
          <a:lstStyle/>
          <a:p>
            <a:r>
              <a:rPr lang="en-US" sz="1200" b="1" dirty="0"/>
              <a:t>production3</a:t>
            </a:r>
          </a:p>
        </p:txBody>
      </p:sp>
      <p:sp>
        <p:nvSpPr>
          <p:cNvPr id="37" name="TextBox 36">
            <a:extLst>
              <a:ext uri="{FF2B5EF4-FFF2-40B4-BE49-F238E27FC236}">
                <a16:creationId xmlns:a16="http://schemas.microsoft.com/office/drawing/2014/main" id="{136E7C2B-AAAC-5119-093C-90348A16C311}"/>
              </a:ext>
            </a:extLst>
          </p:cNvPr>
          <p:cNvSpPr txBox="1"/>
          <p:nvPr/>
        </p:nvSpPr>
        <p:spPr>
          <a:xfrm>
            <a:off x="6678928" y="4373304"/>
            <a:ext cx="1017269" cy="276999"/>
          </a:xfrm>
          <a:prstGeom prst="rect">
            <a:avLst/>
          </a:prstGeom>
          <a:noFill/>
        </p:spPr>
        <p:txBody>
          <a:bodyPr wrap="square" rtlCol="0">
            <a:spAutoFit/>
          </a:bodyPr>
          <a:lstStyle/>
          <a:p>
            <a:r>
              <a:rPr lang="en-US" sz="1200" b="1" dirty="0"/>
              <a:t>production4</a:t>
            </a:r>
          </a:p>
        </p:txBody>
      </p:sp>
      <p:sp>
        <p:nvSpPr>
          <p:cNvPr id="38" name="TextBox 37">
            <a:extLst>
              <a:ext uri="{FF2B5EF4-FFF2-40B4-BE49-F238E27FC236}">
                <a16:creationId xmlns:a16="http://schemas.microsoft.com/office/drawing/2014/main" id="{5AD716AD-4797-DF94-0002-32BC998292A1}"/>
              </a:ext>
            </a:extLst>
          </p:cNvPr>
          <p:cNvSpPr txBox="1"/>
          <p:nvPr/>
        </p:nvSpPr>
        <p:spPr>
          <a:xfrm>
            <a:off x="1803559" y="6215876"/>
            <a:ext cx="804862" cy="276999"/>
          </a:xfrm>
          <a:prstGeom prst="rect">
            <a:avLst/>
          </a:prstGeom>
          <a:noFill/>
        </p:spPr>
        <p:txBody>
          <a:bodyPr wrap="square" rtlCol="0">
            <a:spAutoFit/>
          </a:bodyPr>
          <a:lstStyle/>
          <a:p>
            <a:r>
              <a:rPr lang="en-US" sz="1200" b="1" dirty="0"/>
              <a:t>demand1</a:t>
            </a:r>
          </a:p>
        </p:txBody>
      </p:sp>
      <p:sp>
        <p:nvSpPr>
          <p:cNvPr id="39" name="TextBox 38">
            <a:extLst>
              <a:ext uri="{FF2B5EF4-FFF2-40B4-BE49-F238E27FC236}">
                <a16:creationId xmlns:a16="http://schemas.microsoft.com/office/drawing/2014/main" id="{19F171A6-19AC-14CE-22EC-3C2BADC8E148}"/>
              </a:ext>
            </a:extLst>
          </p:cNvPr>
          <p:cNvSpPr txBox="1"/>
          <p:nvPr/>
        </p:nvSpPr>
        <p:spPr>
          <a:xfrm>
            <a:off x="3378518" y="6215876"/>
            <a:ext cx="804862" cy="276999"/>
          </a:xfrm>
          <a:prstGeom prst="rect">
            <a:avLst/>
          </a:prstGeom>
          <a:noFill/>
        </p:spPr>
        <p:txBody>
          <a:bodyPr wrap="square" rtlCol="0">
            <a:spAutoFit/>
          </a:bodyPr>
          <a:lstStyle/>
          <a:p>
            <a:r>
              <a:rPr lang="en-US" sz="1200" b="1" dirty="0"/>
              <a:t>demand2</a:t>
            </a:r>
          </a:p>
        </p:txBody>
      </p:sp>
      <p:sp>
        <p:nvSpPr>
          <p:cNvPr id="40" name="TextBox 39">
            <a:extLst>
              <a:ext uri="{FF2B5EF4-FFF2-40B4-BE49-F238E27FC236}">
                <a16:creationId xmlns:a16="http://schemas.microsoft.com/office/drawing/2014/main" id="{5D3A6B74-3718-6C77-0C3C-138B45AF6A88}"/>
              </a:ext>
            </a:extLst>
          </p:cNvPr>
          <p:cNvSpPr txBox="1"/>
          <p:nvPr/>
        </p:nvSpPr>
        <p:spPr>
          <a:xfrm>
            <a:off x="5046907" y="6215876"/>
            <a:ext cx="804862" cy="276999"/>
          </a:xfrm>
          <a:prstGeom prst="rect">
            <a:avLst/>
          </a:prstGeom>
          <a:noFill/>
        </p:spPr>
        <p:txBody>
          <a:bodyPr wrap="square" rtlCol="0">
            <a:spAutoFit/>
          </a:bodyPr>
          <a:lstStyle/>
          <a:p>
            <a:r>
              <a:rPr lang="en-US" sz="1200" b="1" dirty="0"/>
              <a:t>demand3</a:t>
            </a:r>
          </a:p>
        </p:txBody>
      </p:sp>
      <p:sp>
        <p:nvSpPr>
          <p:cNvPr id="41" name="TextBox 40">
            <a:extLst>
              <a:ext uri="{FF2B5EF4-FFF2-40B4-BE49-F238E27FC236}">
                <a16:creationId xmlns:a16="http://schemas.microsoft.com/office/drawing/2014/main" id="{217E11E9-685F-1706-1FDE-9DDF55E0259D}"/>
              </a:ext>
            </a:extLst>
          </p:cNvPr>
          <p:cNvSpPr txBox="1"/>
          <p:nvPr/>
        </p:nvSpPr>
        <p:spPr>
          <a:xfrm>
            <a:off x="6800851" y="6177121"/>
            <a:ext cx="804862" cy="276999"/>
          </a:xfrm>
          <a:prstGeom prst="rect">
            <a:avLst/>
          </a:prstGeom>
          <a:noFill/>
        </p:spPr>
        <p:txBody>
          <a:bodyPr wrap="square" rtlCol="0">
            <a:spAutoFit/>
          </a:bodyPr>
          <a:lstStyle/>
          <a:p>
            <a:r>
              <a:rPr lang="en-US" sz="1200" b="1" dirty="0"/>
              <a:t>demand4</a:t>
            </a:r>
          </a:p>
        </p:txBody>
      </p:sp>
      <p:sp>
        <p:nvSpPr>
          <p:cNvPr id="42" name="TextBox 41">
            <a:extLst>
              <a:ext uri="{FF2B5EF4-FFF2-40B4-BE49-F238E27FC236}">
                <a16:creationId xmlns:a16="http://schemas.microsoft.com/office/drawing/2014/main" id="{E7EB0353-5327-03BC-AE83-8FA2AADEFB85}"/>
              </a:ext>
            </a:extLst>
          </p:cNvPr>
          <p:cNvSpPr txBox="1"/>
          <p:nvPr/>
        </p:nvSpPr>
        <p:spPr>
          <a:xfrm>
            <a:off x="480207" y="5255755"/>
            <a:ext cx="484819" cy="276999"/>
          </a:xfrm>
          <a:prstGeom prst="rect">
            <a:avLst/>
          </a:prstGeom>
          <a:noFill/>
        </p:spPr>
        <p:txBody>
          <a:bodyPr wrap="square" rtlCol="0">
            <a:spAutoFit/>
          </a:bodyPr>
          <a:lstStyle/>
          <a:p>
            <a:r>
              <a:rPr lang="en-US" sz="1200" b="1" dirty="0"/>
              <a:t>120</a:t>
            </a:r>
          </a:p>
        </p:txBody>
      </p:sp>
      <p:sp>
        <p:nvSpPr>
          <p:cNvPr id="43" name="TextBox 42">
            <a:extLst>
              <a:ext uri="{FF2B5EF4-FFF2-40B4-BE49-F238E27FC236}">
                <a16:creationId xmlns:a16="http://schemas.microsoft.com/office/drawing/2014/main" id="{4565AFC8-8955-74B6-A3DD-138C442C1118}"/>
              </a:ext>
            </a:extLst>
          </p:cNvPr>
          <p:cNvSpPr txBox="1"/>
          <p:nvPr/>
        </p:nvSpPr>
        <p:spPr>
          <a:xfrm>
            <a:off x="2809874" y="5117256"/>
            <a:ext cx="375869"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I</a:t>
            </a:r>
            <a:r>
              <a:rPr lang="en-US" sz="1200" b="1" dirty="0">
                <a:cs typeface="Times New Roman" panose="02020603050405020304" pitchFamily="18" charset="0"/>
              </a:rPr>
              <a:t>1</a:t>
            </a:r>
            <a:endParaRPr lang="en-US" sz="1200" b="1" dirty="0"/>
          </a:p>
        </p:txBody>
      </p:sp>
      <p:sp>
        <p:nvSpPr>
          <p:cNvPr id="44" name="TextBox 43">
            <a:extLst>
              <a:ext uri="{FF2B5EF4-FFF2-40B4-BE49-F238E27FC236}">
                <a16:creationId xmlns:a16="http://schemas.microsoft.com/office/drawing/2014/main" id="{3781995D-CD73-07C4-8885-BDE66E75B3EC}"/>
              </a:ext>
            </a:extLst>
          </p:cNvPr>
          <p:cNvSpPr txBox="1"/>
          <p:nvPr/>
        </p:nvSpPr>
        <p:spPr>
          <a:xfrm>
            <a:off x="4497086" y="5117256"/>
            <a:ext cx="375869"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I2</a:t>
            </a:r>
            <a:endParaRPr lang="en-US" sz="1200" b="1" dirty="0"/>
          </a:p>
        </p:txBody>
      </p:sp>
      <p:sp>
        <p:nvSpPr>
          <p:cNvPr id="45" name="TextBox 44">
            <a:extLst>
              <a:ext uri="{FF2B5EF4-FFF2-40B4-BE49-F238E27FC236}">
                <a16:creationId xmlns:a16="http://schemas.microsoft.com/office/drawing/2014/main" id="{B9E574BC-1E3D-1579-07B3-0F3735B89E3D}"/>
              </a:ext>
            </a:extLst>
          </p:cNvPr>
          <p:cNvSpPr txBox="1"/>
          <p:nvPr/>
        </p:nvSpPr>
        <p:spPr>
          <a:xfrm>
            <a:off x="6191215" y="5095737"/>
            <a:ext cx="375869"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I3</a:t>
            </a:r>
            <a:endParaRPr lang="en-US" sz="1200" b="1" dirty="0"/>
          </a:p>
        </p:txBody>
      </p:sp>
      <p:sp>
        <p:nvSpPr>
          <p:cNvPr id="46" name="TextBox 45">
            <a:extLst>
              <a:ext uri="{FF2B5EF4-FFF2-40B4-BE49-F238E27FC236}">
                <a16:creationId xmlns:a16="http://schemas.microsoft.com/office/drawing/2014/main" id="{485CD59C-2923-3B83-C1FD-93E677F994C6}"/>
              </a:ext>
            </a:extLst>
          </p:cNvPr>
          <p:cNvSpPr txBox="1"/>
          <p:nvPr/>
        </p:nvSpPr>
        <p:spPr>
          <a:xfrm>
            <a:off x="7790207" y="5074216"/>
            <a:ext cx="375869" cy="276999"/>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I4</a:t>
            </a:r>
            <a:endParaRPr lang="en-US" sz="1200" b="1" dirty="0"/>
          </a:p>
        </p:txBody>
      </p:sp>
      <p:pic>
        <p:nvPicPr>
          <p:cNvPr id="47" name="Picture 46">
            <a:extLst>
              <a:ext uri="{FF2B5EF4-FFF2-40B4-BE49-F238E27FC236}">
                <a16:creationId xmlns:a16="http://schemas.microsoft.com/office/drawing/2014/main" id="{52941701-F8F4-F5B2-69C4-07A20D1C4E2E}"/>
              </a:ext>
            </a:extLst>
          </p:cNvPr>
          <p:cNvPicPr>
            <a:picLocks noChangeAspect="1"/>
          </p:cNvPicPr>
          <p:nvPr/>
        </p:nvPicPr>
        <p:blipFill rotWithShape="1">
          <a:blip r:embed="rId2"/>
          <a:srcRect l="7729" t="-5960" r="952" b="5960"/>
          <a:stretch/>
        </p:blipFill>
        <p:spPr>
          <a:xfrm>
            <a:off x="8436756" y="3790833"/>
            <a:ext cx="3810041" cy="1241405"/>
          </a:xfrm>
          <a:prstGeom prst="rect">
            <a:avLst/>
          </a:prstGeom>
        </p:spPr>
      </p:pic>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CF17FF67-F32B-3405-278E-932E2EAF4F89}"/>
                  </a:ext>
                </a:extLst>
              </p:cNvPr>
              <p:cNvSpPr txBox="1"/>
              <p:nvPr/>
            </p:nvSpPr>
            <p:spPr>
              <a:xfrm>
                <a:off x="9055250" y="5351215"/>
                <a:ext cx="3320891" cy="738664"/>
              </a:xfrm>
              <a:prstGeom prst="rect">
                <a:avLst/>
              </a:prstGeom>
              <a:noFill/>
            </p:spPr>
            <p:txBody>
              <a:bodyPr wrap="square" rtlCol="0">
                <a:spAutoFit/>
              </a:bodyPr>
              <a:lstStyle/>
              <a:p>
                <a:r>
                  <a:rPr lang="en-US" sz="1400" b="1" dirty="0"/>
                  <a:t>Demand: </a:t>
                </a:r>
                <a14:m>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𝐷</m:t>
                        </m:r>
                      </m:e>
                      <m:sub>
                        <m:r>
                          <a:rPr lang="en-US" sz="1400" b="0" i="1" smtClean="0">
                            <a:latin typeface="Cambria Math" panose="02040503050406030204" pitchFamily="18" charset="0"/>
                          </a:rPr>
                          <m:t>1</m:t>
                        </m:r>
                      </m:sub>
                    </m:sSub>
                    <m:r>
                      <a:rPr lang="en-US" sz="1400" b="0" i="1" smtClean="0">
                        <a:latin typeface="Cambria Math" panose="02040503050406030204" pitchFamily="18" charset="0"/>
                      </a:rPr>
                      <m:t>, </m:t>
                    </m:r>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𝐷</m:t>
                        </m:r>
                      </m:e>
                      <m:sub>
                        <m:r>
                          <a:rPr lang="en-US" sz="1400" b="0" i="1" smtClean="0">
                            <a:latin typeface="Cambria Math" panose="02040503050406030204" pitchFamily="18" charset="0"/>
                          </a:rPr>
                          <m:t>2</m:t>
                        </m:r>
                      </m:sub>
                    </m:sSub>
                    <m:r>
                      <a:rPr lang="en-US" sz="1400" b="0" i="1" smtClean="0">
                        <a:latin typeface="Cambria Math" panose="02040503050406030204" pitchFamily="18" charset="0"/>
                      </a:rPr>
                      <m:t>, </m:t>
                    </m:r>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𝐷</m:t>
                        </m:r>
                      </m:e>
                      <m:sub>
                        <m:r>
                          <a:rPr lang="en-US" sz="1400" b="0" i="1" smtClean="0">
                            <a:latin typeface="Cambria Math" panose="02040503050406030204" pitchFamily="18" charset="0"/>
                          </a:rPr>
                          <m:t>3</m:t>
                        </m:r>
                      </m:sub>
                    </m:sSub>
                    <m:r>
                      <a:rPr lang="en-US" sz="1400" b="0" i="1" smtClean="0">
                        <a:latin typeface="Cambria Math" panose="02040503050406030204" pitchFamily="18" charset="0"/>
                      </a:rPr>
                      <m:t>, </m:t>
                    </m:r>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𝐷</m:t>
                        </m:r>
                      </m:e>
                      <m:sub>
                        <m:r>
                          <a:rPr lang="en-US" sz="1400" b="0" i="1" smtClean="0">
                            <a:latin typeface="Cambria Math" panose="02040503050406030204" pitchFamily="18" charset="0"/>
                          </a:rPr>
                          <m:t>4</m:t>
                        </m:r>
                      </m:sub>
                    </m:sSub>
                  </m:oMath>
                </a14:m>
                <a:endParaRPr lang="en-US" sz="1400" dirty="0"/>
              </a:p>
              <a:p>
                <a:r>
                  <a:rPr lang="en-US" sz="1400" b="1" dirty="0"/>
                  <a:t>Production Cost: </a:t>
                </a:r>
                <a14:m>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𝑐</m:t>
                        </m:r>
                      </m:e>
                      <m:sub>
                        <m:r>
                          <a:rPr lang="en-US" sz="1400" b="0" i="1" smtClean="0">
                            <a:latin typeface="Cambria Math" panose="02040503050406030204" pitchFamily="18" charset="0"/>
                          </a:rPr>
                          <m:t>1</m:t>
                        </m:r>
                      </m:sub>
                    </m:sSub>
                    <m:r>
                      <a:rPr lang="en-US" sz="1400" b="0" i="1" smtClean="0">
                        <a:latin typeface="Cambria Math" panose="02040503050406030204" pitchFamily="18" charset="0"/>
                      </a:rPr>
                      <m:t>, </m:t>
                    </m:r>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𝑐</m:t>
                        </m:r>
                      </m:e>
                      <m:sub>
                        <m:r>
                          <a:rPr lang="en-US" sz="1400" b="0" i="1" smtClean="0">
                            <a:latin typeface="Cambria Math" panose="02040503050406030204" pitchFamily="18" charset="0"/>
                          </a:rPr>
                          <m:t>2</m:t>
                        </m:r>
                      </m:sub>
                    </m:sSub>
                    <m:r>
                      <a:rPr lang="en-US" sz="1400" b="0" i="1" smtClean="0">
                        <a:latin typeface="Cambria Math" panose="02040503050406030204" pitchFamily="18" charset="0"/>
                      </a:rPr>
                      <m:t>, </m:t>
                    </m:r>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𝑐</m:t>
                        </m:r>
                      </m:e>
                      <m:sub>
                        <m:r>
                          <a:rPr lang="en-US" sz="1400" b="0" i="1" smtClean="0">
                            <a:latin typeface="Cambria Math" panose="02040503050406030204" pitchFamily="18" charset="0"/>
                          </a:rPr>
                          <m:t>3</m:t>
                        </m:r>
                      </m:sub>
                    </m:sSub>
                    <m:r>
                      <a:rPr lang="en-US" sz="1400" b="0" i="1" smtClean="0">
                        <a:latin typeface="Cambria Math" panose="02040503050406030204" pitchFamily="18" charset="0"/>
                      </a:rPr>
                      <m:t>, </m:t>
                    </m:r>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𝑐</m:t>
                        </m:r>
                      </m:e>
                      <m:sub>
                        <m:r>
                          <a:rPr lang="en-US" sz="1400" b="0" i="1" smtClean="0">
                            <a:latin typeface="Cambria Math" panose="02040503050406030204" pitchFamily="18" charset="0"/>
                          </a:rPr>
                          <m:t>4</m:t>
                        </m:r>
                      </m:sub>
                    </m:sSub>
                  </m:oMath>
                </a14:m>
                <a:endParaRPr lang="en-US" sz="1400" dirty="0"/>
              </a:p>
              <a:p>
                <a:r>
                  <a:rPr lang="en-US" sz="1400" b="1" dirty="0"/>
                  <a:t>Production Capacity: </a:t>
                </a:r>
                <a14:m>
                  <m:oMath xmlns:m="http://schemas.openxmlformats.org/officeDocument/2006/math">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𝑃</m:t>
                        </m:r>
                      </m:e>
                      <m:sub>
                        <m:r>
                          <a:rPr lang="en-US" sz="1400" b="0" i="1" smtClean="0">
                            <a:latin typeface="Cambria Math" panose="02040503050406030204" pitchFamily="18" charset="0"/>
                          </a:rPr>
                          <m:t>1</m:t>
                        </m:r>
                      </m:sub>
                    </m:sSub>
                    <m:r>
                      <a:rPr lang="en-US" sz="1400" b="0" i="1" smtClean="0">
                        <a:latin typeface="Cambria Math" panose="02040503050406030204" pitchFamily="18" charset="0"/>
                      </a:rPr>
                      <m:t>, </m:t>
                    </m:r>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𝑃</m:t>
                        </m:r>
                      </m:e>
                      <m:sub>
                        <m:r>
                          <a:rPr lang="en-US" sz="1400" b="0" i="1" smtClean="0">
                            <a:latin typeface="Cambria Math" panose="02040503050406030204" pitchFamily="18" charset="0"/>
                          </a:rPr>
                          <m:t>2</m:t>
                        </m:r>
                      </m:sub>
                    </m:sSub>
                    <m:r>
                      <a:rPr lang="en-US" sz="1400" b="0" i="1" smtClean="0">
                        <a:latin typeface="Cambria Math" panose="02040503050406030204" pitchFamily="18" charset="0"/>
                      </a:rPr>
                      <m:t>, </m:t>
                    </m:r>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𝑃</m:t>
                        </m:r>
                      </m:e>
                      <m:sub>
                        <m:r>
                          <a:rPr lang="en-US" sz="1400" b="0" i="1" smtClean="0">
                            <a:latin typeface="Cambria Math" panose="02040503050406030204" pitchFamily="18" charset="0"/>
                          </a:rPr>
                          <m:t>3</m:t>
                        </m:r>
                      </m:sub>
                    </m:sSub>
                    <m:r>
                      <a:rPr lang="en-US" sz="1400" b="0" i="1" smtClean="0">
                        <a:latin typeface="Cambria Math" panose="02040503050406030204" pitchFamily="18" charset="0"/>
                      </a:rPr>
                      <m:t>,</m:t>
                    </m:r>
                    <m:sSub>
                      <m:sSubPr>
                        <m:ctrlPr>
                          <a:rPr lang="en-US" sz="1400" i="1" smtClean="0">
                            <a:latin typeface="Cambria Math" panose="02040503050406030204" pitchFamily="18" charset="0"/>
                          </a:rPr>
                        </m:ctrlPr>
                      </m:sSubPr>
                      <m:e>
                        <m:r>
                          <a:rPr lang="en-US" sz="1400" b="0" i="1" smtClean="0">
                            <a:latin typeface="Cambria Math" panose="02040503050406030204" pitchFamily="18" charset="0"/>
                          </a:rPr>
                          <m:t>𝑃</m:t>
                        </m:r>
                      </m:e>
                      <m:sub>
                        <m:r>
                          <a:rPr lang="en-US" sz="1400" b="0" i="1" smtClean="0">
                            <a:latin typeface="Cambria Math" panose="02040503050406030204" pitchFamily="18" charset="0"/>
                          </a:rPr>
                          <m:t>4</m:t>
                        </m:r>
                      </m:sub>
                    </m:sSub>
                  </m:oMath>
                </a14:m>
                <a:endParaRPr lang="en-US" sz="1400" dirty="0"/>
              </a:p>
            </p:txBody>
          </p:sp>
        </mc:Choice>
        <mc:Fallback xmlns="">
          <p:sp>
            <p:nvSpPr>
              <p:cNvPr id="48" name="TextBox 47">
                <a:extLst>
                  <a:ext uri="{FF2B5EF4-FFF2-40B4-BE49-F238E27FC236}">
                    <a16:creationId xmlns:a16="http://schemas.microsoft.com/office/drawing/2014/main" id="{CF17FF67-F32B-3405-278E-932E2EAF4F89}"/>
                  </a:ext>
                </a:extLst>
              </p:cNvPr>
              <p:cNvSpPr txBox="1">
                <a:spLocks noRot="1" noChangeAspect="1" noMove="1" noResize="1" noEditPoints="1" noAdjustHandles="1" noChangeArrowheads="1" noChangeShapeType="1" noTextEdit="1"/>
              </p:cNvSpPr>
              <p:nvPr/>
            </p:nvSpPr>
            <p:spPr>
              <a:xfrm>
                <a:off x="9055250" y="5351215"/>
                <a:ext cx="3320891" cy="738664"/>
              </a:xfrm>
              <a:prstGeom prst="rect">
                <a:avLst/>
              </a:prstGeom>
              <a:blipFill>
                <a:blip r:embed="rId3"/>
                <a:stretch>
                  <a:fillRect l="-550" t="-1653" b="-7438"/>
                </a:stretch>
              </a:blipFill>
            </p:spPr>
            <p:txBody>
              <a:bodyPr/>
              <a:lstStyle/>
              <a:p>
                <a:r>
                  <a:rPr lang="en-US">
                    <a:noFill/>
                  </a:rPr>
                  <a:t> </a:t>
                </a:r>
              </a:p>
            </p:txBody>
          </p:sp>
        </mc:Fallback>
      </mc:AlternateContent>
    </p:spTree>
    <p:extLst>
      <p:ext uri="{BB962C8B-B14F-4D97-AF65-F5344CB8AC3E}">
        <p14:creationId xmlns:p14="http://schemas.microsoft.com/office/powerpoint/2010/main" val="3784354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6"/>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34" grpId="0"/>
      <p:bldP spid="35" grpId="0"/>
      <p:bldP spid="36" grpId="0"/>
      <p:bldP spid="37" grpId="0"/>
      <p:bldP spid="38" grpId="0"/>
      <p:bldP spid="39" grpId="0"/>
      <p:bldP spid="40" grpId="0"/>
      <p:bldP spid="41" grpId="0"/>
      <p:bldP spid="42" grpId="0"/>
      <p:bldP spid="43" grpId="0"/>
      <p:bldP spid="44" grpId="0"/>
      <p:bldP spid="45" grpId="0"/>
      <p:bldP spid="46" grpId="0"/>
      <p:bldP spid="4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in Python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pPr marL="0" indent="0">
                  <a:buNone/>
                </a:pPr>
                <a:endParaRPr lang="en-US" dirty="0"/>
              </a:p>
              <a:p>
                <a:r>
                  <a:rPr lang="en-US" sz="2400" b="1" dirty="0">
                    <a:solidFill>
                      <a:srgbClr val="C00000"/>
                    </a:solidFill>
                  </a:rPr>
                  <a:t>Decision variables: </a:t>
                </a:r>
              </a:p>
              <a:p>
                <a:pPr lvl="1"/>
                <a:r>
                  <a:rPr lang="en-US" sz="2000" dirty="0"/>
                  <a:t>We want to determine how many items to produce each month</a:t>
                </a:r>
              </a:p>
              <a:p>
                <a:pPr marL="457200" lvl="1" indent="0">
                  <a:buNone/>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oMath>
                </a14:m>
                <a:r>
                  <a:rPr lang="en-US" sz="2000" dirty="0"/>
                  <a:t> production quantity in month </a:t>
                </a:r>
                <a14:m>
                  <m:oMath xmlns:m="http://schemas.openxmlformats.org/officeDocument/2006/math">
                    <m:r>
                      <a:rPr lang="en-US" sz="2000" b="0" i="1" smtClean="0">
                        <a:latin typeface="Cambria Math" panose="02040503050406030204" pitchFamily="18" charset="0"/>
                      </a:rPr>
                      <m:t>𝑖</m:t>
                    </m:r>
                    <m:r>
                      <a:rPr lang="en-US" sz="2000" b="0" i="1" smtClean="0">
                        <a:latin typeface="Cambria Math" panose="02040503050406030204" pitchFamily="18" charset="0"/>
                      </a:rPr>
                      <m:t>,  </m:t>
                    </m:r>
                    <m:r>
                      <a:rPr lang="en-US" sz="2000" b="0" i="1" smtClean="0">
                        <a:latin typeface="Cambria Math" panose="02040503050406030204" pitchFamily="18" charset="0"/>
                      </a:rPr>
                      <m:t>𝑖</m:t>
                    </m:r>
                    <m:r>
                      <a:rPr lang="en-US" sz="2000" b="0" i="1" smtClean="0">
                        <a:latin typeface="Cambria Math" panose="02040503050406030204" pitchFamily="18" charset="0"/>
                      </a:rPr>
                      <m:t>=1, 2, 3, 4</m:t>
                    </m:r>
                  </m:oMath>
                </a14:m>
                <a:r>
                  <a:rPr lang="en-US" sz="2000" dirty="0"/>
                  <a:t> </a:t>
                </a:r>
              </a:p>
              <a:p>
                <a:pPr lvl="1"/>
                <a:r>
                  <a:rPr lang="en-US" sz="2000" dirty="0"/>
                  <a:t>We pay  $1.5 per unit for every unit of item carried in the inventory. </a:t>
                </a:r>
              </a:p>
              <a:p>
                <a:pPr marL="457200" lvl="1" indent="0">
                  <a:buNone/>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 </m:t>
                    </m:r>
                  </m:oMath>
                </a14:m>
                <a:r>
                  <a:rPr lang="en-US" sz="2000" dirty="0"/>
                  <a:t>inventory held at the end of month </a:t>
                </a:r>
                <a14:m>
                  <m:oMath xmlns:m="http://schemas.openxmlformats.org/officeDocument/2006/math">
                    <m:r>
                      <a:rPr lang="en-US" sz="2000" b="0" i="1" smtClean="0">
                        <a:latin typeface="Cambria Math" panose="02040503050406030204" pitchFamily="18" charset="0"/>
                      </a:rPr>
                      <m:t>𝑖</m:t>
                    </m:r>
                    <m:r>
                      <a:rPr lang="en-US" sz="2000" b="0" i="1" smtClean="0">
                        <a:latin typeface="Cambria Math" panose="02040503050406030204" pitchFamily="18" charset="0"/>
                      </a:rPr>
                      <m:t>,  </m:t>
                    </m:r>
                    <m:r>
                      <a:rPr lang="en-US" sz="2000" b="0" i="1" smtClean="0">
                        <a:latin typeface="Cambria Math" panose="02040503050406030204" pitchFamily="18" charset="0"/>
                      </a:rPr>
                      <m:t>𝑖</m:t>
                    </m:r>
                    <m:r>
                      <a:rPr lang="en-US" sz="2000" b="0" i="1" smtClean="0">
                        <a:latin typeface="Cambria Math" panose="02040503050406030204" pitchFamily="18" charset="0"/>
                      </a:rPr>
                      <m:t>=1, 2, 3, 4</m:t>
                    </m:r>
                  </m:oMath>
                </a14:m>
                <a:endParaRPr lang="en-US" sz="2000" dirty="0"/>
              </a:p>
              <a:p>
                <a:r>
                  <a:rPr lang="en-US" sz="2400" b="1" dirty="0">
                    <a:solidFill>
                      <a:srgbClr val="C00000"/>
                    </a:solidFill>
                  </a:rPr>
                  <a:t>Objective and objective function:</a:t>
                </a:r>
              </a:p>
              <a:p>
                <a:pPr lvl="1"/>
                <a:r>
                  <a:rPr lang="en-US" sz="2000" dirty="0"/>
                  <a:t>We want to minimize the total cost which is a sum of the total production cost and the inventory holding cost.</a:t>
                </a:r>
              </a:p>
              <a:p>
                <a:pPr marL="457200" lvl="1" inden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𝑀𝑖𝑛𝑖𝑚𝑖𝑧𝑒</m:t>
                      </m:r>
                      <m:r>
                        <a:rPr lang="en-US" sz="2000" b="0" i="1" smtClean="0">
                          <a:latin typeface="Cambria Math" panose="02040503050406030204" pitchFamily="18" charset="0"/>
                        </a:rPr>
                        <m:t>  </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49</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+45</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+46</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3</m:t>
                              </m:r>
                            </m:sub>
                          </m:sSub>
                          <m:r>
                            <a:rPr lang="en-US" sz="2000" b="0" i="1" smtClean="0">
                              <a:latin typeface="Cambria Math" panose="02040503050406030204" pitchFamily="18" charset="0"/>
                            </a:rPr>
                            <m:t>+47</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4</m:t>
                              </m:r>
                            </m:sub>
                          </m:sSub>
                        </m:e>
                      </m:d>
                      <m:r>
                        <a:rPr lang="en-US" sz="2000" b="0" i="1" smtClean="0">
                          <a:latin typeface="Cambria Math" panose="02040503050406030204" pitchFamily="18" charset="0"/>
                        </a:rPr>
                        <m:t>+1.5</m:t>
                      </m:r>
                      <m:f>
                        <m:fPr>
                          <m:ctrlPr>
                            <a:rPr lang="en-US" sz="2000" b="0" i="1" smtClean="0">
                              <a:latin typeface="Cambria Math" panose="02040503050406030204" pitchFamily="18" charset="0"/>
                            </a:rPr>
                          </m:ctrlPr>
                        </m:fPr>
                        <m:num>
                          <m:d>
                            <m:dPr>
                              <m:ctrlPr>
                                <a:rPr lang="en-US" sz="2000" b="0" i="1" smtClean="0">
                                  <a:latin typeface="Cambria Math" panose="02040503050406030204" pitchFamily="18" charset="0"/>
                                </a:rPr>
                              </m:ctrlPr>
                            </m:dPr>
                            <m:e>
                              <m:r>
                                <a:rPr lang="en-US" sz="2000" b="0" i="1" smtClean="0">
                                  <a:latin typeface="Cambria Math" panose="02040503050406030204" pitchFamily="18" charset="0"/>
                                </a:rPr>
                                <m:t>120+2</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+2</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+2</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b="0" i="1" smtClean="0">
                                      <a:latin typeface="Cambria Math" panose="02040503050406030204" pitchFamily="18" charset="0"/>
                                    </a:rPr>
                                    <m:t>3</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b="0" i="1" smtClean="0">
                                      <a:latin typeface="Cambria Math" panose="02040503050406030204" pitchFamily="18" charset="0"/>
                                    </a:rPr>
                                    <m:t>4</m:t>
                                  </m:r>
                                </m:sub>
                              </m:sSub>
                            </m:e>
                          </m:d>
                        </m:num>
                        <m:den>
                          <m:r>
                            <a:rPr lang="en-US" sz="2000" b="0" i="1" smtClean="0">
                              <a:latin typeface="Cambria Math" panose="02040503050406030204" pitchFamily="18" charset="0"/>
                            </a:rPr>
                            <m:t>2</m:t>
                          </m:r>
                        </m:den>
                      </m:f>
                    </m:oMath>
                  </m:oMathPara>
                </a14:m>
                <a:endParaRPr lang="en-US" sz="2000" dirty="0"/>
              </a:p>
              <a:p>
                <a:pPr marL="457200" lvl="1" indent="0">
                  <a:buNone/>
                </a:pPr>
                <a:endParaRPr lang="en-US" sz="2000" dirty="0"/>
              </a:p>
              <a:p>
                <a:pPr marL="457200" lvl="1" inden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𝑀𝑖𝑛𝑖𝑚𝑖𝑧𝑒</m:t>
                      </m:r>
                      <m:r>
                        <a:rPr lang="en-US" sz="2000" b="0" i="0" smtClean="0">
                          <a:latin typeface="Cambria Math" panose="02040503050406030204" pitchFamily="18" charset="0"/>
                        </a:rPr>
                        <m:t>  </m:t>
                      </m:r>
                      <m:nary>
                        <m:naryPr>
                          <m:chr m:val="∑"/>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𝑖</m:t>
                          </m:r>
                          <m:r>
                            <a:rPr lang="en-US" sz="2000" b="0" i="1" smtClean="0">
                              <a:latin typeface="Cambria Math" panose="02040503050406030204" pitchFamily="18" charset="0"/>
                            </a:rPr>
                            <m:t>=1</m:t>
                          </m:r>
                        </m:sub>
                        <m:sup>
                          <m:r>
                            <a:rPr lang="en-US" sz="2000" b="0" i="1" smtClean="0">
                              <a:latin typeface="Cambria Math" panose="02040503050406030204" pitchFamily="18" charset="0"/>
                            </a:rPr>
                            <m:t>4</m:t>
                          </m:r>
                        </m:sup>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𝑐</m:t>
                              </m:r>
                            </m:e>
                            <m:sub>
                              <m:r>
                                <a:rPr lang="en-US" sz="2000" b="0" i="1" smtClean="0">
                                  <a:latin typeface="Cambria Math" panose="02040503050406030204" pitchFamily="18" charset="0"/>
                                </a:rPr>
                                <m:t>𝑖</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e>
                      </m:nary>
                      <m:r>
                        <a:rPr lang="en-US" sz="2000" b="0" i="1" smtClean="0">
                          <a:latin typeface="Cambria Math" panose="02040503050406030204" pitchFamily="18" charset="0"/>
                        </a:rPr>
                        <m:t>+1.5</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120+ </m:t>
                          </m:r>
                          <m:nary>
                            <m:naryPr>
                              <m:chr m:val="∑"/>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𝑖</m:t>
                              </m:r>
                              <m:r>
                                <a:rPr lang="en-US" sz="2000" b="0" i="1" smtClean="0">
                                  <a:latin typeface="Cambria Math" panose="02040503050406030204" pitchFamily="18" charset="0"/>
                                </a:rPr>
                                <m:t>=1</m:t>
                              </m:r>
                            </m:sub>
                            <m:sup>
                              <m:r>
                                <a:rPr lang="en-US" sz="2000" b="0" i="1" smtClean="0">
                                  <a:latin typeface="Cambria Math" panose="02040503050406030204" pitchFamily="18" charset="0"/>
                                </a:rPr>
                                <m:t>3</m:t>
                              </m:r>
                            </m:sup>
                            <m:e>
                              <m:r>
                                <a:rPr lang="en-US" sz="2000" b="0" i="1" smtClean="0">
                                  <a:latin typeface="Cambria Math" panose="02040503050406030204" pitchFamily="18" charset="0"/>
                                </a:rPr>
                                <m:t>2</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b="0" i="1" smtClean="0">
                                      <a:latin typeface="Cambria Math" panose="02040503050406030204" pitchFamily="18" charset="0"/>
                                    </a:rPr>
                                    <m:t>𝑖</m:t>
                                  </m:r>
                                </m:sub>
                              </m:sSub>
                            </m:e>
                          </m:nary>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b="0" i="1" smtClean="0">
                                  <a:latin typeface="Cambria Math" panose="02040503050406030204" pitchFamily="18" charset="0"/>
                                </a:rPr>
                                <m:t>4</m:t>
                              </m:r>
                            </m:sub>
                          </m:sSub>
                        </m:e>
                      </m:d>
                    </m:oMath>
                  </m:oMathPara>
                </a14:m>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90"/>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03F5C8CE-7757-220D-3B10-001BA4FCF55B}"/>
              </a:ext>
            </a:extLst>
          </p:cNvPr>
          <p:cNvSpPr txBox="1"/>
          <p:nvPr/>
        </p:nvSpPr>
        <p:spPr>
          <a:xfrm>
            <a:off x="355002" y="1336110"/>
            <a:ext cx="10730026" cy="523220"/>
          </a:xfrm>
          <a:prstGeom prst="rect">
            <a:avLst/>
          </a:prstGeom>
          <a:noFill/>
        </p:spPr>
        <p:txBody>
          <a:bodyPr wrap="square" rtlCol="0">
            <a:spAutoFit/>
          </a:bodyPr>
          <a:lstStyle/>
          <a:p>
            <a:r>
              <a:rPr lang="en-US" sz="2800" b="1" u="sng" dirty="0"/>
              <a:t>Acme Manufacturing</a:t>
            </a:r>
            <a:endParaRPr lang="en-US" sz="2400" b="1" u="sng" dirty="0"/>
          </a:p>
        </p:txBody>
      </p:sp>
      <p:pic>
        <p:nvPicPr>
          <p:cNvPr id="6" name="Picture 5">
            <a:extLst>
              <a:ext uri="{FF2B5EF4-FFF2-40B4-BE49-F238E27FC236}">
                <a16:creationId xmlns:a16="http://schemas.microsoft.com/office/drawing/2014/main" id="{D0EF8303-7F1D-0F6E-F1DF-B35CBCF520FE}"/>
              </a:ext>
            </a:extLst>
          </p:cNvPr>
          <p:cNvPicPr>
            <a:picLocks noChangeAspect="1"/>
          </p:cNvPicPr>
          <p:nvPr/>
        </p:nvPicPr>
        <p:blipFill rotWithShape="1">
          <a:blip r:embed="rId3"/>
          <a:srcRect l="7729" t="-5960" r="952" b="5960"/>
          <a:stretch/>
        </p:blipFill>
        <p:spPr>
          <a:xfrm>
            <a:off x="7742885" y="1131972"/>
            <a:ext cx="4464719" cy="1454715"/>
          </a:xfrm>
          <a:prstGeom prst="rect">
            <a:avLst/>
          </a:prstGeom>
        </p:spPr>
      </p:pic>
      <p:sp>
        <p:nvSpPr>
          <p:cNvPr id="7" name="Arrow: Curved Left 6">
            <a:extLst>
              <a:ext uri="{FF2B5EF4-FFF2-40B4-BE49-F238E27FC236}">
                <a16:creationId xmlns:a16="http://schemas.microsoft.com/office/drawing/2014/main" id="{35D97AA3-8896-735F-30B5-DDCA592398F6}"/>
              </a:ext>
            </a:extLst>
          </p:cNvPr>
          <p:cNvSpPr/>
          <p:nvPr/>
        </p:nvSpPr>
        <p:spPr>
          <a:xfrm flipH="1">
            <a:off x="1095375" y="4695300"/>
            <a:ext cx="523875" cy="1230228"/>
          </a:xfrm>
          <a:prstGeom prst="curvedLef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70955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in Python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endParaRPr lang="en-US" dirty="0"/>
              </a:p>
              <a:p>
                <a:r>
                  <a:rPr lang="en-US" sz="2400" b="1" dirty="0">
                    <a:solidFill>
                      <a:srgbClr val="C00000"/>
                    </a:solidFill>
                  </a:rPr>
                  <a:t>Constraints:</a:t>
                </a:r>
              </a:p>
              <a:p>
                <a:pPr lvl="1"/>
                <a:r>
                  <a:rPr lang="en-US" sz="2000" dirty="0"/>
                  <a:t>Inventory balance constraint: </a:t>
                </a:r>
              </a:p>
              <a:p>
                <a:pPr marL="457200" lvl="1" indent="0">
                  <a:buNone/>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b="0" i="1" smtClean="0">
                              <a:latin typeface="Cambria Math" panose="02040503050406030204" pitchFamily="18" charset="0"/>
                            </a:rPr>
                            <m:t>𝑖</m:t>
                          </m:r>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𝐷</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𝑖</m:t>
                      </m:r>
                      <m:r>
                        <a:rPr lang="en-US" sz="2000" b="0" i="1" smtClean="0">
                          <a:latin typeface="Cambria Math" panose="02040503050406030204" pitchFamily="18" charset="0"/>
                          <a:ea typeface="Cambria Math" panose="02040503050406030204" pitchFamily="18" charset="0"/>
                        </a:rPr>
                        <m:t>=1, 2, 3, 4</m:t>
                      </m:r>
                    </m:oMath>
                  </m:oMathPara>
                </a14:m>
                <a:endParaRPr lang="en-US" sz="2000" dirty="0"/>
              </a:p>
              <a:p>
                <a:pPr lvl="1"/>
                <a:r>
                  <a:rPr lang="en-US" sz="2000" dirty="0"/>
                  <a:t>Production constraint:</a:t>
                </a:r>
              </a:p>
              <a:p>
                <a:pPr marL="457200" lvl="1" indent="0">
                  <a:buNone/>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400≤</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𝑖</m:t>
                      </m:r>
                      <m:r>
                        <a:rPr lang="en-US" sz="2000" b="0" i="1" smtClean="0">
                          <a:latin typeface="Cambria Math" panose="02040503050406030204" pitchFamily="18" charset="0"/>
                          <a:ea typeface="Cambria Math" panose="02040503050406030204" pitchFamily="18" charset="0"/>
                        </a:rPr>
                        <m:t>=1, 2, 3, 4</m:t>
                      </m:r>
                    </m:oMath>
                  </m:oMathPara>
                </a14:m>
                <a:endParaRPr lang="en-US" sz="2000" dirty="0"/>
              </a:p>
              <a:p>
                <a:pPr lvl="1"/>
                <a:r>
                  <a:rPr lang="en-US" sz="2000" dirty="0"/>
                  <a:t>Safety stock constraint:</a:t>
                </a:r>
              </a:p>
              <a:p>
                <a:pPr marL="457200" lvl="1" indent="0">
                  <a:buNone/>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𝐼</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≥50     </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𝑖</m:t>
                      </m:r>
                      <m:r>
                        <a:rPr lang="en-US" sz="2000" b="0" i="1" smtClean="0">
                          <a:latin typeface="Cambria Math" panose="02040503050406030204" pitchFamily="18" charset="0"/>
                          <a:ea typeface="Cambria Math" panose="02040503050406030204" pitchFamily="18" charset="0"/>
                        </a:rPr>
                        <m:t>=1, 2, 3, 4</m:t>
                      </m:r>
                    </m:oMath>
                  </m:oMathPara>
                </a14:m>
                <a:endParaRPr lang="en-US" sz="2000" dirty="0"/>
              </a:p>
              <a:p>
                <a:pPr lvl="1"/>
                <a:r>
                  <a:rPr lang="en-US" sz="2000" dirty="0"/>
                  <a:t>Nonnegativity constraint:</a:t>
                </a:r>
              </a:p>
              <a:p>
                <a:pPr marL="457200" lvl="1" indent="0">
                  <a:buNone/>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≥0         </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𝑖</m:t>
                      </m:r>
                      <m:r>
                        <a:rPr lang="en-US" sz="2000" i="1">
                          <a:latin typeface="Cambria Math" panose="02040503050406030204" pitchFamily="18" charset="0"/>
                          <a:ea typeface="Cambria Math" panose="02040503050406030204" pitchFamily="18" charset="0"/>
                        </a:rPr>
                        <m:t>=1, 2, 3, 4</m:t>
                      </m:r>
                    </m:oMath>
                  </m:oMathPara>
                </a14:m>
                <a:endParaRPr lang="en-US" sz="2000" dirty="0"/>
              </a:p>
              <a:p>
                <a:pPr marL="457200" lvl="1" indent="0">
                  <a:buNone/>
                </a:pPr>
                <a:endParaRPr lang="en-US" sz="2000" dirty="0"/>
              </a:p>
              <a:p>
                <a:pPr lvl="1"/>
                <a:endParaRPr lang="en-US" sz="2000" dirty="0"/>
              </a:p>
              <a:p>
                <a:pPr marL="457200" lvl="1" indent="0">
                  <a:buNone/>
                </a:pPr>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90"/>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03F5C8CE-7757-220D-3B10-001BA4FCF55B}"/>
              </a:ext>
            </a:extLst>
          </p:cNvPr>
          <p:cNvSpPr txBox="1"/>
          <p:nvPr/>
        </p:nvSpPr>
        <p:spPr>
          <a:xfrm>
            <a:off x="355002" y="1336110"/>
            <a:ext cx="10730026" cy="523220"/>
          </a:xfrm>
          <a:prstGeom prst="rect">
            <a:avLst/>
          </a:prstGeom>
          <a:noFill/>
        </p:spPr>
        <p:txBody>
          <a:bodyPr wrap="square" rtlCol="0">
            <a:spAutoFit/>
          </a:bodyPr>
          <a:lstStyle/>
          <a:p>
            <a:r>
              <a:rPr lang="en-US" sz="2800" b="1" u="sng" dirty="0"/>
              <a:t>Acme Manufacturing</a:t>
            </a:r>
            <a:endParaRPr lang="en-US" sz="2400" b="1" u="sng" dirty="0"/>
          </a:p>
        </p:txBody>
      </p:sp>
      <p:pic>
        <p:nvPicPr>
          <p:cNvPr id="6" name="Picture 5">
            <a:extLst>
              <a:ext uri="{FF2B5EF4-FFF2-40B4-BE49-F238E27FC236}">
                <a16:creationId xmlns:a16="http://schemas.microsoft.com/office/drawing/2014/main" id="{D0EF8303-7F1D-0F6E-F1DF-B35CBCF520FE}"/>
              </a:ext>
            </a:extLst>
          </p:cNvPr>
          <p:cNvPicPr>
            <a:picLocks noChangeAspect="1"/>
          </p:cNvPicPr>
          <p:nvPr/>
        </p:nvPicPr>
        <p:blipFill rotWithShape="1">
          <a:blip r:embed="rId3"/>
          <a:srcRect l="7729" t="-5960" r="952" b="5960"/>
          <a:stretch/>
        </p:blipFill>
        <p:spPr>
          <a:xfrm>
            <a:off x="7727281" y="1131972"/>
            <a:ext cx="4464719" cy="1454715"/>
          </a:xfrm>
          <a:prstGeom prst="rect">
            <a:avLst/>
          </a:prstGeom>
        </p:spPr>
      </p:pic>
    </p:spTree>
    <p:extLst>
      <p:ext uri="{BB962C8B-B14F-4D97-AF65-F5344CB8AC3E}">
        <p14:creationId xmlns:p14="http://schemas.microsoft.com/office/powerpoint/2010/main" val="34079084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in Python</a:t>
            </a:r>
          </a:p>
        </p:txBody>
      </p:sp>
      <p:sp>
        <p:nvSpPr>
          <p:cNvPr id="3" name="Content Placeholder 2"/>
          <p:cNvSpPr>
            <a:spLocks noGrp="1"/>
          </p:cNvSpPr>
          <p:nvPr>
            <p:ph idx="1"/>
          </p:nvPr>
        </p:nvSpPr>
        <p:spPr/>
        <p:txBody>
          <a:bodyPr>
            <a:normAutofit/>
          </a:bodyPr>
          <a:lstStyle/>
          <a:p>
            <a:pPr marL="0" indent="0">
              <a:buNone/>
            </a:pPr>
            <a:endParaRPr lang="en-US" dirty="0"/>
          </a:p>
          <a:p>
            <a:r>
              <a:rPr lang="en-US" sz="2000" dirty="0"/>
              <a:t>Combining everything together</a:t>
            </a:r>
            <a:endParaRPr lang="en-US" sz="2400" dirty="0"/>
          </a:p>
          <a:p>
            <a:pPr marL="457200" lvl="1" indent="0">
              <a:buNone/>
            </a:pPr>
            <a:endParaRPr lang="en-US" sz="2000" dirty="0"/>
          </a:p>
        </p:txBody>
      </p:sp>
      <p:sp>
        <p:nvSpPr>
          <p:cNvPr id="5" name="TextBox 4">
            <a:extLst>
              <a:ext uri="{FF2B5EF4-FFF2-40B4-BE49-F238E27FC236}">
                <a16:creationId xmlns:a16="http://schemas.microsoft.com/office/drawing/2014/main" id="{03F5C8CE-7757-220D-3B10-001BA4FCF55B}"/>
              </a:ext>
            </a:extLst>
          </p:cNvPr>
          <p:cNvSpPr txBox="1"/>
          <p:nvPr/>
        </p:nvSpPr>
        <p:spPr>
          <a:xfrm>
            <a:off x="355002" y="1336110"/>
            <a:ext cx="10730026" cy="523220"/>
          </a:xfrm>
          <a:prstGeom prst="rect">
            <a:avLst/>
          </a:prstGeom>
          <a:noFill/>
        </p:spPr>
        <p:txBody>
          <a:bodyPr wrap="square" rtlCol="0">
            <a:spAutoFit/>
          </a:bodyPr>
          <a:lstStyle/>
          <a:p>
            <a:r>
              <a:rPr lang="en-US" sz="2800" b="1" u="sng" dirty="0"/>
              <a:t>Acme Manufacturing</a:t>
            </a:r>
            <a:endParaRPr lang="en-US" sz="2400" b="1" u="sng"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4AC613E-4A1D-97DA-9AF4-4582F2A6572A}"/>
                  </a:ext>
                </a:extLst>
              </p:cNvPr>
              <p:cNvSpPr txBox="1"/>
              <p:nvPr/>
            </p:nvSpPr>
            <p:spPr>
              <a:xfrm>
                <a:off x="3046207" y="2274580"/>
                <a:ext cx="6096000" cy="984052"/>
              </a:xfrm>
              <a:prstGeom prst="rect">
                <a:avLst/>
              </a:prstGeom>
              <a:noFill/>
            </p:spPr>
            <p:txBody>
              <a:bodyPr wrap="square">
                <a:spAutoFit/>
              </a:bodyPr>
              <a:lstStyle/>
              <a:p>
                <a:pPr marL="457200" lvl="1" indent="0">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𝑀𝑖𝑛𝑖𝑚𝑖𝑧𝑒</m:t>
                      </m:r>
                      <m:r>
                        <a:rPr lang="en-US" sz="1800" b="0" i="0" smtClean="0">
                          <a:latin typeface="Cambria Math" panose="02040503050406030204" pitchFamily="18" charset="0"/>
                        </a:rPr>
                        <m:t>  </m:t>
                      </m:r>
                      <m:nary>
                        <m:naryPr>
                          <m:chr m:val="∑"/>
                          <m:ctrlPr>
                            <a:rPr lang="en-US" sz="1800" b="0" i="1" smtClean="0">
                              <a:latin typeface="Cambria Math" panose="02040503050406030204" pitchFamily="18" charset="0"/>
                            </a:rPr>
                          </m:ctrlPr>
                        </m:naryPr>
                        <m:sub>
                          <m:r>
                            <m:rPr>
                              <m:brk m:alnAt="23"/>
                            </m:rPr>
                            <a:rPr lang="en-US" sz="1800" b="0" i="1" smtClean="0">
                              <a:latin typeface="Cambria Math" panose="02040503050406030204" pitchFamily="18" charset="0"/>
                            </a:rPr>
                            <m:t>𝑖</m:t>
                          </m:r>
                          <m:r>
                            <a:rPr lang="en-US" sz="1800" b="0" i="1" smtClean="0">
                              <a:latin typeface="Cambria Math" panose="02040503050406030204" pitchFamily="18" charset="0"/>
                            </a:rPr>
                            <m:t>=1</m:t>
                          </m:r>
                        </m:sub>
                        <m:sup>
                          <m:r>
                            <a:rPr lang="en-US" sz="1800" b="0" i="1" smtClean="0">
                              <a:latin typeface="Cambria Math" panose="02040503050406030204" pitchFamily="18" charset="0"/>
                            </a:rPr>
                            <m:t>4</m:t>
                          </m:r>
                        </m:sup>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𝑐</m:t>
                              </m:r>
                            </m:e>
                            <m:sub>
                              <m:r>
                                <a:rPr lang="en-US" sz="1800" b="0" i="1" smtClean="0">
                                  <a:latin typeface="Cambria Math" panose="02040503050406030204" pitchFamily="18" charset="0"/>
                                </a:rPr>
                                <m:t>𝑖</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𝑖</m:t>
                              </m:r>
                            </m:sub>
                          </m:sSub>
                        </m:e>
                      </m:nary>
                      <m:r>
                        <a:rPr lang="en-US" sz="1800" b="0" i="1" smtClean="0">
                          <a:latin typeface="Cambria Math" panose="02040503050406030204" pitchFamily="18" charset="0"/>
                        </a:rPr>
                        <m:t>+1.5</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120+ </m:t>
                          </m:r>
                          <m:nary>
                            <m:naryPr>
                              <m:chr m:val="∑"/>
                              <m:ctrlPr>
                                <a:rPr lang="en-US" sz="1800" b="0" i="1" smtClean="0">
                                  <a:latin typeface="Cambria Math" panose="02040503050406030204" pitchFamily="18" charset="0"/>
                                </a:rPr>
                              </m:ctrlPr>
                            </m:naryPr>
                            <m:sub>
                              <m:r>
                                <m:rPr>
                                  <m:brk m:alnAt="23"/>
                                </m:rPr>
                                <a:rPr lang="en-US" sz="1800" b="0" i="1" smtClean="0">
                                  <a:latin typeface="Cambria Math" panose="02040503050406030204" pitchFamily="18" charset="0"/>
                                </a:rPr>
                                <m:t>𝑖</m:t>
                              </m:r>
                              <m:r>
                                <a:rPr lang="en-US" sz="1800" b="0" i="1" smtClean="0">
                                  <a:latin typeface="Cambria Math" panose="02040503050406030204" pitchFamily="18" charset="0"/>
                                </a:rPr>
                                <m:t>=1</m:t>
                              </m:r>
                            </m:sub>
                            <m:sup>
                              <m:r>
                                <a:rPr lang="en-US" sz="1800" b="0" i="1" smtClean="0">
                                  <a:latin typeface="Cambria Math" panose="02040503050406030204" pitchFamily="18" charset="0"/>
                                </a:rPr>
                                <m:t>3</m:t>
                              </m:r>
                            </m:sup>
                            <m:e>
                              <m:r>
                                <a:rPr lang="en-US" sz="1800" b="0" i="1" smtClean="0">
                                  <a:latin typeface="Cambria Math" panose="02040503050406030204" pitchFamily="18" charset="0"/>
                                </a:rPr>
                                <m:t>2</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𝐼</m:t>
                                  </m:r>
                                </m:e>
                                <m:sub>
                                  <m:r>
                                    <a:rPr lang="en-US" sz="1800" b="0" i="1" smtClean="0">
                                      <a:latin typeface="Cambria Math" panose="02040503050406030204" pitchFamily="18" charset="0"/>
                                    </a:rPr>
                                    <m:t>𝑖</m:t>
                                  </m:r>
                                </m:sub>
                              </m:sSub>
                            </m:e>
                          </m:nary>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𝐼</m:t>
                              </m:r>
                            </m:e>
                            <m:sub>
                              <m:r>
                                <a:rPr lang="en-US" sz="1800" b="0" i="1" smtClean="0">
                                  <a:latin typeface="Cambria Math" panose="02040503050406030204" pitchFamily="18" charset="0"/>
                                </a:rPr>
                                <m:t>4</m:t>
                              </m:r>
                            </m:sub>
                          </m:sSub>
                        </m:e>
                      </m:d>
                    </m:oMath>
                  </m:oMathPara>
                </a14:m>
                <a:endParaRPr lang="en-US" sz="1800" dirty="0"/>
              </a:p>
            </p:txBody>
          </p:sp>
        </mc:Choice>
        <mc:Fallback xmlns="">
          <p:sp>
            <p:nvSpPr>
              <p:cNvPr id="7" name="TextBox 6">
                <a:extLst>
                  <a:ext uri="{FF2B5EF4-FFF2-40B4-BE49-F238E27FC236}">
                    <a16:creationId xmlns:a16="http://schemas.microsoft.com/office/drawing/2014/main" id="{24AC613E-4A1D-97DA-9AF4-4582F2A6572A}"/>
                  </a:ext>
                </a:extLst>
              </p:cNvPr>
              <p:cNvSpPr txBox="1">
                <a:spLocks noRot="1" noChangeAspect="1" noMove="1" noResize="1" noEditPoints="1" noAdjustHandles="1" noChangeArrowheads="1" noChangeShapeType="1" noTextEdit="1"/>
              </p:cNvSpPr>
              <p:nvPr/>
            </p:nvSpPr>
            <p:spPr>
              <a:xfrm>
                <a:off x="3046207" y="2274580"/>
                <a:ext cx="6096000" cy="98405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84797B6-AC70-167D-2439-0BCEC46E7896}"/>
                  </a:ext>
                </a:extLst>
              </p:cNvPr>
              <p:cNvSpPr txBox="1"/>
              <p:nvPr/>
            </p:nvSpPr>
            <p:spPr>
              <a:xfrm>
                <a:off x="3189080" y="3464148"/>
                <a:ext cx="6096000" cy="369332"/>
              </a:xfrm>
              <a:prstGeom prst="rect">
                <a:avLst/>
              </a:prstGeom>
              <a:noFill/>
            </p:spPr>
            <p:txBody>
              <a:bodyPr wrap="square">
                <a:spAutoFit/>
              </a:bodyPr>
              <a:lstStyle/>
              <a:p>
                <a:pPr marL="457200" lvl="1" indent="0">
                  <a:buNone/>
                </a:pPr>
                <a:r>
                  <a:rPr lang="en-US" sz="1800" b="0" i="1" dirty="0" err="1">
                    <a:latin typeface="Cambria Math" panose="02040503050406030204" pitchFamily="18" charset="0"/>
                    <a:ea typeface="Cambria Math" panose="02040503050406030204" pitchFamily="18" charset="0"/>
                  </a:rPr>
                  <a:t>s.t.</a:t>
                </a:r>
                <a:r>
                  <a:rPr lang="en-US" sz="1800" b="0" i="1" dirty="0">
                    <a:latin typeface="Cambria Math" panose="02040503050406030204" pitchFamily="18" charset="0"/>
                    <a:ea typeface="Cambria Math" panose="02040503050406030204" pitchFamily="18" charset="0"/>
                  </a:rPr>
                  <a:t>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𝐼</m:t>
                        </m:r>
                      </m:e>
                      <m:sub>
                        <m:r>
                          <a:rPr lang="en-US" sz="1800" b="0" i="1" smtClean="0">
                            <a:latin typeface="Cambria Math" panose="02040503050406030204" pitchFamily="18" charset="0"/>
                          </a:rPr>
                          <m:t>𝑖</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𝐼</m:t>
                        </m:r>
                      </m:e>
                      <m:sub>
                        <m:r>
                          <a:rPr lang="en-US" sz="1800" b="0" i="1" smtClean="0">
                            <a:latin typeface="Cambria Math" panose="02040503050406030204" pitchFamily="18" charset="0"/>
                          </a:rPr>
                          <m:t>𝑖</m:t>
                        </m:r>
                        <m:r>
                          <a:rPr lang="en-US" sz="1800" b="0" i="1" smtClean="0">
                            <a:latin typeface="Cambria Math" panose="02040503050406030204" pitchFamily="18" charset="0"/>
                          </a:rPr>
                          <m:t>−1</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𝑖</m:t>
                        </m:r>
                      </m:sub>
                    </m:sSub>
                    <m:r>
                      <a:rPr lang="en-US" sz="1800" b="0" i="1" smtClean="0">
                        <a:latin typeface="Cambria Math" panose="02040503050406030204" pitchFamily="18" charset="0"/>
                      </a:rPr>
                      <m:t>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𝐷</m:t>
                        </m:r>
                      </m:e>
                      <m:sub>
                        <m:r>
                          <a:rPr lang="en-US" sz="1800" b="0" i="1" smtClean="0">
                            <a:latin typeface="Cambria Math" panose="02040503050406030204" pitchFamily="18" charset="0"/>
                          </a:rPr>
                          <m:t>𝑖</m:t>
                        </m:r>
                      </m:sub>
                    </m:sSub>
                    <m:r>
                      <a:rPr lang="en-US" sz="1800" b="0" i="1" smtClean="0">
                        <a:latin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𝑖</m:t>
                    </m:r>
                    <m:r>
                      <a:rPr lang="en-US" sz="1800" b="0" i="1" smtClean="0">
                        <a:latin typeface="Cambria Math" panose="02040503050406030204" pitchFamily="18" charset="0"/>
                        <a:ea typeface="Cambria Math" panose="02040503050406030204" pitchFamily="18" charset="0"/>
                      </a:rPr>
                      <m:t>=1, 2, 3, 4</m:t>
                    </m:r>
                  </m:oMath>
                </a14:m>
                <a:endParaRPr lang="en-US" sz="1800" dirty="0"/>
              </a:p>
            </p:txBody>
          </p:sp>
        </mc:Choice>
        <mc:Fallback xmlns="">
          <p:sp>
            <p:nvSpPr>
              <p:cNvPr id="9" name="TextBox 8">
                <a:extLst>
                  <a:ext uri="{FF2B5EF4-FFF2-40B4-BE49-F238E27FC236}">
                    <a16:creationId xmlns:a16="http://schemas.microsoft.com/office/drawing/2014/main" id="{784797B6-AC70-167D-2439-0BCEC46E7896}"/>
                  </a:ext>
                </a:extLst>
              </p:cNvPr>
              <p:cNvSpPr txBox="1">
                <a:spLocks noRot="1" noChangeAspect="1" noMove="1" noResize="1" noEditPoints="1" noAdjustHandles="1" noChangeArrowheads="1" noChangeShapeType="1" noTextEdit="1"/>
              </p:cNvSpPr>
              <p:nvPr/>
            </p:nvSpPr>
            <p:spPr>
              <a:xfrm>
                <a:off x="3189080" y="3464148"/>
                <a:ext cx="6096000" cy="369332"/>
              </a:xfrm>
              <a:prstGeom prst="rect">
                <a:avLst/>
              </a:prstGeom>
              <a:blipFill>
                <a:blip r:embed="rId3"/>
                <a:stretch>
                  <a:fillRect t="-11475" b="-213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524E909-0BAD-B412-0BC0-006D3038E66A}"/>
                  </a:ext>
                </a:extLst>
              </p:cNvPr>
              <p:cNvSpPr txBox="1"/>
              <p:nvPr/>
            </p:nvSpPr>
            <p:spPr>
              <a:xfrm>
                <a:off x="3867150" y="4157472"/>
                <a:ext cx="5581650" cy="369332"/>
              </a:xfrm>
              <a:prstGeom prst="rect">
                <a:avLst/>
              </a:prstGeom>
              <a:noFill/>
            </p:spPr>
            <p:txBody>
              <a:bodyPr wrap="square">
                <a:spAutoFit/>
              </a:bodyPr>
              <a:lstStyle/>
              <a:p>
                <a:pPr marL="457200" lvl="1" indent="0">
                  <a:buNone/>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400≤</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𝑖</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𝑃</m:t>
                          </m:r>
                        </m:e>
                        <m:sub>
                          <m:r>
                            <a:rPr lang="en-US" sz="1800" b="0" i="1" smtClean="0">
                              <a:latin typeface="Cambria Math" panose="02040503050406030204" pitchFamily="18" charset="0"/>
                            </a:rPr>
                            <m:t>𝑖</m:t>
                          </m:r>
                        </m:sub>
                      </m:sSub>
                      <m:r>
                        <a:rPr lang="en-US" sz="1800" b="0" i="1" smtClean="0">
                          <a:latin typeface="Cambria Math" panose="02040503050406030204" pitchFamily="18" charset="0"/>
                        </a:rPr>
                        <m:t>                 </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𝑖</m:t>
                      </m:r>
                      <m:r>
                        <a:rPr lang="en-US" sz="1800" b="0" i="1" smtClean="0">
                          <a:latin typeface="Cambria Math" panose="02040503050406030204" pitchFamily="18" charset="0"/>
                          <a:ea typeface="Cambria Math" panose="02040503050406030204" pitchFamily="18" charset="0"/>
                        </a:rPr>
                        <m:t>=1, 2, 3, 4</m:t>
                      </m:r>
                    </m:oMath>
                  </m:oMathPara>
                </a14:m>
                <a:endParaRPr lang="en-US" sz="1800" dirty="0"/>
              </a:p>
            </p:txBody>
          </p:sp>
        </mc:Choice>
        <mc:Fallback xmlns="">
          <p:sp>
            <p:nvSpPr>
              <p:cNvPr id="11" name="TextBox 10">
                <a:extLst>
                  <a:ext uri="{FF2B5EF4-FFF2-40B4-BE49-F238E27FC236}">
                    <a16:creationId xmlns:a16="http://schemas.microsoft.com/office/drawing/2014/main" id="{5524E909-0BAD-B412-0BC0-006D3038E66A}"/>
                  </a:ext>
                </a:extLst>
              </p:cNvPr>
              <p:cNvSpPr txBox="1">
                <a:spLocks noRot="1" noChangeAspect="1" noMove="1" noResize="1" noEditPoints="1" noAdjustHandles="1" noChangeArrowheads="1" noChangeShapeType="1" noTextEdit="1"/>
              </p:cNvSpPr>
              <p:nvPr/>
            </p:nvSpPr>
            <p:spPr>
              <a:xfrm>
                <a:off x="3867150" y="4157472"/>
                <a:ext cx="5581650"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B8AC5A9-AA36-4E7C-695F-4C8328B19A1D}"/>
                  </a:ext>
                </a:extLst>
              </p:cNvPr>
              <p:cNvSpPr txBox="1"/>
              <p:nvPr/>
            </p:nvSpPr>
            <p:spPr>
              <a:xfrm>
                <a:off x="4170155" y="4892687"/>
                <a:ext cx="5114925" cy="369332"/>
              </a:xfrm>
              <a:prstGeom prst="rect">
                <a:avLst/>
              </a:prstGeom>
              <a:noFill/>
            </p:spPr>
            <p:txBody>
              <a:bodyPr wrap="square">
                <a:spAutoFit/>
              </a:bodyPr>
              <a:lstStyle/>
              <a:p>
                <a:pPr marL="457200" lvl="1" indent="0">
                  <a:buNone/>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𝐼</m:t>
                          </m:r>
                        </m:e>
                        <m:sub>
                          <m:r>
                            <a:rPr lang="en-US" sz="1800" b="0" i="1" smtClean="0">
                              <a:latin typeface="Cambria Math" panose="02040503050406030204" pitchFamily="18" charset="0"/>
                            </a:rPr>
                            <m:t>𝑖</m:t>
                          </m:r>
                        </m:sub>
                      </m:sSub>
                      <m:r>
                        <a:rPr lang="en-US" sz="1800" b="0" i="1" smtClean="0">
                          <a:latin typeface="Cambria Math" panose="02040503050406030204" pitchFamily="18" charset="0"/>
                        </a:rPr>
                        <m:t>≥50                            </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𝑖</m:t>
                      </m:r>
                      <m:r>
                        <a:rPr lang="en-US" sz="1800" b="0" i="1" smtClean="0">
                          <a:latin typeface="Cambria Math" panose="02040503050406030204" pitchFamily="18" charset="0"/>
                          <a:ea typeface="Cambria Math" panose="02040503050406030204" pitchFamily="18" charset="0"/>
                        </a:rPr>
                        <m:t>=1, 2, 3, 4</m:t>
                      </m:r>
                    </m:oMath>
                  </m:oMathPara>
                </a14:m>
                <a:endParaRPr lang="en-US" sz="1800" dirty="0"/>
              </a:p>
            </p:txBody>
          </p:sp>
        </mc:Choice>
        <mc:Fallback xmlns="">
          <p:sp>
            <p:nvSpPr>
              <p:cNvPr id="13" name="TextBox 12">
                <a:extLst>
                  <a:ext uri="{FF2B5EF4-FFF2-40B4-BE49-F238E27FC236}">
                    <a16:creationId xmlns:a16="http://schemas.microsoft.com/office/drawing/2014/main" id="{3B8AC5A9-AA36-4E7C-695F-4C8328B19A1D}"/>
                  </a:ext>
                </a:extLst>
              </p:cNvPr>
              <p:cNvSpPr txBox="1">
                <a:spLocks noRot="1" noChangeAspect="1" noMove="1" noResize="1" noEditPoints="1" noAdjustHandles="1" noChangeArrowheads="1" noChangeShapeType="1" noTextEdit="1"/>
              </p:cNvSpPr>
              <p:nvPr/>
            </p:nvSpPr>
            <p:spPr>
              <a:xfrm>
                <a:off x="4170155" y="4892687"/>
                <a:ext cx="5114925" cy="369332"/>
              </a:xfrm>
              <a:prstGeom prst="rect">
                <a:avLst/>
              </a:prstGeom>
              <a:blipFill>
                <a:blip r:embed="rId5"/>
                <a:stretch>
                  <a:fillRect b="-1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7C904E4-56F3-E636-0D24-9780AF735366}"/>
                  </a:ext>
                </a:extLst>
              </p:cNvPr>
              <p:cNvSpPr txBox="1"/>
              <p:nvPr/>
            </p:nvSpPr>
            <p:spPr>
              <a:xfrm>
                <a:off x="3679618" y="5627902"/>
                <a:ext cx="6096000" cy="369332"/>
              </a:xfrm>
              <a:prstGeom prst="rect">
                <a:avLst/>
              </a:prstGeom>
              <a:noFill/>
            </p:spPr>
            <p:txBody>
              <a:bodyPr wrap="square">
                <a:spAutoFit/>
              </a:bodyPr>
              <a:lstStyle/>
              <a:p>
                <a:pPr marL="457200" lvl="1" indent="0">
                  <a:buNone/>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𝑖</m:t>
                          </m:r>
                        </m:sub>
                      </m:sSub>
                      <m:r>
                        <a:rPr lang="en-US" sz="1800" b="0" i="1" smtClean="0">
                          <a:latin typeface="Cambria Math" panose="02040503050406030204" pitchFamily="18" charset="0"/>
                        </a:rPr>
                        <m:t>≥0                             </m:t>
                      </m:r>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𝑖</m:t>
                      </m:r>
                      <m:r>
                        <a:rPr lang="en-US" sz="1800" i="1">
                          <a:latin typeface="Cambria Math" panose="02040503050406030204" pitchFamily="18" charset="0"/>
                          <a:ea typeface="Cambria Math" panose="02040503050406030204" pitchFamily="18" charset="0"/>
                        </a:rPr>
                        <m:t>=1, 2, 3, 4</m:t>
                      </m:r>
                    </m:oMath>
                  </m:oMathPara>
                </a14:m>
                <a:endParaRPr lang="en-US" sz="1800" dirty="0"/>
              </a:p>
            </p:txBody>
          </p:sp>
        </mc:Choice>
        <mc:Fallback xmlns="">
          <p:sp>
            <p:nvSpPr>
              <p:cNvPr id="15" name="TextBox 14">
                <a:extLst>
                  <a:ext uri="{FF2B5EF4-FFF2-40B4-BE49-F238E27FC236}">
                    <a16:creationId xmlns:a16="http://schemas.microsoft.com/office/drawing/2014/main" id="{B7C904E4-56F3-E636-0D24-9780AF735366}"/>
                  </a:ext>
                </a:extLst>
              </p:cNvPr>
              <p:cNvSpPr txBox="1">
                <a:spLocks noRot="1" noChangeAspect="1" noMove="1" noResize="1" noEditPoints="1" noAdjustHandles="1" noChangeArrowheads="1" noChangeShapeType="1" noTextEdit="1"/>
              </p:cNvSpPr>
              <p:nvPr/>
            </p:nvSpPr>
            <p:spPr>
              <a:xfrm>
                <a:off x="3679618" y="5627902"/>
                <a:ext cx="6096000" cy="369332"/>
              </a:xfrm>
              <a:prstGeom prst="rect">
                <a:avLst/>
              </a:prstGeom>
              <a:blipFill>
                <a:blip r:embed="rId6"/>
                <a:stretch>
                  <a:fillRect/>
                </a:stretch>
              </a:blipFill>
            </p:spPr>
            <p:txBody>
              <a:bodyPr/>
              <a:lstStyle/>
              <a:p>
                <a:r>
                  <a:rPr lang="en-US">
                    <a:noFill/>
                  </a:rPr>
                  <a:t> </a:t>
                </a:r>
              </a:p>
            </p:txBody>
          </p:sp>
        </mc:Fallback>
      </mc:AlternateContent>
      <p:sp>
        <p:nvSpPr>
          <p:cNvPr id="16" name="Rectangle 15">
            <a:extLst>
              <a:ext uri="{FF2B5EF4-FFF2-40B4-BE49-F238E27FC236}">
                <a16:creationId xmlns:a16="http://schemas.microsoft.com/office/drawing/2014/main" id="{E20D4F30-2F88-359B-5AF7-D60D5ACE6439}"/>
              </a:ext>
            </a:extLst>
          </p:cNvPr>
          <p:cNvSpPr/>
          <p:nvPr/>
        </p:nvSpPr>
        <p:spPr>
          <a:xfrm>
            <a:off x="2117517" y="2248843"/>
            <a:ext cx="8239125" cy="4135745"/>
          </a:xfrm>
          <a:prstGeom prst="rect">
            <a:avLst/>
          </a:prstGeom>
          <a:noFill/>
          <a:ln w="28575"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0296821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in Python</a:t>
            </a:r>
          </a:p>
        </p:txBody>
      </p:sp>
      <p:sp>
        <p:nvSpPr>
          <p:cNvPr id="3" name="Content Placeholder 2"/>
          <p:cNvSpPr>
            <a:spLocks noGrp="1"/>
          </p:cNvSpPr>
          <p:nvPr>
            <p:ph idx="1"/>
          </p:nvPr>
        </p:nvSpPr>
        <p:spPr/>
        <p:txBody>
          <a:bodyPr>
            <a:normAutofit/>
          </a:bodyPr>
          <a:lstStyle/>
          <a:p>
            <a:pPr marL="0" indent="0">
              <a:buNone/>
            </a:pPr>
            <a:endParaRPr lang="en-US" dirty="0"/>
          </a:p>
          <a:p>
            <a:pPr lvl="1"/>
            <a:r>
              <a:rPr lang="en-US" sz="2000" dirty="0"/>
              <a:t>Use </a:t>
            </a:r>
            <a:r>
              <a:rPr lang="en-US" sz="2000" dirty="0" err="1"/>
              <a:t>PuLP</a:t>
            </a:r>
            <a:r>
              <a:rPr lang="en-US" sz="2000" dirty="0"/>
              <a:t> to solve the Acme Manufacturing Problem</a:t>
            </a:r>
          </a:p>
          <a:p>
            <a:pPr lvl="2"/>
            <a:r>
              <a:rPr lang="en-US" dirty="0"/>
              <a:t>Step-1: Define the index as a list</a:t>
            </a:r>
          </a:p>
          <a:p>
            <a:pPr lvl="2"/>
            <a:endParaRPr lang="en-US" dirty="0"/>
          </a:p>
          <a:p>
            <a:pPr lvl="2"/>
            <a:endParaRPr lang="en-US" dirty="0"/>
          </a:p>
          <a:p>
            <a:pPr lvl="2"/>
            <a:endParaRPr lang="en-US" dirty="0"/>
          </a:p>
          <a:p>
            <a:pPr lvl="2"/>
            <a:r>
              <a:rPr lang="en-US" dirty="0"/>
              <a:t>Step-2: Define the parameters.</a:t>
            </a:r>
          </a:p>
        </p:txBody>
      </p:sp>
      <p:sp>
        <p:nvSpPr>
          <p:cNvPr id="5" name="TextBox 4">
            <a:extLst>
              <a:ext uri="{FF2B5EF4-FFF2-40B4-BE49-F238E27FC236}">
                <a16:creationId xmlns:a16="http://schemas.microsoft.com/office/drawing/2014/main" id="{03F5C8CE-7757-220D-3B10-001BA4FCF55B}"/>
              </a:ext>
            </a:extLst>
          </p:cNvPr>
          <p:cNvSpPr txBox="1"/>
          <p:nvPr/>
        </p:nvSpPr>
        <p:spPr>
          <a:xfrm>
            <a:off x="355002" y="1336110"/>
            <a:ext cx="10730026" cy="523220"/>
          </a:xfrm>
          <a:prstGeom prst="rect">
            <a:avLst/>
          </a:prstGeom>
          <a:noFill/>
        </p:spPr>
        <p:txBody>
          <a:bodyPr wrap="square" rtlCol="0">
            <a:spAutoFit/>
          </a:bodyPr>
          <a:lstStyle/>
          <a:p>
            <a:r>
              <a:rPr lang="en-US" sz="2800" b="1" u="sng" dirty="0"/>
              <a:t>Acme Manufacturing</a:t>
            </a:r>
            <a:endParaRPr lang="en-US" sz="2400" b="1" u="sng" dirty="0"/>
          </a:p>
        </p:txBody>
      </p:sp>
      <p:pic>
        <p:nvPicPr>
          <p:cNvPr id="6" name="Picture 5">
            <a:extLst>
              <a:ext uri="{FF2B5EF4-FFF2-40B4-BE49-F238E27FC236}">
                <a16:creationId xmlns:a16="http://schemas.microsoft.com/office/drawing/2014/main" id="{2E8514F4-8168-9D6D-F7B0-11053A6BE865}"/>
              </a:ext>
            </a:extLst>
          </p:cNvPr>
          <p:cNvPicPr>
            <a:picLocks noChangeAspect="1"/>
          </p:cNvPicPr>
          <p:nvPr/>
        </p:nvPicPr>
        <p:blipFill rotWithShape="1">
          <a:blip r:embed="rId2"/>
          <a:srcRect r="19272" b="72397"/>
          <a:stretch/>
        </p:blipFill>
        <p:spPr>
          <a:xfrm>
            <a:off x="1271841" y="2516555"/>
            <a:ext cx="4652710" cy="912445"/>
          </a:xfrm>
          <a:prstGeom prst="rect">
            <a:avLst/>
          </a:prstGeom>
        </p:spPr>
      </p:pic>
      <p:pic>
        <p:nvPicPr>
          <p:cNvPr id="14" name="Picture 13">
            <a:extLst>
              <a:ext uri="{FF2B5EF4-FFF2-40B4-BE49-F238E27FC236}">
                <a16:creationId xmlns:a16="http://schemas.microsoft.com/office/drawing/2014/main" id="{11C3995B-0717-FBC2-A999-53582F28C442}"/>
              </a:ext>
            </a:extLst>
          </p:cNvPr>
          <p:cNvPicPr>
            <a:picLocks noChangeAspect="1"/>
          </p:cNvPicPr>
          <p:nvPr/>
        </p:nvPicPr>
        <p:blipFill>
          <a:blip r:embed="rId3"/>
          <a:stretch>
            <a:fillRect/>
          </a:stretch>
        </p:blipFill>
        <p:spPr>
          <a:xfrm>
            <a:off x="1761545" y="3895362"/>
            <a:ext cx="4163006" cy="2610214"/>
          </a:xfrm>
          <a:prstGeom prst="rect">
            <a:avLst/>
          </a:prstGeom>
        </p:spPr>
      </p:pic>
    </p:spTree>
    <p:extLst>
      <p:ext uri="{BB962C8B-B14F-4D97-AF65-F5344CB8AC3E}">
        <p14:creationId xmlns:p14="http://schemas.microsoft.com/office/powerpoint/2010/main" val="2106520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in Python</a:t>
            </a:r>
          </a:p>
        </p:txBody>
      </p:sp>
      <p:sp>
        <p:nvSpPr>
          <p:cNvPr id="3" name="Content Placeholder 2"/>
          <p:cNvSpPr>
            <a:spLocks noGrp="1"/>
          </p:cNvSpPr>
          <p:nvPr>
            <p:ph idx="1"/>
          </p:nvPr>
        </p:nvSpPr>
        <p:spPr/>
        <p:txBody>
          <a:bodyPr>
            <a:normAutofit/>
          </a:bodyPr>
          <a:lstStyle/>
          <a:p>
            <a:pPr marL="0" indent="0">
              <a:buNone/>
            </a:pPr>
            <a:endParaRPr lang="en-US" dirty="0"/>
          </a:p>
          <a:p>
            <a:pPr lvl="1"/>
            <a:r>
              <a:rPr lang="en-US" sz="2000" dirty="0"/>
              <a:t>Use </a:t>
            </a:r>
            <a:r>
              <a:rPr lang="en-US" sz="2000" dirty="0" err="1"/>
              <a:t>PuLP</a:t>
            </a:r>
            <a:r>
              <a:rPr lang="en-US" sz="2000" dirty="0"/>
              <a:t> to solve the Acme Manufacturing Problem</a:t>
            </a:r>
          </a:p>
          <a:p>
            <a:pPr lvl="2"/>
            <a:r>
              <a:rPr lang="en-US" dirty="0"/>
              <a:t>Step-3: Define LP problem</a:t>
            </a:r>
          </a:p>
          <a:p>
            <a:pPr lvl="2"/>
            <a:endParaRPr lang="en-US" dirty="0"/>
          </a:p>
          <a:p>
            <a:pPr lvl="2"/>
            <a:endParaRPr lang="en-US" dirty="0"/>
          </a:p>
          <a:p>
            <a:pPr lvl="2"/>
            <a:endParaRPr lang="en-US" dirty="0"/>
          </a:p>
          <a:p>
            <a:pPr lvl="2"/>
            <a:r>
              <a:rPr lang="en-US" dirty="0"/>
              <a:t>Step-4: Define the decision variables</a:t>
            </a:r>
          </a:p>
          <a:p>
            <a:pPr lvl="2"/>
            <a:endParaRPr lang="en-US" dirty="0"/>
          </a:p>
          <a:p>
            <a:pPr lvl="2"/>
            <a:endParaRPr lang="en-US" dirty="0"/>
          </a:p>
          <a:p>
            <a:pPr lvl="2"/>
            <a:endParaRPr lang="en-US" dirty="0"/>
          </a:p>
          <a:p>
            <a:pPr lvl="2"/>
            <a:endParaRPr lang="en-US" dirty="0"/>
          </a:p>
          <a:p>
            <a:pPr lvl="2"/>
            <a:r>
              <a:rPr lang="en-US" dirty="0"/>
              <a:t>Step-5: Define objective function</a:t>
            </a:r>
          </a:p>
        </p:txBody>
      </p:sp>
      <p:sp>
        <p:nvSpPr>
          <p:cNvPr id="5" name="TextBox 4">
            <a:extLst>
              <a:ext uri="{FF2B5EF4-FFF2-40B4-BE49-F238E27FC236}">
                <a16:creationId xmlns:a16="http://schemas.microsoft.com/office/drawing/2014/main" id="{03F5C8CE-7757-220D-3B10-001BA4FCF55B}"/>
              </a:ext>
            </a:extLst>
          </p:cNvPr>
          <p:cNvSpPr txBox="1"/>
          <p:nvPr/>
        </p:nvSpPr>
        <p:spPr>
          <a:xfrm>
            <a:off x="355002" y="1336110"/>
            <a:ext cx="10730026" cy="523220"/>
          </a:xfrm>
          <a:prstGeom prst="rect">
            <a:avLst/>
          </a:prstGeom>
          <a:noFill/>
        </p:spPr>
        <p:txBody>
          <a:bodyPr wrap="square" rtlCol="0">
            <a:spAutoFit/>
          </a:bodyPr>
          <a:lstStyle/>
          <a:p>
            <a:r>
              <a:rPr lang="en-US" sz="2800" b="1" u="sng" dirty="0"/>
              <a:t>Acme Manufacturing</a:t>
            </a:r>
            <a:endParaRPr lang="en-US" sz="2400" b="1" u="sng" dirty="0"/>
          </a:p>
        </p:txBody>
      </p:sp>
      <p:pic>
        <p:nvPicPr>
          <p:cNvPr id="7" name="Picture 6">
            <a:extLst>
              <a:ext uri="{FF2B5EF4-FFF2-40B4-BE49-F238E27FC236}">
                <a16:creationId xmlns:a16="http://schemas.microsoft.com/office/drawing/2014/main" id="{19164ADF-6050-4AC9-B2A5-C314488E2ED8}"/>
              </a:ext>
            </a:extLst>
          </p:cNvPr>
          <p:cNvPicPr>
            <a:picLocks noChangeAspect="1"/>
          </p:cNvPicPr>
          <p:nvPr/>
        </p:nvPicPr>
        <p:blipFill rotWithShape="1">
          <a:blip r:embed="rId2"/>
          <a:srcRect l="3012" r="57103" b="83856"/>
          <a:stretch/>
        </p:blipFill>
        <p:spPr>
          <a:xfrm>
            <a:off x="3981702" y="2509993"/>
            <a:ext cx="3476625" cy="839731"/>
          </a:xfrm>
          <a:prstGeom prst="rect">
            <a:avLst/>
          </a:prstGeom>
        </p:spPr>
      </p:pic>
      <p:pic>
        <p:nvPicPr>
          <p:cNvPr id="9" name="Picture 8">
            <a:extLst>
              <a:ext uri="{FF2B5EF4-FFF2-40B4-BE49-F238E27FC236}">
                <a16:creationId xmlns:a16="http://schemas.microsoft.com/office/drawing/2014/main" id="{29E18FEA-7EFD-E9D5-B10A-0C116DEFACEB}"/>
              </a:ext>
            </a:extLst>
          </p:cNvPr>
          <p:cNvPicPr>
            <a:picLocks noChangeAspect="1"/>
          </p:cNvPicPr>
          <p:nvPr/>
        </p:nvPicPr>
        <p:blipFill rotWithShape="1">
          <a:blip r:embed="rId2"/>
          <a:srcRect l="4978" t="15206" r="19512" b="64101"/>
          <a:stretch/>
        </p:blipFill>
        <p:spPr>
          <a:xfrm>
            <a:off x="2803319" y="3922346"/>
            <a:ext cx="6581775" cy="1076325"/>
          </a:xfrm>
          <a:prstGeom prst="rect">
            <a:avLst/>
          </a:prstGeom>
        </p:spPr>
      </p:pic>
      <p:pic>
        <p:nvPicPr>
          <p:cNvPr id="11" name="Picture 10">
            <a:extLst>
              <a:ext uri="{FF2B5EF4-FFF2-40B4-BE49-F238E27FC236}">
                <a16:creationId xmlns:a16="http://schemas.microsoft.com/office/drawing/2014/main" id="{2A4EFC53-A38B-32DA-A199-1BA3DA53FE57}"/>
              </a:ext>
            </a:extLst>
          </p:cNvPr>
          <p:cNvPicPr>
            <a:picLocks noChangeAspect="1"/>
          </p:cNvPicPr>
          <p:nvPr/>
        </p:nvPicPr>
        <p:blipFill rotWithShape="1">
          <a:blip r:embed="rId2"/>
          <a:srcRect l="2841" t="35484" r="24320" b="46020"/>
          <a:stretch/>
        </p:blipFill>
        <p:spPr>
          <a:xfrm>
            <a:off x="2545503" y="5571293"/>
            <a:ext cx="6349021" cy="962025"/>
          </a:xfrm>
          <a:prstGeom prst="rect">
            <a:avLst/>
          </a:prstGeom>
        </p:spPr>
      </p:pic>
    </p:spTree>
    <p:extLst>
      <p:ext uri="{BB962C8B-B14F-4D97-AF65-F5344CB8AC3E}">
        <p14:creationId xmlns:p14="http://schemas.microsoft.com/office/powerpoint/2010/main" val="1841824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in Python</a:t>
            </a:r>
          </a:p>
        </p:txBody>
      </p:sp>
      <p:sp>
        <p:nvSpPr>
          <p:cNvPr id="3" name="Content Placeholder 2"/>
          <p:cNvSpPr>
            <a:spLocks noGrp="1"/>
          </p:cNvSpPr>
          <p:nvPr>
            <p:ph idx="1"/>
          </p:nvPr>
        </p:nvSpPr>
        <p:spPr/>
        <p:txBody>
          <a:bodyPr>
            <a:normAutofit/>
          </a:bodyPr>
          <a:lstStyle/>
          <a:p>
            <a:pPr marL="0" indent="0">
              <a:buNone/>
            </a:pPr>
            <a:endParaRPr lang="en-US" dirty="0"/>
          </a:p>
          <a:p>
            <a:pPr lvl="1"/>
            <a:r>
              <a:rPr lang="en-US" sz="2000" dirty="0"/>
              <a:t>Use </a:t>
            </a:r>
            <a:r>
              <a:rPr lang="en-US" sz="2000" dirty="0" err="1"/>
              <a:t>PuLP</a:t>
            </a:r>
            <a:r>
              <a:rPr lang="en-US" sz="2000" dirty="0"/>
              <a:t> to solve the Acme Manufacturing Problem</a:t>
            </a:r>
          </a:p>
          <a:p>
            <a:pPr lvl="2"/>
            <a:r>
              <a:rPr lang="en-US" dirty="0"/>
              <a:t>Step-6: Define constraints</a:t>
            </a:r>
          </a:p>
          <a:p>
            <a:pPr lvl="2"/>
            <a:endParaRPr lang="en-US" dirty="0"/>
          </a:p>
          <a:p>
            <a:pPr lvl="2"/>
            <a:endParaRPr lang="en-US" dirty="0"/>
          </a:p>
          <a:p>
            <a:pPr lvl="2"/>
            <a:endParaRPr lang="en-US" dirty="0"/>
          </a:p>
          <a:p>
            <a:pPr lvl="2"/>
            <a:endParaRPr lang="en-US" dirty="0"/>
          </a:p>
          <a:p>
            <a:pPr lvl="2"/>
            <a:endParaRPr lang="en-US" dirty="0"/>
          </a:p>
          <a:p>
            <a:pPr lvl="2"/>
            <a:endParaRPr lang="en-US" dirty="0"/>
          </a:p>
          <a:p>
            <a:pPr lvl="2"/>
            <a:endParaRPr lang="en-US" dirty="0"/>
          </a:p>
          <a:p>
            <a:pPr marL="914400" lvl="2" indent="0">
              <a:buNone/>
            </a:pPr>
            <a:endParaRPr lang="en-US" dirty="0"/>
          </a:p>
          <a:p>
            <a:pPr lvl="2"/>
            <a:endParaRPr lang="en-US" dirty="0"/>
          </a:p>
          <a:p>
            <a:pPr marL="914400" lvl="2" indent="0">
              <a:buNone/>
            </a:pPr>
            <a:endParaRPr lang="en-US" dirty="0"/>
          </a:p>
        </p:txBody>
      </p:sp>
      <p:sp>
        <p:nvSpPr>
          <p:cNvPr id="5" name="TextBox 4">
            <a:extLst>
              <a:ext uri="{FF2B5EF4-FFF2-40B4-BE49-F238E27FC236}">
                <a16:creationId xmlns:a16="http://schemas.microsoft.com/office/drawing/2014/main" id="{03F5C8CE-7757-220D-3B10-001BA4FCF55B}"/>
              </a:ext>
            </a:extLst>
          </p:cNvPr>
          <p:cNvSpPr txBox="1"/>
          <p:nvPr/>
        </p:nvSpPr>
        <p:spPr>
          <a:xfrm>
            <a:off x="355002" y="1336110"/>
            <a:ext cx="10730026" cy="523220"/>
          </a:xfrm>
          <a:prstGeom prst="rect">
            <a:avLst/>
          </a:prstGeom>
          <a:noFill/>
        </p:spPr>
        <p:txBody>
          <a:bodyPr wrap="square" rtlCol="0">
            <a:spAutoFit/>
          </a:bodyPr>
          <a:lstStyle/>
          <a:p>
            <a:r>
              <a:rPr lang="en-US" sz="2800" b="1" u="sng" dirty="0"/>
              <a:t>Acme Manufacturing</a:t>
            </a:r>
            <a:endParaRPr lang="en-US" sz="2400" b="1" u="sng" dirty="0"/>
          </a:p>
        </p:txBody>
      </p:sp>
      <p:pic>
        <p:nvPicPr>
          <p:cNvPr id="6" name="Picture 5">
            <a:extLst>
              <a:ext uri="{FF2B5EF4-FFF2-40B4-BE49-F238E27FC236}">
                <a16:creationId xmlns:a16="http://schemas.microsoft.com/office/drawing/2014/main" id="{573DB9A8-65CE-DDBF-711A-537CC5B6678A}"/>
              </a:ext>
            </a:extLst>
          </p:cNvPr>
          <p:cNvPicPr>
            <a:picLocks noChangeAspect="1"/>
          </p:cNvPicPr>
          <p:nvPr/>
        </p:nvPicPr>
        <p:blipFill rotWithShape="1">
          <a:blip r:embed="rId2"/>
          <a:srcRect t="52747" r="16999"/>
          <a:stretch/>
        </p:blipFill>
        <p:spPr>
          <a:xfrm>
            <a:off x="707270" y="2444877"/>
            <a:ext cx="10773873" cy="3660087"/>
          </a:xfrm>
          <a:prstGeom prst="rect">
            <a:avLst/>
          </a:prstGeom>
        </p:spPr>
      </p:pic>
    </p:spTree>
    <p:extLst>
      <p:ext uri="{BB962C8B-B14F-4D97-AF65-F5344CB8AC3E}">
        <p14:creationId xmlns:p14="http://schemas.microsoft.com/office/powerpoint/2010/main" val="3823178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in Python</a:t>
            </a:r>
          </a:p>
        </p:txBody>
      </p:sp>
      <p:sp>
        <p:nvSpPr>
          <p:cNvPr id="3" name="Content Placeholder 2"/>
          <p:cNvSpPr>
            <a:spLocks noGrp="1"/>
          </p:cNvSpPr>
          <p:nvPr>
            <p:ph idx="1"/>
          </p:nvPr>
        </p:nvSpPr>
        <p:spPr/>
        <p:txBody>
          <a:bodyPr>
            <a:normAutofit/>
          </a:bodyPr>
          <a:lstStyle/>
          <a:p>
            <a:pPr marL="0" indent="0">
              <a:buNone/>
            </a:pPr>
            <a:endParaRPr lang="en-US" dirty="0"/>
          </a:p>
          <a:p>
            <a:pPr lvl="1"/>
            <a:r>
              <a:rPr lang="en-US" sz="2000" dirty="0"/>
              <a:t>Use </a:t>
            </a:r>
            <a:r>
              <a:rPr lang="en-US" sz="2000" dirty="0" err="1"/>
              <a:t>PuLP</a:t>
            </a:r>
            <a:r>
              <a:rPr lang="en-US" sz="2000" dirty="0"/>
              <a:t> to solve the Acme Manufacturing Problem</a:t>
            </a:r>
          </a:p>
          <a:p>
            <a:pPr lvl="2"/>
            <a:r>
              <a:rPr lang="en-US" dirty="0"/>
              <a:t>Step-7: Solve the problem and display the results</a:t>
            </a:r>
          </a:p>
          <a:p>
            <a:pPr lvl="2"/>
            <a:endParaRPr lang="en-US" dirty="0"/>
          </a:p>
          <a:p>
            <a:pPr lvl="2"/>
            <a:endParaRPr lang="en-US" dirty="0"/>
          </a:p>
          <a:p>
            <a:pPr marL="914400" lvl="2" indent="0">
              <a:buNone/>
            </a:pPr>
            <a:endParaRPr lang="en-US" dirty="0"/>
          </a:p>
        </p:txBody>
      </p:sp>
      <p:sp>
        <p:nvSpPr>
          <p:cNvPr id="5" name="TextBox 4">
            <a:extLst>
              <a:ext uri="{FF2B5EF4-FFF2-40B4-BE49-F238E27FC236}">
                <a16:creationId xmlns:a16="http://schemas.microsoft.com/office/drawing/2014/main" id="{03F5C8CE-7757-220D-3B10-001BA4FCF55B}"/>
              </a:ext>
            </a:extLst>
          </p:cNvPr>
          <p:cNvSpPr txBox="1"/>
          <p:nvPr/>
        </p:nvSpPr>
        <p:spPr>
          <a:xfrm>
            <a:off x="355002" y="1336110"/>
            <a:ext cx="10730026" cy="523220"/>
          </a:xfrm>
          <a:prstGeom prst="rect">
            <a:avLst/>
          </a:prstGeom>
          <a:noFill/>
        </p:spPr>
        <p:txBody>
          <a:bodyPr wrap="square" rtlCol="0">
            <a:spAutoFit/>
          </a:bodyPr>
          <a:lstStyle/>
          <a:p>
            <a:r>
              <a:rPr lang="en-US" sz="2800" b="1" u="sng" dirty="0"/>
              <a:t>Acme Manufacturing</a:t>
            </a:r>
            <a:endParaRPr lang="en-US" sz="2400" b="1" u="sng" dirty="0"/>
          </a:p>
        </p:txBody>
      </p:sp>
      <p:pic>
        <p:nvPicPr>
          <p:cNvPr id="7" name="Picture 6">
            <a:extLst>
              <a:ext uri="{FF2B5EF4-FFF2-40B4-BE49-F238E27FC236}">
                <a16:creationId xmlns:a16="http://schemas.microsoft.com/office/drawing/2014/main" id="{14216F8F-5F47-C4B3-6C0B-3C2CF3E46237}"/>
              </a:ext>
            </a:extLst>
          </p:cNvPr>
          <p:cNvPicPr>
            <a:picLocks noChangeAspect="1"/>
          </p:cNvPicPr>
          <p:nvPr/>
        </p:nvPicPr>
        <p:blipFill>
          <a:blip r:embed="rId2"/>
          <a:stretch>
            <a:fillRect/>
          </a:stretch>
        </p:blipFill>
        <p:spPr>
          <a:xfrm>
            <a:off x="3866825" y="2556958"/>
            <a:ext cx="4648849" cy="3620005"/>
          </a:xfrm>
          <a:prstGeom prst="rect">
            <a:avLst/>
          </a:prstGeom>
        </p:spPr>
      </p:pic>
    </p:spTree>
    <p:extLst>
      <p:ext uri="{BB962C8B-B14F-4D97-AF65-F5344CB8AC3E}">
        <p14:creationId xmlns:p14="http://schemas.microsoft.com/office/powerpoint/2010/main" val="45555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solidFill>
                  <a:schemeClr val="bg2">
                    <a:lumMod val="75000"/>
                  </a:schemeClr>
                </a:solidFill>
              </a:rPr>
              <a:t>Formulating LP Problems Using </a:t>
            </a:r>
            <a:r>
              <a:rPr lang="en-US" dirty="0" err="1">
                <a:solidFill>
                  <a:schemeClr val="bg2">
                    <a:lumMod val="75000"/>
                  </a:schemeClr>
                </a:solidFill>
              </a:rPr>
              <a:t>PuLP</a:t>
            </a:r>
            <a:r>
              <a:rPr lang="en-US" dirty="0">
                <a:solidFill>
                  <a:schemeClr val="bg2">
                    <a:lumMod val="75000"/>
                  </a:schemeClr>
                </a:solidFill>
              </a:rPr>
              <a:t> (not in the textbook)</a:t>
            </a:r>
          </a:p>
          <a:p>
            <a:r>
              <a:rPr lang="en-US" dirty="0">
                <a:solidFill>
                  <a:schemeClr val="bg2">
                    <a:lumMod val="75000"/>
                  </a:schemeClr>
                </a:solidFill>
              </a:rPr>
              <a:t>Examples in Python (not in the textbook)</a:t>
            </a:r>
          </a:p>
          <a:p>
            <a:r>
              <a:rPr lang="en-US" dirty="0"/>
              <a:t>Exam-1 Review</a:t>
            </a:r>
          </a:p>
        </p:txBody>
      </p:sp>
    </p:spTree>
    <p:extLst>
      <p:ext uri="{BB962C8B-B14F-4D97-AF65-F5344CB8AC3E}">
        <p14:creationId xmlns:p14="http://schemas.microsoft.com/office/powerpoint/2010/main" val="35752935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 of Linear Models</a:t>
            </a:r>
          </a:p>
        </p:txBody>
      </p:sp>
      <p:sp>
        <p:nvSpPr>
          <p:cNvPr id="3" name="Content Placeholder 2"/>
          <p:cNvSpPr>
            <a:spLocks noGrp="1"/>
          </p:cNvSpPr>
          <p:nvPr>
            <p:ph idx="1"/>
          </p:nvPr>
        </p:nvSpPr>
        <p:spPr/>
        <p:txBody>
          <a:bodyPr>
            <a:normAutofit fontScale="92500" lnSpcReduction="20000"/>
          </a:bodyPr>
          <a:lstStyle/>
          <a:p>
            <a:pPr>
              <a:lnSpc>
                <a:spcPct val="110000"/>
              </a:lnSpc>
            </a:pPr>
            <a:r>
              <a:rPr lang="en-US" dirty="0"/>
              <a:t>First: mathematical formulation of the problem!</a:t>
            </a:r>
          </a:p>
          <a:p>
            <a:pPr>
              <a:lnSpc>
                <a:spcPct val="110000"/>
              </a:lnSpc>
            </a:pPr>
            <a:endParaRPr lang="en-US" dirty="0"/>
          </a:p>
          <a:p>
            <a:pPr>
              <a:lnSpc>
                <a:spcPct val="110000"/>
              </a:lnSpc>
            </a:pPr>
            <a:endParaRPr lang="en-US" dirty="0"/>
          </a:p>
          <a:p>
            <a:pPr marL="0" indent="0">
              <a:lnSpc>
                <a:spcPct val="110000"/>
              </a:lnSpc>
              <a:buNone/>
            </a:pPr>
            <a:endParaRPr lang="en-US" dirty="0"/>
          </a:p>
          <a:p>
            <a:pPr lvl="2">
              <a:lnSpc>
                <a:spcPct val="110000"/>
              </a:lnSpc>
            </a:pPr>
            <a:r>
              <a:rPr lang="en-US" dirty="0"/>
              <a:t>Do not use a variable that is not defined </a:t>
            </a:r>
          </a:p>
          <a:p>
            <a:pPr lvl="2">
              <a:lnSpc>
                <a:spcPct val="110000"/>
              </a:lnSpc>
            </a:pPr>
            <a:r>
              <a:rPr lang="en-US" dirty="0"/>
              <a:t>If a variable is defined in terms of other variables, this relation should be included as a constraint</a:t>
            </a:r>
          </a:p>
          <a:p>
            <a:pPr lvl="2">
              <a:lnSpc>
                <a:spcPct val="110000"/>
              </a:lnSpc>
            </a:pPr>
            <a:r>
              <a:rPr lang="en-US" dirty="0"/>
              <a:t>Do not forget non-negativity constraints!!</a:t>
            </a:r>
          </a:p>
          <a:p>
            <a:pPr lvl="2">
              <a:lnSpc>
                <a:spcPct val="110000"/>
              </a:lnSpc>
            </a:pPr>
            <a:endParaRPr lang="en-US" dirty="0"/>
          </a:p>
          <a:p>
            <a:pPr>
              <a:lnSpc>
                <a:spcPct val="110000"/>
              </a:lnSpc>
            </a:pPr>
            <a:r>
              <a:rPr lang="en-US" dirty="0"/>
              <a:t>If all the functions in the model are linear, then the model is linear</a:t>
            </a:r>
          </a:p>
          <a:p>
            <a:pPr lvl="1">
              <a:lnSpc>
                <a:spcPct val="110000"/>
              </a:lnSpc>
            </a:pPr>
            <a:r>
              <a:rPr lang="en-US" dirty="0"/>
              <a:t>We can have linear integer models, linear binary models, mixed-integer-linear models</a:t>
            </a:r>
          </a:p>
          <a:p>
            <a:pPr lvl="1">
              <a:lnSpc>
                <a:spcPct val="110000"/>
              </a:lnSpc>
            </a:pPr>
            <a:r>
              <a:rPr lang="en-US" dirty="0"/>
              <a:t>Linear programming assumes, in addition to every function being linear, that the decision variables are continuous</a:t>
            </a:r>
          </a:p>
          <a:p>
            <a:pPr lvl="1"/>
            <a:endParaRPr lang="en-US" dirty="0"/>
          </a:p>
          <a:p>
            <a:endParaRPr lang="en-US" dirty="0"/>
          </a:p>
        </p:txBody>
      </p:sp>
      <p:sp>
        <p:nvSpPr>
          <p:cNvPr id="5" name="TextBox 4">
            <a:extLst>
              <a:ext uri="{FF2B5EF4-FFF2-40B4-BE49-F238E27FC236}">
                <a16:creationId xmlns:a16="http://schemas.microsoft.com/office/drawing/2014/main" id="{692E089E-700C-4C1B-8C8E-D205E2BD9D92}"/>
              </a:ext>
            </a:extLst>
          </p:cNvPr>
          <p:cNvSpPr txBox="1"/>
          <p:nvPr/>
        </p:nvSpPr>
        <p:spPr>
          <a:xfrm>
            <a:off x="121197" y="1642809"/>
            <a:ext cx="6894787" cy="1569660"/>
          </a:xfrm>
          <a:prstGeom prst="rect">
            <a:avLst/>
          </a:prstGeom>
          <a:noFill/>
        </p:spPr>
        <p:txBody>
          <a:bodyPr wrap="square">
            <a:spAutoFit/>
          </a:bodyPr>
          <a:lstStyle/>
          <a:p>
            <a:pPr lvl="2"/>
            <a:r>
              <a:rPr lang="en-US" sz="2400" dirty="0"/>
              <a:t>Step 0: Gather data</a:t>
            </a:r>
          </a:p>
          <a:p>
            <a:pPr lvl="2"/>
            <a:r>
              <a:rPr lang="en-US" sz="2400" dirty="0"/>
              <a:t>Step 1: Identify the variables</a:t>
            </a:r>
          </a:p>
          <a:p>
            <a:pPr lvl="2"/>
            <a:r>
              <a:rPr lang="en-US" sz="2400" dirty="0"/>
              <a:t>Step 2: Define the objective function</a:t>
            </a:r>
          </a:p>
          <a:p>
            <a:pPr lvl="2"/>
            <a:r>
              <a:rPr lang="en-US" sz="2400" dirty="0"/>
              <a:t>Step 3: Define the constraints</a:t>
            </a:r>
          </a:p>
        </p:txBody>
      </p:sp>
    </p:spTree>
    <p:extLst>
      <p:ext uri="{BB962C8B-B14F-4D97-AF65-F5344CB8AC3E}">
        <p14:creationId xmlns:p14="http://schemas.microsoft.com/office/powerpoint/2010/main" val="3298525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 of Linear Models</a:t>
            </a:r>
          </a:p>
        </p:txBody>
      </p:sp>
      <p:sp>
        <p:nvSpPr>
          <p:cNvPr id="3" name="Content Placeholder 2"/>
          <p:cNvSpPr>
            <a:spLocks noGrp="1"/>
          </p:cNvSpPr>
          <p:nvPr>
            <p:ph idx="1"/>
          </p:nvPr>
        </p:nvSpPr>
        <p:spPr/>
        <p:txBody>
          <a:bodyPr>
            <a:normAutofit fontScale="92500" lnSpcReduction="10000"/>
          </a:bodyPr>
          <a:lstStyle/>
          <a:p>
            <a:pPr>
              <a:lnSpc>
                <a:spcPct val="110000"/>
              </a:lnSpc>
            </a:pPr>
            <a:r>
              <a:rPr lang="en-US" b="1" dirty="0">
                <a:solidFill>
                  <a:srgbClr val="C00000"/>
                </a:solidFill>
              </a:rPr>
              <a:t>Linear programming models:</a:t>
            </a:r>
          </a:p>
          <a:p>
            <a:pPr lvl="1">
              <a:lnSpc>
                <a:spcPct val="110000"/>
              </a:lnSpc>
            </a:pPr>
            <a:r>
              <a:rPr lang="en-US" dirty="0"/>
              <a:t>Everything is linear (proportionality assumption)</a:t>
            </a:r>
          </a:p>
          <a:p>
            <a:pPr lvl="1">
              <a:lnSpc>
                <a:spcPct val="110000"/>
              </a:lnSpc>
            </a:pPr>
            <a:r>
              <a:rPr lang="en-US" dirty="0"/>
              <a:t>Decision variables are continuous (divisibility assumption)</a:t>
            </a:r>
          </a:p>
          <a:p>
            <a:pPr>
              <a:lnSpc>
                <a:spcPct val="110000"/>
              </a:lnSpc>
            </a:pPr>
            <a:r>
              <a:rPr lang="en-US" dirty="0"/>
              <a:t>Properties of linear programming models:</a:t>
            </a:r>
          </a:p>
          <a:p>
            <a:pPr lvl="1">
              <a:lnSpc>
                <a:spcPct val="110000"/>
              </a:lnSpc>
            </a:pPr>
            <a:r>
              <a:rPr lang="en-US" dirty="0"/>
              <a:t>Feasible region, unique optimum, alternative optima, unboundedness</a:t>
            </a:r>
          </a:p>
          <a:p>
            <a:pPr lvl="2">
              <a:lnSpc>
                <a:spcPct val="110000"/>
              </a:lnSpc>
            </a:pPr>
            <a:r>
              <a:rPr lang="en-US" dirty="0"/>
              <a:t>These are also defined for any optimization model</a:t>
            </a:r>
          </a:p>
          <a:p>
            <a:pPr lvl="1">
              <a:lnSpc>
                <a:spcPct val="110000"/>
              </a:lnSpc>
            </a:pPr>
            <a:r>
              <a:rPr lang="en-US" dirty="0"/>
              <a:t>Graphical solution method, simplex method</a:t>
            </a:r>
          </a:p>
          <a:p>
            <a:pPr>
              <a:lnSpc>
                <a:spcPct val="110000"/>
              </a:lnSpc>
            </a:pPr>
            <a:r>
              <a:rPr lang="en-US" dirty="0"/>
              <a:t>Sensitivity analysis:</a:t>
            </a:r>
          </a:p>
          <a:p>
            <a:pPr lvl="1">
              <a:lnSpc>
                <a:spcPct val="110000"/>
              </a:lnSpc>
            </a:pPr>
            <a:r>
              <a:rPr lang="en-US" dirty="0"/>
              <a:t>Only for linear programming models!</a:t>
            </a:r>
          </a:p>
          <a:p>
            <a:pPr lvl="1">
              <a:lnSpc>
                <a:spcPct val="110000"/>
              </a:lnSpc>
            </a:pPr>
            <a:r>
              <a:rPr lang="en-US" dirty="0"/>
              <a:t>Sensitivity report and shadow prices!</a:t>
            </a:r>
          </a:p>
          <a:p>
            <a:pPr lvl="1">
              <a:lnSpc>
                <a:spcPct val="110000"/>
              </a:lnSpc>
            </a:pPr>
            <a:r>
              <a:rPr lang="en-US" dirty="0"/>
              <a:t>Formulating the dual model</a:t>
            </a:r>
          </a:p>
          <a:p>
            <a:pPr lvl="1"/>
            <a:endParaRPr lang="en-US" dirty="0"/>
          </a:p>
          <a:p>
            <a:endParaRPr lang="en-US" dirty="0"/>
          </a:p>
        </p:txBody>
      </p:sp>
    </p:spTree>
    <p:extLst>
      <p:ext uri="{BB962C8B-B14F-4D97-AF65-F5344CB8AC3E}">
        <p14:creationId xmlns:p14="http://schemas.microsoft.com/office/powerpoint/2010/main" val="100190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 of Linear Models</a:t>
            </a:r>
          </a:p>
        </p:txBody>
      </p:sp>
      <p:sp>
        <p:nvSpPr>
          <p:cNvPr id="3" name="Content Placeholder 2"/>
          <p:cNvSpPr>
            <a:spLocks noGrp="1"/>
          </p:cNvSpPr>
          <p:nvPr>
            <p:ph idx="1"/>
          </p:nvPr>
        </p:nvSpPr>
        <p:spPr/>
        <p:txBody>
          <a:bodyPr/>
          <a:lstStyle/>
          <a:p>
            <a:r>
              <a:rPr lang="en-US" b="1" dirty="0">
                <a:solidFill>
                  <a:srgbClr val="C00000"/>
                </a:solidFill>
              </a:rPr>
              <a:t>Network optimization models:</a:t>
            </a:r>
          </a:p>
          <a:p>
            <a:pPr lvl="1">
              <a:lnSpc>
                <a:spcPct val="150000"/>
              </a:lnSpc>
            </a:pPr>
            <a:r>
              <a:rPr lang="en-US" dirty="0"/>
              <a:t>Problem definitions of min-cost flow, max-flow, and shortest-path problem</a:t>
            </a:r>
          </a:p>
          <a:p>
            <a:pPr lvl="1">
              <a:lnSpc>
                <a:spcPct val="150000"/>
              </a:lnSpc>
            </a:pPr>
            <a:r>
              <a:rPr lang="en-US" dirty="0"/>
              <a:t>Mathematical formulation of each problem type</a:t>
            </a:r>
          </a:p>
          <a:p>
            <a:pPr lvl="2">
              <a:lnSpc>
                <a:spcPct val="150000"/>
              </a:lnSpc>
            </a:pPr>
            <a:r>
              <a:rPr lang="en-US" dirty="0"/>
              <a:t>Decision variables, flow-balance constraints, arc capacity constraints, objective functions</a:t>
            </a:r>
          </a:p>
          <a:p>
            <a:pPr lvl="2">
              <a:lnSpc>
                <a:spcPct val="150000"/>
              </a:lnSpc>
            </a:pPr>
            <a:r>
              <a:rPr lang="en-US" dirty="0"/>
              <a:t>Defining supply/demand/transshipment nodes, or source/sink nodes, or origin/destination nodes</a:t>
            </a:r>
          </a:p>
          <a:p>
            <a:pPr lvl="2">
              <a:lnSpc>
                <a:spcPct val="150000"/>
              </a:lnSpc>
            </a:pPr>
            <a:r>
              <a:rPr lang="en-US" dirty="0"/>
              <a:t>The assumptions needed for each formulation</a:t>
            </a:r>
          </a:p>
          <a:p>
            <a:pPr lvl="2">
              <a:lnSpc>
                <a:spcPct val="150000"/>
              </a:lnSpc>
            </a:pPr>
            <a:r>
              <a:rPr lang="en-US" dirty="0"/>
              <a:t>The tricks to modify the network to make assumptions hold</a:t>
            </a:r>
          </a:p>
          <a:p>
            <a:pPr lvl="2">
              <a:lnSpc>
                <a:spcPct val="150000"/>
              </a:lnSpc>
            </a:pPr>
            <a:r>
              <a:rPr lang="en-US" dirty="0"/>
              <a:t>Expressing a problem as a network optimization problem</a:t>
            </a:r>
          </a:p>
          <a:p>
            <a:pPr lvl="3">
              <a:lnSpc>
                <a:spcPct val="150000"/>
              </a:lnSpc>
            </a:pPr>
            <a:r>
              <a:rPr lang="en-US" dirty="0"/>
              <a:t>Defining nodes, node values (if any), arcs, arc costs (if any), arc capacities (if any)</a:t>
            </a:r>
          </a:p>
          <a:p>
            <a:pPr lvl="1"/>
            <a:endParaRPr lang="en-US" dirty="0"/>
          </a:p>
          <a:p>
            <a:endParaRPr lang="en-US" dirty="0"/>
          </a:p>
        </p:txBody>
      </p:sp>
    </p:spTree>
    <p:extLst>
      <p:ext uri="{BB962C8B-B14F-4D97-AF65-F5344CB8AC3E}">
        <p14:creationId xmlns:p14="http://schemas.microsoft.com/office/powerpoint/2010/main" val="4226695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 of Linear Models</a:t>
            </a:r>
          </a:p>
        </p:txBody>
      </p:sp>
      <p:sp>
        <p:nvSpPr>
          <p:cNvPr id="3" name="Content Placeholder 2"/>
          <p:cNvSpPr>
            <a:spLocks noGrp="1"/>
          </p:cNvSpPr>
          <p:nvPr>
            <p:ph idx="1"/>
          </p:nvPr>
        </p:nvSpPr>
        <p:spPr/>
        <p:txBody>
          <a:bodyPr/>
          <a:lstStyle/>
          <a:p>
            <a:pPr>
              <a:lnSpc>
                <a:spcPct val="150000"/>
              </a:lnSpc>
            </a:pPr>
            <a:r>
              <a:rPr lang="en-US" b="1" dirty="0">
                <a:solidFill>
                  <a:srgbClr val="C00000"/>
                </a:solidFill>
              </a:rPr>
              <a:t>Other topics:</a:t>
            </a:r>
          </a:p>
          <a:p>
            <a:pPr lvl="1">
              <a:lnSpc>
                <a:spcPct val="150000"/>
              </a:lnSpc>
            </a:pPr>
            <a:r>
              <a:rPr lang="en-US" dirty="0"/>
              <a:t>Spreadsheet modeling and Excel solver details</a:t>
            </a:r>
          </a:p>
          <a:p>
            <a:pPr lvl="1">
              <a:lnSpc>
                <a:spcPct val="150000"/>
              </a:lnSpc>
            </a:pPr>
            <a:r>
              <a:rPr lang="en-US" dirty="0"/>
              <a:t>Compact formulation and matrix notation</a:t>
            </a:r>
          </a:p>
          <a:p>
            <a:pPr lvl="1">
              <a:lnSpc>
                <a:spcPct val="150000"/>
              </a:lnSpc>
            </a:pPr>
            <a:r>
              <a:rPr lang="en-US" dirty="0"/>
              <a:t>Converting a problem into a specific form</a:t>
            </a:r>
          </a:p>
        </p:txBody>
      </p:sp>
    </p:spTree>
    <p:extLst>
      <p:ext uri="{BB962C8B-B14F-4D97-AF65-F5344CB8AC3E}">
        <p14:creationId xmlns:p14="http://schemas.microsoft.com/office/powerpoint/2010/main" val="4252851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7535</TotalTime>
  <Words>2321</Words>
  <Application>Microsoft Macintosh PowerPoint</Application>
  <PresentationFormat>Widescreen</PresentationFormat>
  <Paragraphs>379</Paragraphs>
  <Slides>34</Slides>
  <Notes>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42" baseType="lpstr">
      <vt:lpstr>Arial</vt:lpstr>
      <vt:lpstr>Calibri</vt:lpstr>
      <vt:lpstr>Calibri Light</vt:lpstr>
      <vt:lpstr>Cambria Math</vt:lpstr>
      <vt:lpstr>Source Sans Pro</vt:lpstr>
      <vt:lpstr>Times New Roman</vt:lpstr>
      <vt:lpstr>Office Theme</vt:lpstr>
      <vt:lpstr>Equation</vt:lpstr>
      <vt:lpstr> ANLY 5332   Department of Information Systems and Analytics McCoy College of Business Administration Texas State University</vt:lpstr>
      <vt:lpstr>Outline</vt:lpstr>
      <vt:lpstr>Limitations of Excel Solver</vt:lpstr>
      <vt:lpstr>Various Optimization Platforms</vt:lpstr>
      <vt:lpstr>Overview of PuLP</vt:lpstr>
      <vt:lpstr>Overview of PuLP</vt:lpstr>
      <vt:lpstr>Installing PuLP</vt:lpstr>
      <vt:lpstr>Outline</vt:lpstr>
      <vt:lpstr>Formulating LP Problems using PuLP</vt:lpstr>
      <vt:lpstr>Formulating LP Problems using PuLP</vt:lpstr>
      <vt:lpstr>Outline</vt:lpstr>
      <vt:lpstr>Examples in Python</vt:lpstr>
      <vt:lpstr>Examples in Python</vt:lpstr>
      <vt:lpstr>Examples in Python</vt:lpstr>
      <vt:lpstr>Examples in Python</vt:lpstr>
      <vt:lpstr>Examples in Python</vt:lpstr>
      <vt:lpstr>Examples in Python</vt:lpstr>
      <vt:lpstr>Examples in Python</vt:lpstr>
      <vt:lpstr>Examples in Python</vt:lpstr>
      <vt:lpstr>Examples in Python</vt:lpstr>
      <vt:lpstr>Examples in Python</vt:lpstr>
      <vt:lpstr>Examples in Python</vt:lpstr>
      <vt:lpstr>Examples in Python</vt:lpstr>
      <vt:lpstr>Examples in Python</vt:lpstr>
      <vt:lpstr>Examples in Python</vt:lpstr>
      <vt:lpstr>Examples in Python</vt:lpstr>
      <vt:lpstr>Examples in Python</vt:lpstr>
      <vt:lpstr>Examples in Python</vt:lpstr>
      <vt:lpstr>Examples in Python</vt:lpstr>
      <vt:lpstr>Outline</vt:lpstr>
      <vt:lpstr>Review of Linear Models</vt:lpstr>
      <vt:lpstr>Review of Linear Models</vt:lpstr>
      <vt:lpstr>Review of Linear Models</vt:lpstr>
      <vt:lpstr>Review of Linear Models</vt:lpstr>
    </vt:vector>
  </TitlesOfParts>
  <Company>Missouri University of Science and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Konur, Dincer</dc:creator>
  <cp:lastModifiedBy>Lin, Zewei (linzw)</cp:lastModifiedBy>
  <cp:revision>335</cp:revision>
  <dcterms:created xsi:type="dcterms:W3CDTF">2018-08-17T02:14:39Z</dcterms:created>
  <dcterms:modified xsi:type="dcterms:W3CDTF">2024-10-14T02:03:57Z</dcterms:modified>
</cp:coreProperties>
</file>