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926" r:id="rId1"/>
    <p:sldMasterId id="2147483935" r:id="rId2"/>
    <p:sldMasterId id="2147483960" r:id="rId3"/>
  </p:sldMasterIdLst>
  <p:notesMasterIdLst>
    <p:notesMasterId r:id="rId31"/>
  </p:notesMasterIdLst>
  <p:handoutMasterIdLst>
    <p:handoutMasterId r:id="rId32"/>
  </p:handoutMasterIdLst>
  <p:sldIdLst>
    <p:sldId id="447" r:id="rId4"/>
    <p:sldId id="329" r:id="rId5"/>
    <p:sldId id="274" r:id="rId6"/>
    <p:sldId id="324" r:id="rId7"/>
    <p:sldId id="340" r:id="rId8"/>
    <p:sldId id="454" r:id="rId9"/>
    <p:sldId id="408" r:id="rId10"/>
    <p:sldId id="410" r:id="rId11"/>
    <p:sldId id="455" r:id="rId12"/>
    <p:sldId id="411" r:id="rId13"/>
    <p:sldId id="415" r:id="rId14"/>
    <p:sldId id="544" r:id="rId15"/>
    <p:sldId id="456" r:id="rId16"/>
    <p:sldId id="457" r:id="rId17"/>
    <p:sldId id="458" r:id="rId18"/>
    <p:sldId id="258" r:id="rId19"/>
    <p:sldId id="261" r:id="rId20"/>
    <p:sldId id="259" r:id="rId21"/>
    <p:sldId id="420" r:id="rId22"/>
    <p:sldId id="422" r:id="rId23"/>
    <p:sldId id="428" r:id="rId24"/>
    <p:sldId id="429" r:id="rId25"/>
    <p:sldId id="421" r:id="rId26"/>
    <p:sldId id="448" r:id="rId27"/>
    <p:sldId id="424" r:id="rId28"/>
    <p:sldId id="541" r:id="rId29"/>
    <p:sldId id="542" r:id="rId3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C9CA"/>
    <a:srgbClr val="18B2B6"/>
    <a:srgbClr val="222222"/>
    <a:srgbClr val="FFFF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03" autoAdjust="0"/>
  </p:normalViewPr>
  <p:slideViewPr>
    <p:cSldViewPr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18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36"/>
    </p:cViewPr>
  </p:sorterViewPr>
  <p:notesViewPr>
    <p:cSldViewPr>
      <p:cViewPr varScale="1">
        <p:scale>
          <a:sx n="83" d="100"/>
          <a:sy n="83" d="100"/>
        </p:scale>
        <p:origin x="-2368" y="-11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D4CD549B-6DD5-43A8-92EA-4133B60CD91D}" type="slidenum">
              <a:rPr lang="en-US" altLang="en-US">
                <a:latin typeface="Calibri" pitchFamily="34" charset="0"/>
              </a:rPr>
              <a:pPr/>
              <a:t>‹#›</a:t>
            </a:fld>
            <a:endParaRPr lang="en-US" alt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17749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Calibri" pitchFamily="34" charset="0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Calibri" pitchFamily="34" charset="0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Calibri" pitchFamily="34" charset="0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fld id="{D8AF5DF4-2674-4B8A-8E2D-CA8DBAAAB9F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451882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87">
              <a:defRPr>
                <a:solidFill>
                  <a:schemeClr val="tx1"/>
                </a:solidFill>
                <a:latin typeface="Arial" charset="0"/>
              </a:defRPr>
            </a:lvl1pPr>
            <a:lvl2pPr marL="716130" indent="-275434" defTabSz="931887">
              <a:defRPr>
                <a:solidFill>
                  <a:schemeClr val="tx1"/>
                </a:solidFill>
                <a:latin typeface="Arial" charset="0"/>
              </a:defRPr>
            </a:lvl2pPr>
            <a:lvl3pPr marL="1101738" indent="-220348" defTabSz="931887">
              <a:defRPr>
                <a:solidFill>
                  <a:schemeClr val="tx1"/>
                </a:solidFill>
                <a:latin typeface="Arial" charset="0"/>
              </a:defRPr>
            </a:lvl3pPr>
            <a:lvl4pPr marL="1542433" indent="-220348" defTabSz="931887">
              <a:defRPr>
                <a:solidFill>
                  <a:schemeClr val="tx1"/>
                </a:solidFill>
                <a:latin typeface="Arial" charset="0"/>
              </a:defRPr>
            </a:lvl4pPr>
            <a:lvl5pPr marL="1983128" indent="-220348" defTabSz="931887">
              <a:defRPr>
                <a:solidFill>
                  <a:schemeClr val="tx1"/>
                </a:solidFill>
                <a:latin typeface="Arial" charset="0"/>
              </a:defRPr>
            </a:lvl5pPr>
            <a:lvl6pPr marL="2423823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64518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05213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745908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C4AE77E7-0D8A-4997-AA43-48ED4BF6C283}" type="slidenum">
              <a:rPr lang="en-US" smtClean="0">
                <a:solidFill>
                  <a:schemeClr val="folHlink"/>
                </a:solidFill>
              </a:rPr>
              <a:pPr/>
              <a:t>2</a:t>
            </a:fld>
            <a:endParaRPr lang="en-US">
              <a:solidFill>
                <a:schemeClr val="folHlink"/>
              </a:solidFill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charset="0"/>
              </a:rPr>
              <a:t>                                       v</a:t>
            </a:r>
          </a:p>
        </p:txBody>
      </p:sp>
    </p:spTree>
    <p:extLst>
      <p:ext uri="{BB962C8B-B14F-4D97-AF65-F5344CB8AC3E}">
        <p14:creationId xmlns:p14="http://schemas.microsoft.com/office/powerpoint/2010/main" val="4188606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87">
              <a:defRPr>
                <a:solidFill>
                  <a:schemeClr val="tx1"/>
                </a:solidFill>
                <a:latin typeface="Arial" charset="0"/>
              </a:defRPr>
            </a:lvl1pPr>
            <a:lvl2pPr marL="716130" indent="-275434" defTabSz="931887">
              <a:defRPr>
                <a:solidFill>
                  <a:schemeClr val="tx1"/>
                </a:solidFill>
                <a:latin typeface="Arial" charset="0"/>
              </a:defRPr>
            </a:lvl2pPr>
            <a:lvl3pPr marL="1101738" indent="-220348" defTabSz="931887">
              <a:defRPr>
                <a:solidFill>
                  <a:schemeClr val="tx1"/>
                </a:solidFill>
                <a:latin typeface="Arial" charset="0"/>
              </a:defRPr>
            </a:lvl3pPr>
            <a:lvl4pPr marL="1542433" indent="-220348" defTabSz="931887">
              <a:defRPr>
                <a:solidFill>
                  <a:schemeClr val="tx1"/>
                </a:solidFill>
                <a:latin typeface="Arial" charset="0"/>
              </a:defRPr>
            </a:lvl4pPr>
            <a:lvl5pPr marL="1983128" indent="-220348" defTabSz="931887">
              <a:defRPr>
                <a:solidFill>
                  <a:schemeClr val="tx1"/>
                </a:solidFill>
                <a:latin typeface="Arial" charset="0"/>
              </a:defRPr>
            </a:lvl5pPr>
            <a:lvl6pPr marL="2423823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64518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05213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745908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318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9D79CA-A118-44FC-AE02-737E60B36D46}" type="slidenum">
              <a:rPr kumimoji="0" 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1887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193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87">
              <a:defRPr>
                <a:solidFill>
                  <a:schemeClr val="tx1"/>
                </a:solidFill>
                <a:latin typeface="Arial" charset="0"/>
              </a:defRPr>
            </a:lvl1pPr>
            <a:lvl2pPr marL="716130" indent="-275434" defTabSz="931887">
              <a:defRPr>
                <a:solidFill>
                  <a:schemeClr val="tx1"/>
                </a:solidFill>
                <a:latin typeface="Arial" charset="0"/>
              </a:defRPr>
            </a:lvl2pPr>
            <a:lvl3pPr marL="1101738" indent="-220348" defTabSz="931887">
              <a:defRPr>
                <a:solidFill>
                  <a:schemeClr val="tx1"/>
                </a:solidFill>
                <a:latin typeface="Arial" charset="0"/>
              </a:defRPr>
            </a:lvl3pPr>
            <a:lvl4pPr marL="1542433" indent="-220348" defTabSz="931887">
              <a:defRPr>
                <a:solidFill>
                  <a:schemeClr val="tx1"/>
                </a:solidFill>
                <a:latin typeface="Arial" charset="0"/>
              </a:defRPr>
            </a:lvl4pPr>
            <a:lvl5pPr marL="1983128" indent="-220348" defTabSz="931887">
              <a:defRPr>
                <a:solidFill>
                  <a:schemeClr val="tx1"/>
                </a:solidFill>
                <a:latin typeface="Arial" charset="0"/>
              </a:defRPr>
            </a:lvl5pPr>
            <a:lvl6pPr marL="2423823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64518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05213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745908" indent="-220348" algn="ctr" defTabSz="931887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318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80B785-5368-4CA3-B4AA-9D0B32A0F6CC}" type="slidenum">
              <a:rPr kumimoji="0" 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31887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512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65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788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972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550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830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4A813F-1F65-41E2-A118-8D596C45D1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57240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4A813F-1F65-41E2-A118-8D596C45D1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9268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4A813F-1F65-41E2-A118-8D596C45D1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30973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97274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tle_Slid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712698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352800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81304"/>
            <a:ext cx="10034016" cy="9911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204120" y="6363869"/>
            <a:ext cx="6201666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0" y="6415635"/>
            <a:ext cx="1151034" cy="35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Rules_Single_A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8720" y="6363035"/>
            <a:ext cx="1400289" cy="43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50814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7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0488" y="6305978"/>
            <a:ext cx="1403024" cy="43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2" y="3962402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4060827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962402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2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3287"/>
            <a:ext cx="2667000" cy="368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080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4152"/>
            <a:ext cx="8382000" cy="1069848"/>
          </a:xfrm>
        </p:spPr>
        <p:txBody>
          <a:bodyPr/>
          <a:lstStyle>
            <a:lvl1pPr>
              <a:defRPr sz="3200" b="0" i="0" cap="none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1828800"/>
            <a:ext cx="4041648" cy="4495800"/>
          </a:xfrm>
        </p:spPr>
        <p:txBody>
          <a:bodyPr/>
          <a:lstStyle>
            <a:lvl1pPr>
              <a:defRPr sz="2400"/>
            </a:lvl1pPr>
            <a:lvl2pPr>
              <a:defRPr sz="1867"/>
            </a:lvl2pPr>
            <a:lvl3pPr>
              <a:defRPr sz="1680"/>
            </a:lvl3pPr>
            <a:lvl4pPr>
              <a:defRPr sz="1493"/>
            </a:lvl4pPr>
            <a:lvl5pPr>
              <a:defRPr sz="149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8" y="1828800"/>
            <a:ext cx="4041775" cy="4495800"/>
          </a:xfrm>
        </p:spPr>
        <p:txBody>
          <a:bodyPr/>
          <a:lstStyle>
            <a:lvl1pPr>
              <a:defRPr sz="2400"/>
            </a:lvl1pPr>
            <a:lvl2pPr>
              <a:defRPr sz="1867"/>
            </a:lvl2pPr>
            <a:lvl3pPr>
              <a:defRPr sz="1680"/>
            </a:lvl3pPr>
            <a:lvl4pPr>
              <a:defRPr sz="1493"/>
            </a:lvl4pPr>
            <a:lvl5pPr>
              <a:defRPr sz="149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2076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2" y="3962404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4060828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962404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4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3289"/>
            <a:ext cx="2667000" cy="368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0804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Bar-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609600"/>
          </a:xfrm>
          <a:prstGeom prst="rect">
            <a:avLst/>
          </a:prstGeom>
        </p:spPr>
        <p:txBody>
          <a:bodyPr/>
          <a:lstStyle>
            <a:lvl1pPr>
              <a:defRPr sz="336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Jump Link"/>
          <p:cNvSpPr>
            <a:spLocks noGrp="1"/>
          </p:cNvSpPr>
          <p:nvPr>
            <p:ph type="body" sz="quarter" idx="16" hasCustomPrompt="1"/>
          </p:nvPr>
        </p:nvSpPr>
        <p:spPr>
          <a:xfrm>
            <a:off x="3886200" y="6553201"/>
            <a:ext cx="1371600" cy="999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747"/>
            </a:lvl1pPr>
          </a:lstStyle>
          <a:p>
            <a:pPr lvl="0"/>
            <a:r>
              <a:rPr lang="en-US" dirty="0"/>
              <a:t>Jump to long image description</a:t>
            </a:r>
          </a:p>
        </p:txBody>
      </p:sp>
      <p:sp>
        <p:nvSpPr>
          <p:cNvPr id="9" name="Photo Credit"/>
          <p:cNvSpPr>
            <a:spLocks noGrp="1"/>
          </p:cNvSpPr>
          <p:nvPr>
            <p:ph type="body" sz="quarter" idx="11" hasCustomPrompt="1"/>
          </p:nvPr>
        </p:nvSpPr>
        <p:spPr>
          <a:xfrm>
            <a:off x="6477000" y="6705600"/>
            <a:ext cx="2667000" cy="152400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7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Photo Credit Here</a:t>
            </a:r>
          </a:p>
        </p:txBody>
      </p:sp>
    </p:spTree>
    <p:extLst>
      <p:ext uri="{BB962C8B-B14F-4D97-AF65-F5344CB8AC3E}">
        <p14:creationId xmlns:p14="http://schemas.microsoft.com/office/powerpoint/2010/main" val="310998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Bar-Six Content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639762"/>
          </a:xfrm>
          <a:prstGeom prst="rect">
            <a:avLst/>
          </a:prstGeom>
        </p:spPr>
        <p:txBody>
          <a:bodyPr/>
          <a:lstStyle>
            <a:lvl1pPr>
              <a:defRPr lang="en-US" sz="336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"/>
          <p:cNvSpPr>
            <a:spLocks noGrp="1"/>
          </p:cNvSpPr>
          <p:nvPr>
            <p:ph sz="quarter" idx="12"/>
          </p:nvPr>
        </p:nvSpPr>
        <p:spPr>
          <a:xfrm>
            <a:off x="533400" y="1066800"/>
            <a:ext cx="8153400" cy="83820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33400" y="2011680"/>
            <a:ext cx="8153400" cy="76200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4"/>
          </p:nvPr>
        </p:nvSpPr>
        <p:spPr>
          <a:xfrm>
            <a:off x="533400" y="2880360"/>
            <a:ext cx="8153400" cy="68580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4"/>
          <p:cNvSpPr>
            <a:spLocks noGrp="1"/>
          </p:cNvSpPr>
          <p:nvPr>
            <p:ph sz="quarter" idx="15"/>
          </p:nvPr>
        </p:nvSpPr>
        <p:spPr>
          <a:xfrm>
            <a:off x="533400" y="3672840"/>
            <a:ext cx="8153400" cy="83820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5"/>
          <p:cNvSpPr>
            <a:spLocks noGrp="1"/>
          </p:cNvSpPr>
          <p:nvPr>
            <p:ph sz="quarter" idx="10"/>
          </p:nvPr>
        </p:nvSpPr>
        <p:spPr>
          <a:xfrm>
            <a:off x="533400" y="4617720"/>
            <a:ext cx="8153400" cy="91440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quarter" idx="11"/>
          </p:nvPr>
        </p:nvSpPr>
        <p:spPr>
          <a:xfrm>
            <a:off x="533400" y="5638800"/>
            <a:ext cx="8153400" cy="76200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hoto Credit"/>
          <p:cNvSpPr>
            <a:spLocks noGrp="1"/>
          </p:cNvSpPr>
          <p:nvPr>
            <p:ph type="body" sz="quarter" idx="16" hasCustomPrompt="1"/>
          </p:nvPr>
        </p:nvSpPr>
        <p:spPr>
          <a:xfrm>
            <a:off x="6477000" y="6705600"/>
            <a:ext cx="2667000" cy="152400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7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Photo Credit Here</a:t>
            </a:r>
          </a:p>
        </p:txBody>
      </p:sp>
    </p:spTree>
    <p:extLst>
      <p:ext uri="{BB962C8B-B14F-4D97-AF65-F5344CB8AC3E}">
        <p14:creationId xmlns:p14="http://schemas.microsoft.com/office/powerpoint/2010/main" val="318466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Bar-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Title"/>
          <p:cNvSpPr>
            <a:spLocks noGrp="1"/>
          </p:cNvSpPr>
          <p:nvPr>
            <p:ph type="title"/>
          </p:nvPr>
        </p:nvSpPr>
        <p:spPr>
          <a:xfrm>
            <a:off x="-1" y="228600"/>
            <a:ext cx="9144001" cy="609600"/>
          </a:xfrm>
          <a:prstGeom prst="rect">
            <a:avLst/>
          </a:prstGeom>
        </p:spPr>
        <p:txBody>
          <a:bodyPr/>
          <a:lstStyle>
            <a:lvl1pPr>
              <a:defRPr sz="336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457200" y="914400"/>
            <a:ext cx="4038600" cy="561594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038600" cy="561594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Jump Link"/>
          <p:cNvSpPr>
            <a:spLocks noGrp="1"/>
          </p:cNvSpPr>
          <p:nvPr>
            <p:ph type="body" sz="quarter" idx="12" hasCustomPrompt="1"/>
          </p:nvPr>
        </p:nvSpPr>
        <p:spPr>
          <a:xfrm>
            <a:off x="3817620" y="6529450"/>
            <a:ext cx="1508760" cy="999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747"/>
            </a:lvl1pPr>
          </a:lstStyle>
          <a:p>
            <a:pPr lvl="0"/>
            <a:r>
              <a:rPr lang="en-US" dirty="0"/>
              <a:t>Jump to long image description(s)</a:t>
            </a:r>
          </a:p>
        </p:txBody>
      </p:sp>
      <p:sp>
        <p:nvSpPr>
          <p:cNvPr id="10" name="Photo Credit"/>
          <p:cNvSpPr>
            <a:spLocks noGrp="1"/>
          </p:cNvSpPr>
          <p:nvPr>
            <p:ph type="body" sz="quarter" idx="11" hasCustomPrompt="1"/>
          </p:nvPr>
        </p:nvSpPr>
        <p:spPr>
          <a:xfrm>
            <a:off x="6477000" y="6705600"/>
            <a:ext cx="2667000" cy="152400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7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Photo Credit Here</a:t>
            </a:r>
          </a:p>
        </p:txBody>
      </p:sp>
    </p:spTree>
    <p:extLst>
      <p:ext uri="{BB962C8B-B14F-4D97-AF65-F5344CB8AC3E}">
        <p14:creationId xmlns:p14="http://schemas.microsoft.com/office/powerpoint/2010/main" val="1077937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Bar-Two-Up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Title"/>
          <p:cNvSpPr>
            <a:spLocks noGrp="1"/>
          </p:cNvSpPr>
          <p:nvPr>
            <p:ph type="title"/>
          </p:nvPr>
        </p:nvSpPr>
        <p:spPr>
          <a:xfrm>
            <a:off x="-20713" y="228600"/>
            <a:ext cx="9185426" cy="609600"/>
          </a:xfrm>
          <a:prstGeom prst="rect">
            <a:avLst/>
          </a:prstGeom>
        </p:spPr>
        <p:txBody>
          <a:bodyPr/>
          <a:lstStyle>
            <a:lvl1pPr>
              <a:defRPr sz="336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Header 1"/>
          <p:cNvSpPr>
            <a:spLocks noGrp="1"/>
          </p:cNvSpPr>
          <p:nvPr>
            <p:ph type="body" idx="1"/>
          </p:nvPr>
        </p:nvSpPr>
        <p:spPr>
          <a:xfrm>
            <a:off x="457201" y="960439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2"/>
          </p:nvPr>
        </p:nvSpPr>
        <p:spPr>
          <a:xfrm>
            <a:off x="457201" y="1600200"/>
            <a:ext cx="4040188" cy="4912202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  <a:lvl6pPr>
              <a:defRPr sz="1493"/>
            </a:lvl6pPr>
            <a:lvl7pPr>
              <a:defRPr sz="1493"/>
            </a:lvl7pPr>
            <a:lvl8pPr>
              <a:defRPr sz="1493"/>
            </a:lvl8pPr>
            <a:lvl9pPr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Header 2"/>
          <p:cNvSpPr>
            <a:spLocks noGrp="1"/>
          </p:cNvSpPr>
          <p:nvPr>
            <p:ph type="body" sz="quarter" idx="3"/>
          </p:nvPr>
        </p:nvSpPr>
        <p:spPr>
          <a:xfrm>
            <a:off x="4645028" y="960439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4"/>
          </p:nvPr>
        </p:nvSpPr>
        <p:spPr>
          <a:xfrm>
            <a:off x="4645028" y="1600200"/>
            <a:ext cx="4041775" cy="4912202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  <a:lvl6pPr>
              <a:defRPr sz="1493"/>
            </a:lvl6pPr>
            <a:lvl7pPr>
              <a:defRPr sz="1493"/>
            </a:lvl7pPr>
            <a:lvl8pPr>
              <a:defRPr sz="1493"/>
            </a:lvl8pPr>
            <a:lvl9pPr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Jump Link"/>
          <p:cNvSpPr>
            <a:spLocks noGrp="1"/>
          </p:cNvSpPr>
          <p:nvPr>
            <p:ph type="body" sz="quarter" idx="12" hasCustomPrompt="1"/>
          </p:nvPr>
        </p:nvSpPr>
        <p:spPr>
          <a:xfrm>
            <a:off x="3817620" y="6529450"/>
            <a:ext cx="1508760" cy="999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747"/>
            </a:lvl1pPr>
          </a:lstStyle>
          <a:p>
            <a:pPr lvl="0"/>
            <a:r>
              <a:rPr lang="en-US" dirty="0"/>
              <a:t>Jump to long image description(s)</a:t>
            </a:r>
          </a:p>
        </p:txBody>
      </p:sp>
      <p:sp>
        <p:nvSpPr>
          <p:cNvPr id="12" name="Photo Credit"/>
          <p:cNvSpPr>
            <a:spLocks noGrp="1"/>
          </p:cNvSpPr>
          <p:nvPr>
            <p:ph type="body" sz="quarter" idx="11" hasCustomPrompt="1"/>
          </p:nvPr>
        </p:nvSpPr>
        <p:spPr>
          <a:xfrm>
            <a:off x="6477000" y="6705600"/>
            <a:ext cx="2667000" cy="152400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7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Photo Credit Here</a:t>
            </a:r>
          </a:p>
        </p:txBody>
      </p:sp>
    </p:spTree>
    <p:extLst>
      <p:ext uri="{BB962C8B-B14F-4D97-AF65-F5344CB8AC3E}">
        <p14:creationId xmlns:p14="http://schemas.microsoft.com/office/powerpoint/2010/main" val="516583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Bar-4-up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Title"/>
          <p:cNvSpPr>
            <a:spLocks noGrp="1"/>
          </p:cNvSpPr>
          <p:nvPr>
            <p:ph type="title"/>
          </p:nvPr>
        </p:nvSpPr>
        <p:spPr>
          <a:xfrm>
            <a:off x="-20713" y="228600"/>
            <a:ext cx="9185426" cy="609600"/>
          </a:xfrm>
          <a:prstGeom prst="rect">
            <a:avLst/>
          </a:prstGeom>
        </p:spPr>
        <p:txBody>
          <a:bodyPr/>
          <a:lstStyle>
            <a:lvl1pPr>
              <a:defRPr sz="336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Header 1"/>
          <p:cNvSpPr>
            <a:spLocks noGrp="1"/>
          </p:cNvSpPr>
          <p:nvPr>
            <p:ph type="body" idx="1"/>
          </p:nvPr>
        </p:nvSpPr>
        <p:spPr>
          <a:xfrm>
            <a:off x="457201" y="960439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67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2"/>
          </p:nvPr>
        </p:nvSpPr>
        <p:spPr>
          <a:xfrm>
            <a:off x="457201" y="1600200"/>
            <a:ext cx="4040188" cy="175260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1867"/>
            </a:lvl1pPr>
            <a:lvl2pPr>
              <a:spcAft>
                <a:spcPts val="747"/>
              </a:spcAft>
              <a:defRPr sz="1680"/>
            </a:lvl2pPr>
            <a:lvl3pPr>
              <a:spcAft>
                <a:spcPts val="747"/>
              </a:spcAft>
              <a:defRPr sz="1493"/>
            </a:lvl3pPr>
            <a:lvl4pPr>
              <a:spcAft>
                <a:spcPts val="747"/>
              </a:spcAft>
              <a:defRPr sz="1307"/>
            </a:lvl4pPr>
            <a:lvl5pPr>
              <a:spcAft>
                <a:spcPts val="747"/>
              </a:spcAft>
              <a:defRPr sz="1307"/>
            </a:lvl5pPr>
            <a:lvl6pPr>
              <a:defRPr sz="1493"/>
            </a:lvl6pPr>
            <a:lvl7pPr>
              <a:defRPr sz="1493"/>
            </a:lvl7pPr>
            <a:lvl8pPr>
              <a:defRPr sz="1493"/>
            </a:lvl8pPr>
            <a:lvl9pPr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Header 2"/>
          <p:cNvSpPr>
            <a:spLocks noGrp="1"/>
          </p:cNvSpPr>
          <p:nvPr>
            <p:ph type="body" sz="quarter" idx="3"/>
          </p:nvPr>
        </p:nvSpPr>
        <p:spPr>
          <a:xfrm>
            <a:off x="4645028" y="960439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67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4"/>
          </p:nvPr>
        </p:nvSpPr>
        <p:spPr>
          <a:xfrm>
            <a:off x="4645028" y="1600200"/>
            <a:ext cx="4041775" cy="175260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1867"/>
            </a:lvl1pPr>
            <a:lvl2pPr>
              <a:spcAft>
                <a:spcPts val="747"/>
              </a:spcAft>
              <a:defRPr sz="1680"/>
            </a:lvl2pPr>
            <a:lvl3pPr>
              <a:spcAft>
                <a:spcPts val="747"/>
              </a:spcAft>
              <a:defRPr sz="1493"/>
            </a:lvl3pPr>
            <a:lvl4pPr>
              <a:spcAft>
                <a:spcPts val="747"/>
              </a:spcAft>
              <a:defRPr sz="1307"/>
            </a:lvl4pPr>
            <a:lvl5pPr>
              <a:spcAft>
                <a:spcPts val="747"/>
              </a:spcAft>
              <a:defRPr sz="1307"/>
            </a:lvl5pPr>
            <a:lvl6pPr>
              <a:defRPr sz="1493"/>
            </a:lvl6pPr>
            <a:lvl7pPr>
              <a:defRPr sz="1493"/>
            </a:lvl7pPr>
            <a:lvl8pPr>
              <a:defRPr sz="1493"/>
            </a:lvl8pPr>
            <a:lvl9pPr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Header 3"/>
          <p:cNvSpPr>
            <a:spLocks noGrp="1"/>
          </p:cNvSpPr>
          <p:nvPr>
            <p:ph type="body" sz="quarter" idx="12"/>
          </p:nvPr>
        </p:nvSpPr>
        <p:spPr>
          <a:xfrm>
            <a:off x="457200" y="3581400"/>
            <a:ext cx="4038600" cy="609600"/>
          </a:xfrm>
          <a:prstGeom prst="rect">
            <a:avLst/>
          </a:prstGeom>
        </p:spPr>
        <p:txBody>
          <a:bodyPr anchor="b"/>
          <a:lstStyle>
            <a:lvl1pPr>
              <a:defRPr lang="en-US" sz="1867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26705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14"/>
          </p:nvPr>
        </p:nvSpPr>
        <p:spPr>
          <a:xfrm>
            <a:off x="457200" y="4191000"/>
            <a:ext cx="4040188" cy="175260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1867"/>
            </a:lvl1pPr>
            <a:lvl2pPr>
              <a:spcAft>
                <a:spcPts val="747"/>
              </a:spcAft>
              <a:defRPr sz="1680"/>
            </a:lvl2pPr>
            <a:lvl3pPr>
              <a:spcAft>
                <a:spcPts val="747"/>
              </a:spcAft>
              <a:defRPr sz="1493"/>
            </a:lvl3pPr>
            <a:lvl4pPr>
              <a:spcAft>
                <a:spcPts val="747"/>
              </a:spcAft>
              <a:defRPr sz="1307"/>
            </a:lvl4pPr>
            <a:lvl5pPr>
              <a:spcAft>
                <a:spcPts val="747"/>
              </a:spcAft>
              <a:defRPr sz="1307"/>
            </a:lvl5pPr>
            <a:lvl6pPr>
              <a:defRPr sz="1493"/>
            </a:lvl6pPr>
            <a:lvl7pPr>
              <a:defRPr sz="1493"/>
            </a:lvl7pPr>
            <a:lvl8pPr>
              <a:defRPr sz="1493"/>
            </a:lvl8pPr>
            <a:lvl9pPr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Header 4"/>
          <p:cNvSpPr>
            <a:spLocks noGrp="1"/>
          </p:cNvSpPr>
          <p:nvPr>
            <p:ph type="body" sz="quarter" idx="13"/>
          </p:nvPr>
        </p:nvSpPr>
        <p:spPr>
          <a:xfrm>
            <a:off x="4648200" y="3581400"/>
            <a:ext cx="4038600" cy="609600"/>
          </a:xfrm>
          <a:prstGeom prst="rect">
            <a:avLst/>
          </a:prstGeom>
        </p:spPr>
        <p:txBody>
          <a:bodyPr anchor="b"/>
          <a:lstStyle>
            <a:lvl1pPr>
              <a:defRPr lang="en-US" sz="1867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26705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5" name="Content Placeholder 4"/>
          <p:cNvSpPr>
            <a:spLocks noGrp="1"/>
          </p:cNvSpPr>
          <p:nvPr>
            <p:ph sz="quarter" idx="15"/>
          </p:nvPr>
        </p:nvSpPr>
        <p:spPr>
          <a:xfrm>
            <a:off x="4645027" y="4191000"/>
            <a:ext cx="4041775" cy="175260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1867"/>
            </a:lvl1pPr>
            <a:lvl2pPr>
              <a:spcAft>
                <a:spcPts val="747"/>
              </a:spcAft>
              <a:defRPr sz="1680"/>
            </a:lvl2pPr>
            <a:lvl3pPr>
              <a:spcAft>
                <a:spcPts val="747"/>
              </a:spcAft>
              <a:defRPr sz="1493"/>
            </a:lvl3pPr>
            <a:lvl4pPr>
              <a:spcAft>
                <a:spcPts val="747"/>
              </a:spcAft>
              <a:defRPr sz="1307"/>
            </a:lvl4pPr>
            <a:lvl5pPr>
              <a:spcAft>
                <a:spcPts val="747"/>
              </a:spcAft>
              <a:defRPr sz="1307"/>
            </a:lvl5pPr>
            <a:lvl6pPr>
              <a:defRPr sz="1493"/>
            </a:lvl6pPr>
            <a:lvl7pPr>
              <a:defRPr sz="1493"/>
            </a:lvl7pPr>
            <a:lvl8pPr>
              <a:defRPr sz="1493"/>
            </a:lvl8pPr>
            <a:lvl9pPr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Jump Link"/>
          <p:cNvSpPr>
            <a:spLocks noGrp="1"/>
          </p:cNvSpPr>
          <p:nvPr>
            <p:ph type="body" sz="quarter" idx="16" hasCustomPrompt="1"/>
          </p:nvPr>
        </p:nvSpPr>
        <p:spPr>
          <a:xfrm>
            <a:off x="3817620" y="5996050"/>
            <a:ext cx="1508760" cy="999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747"/>
            </a:lvl1pPr>
          </a:lstStyle>
          <a:p>
            <a:pPr lvl="0"/>
            <a:r>
              <a:rPr lang="en-US" dirty="0"/>
              <a:t>Jump to long image description(s)</a:t>
            </a:r>
          </a:p>
        </p:txBody>
      </p:sp>
      <p:sp>
        <p:nvSpPr>
          <p:cNvPr id="16" name="Photo Credit"/>
          <p:cNvSpPr>
            <a:spLocks noGrp="1"/>
          </p:cNvSpPr>
          <p:nvPr>
            <p:ph type="body" sz="quarter" idx="11" hasCustomPrompt="1"/>
          </p:nvPr>
        </p:nvSpPr>
        <p:spPr>
          <a:xfrm>
            <a:off x="6477000" y="6705600"/>
            <a:ext cx="2667000" cy="152400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7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Photo Credit Here</a:t>
            </a:r>
          </a:p>
        </p:txBody>
      </p:sp>
    </p:spTree>
    <p:extLst>
      <p:ext uri="{BB962C8B-B14F-4D97-AF65-F5344CB8AC3E}">
        <p14:creationId xmlns:p14="http://schemas.microsoft.com/office/powerpoint/2010/main" val="1251823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Bar-Content with Left Side-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457203" y="304800"/>
            <a:ext cx="3008313" cy="838200"/>
          </a:xfrm>
          <a:prstGeom prst="rect">
            <a:avLst/>
          </a:prstGeom>
        </p:spPr>
        <p:txBody>
          <a:bodyPr anchor="b"/>
          <a:lstStyle>
            <a:lvl1pPr algn="l">
              <a:defRPr sz="168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"/>
          <p:cNvSpPr>
            <a:spLocks noGrp="1"/>
          </p:cNvSpPr>
          <p:nvPr>
            <p:ph type="body" sz="half" idx="2"/>
          </p:nvPr>
        </p:nvSpPr>
        <p:spPr>
          <a:xfrm>
            <a:off x="457203" y="1143000"/>
            <a:ext cx="3008313" cy="533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7"/>
            </a:lvl1pPr>
            <a:lvl2pPr marL="426705" indent="0">
              <a:buNone/>
              <a:defRPr sz="1120"/>
            </a:lvl2pPr>
            <a:lvl3pPr marL="853410" indent="0">
              <a:buNone/>
              <a:defRPr sz="933"/>
            </a:lvl3pPr>
            <a:lvl4pPr marL="1280114" indent="0">
              <a:buNone/>
              <a:defRPr sz="840"/>
            </a:lvl4pPr>
            <a:lvl5pPr marL="1706819" indent="0">
              <a:buNone/>
              <a:defRPr sz="840"/>
            </a:lvl5pPr>
            <a:lvl6pPr marL="2133524" indent="0">
              <a:buNone/>
              <a:defRPr sz="840"/>
            </a:lvl6pPr>
            <a:lvl7pPr marL="2560229" indent="0">
              <a:buNone/>
              <a:defRPr sz="840"/>
            </a:lvl7pPr>
            <a:lvl8pPr marL="2986933" indent="0">
              <a:buNone/>
              <a:defRPr sz="840"/>
            </a:lvl8pPr>
            <a:lvl9pPr marL="3413638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/>
          </p:nvPr>
        </p:nvSpPr>
        <p:spPr>
          <a:xfrm>
            <a:off x="3575052" y="304802"/>
            <a:ext cx="5111751" cy="6179819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Jump Link"/>
          <p:cNvSpPr>
            <a:spLocks noGrp="1"/>
          </p:cNvSpPr>
          <p:nvPr>
            <p:ph type="body" sz="quarter" idx="12" hasCustomPrompt="1"/>
          </p:nvPr>
        </p:nvSpPr>
        <p:spPr>
          <a:xfrm>
            <a:off x="5445125" y="6488875"/>
            <a:ext cx="1371600" cy="999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747"/>
            </a:lvl1pPr>
          </a:lstStyle>
          <a:p>
            <a:pPr lvl="0"/>
            <a:r>
              <a:rPr lang="en-US" dirty="0"/>
              <a:t>Jump to long image description</a:t>
            </a:r>
          </a:p>
        </p:txBody>
      </p:sp>
      <p:sp>
        <p:nvSpPr>
          <p:cNvPr id="8" name="Photo Credit"/>
          <p:cNvSpPr>
            <a:spLocks noGrp="1"/>
          </p:cNvSpPr>
          <p:nvPr>
            <p:ph type="body" sz="quarter" idx="11" hasCustomPrompt="1"/>
          </p:nvPr>
        </p:nvSpPr>
        <p:spPr>
          <a:xfrm>
            <a:off x="6477000" y="6705600"/>
            <a:ext cx="2667000" cy="152400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7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Photo Credit Here</a:t>
            </a:r>
          </a:p>
        </p:txBody>
      </p:sp>
    </p:spTree>
    <p:extLst>
      <p:ext uri="{BB962C8B-B14F-4D97-AF65-F5344CB8AC3E}">
        <p14:creationId xmlns:p14="http://schemas.microsoft.com/office/powerpoint/2010/main" val="2237328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Bar-Content with Right Side-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5678489" y="304800"/>
            <a:ext cx="3008313" cy="838200"/>
          </a:xfrm>
          <a:prstGeom prst="rect">
            <a:avLst/>
          </a:prstGeom>
        </p:spPr>
        <p:txBody>
          <a:bodyPr anchor="b"/>
          <a:lstStyle>
            <a:lvl1pPr algn="l">
              <a:defRPr sz="168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"/>
          <p:cNvSpPr>
            <a:spLocks noGrp="1"/>
          </p:cNvSpPr>
          <p:nvPr>
            <p:ph type="body" sz="half" idx="2"/>
          </p:nvPr>
        </p:nvSpPr>
        <p:spPr>
          <a:xfrm>
            <a:off x="5678489" y="1143000"/>
            <a:ext cx="3008313" cy="533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7"/>
            </a:lvl1pPr>
            <a:lvl2pPr marL="426705" indent="0">
              <a:buNone/>
              <a:defRPr sz="1120"/>
            </a:lvl2pPr>
            <a:lvl3pPr marL="853410" indent="0">
              <a:buNone/>
              <a:defRPr sz="933"/>
            </a:lvl3pPr>
            <a:lvl4pPr marL="1280114" indent="0">
              <a:buNone/>
              <a:defRPr sz="840"/>
            </a:lvl4pPr>
            <a:lvl5pPr marL="1706819" indent="0">
              <a:buNone/>
              <a:defRPr sz="840"/>
            </a:lvl5pPr>
            <a:lvl6pPr marL="2133524" indent="0">
              <a:buNone/>
              <a:defRPr sz="840"/>
            </a:lvl6pPr>
            <a:lvl7pPr marL="2560229" indent="0">
              <a:buNone/>
              <a:defRPr sz="840"/>
            </a:lvl7pPr>
            <a:lvl8pPr marL="2986933" indent="0">
              <a:buNone/>
              <a:defRPr sz="840"/>
            </a:lvl8pPr>
            <a:lvl9pPr marL="3413638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/>
          </p:nvPr>
        </p:nvSpPr>
        <p:spPr>
          <a:xfrm>
            <a:off x="457202" y="304802"/>
            <a:ext cx="5111751" cy="6179819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Jump Link"/>
          <p:cNvSpPr>
            <a:spLocks noGrp="1"/>
          </p:cNvSpPr>
          <p:nvPr>
            <p:ph type="body" sz="quarter" idx="12" hasCustomPrompt="1"/>
          </p:nvPr>
        </p:nvSpPr>
        <p:spPr>
          <a:xfrm>
            <a:off x="2327275" y="6488875"/>
            <a:ext cx="1371600" cy="999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747"/>
            </a:lvl1pPr>
          </a:lstStyle>
          <a:p>
            <a:pPr lvl="0"/>
            <a:r>
              <a:rPr lang="en-US" dirty="0"/>
              <a:t>Jump to long image description</a:t>
            </a:r>
          </a:p>
        </p:txBody>
      </p:sp>
      <p:sp>
        <p:nvSpPr>
          <p:cNvPr id="9" name="Photo Credit"/>
          <p:cNvSpPr>
            <a:spLocks noGrp="1"/>
          </p:cNvSpPr>
          <p:nvPr>
            <p:ph type="body" sz="quarter" idx="11" hasCustomPrompt="1"/>
          </p:nvPr>
        </p:nvSpPr>
        <p:spPr>
          <a:xfrm>
            <a:off x="6477000" y="6705600"/>
            <a:ext cx="2667000" cy="152400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7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Photo Credit Here</a:t>
            </a:r>
          </a:p>
        </p:txBody>
      </p:sp>
    </p:spTree>
    <p:extLst>
      <p:ext uri="{BB962C8B-B14F-4D97-AF65-F5344CB8AC3E}">
        <p14:creationId xmlns:p14="http://schemas.microsoft.com/office/powerpoint/2010/main" val="6592299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Bar-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1828800" y="5253038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24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"/>
          <p:cNvSpPr>
            <a:spLocks noGrp="1"/>
          </p:cNvSpPr>
          <p:nvPr>
            <p:ph type="body" sz="half" idx="2"/>
          </p:nvPr>
        </p:nvSpPr>
        <p:spPr>
          <a:xfrm>
            <a:off x="1828800" y="5895975"/>
            <a:ext cx="5486400" cy="60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7"/>
            </a:lvl1pPr>
            <a:lvl2pPr marL="426705" indent="0">
              <a:buNone/>
              <a:defRPr sz="1120"/>
            </a:lvl2pPr>
            <a:lvl3pPr marL="853410" indent="0">
              <a:buNone/>
              <a:defRPr sz="933"/>
            </a:lvl3pPr>
            <a:lvl4pPr marL="1280114" indent="0">
              <a:buNone/>
              <a:defRPr sz="840"/>
            </a:lvl4pPr>
            <a:lvl5pPr marL="1706819" indent="0">
              <a:buNone/>
              <a:defRPr sz="840"/>
            </a:lvl5pPr>
            <a:lvl6pPr marL="2133524" indent="0">
              <a:buNone/>
              <a:defRPr sz="840"/>
            </a:lvl6pPr>
            <a:lvl7pPr marL="2560229" indent="0">
              <a:buNone/>
              <a:defRPr sz="840"/>
            </a:lvl7pPr>
            <a:lvl8pPr marL="2986933" indent="0">
              <a:buNone/>
              <a:defRPr sz="840"/>
            </a:lvl8pPr>
            <a:lvl9pPr marL="3413638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1"/>
          <p:cNvSpPr>
            <a:spLocks noGrp="1"/>
          </p:cNvSpPr>
          <p:nvPr>
            <p:ph type="pic" idx="1"/>
          </p:nvPr>
        </p:nvSpPr>
        <p:spPr>
          <a:xfrm>
            <a:off x="1028700" y="128651"/>
            <a:ext cx="7086600" cy="49446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87"/>
            </a:lvl1pPr>
            <a:lvl2pPr marL="426705" indent="0">
              <a:buNone/>
              <a:defRPr sz="2613"/>
            </a:lvl2pPr>
            <a:lvl3pPr marL="853410" indent="0">
              <a:buNone/>
              <a:defRPr sz="2240"/>
            </a:lvl3pPr>
            <a:lvl4pPr marL="1280114" indent="0">
              <a:buNone/>
              <a:defRPr sz="1867"/>
            </a:lvl4pPr>
            <a:lvl5pPr marL="1706819" indent="0">
              <a:buNone/>
              <a:defRPr sz="1867"/>
            </a:lvl5pPr>
            <a:lvl6pPr marL="2133524" indent="0">
              <a:buNone/>
              <a:defRPr sz="1867"/>
            </a:lvl6pPr>
            <a:lvl7pPr marL="2560229" indent="0">
              <a:buNone/>
              <a:defRPr sz="1867"/>
            </a:lvl7pPr>
            <a:lvl8pPr marL="2986933" indent="0">
              <a:buNone/>
              <a:defRPr sz="1867"/>
            </a:lvl8pPr>
            <a:lvl9pPr marL="3413638" indent="0">
              <a:buNone/>
              <a:defRPr sz="1867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7" name="Jump Link"/>
          <p:cNvSpPr>
            <a:spLocks noGrp="1"/>
          </p:cNvSpPr>
          <p:nvPr>
            <p:ph type="body" sz="quarter" idx="16" hasCustomPrompt="1"/>
          </p:nvPr>
        </p:nvSpPr>
        <p:spPr>
          <a:xfrm>
            <a:off x="3886200" y="5081650"/>
            <a:ext cx="1371600" cy="999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747"/>
            </a:lvl1pPr>
          </a:lstStyle>
          <a:p>
            <a:pPr lvl="0"/>
            <a:r>
              <a:rPr lang="en-US" dirty="0"/>
              <a:t>Jump to long image description</a:t>
            </a:r>
          </a:p>
        </p:txBody>
      </p:sp>
      <p:sp>
        <p:nvSpPr>
          <p:cNvPr id="9" name="Photo Credit"/>
          <p:cNvSpPr>
            <a:spLocks noGrp="1"/>
          </p:cNvSpPr>
          <p:nvPr>
            <p:ph type="body" sz="quarter" idx="11" hasCustomPrompt="1"/>
          </p:nvPr>
        </p:nvSpPr>
        <p:spPr>
          <a:xfrm>
            <a:off x="6477000" y="6705600"/>
            <a:ext cx="2667000" cy="152400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7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Photo Credit Here</a:t>
            </a:r>
          </a:p>
        </p:txBody>
      </p:sp>
    </p:spTree>
    <p:extLst>
      <p:ext uri="{BB962C8B-B14F-4D97-AF65-F5344CB8AC3E}">
        <p14:creationId xmlns:p14="http://schemas.microsoft.com/office/powerpoint/2010/main" val="1725646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Bar-Title an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-2251" y="228600"/>
            <a:ext cx="9172252" cy="609600"/>
          </a:xfrm>
          <a:prstGeom prst="rect">
            <a:avLst/>
          </a:prstGeom>
        </p:spPr>
        <p:txBody>
          <a:bodyPr/>
          <a:lstStyle>
            <a:lvl1pPr>
              <a:defRPr sz="336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1"/>
          </p:nvPr>
        </p:nvSpPr>
        <p:spPr>
          <a:xfrm>
            <a:off x="0" y="1066799"/>
            <a:ext cx="9144000" cy="531595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5" name="Video Credit"/>
          <p:cNvSpPr>
            <a:spLocks noGrp="1"/>
          </p:cNvSpPr>
          <p:nvPr>
            <p:ph type="body" sz="quarter" idx="12" hasCustomPrompt="1"/>
          </p:nvPr>
        </p:nvSpPr>
        <p:spPr>
          <a:xfrm>
            <a:off x="6477000" y="6705600"/>
            <a:ext cx="2667000" cy="152400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7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Video Credit Here</a:t>
            </a:r>
          </a:p>
        </p:txBody>
      </p:sp>
    </p:spTree>
    <p:extLst>
      <p:ext uri="{BB962C8B-B14F-4D97-AF65-F5344CB8AC3E}">
        <p14:creationId xmlns:p14="http://schemas.microsoft.com/office/powerpoint/2010/main" val="301529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28">
          <p15:clr>
            <a:srgbClr val="FBAE40"/>
          </p15:clr>
        </p15:guide>
        <p15:guide id="3" pos="51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8153400" cy="1143000"/>
          </a:xfrm>
          <a:prstGeom prst="roundRect">
            <a:avLst>
              <a:gd name="adj" fmla="val 16667"/>
            </a:avLst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8800"/>
            <a:ext cx="8153400" cy="4953000"/>
          </a:xfrm>
          <a:prstGeom prst="rect">
            <a:avLst/>
          </a:prstGeom>
        </p:spPr>
        <p:txBody>
          <a:bodyPr/>
          <a:lstStyle>
            <a:lvl1pPr>
              <a:buClrTx/>
              <a:buFont typeface="Wingdings" pitchFamily="2" charset="2"/>
              <a:buChar char="§"/>
              <a:defRPr/>
            </a:lvl1pPr>
            <a:lvl2pPr>
              <a:buClrTx/>
              <a:buFont typeface="Arial" pitchFamily="34" charset="0"/>
              <a:buChar char="•"/>
              <a:defRPr/>
            </a:lvl2pPr>
            <a:lvl3pPr>
              <a:buClrTx/>
              <a:buFont typeface="Wingdings" pitchFamily="2" charset="2"/>
              <a:buChar char="v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8201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pic Level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/>
          <p:cNvCxnSpPr/>
          <p:nvPr userDrawn="1"/>
        </p:nvCxnSpPr>
        <p:spPr>
          <a:xfrm>
            <a:off x="609600" y="6324600"/>
            <a:ext cx="85344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6781800" y="6362700"/>
            <a:ext cx="2362200" cy="342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7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6730" y="609600"/>
            <a:ext cx="8063871" cy="1371600"/>
          </a:xfrm>
        </p:spPr>
        <p:txBody>
          <a:bodyPr>
            <a:normAutofit/>
          </a:bodyPr>
          <a:lstStyle>
            <a:lvl1pPr marL="0" indent="0" algn="l">
              <a:spcBef>
                <a:spcPts val="560"/>
              </a:spcBef>
              <a:spcAft>
                <a:spcPts val="560"/>
              </a:spcAft>
              <a:buNone/>
              <a:defRPr sz="4480" baseline="0">
                <a:solidFill>
                  <a:schemeClr val="accent1">
                    <a:lumMod val="75000"/>
                  </a:schemeClr>
                </a:solidFill>
                <a:latin typeface="Rockwell" pitchFamily="18" charset="0"/>
                <a:cs typeface="Times New Roman" pitchFamily="18" charset="0"/>
              </a:defRPr>
            </a:lvl1pPr>
            <a:lvl2pPr marL="42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53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80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06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335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602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86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136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Level 3 Topic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152400"/>
            <a:ext cx="2362200" cy="342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7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2057400"/>
            <a:ext cx="85344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33400" y="2133600"/>
            <a:ext cx="8153400" cy="4038600"/>
          </a:xfrm>
        </p:spPr>
        <p:txBody>
          <a:bodyPr/>
          <a:lstStyle>
            <a:lvl1pPr>
              <a:defRPr baseline="0">
                <a:solidFill>
                  <a:schemeClr val="accent6">
                    <a:lumMod val="50000"/>
                  </a:schemeClr>
                </a:solidFill>
                <a:latin typeface="Rockwell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26321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01E674D-A984-4943-8D4E-FD355A028C8E}" type="datetimeFigureOut">
              <a:rPr lang="en-US" smtClean="0"/>
              <a:pPr>
                <a:defRPr/>
              </a:pPr>
              <a:t>8/28/2022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7F2F25-494F-4EA1-B529-31FA38D173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367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1B32A-07C5-41D1-8211-C1003572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7F3B29-70FC-48D7-90F2-F50900918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3408C-11B7-4EA7-8CE7-D678DA30B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45504-F054-4CB6-9941-B7645AC0C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4407D-CCBD-4529-9C3B-B1A15B77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2CE207-2410-4414-9250-C15361C6996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248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E593-292E-4E51-812A-D3C0E5995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CB031-E7AD-4DA5-BDF8-96FA5ED56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0E812-7C5E-4402-B3C9-55D02D72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36692-571E-453A-809A-58E558759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4A36B-E81D-4848-8236-586D39D55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7A8058-C106-4FCC-BE8E-4C981CEB01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487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E16F9-5DA4-4E00-8270-3A0246BC8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0AF29-A8B0-4A87-9F97-C86AD3B5D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EF043-4B9A-4B47-96E7-3B2FA9E2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DF193-55F0-4696-8C3C-D5E431648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0442E-1F53-4D08-BB7B-D971C831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4E0DBB-63ED-47DF-90B6-6037FB34F8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008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077A3-EFD0-4E13-B34B-97B6D3762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04D81-65AC-44C5-ABBC-08DF5B4F66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1AD74F-8878-4E83-B114-F6E106F99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61D1D-F06D-4B1F-8625-574CBEF99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FF13B-F3E2-4233-AAE8-DFA96965B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3A790-6BC3-41B2-BDE6-B452E7554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5A0654-FB8A-44E0-8AFD-7F3C5084478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442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BCFBE-A3F0-43FC-BA90-8B49690F9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4C576-2BEF-429F-9784-6E1A5AB4C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36854D-11AF-4ED0-A0EA-0DB1E14C5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34FD82-7400-49F2-98F4-49AEF6189F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08654-CD95-4122-BD08-D936AE32F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46E939-F86D-485B-94A0-D1531BF65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C44673-F3F7-4767-AAD4-AD39DA143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E1819-9800-4F67-B5A0-B132BDF3B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138EA2-3DB5-4265-BD97-697DFB819B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8277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C4059-36B4-4228-A785-E6A35BBEE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95A5B9-BB84-491F-B04C-19484260C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78131-26BE-4959-8317-41FE73F1B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25AA7-31C4-4442-941E-B22E5861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5FF3E5-94A7-4463-BDBB-C8CE096605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109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789038-1239-45B4-A748-947D1E00F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1BD9F2-E652-4FED-A6C0-32B1C2FE1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8E656-4655-4CEC-A11B-9389A51AF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69711A-2051-4C6E-BC51-8CB804490E1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448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967E1-0E30-45EF-B240-AD4B4CEAA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2AA2A-56DC-4A94-9EE2-06EFD085E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46167-ED35-4CB4-AF83-0EC616968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0A4D8-E70A-4DDA-8D5A-EC1C1AF47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1309C-41C5-42F6-A1B9-B47B48F49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CE27F-F1DA-41FD-8689-7CE555057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E0F44F-117A-4B01-B2D5-B8032287A3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94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CCC7E-4A23-4F97-9B58-4F6B4414B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B85608-2101-40DB-B6B5-8368E8E9E4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DAD93-B3F9-48AC-BBD6-6A6DBBE32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C060C-308D-4B66-90EB-B9760FEFB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955FF-3D16-41DB-B68B-22E3E45F3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84CE5-DB06-4F2B-924B-C388C055A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E1CCB6-B856-4CBA-8C9B-8A7B11A00DB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761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89F6-ADB9-4477-8D24-E875DE12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661A-40F9-4EDD-B86B-DC86813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F68C9-42D3-4103-A14F-EFC9969E5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AAE80-4CBD-46F2-9681-3937C7A1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C62F5-FDDB-4958-8BCC-78B12937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326A4B-75AB-46D4-AFB2-EAA9AA38216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962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DFC95F-3CFE-41AD-A940-8FAAED4E6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7984E-8803-4146-AA9D-98C35AC55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6ADD1-EB92-4866-84B6-E74EE1054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3DBBA-F67B-4BA7-A341-020EB4C5C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65858-7193-4D37-883F-2C3FBCB6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CB300C-2A14-4AE0-A1AA-76D76F69442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13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5126" y="6611007"/>
            <a:ext cx="8014247" cy="21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0070C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7939"/>
            <a:ext cx="9144000" cy="220662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381000"/>
            <a:ext cx="9144000" cy="58738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28" r:id="rId2"/>
    <p:sldLayoutId id="2147483929" r:id="rId3"/>
    <p:sldLayoutId id="2147483930" r:id="rId4"/>
    <p:sldLayoutId id="2147483931" r:id="rId5"/>
    <p:sldLayoutId id="2147483932" r:id="rId6"/>
    <p:sldLayoutId id="2147483933" r:id="rId7"/>
    <p:sldLayoutId id="2147483934" r:id="rId8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d Bar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solidFill>
            <a:srgbClr val="C30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7" dirty="0">
              <a:solidFill>
                <a:schemeClr val="bg2"/>
              </a:solidFill>
            </a:endParaRPr>
          </a:p>
        </p:txBody>
      </p:sp>
      <p:sp>
        <p:nvSpPr>
          <p:cNvPr id="10" name="Copyright" descr="©McGraw-Hill Education&#10;"/>
          <p:cNvSpPr txBox="1">
            <a:spLocks/>
          </p:cNvSpPr>
          <p:nvPr/>
        </p:nvSpPr>
        <p:spPr>
          <a:xfrm>
            <a:off x="0" y="6705600"/>
            <a:ext cx="1371600" cy="152400"/>
          </a:xfrm>
          <a:prstGeom prst="rect">
            <a:avLst/>
          </a:prstGeom>
        </p:spPr>
        <p:txBody>
          <a:bodyPr vert="horz" lIns="85344" tIns="42672" rIns="85344" bIns="42672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87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©McGraw-Hill Education.</a:t>
            </a:r>
          </a:p>
        </p:txBody>
      </p:sp>
    </p:spTree>
    <p:extLst>
      <p:ext uri="{BB962C8B-B14F-4D97-AF65-F5344CB8AC3E}">
        <p14:creationId xmlns:p14="http://schemas.microsoft.com/office/powerpoint/2010/main" val="390243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947" r:id="rId12"/>
  </p:sldLayoutIdLst>
  <p:txStyles>
    <p:titleStyle>
      <a:lvl1pPr algn="ctr" defTabSz="426705" rtl="0" eaLnBrk="1" latinLnBrk="0" hangingPunct="1">
        <a:spcBef>
          <a:spcPct val="0"/>
        </a:spcBef>
        <a:buNone/>
        <a:defRPr sz="41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29" indent="-320029" algn="l" defTabSz="426705" rtl="0" eaLnBrk="1" latinLnBrk="0" hangingPunct="1">
        <a:spcBef>
          <a:spcPct val="20000"/>
        </a:spcBef>
        <a:buFont typeface="Arial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693395" indent="-266690" algn="l" defTabSz="426705" rtl="0" eaLnBrk="1" latinLnBrk="0" hangingPunct="1">
        <a:spcBef>
          <a:spcPct val="20000"/>
        </a:spcBef>
        <a:buFont typeface="Arial"/>
        <a:buChar char="–"/>
        <a:defRPr sz="2613" kern="1200">
          <a:solidFill>
            <a:schemeClr val="tx1"/>
          </a:solidFill>
          <a:latin typeface="+mn-lt"/>
          <a:ea typeface="+mn-ea"/>
          <a:cs typeface="+mn-cs"/>
        </a:defRPr>
      </a:lvl2pPr>
      <a:lvl3pPr marL="1066762" indent="-213352" algn="l" defTabSz="426705" rtl="0" eaLnBrk="1" latinLnBrk="0" hangingPunct="1">
        <a:spcBef>
          <a:spcPct val="20000"/>
        </a:spcBef>
        <a:buFont typeface="Arial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3pPr>
      <a:lvl4pPr marL="1493467" indent="-213352" algn="l" defTabSz="426705" rtl="0" eaLnBrk="1" latinLnBrk="0" hangingPunct="1">
        <a:spcBef>
          <a:spcPct val="20000"/>
        </a:spcBef>
        <a:buFont typeface="Arial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920171" indent="-213352" algn="l" defTabSz="426705" rtl="0" eaLnBrk="1" latinLnBrk="0" hangingPunct="1">
        <a:spcBef>
          <a:spcPct val="20000"/>
        </a:spcBef>
        <a:buFont typeface="Arial"/>
        <a:buChar char="»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346876" indent="-213352" algn="l" defTabSz="426705" rtl="0" eaLnBrk="1" latinLnBrk="0" hangingPunct="1">
        <a:spcBef>
          <a:spcPct val="200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73581" indent="-213352" algn="l" defTabSz="426705" rtl="0" eaLnBrk="1" latinLnBrk="0" hangingPunct="1">
        <a:spcBef>
          <a:spcPct val="200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6" indent="-213352" algn="l" defTabSz="426705" rtl="0" eaLnBrk="1" latinLnBrk="0" hangingPunct="1">
        <a:spcBef>
          <a:spcPct val="200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26990" indent="-213352" algn="l" defTabSz="426705" rtl="0" eaLnBrk="1" latinLnBrk="0" hangingPunct="1">
        <a:spcBef>
          <a:spcPct val="200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6705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26705" algn="l" defTabSz="426705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53410" algn="l" defTabSz="426705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14" algn="l" defTabSz="426705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706819" algn="l" defTabSz="426705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133524" algn="l" defTabSz="426705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560229" algn="l" defTabSz="426705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2986933" algn="l" defTabSz="426705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413638" algn="l" defTabSz="426705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48E499-85EC-4D71-816E-C9919150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0F25B-E709-4BEB-B526-45035F757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E2C76-1F02-4A4F-9957-0204BDE0B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1532-A680-4BE2-8A13-A22C80940158}" type="datetimeFigureOut">
              <a:rPr lang="en-US" smtClean="0"/>
              <a:t>8/28/2022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89E87-8986-4119-A92A-C46C9158FB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90D81-31C8-40A8-8D73-4A2088B4F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16095-F75C-4E89-B484-7FD50AC0B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1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Chapter 3 </a:t>
            </a:r>
            <a:r>
              <a:rPr lang="en-US" altLang="en-US"/>
              <a:t>(beginning-page 82) </a:t>
            </a:r>
            <a:endParaRPr lang="en-US" altLang="en-US" dirty="0"/>
          </a:p>
          <a:p>
            <a:r>
              <a:rPr lang="en-US" altLang="en-US" dirty="0"/>
              <a:t>The Relational Database Model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7162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737A8058-C106-4FCC-BE8E-4C981CEB0161}" type="slidenum">
              <a:rPr lang="en-US" smtClean="0"/>
              <a:pPr>
                <a:defRPr/>
              </a:pPr>
              <a:t>2</a:t>
            </a:fld>
            <a:endParaRPr lang="en-US">
              <a:latin typeface="Garamond" pitchFamily="18" charset="0"/>
            </a:endParaRPr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Design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6600" y="1295400"/>
            <a:ext cx="8026400" cy="4801314"/>
          </a:xfrm>
        </p:spPr>
        <p:txBody>
          <a:bodyPr/>
          <a:lstStyle/>
          <a:p>
            <a:r>
              <a:rPr lang="en-US" dirty="0"/>
              <a:t>To build a database to support business applications:</a:t>
            </a:r>
          </a:p>
          <a:p>
            <a:pPr lvl="1"/>
            <a:r>
              <a:rPr lang="en-US" sz="1800" dirty="0"/>
              <a:t>Must first understand business (rules/processes)</a:t>
            </a:r>
          </a:p>
          <a:p>
            <a:pPr lvl="1"/>
            <a:r>
              <a:rPr lang="en-US" sz="1800" dirty="0"/>
              <a:t>Exactly what data to store</a:t>
            </a:r>
          </a:p>
          <a:p>
            <a:pPr lvl="1"/>
            <a:r>
              <a:rPr lang="en-US" sz="1800" dirty="0"/>
              <a:t>How various data elements are related, and</a:t>
            </a:r>
          </a:p>
          <a:p>
            <a:pPr lvl="1"/>
            <a:r>
              <a:rPr lang="en-US" sz="1800" dirty="0"/>
              <a:t>How long data needs to be stored and the amount of data expected to be stored</a:t>
            </a:r>
          </a:p>
          <a:p>
            <a:r>
              <a:rPr lang="en-US" dirty="0"/>
              <a:t>Process requires two basic steps:</a:t>
            </a:r>
          </a:p>
          <a:p>
            <a:pPr lvl="1"/>
            <a:r>
              <a:rPr lang="en-US" sz="1800" dirty="0"/>
              <a:t>Design a Conceptual Model</a:t>
            </a:r>
          </a:p>
          <a:p>
            <a:pPr lvl="1"/>
            <a:r>
              <a:rPr lang="en-US" sz="1800" dirty="0"/>
              <a:t>Design an Implementation Model</a:t>
            </a:r>
          </a:p>
          <a:p>
            <a:r>
              <a:rPr lang="en-US" altLang="en-US" dirty="0"/>
              <a:t>Relational database model enables  logical representation of the data and its relationships</a:t>
            </a:r>
          </a:p>
          <a:p>
            <a:pPr lvl="1"/>
            <a:r>
              <a:rPr lang="en-US" altLang="en-US" dirty="0"/>
              <a:t>Logical simplicity yields simple and effective database design methodologies </a:t>
            </a:r>
          </a:p>
          <a:p>
            <a:pPr lvl="1"/>
            <a:r>
              <a:rPr lang="en-US" altLang="en-US" dirty="0"/>
              <a:t>The logical view is facilitated by the creation of data relationships based on a logical construct called a relation </a:t>
            </a:r>
          </a:p>
          <a:p>
            <a:pPr lvl="1"/>
            <a:r>
              <a:rPr lang="en-US" sz="1800" dirty="0"/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6EA2FB-64B4-4CC5-9E52-2089F0411C3C}"/>
              </a:ext>
            </a:extLst>
          </p:cNvPr>
          <p:cNvSpPr/>
          <p:nvPr/>
        </p:nvSpPr>
        <p:spPr>
          <a:xfrm>
            <a:off x="76200" y="6248400"/>
            <a:ext cx="2590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1" y="441962"/>
            <a:ext cx="6986428" cy="64007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Relational Database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840" y="2646681"/>
            <a:ext cx="6045200" cy="3307081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853410" eaLnBrk="1" hangingPunct="1"/>
            <a:endParaRPr lang="en-US" sz="1680" dirty="0">
              <a:solidFill>
                <a:prstClr val="black"/>
              </a:solidFill>
              <a:ea typeface="ＭＳ Ｐゴシック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842B9C-A5C8-4EBE-B36C-40FBD00FD477}"/>
              </a:ext>
            </a:extLst>
          </p:cNvPr>
          <p:cNvSpPr/>
          <p:nvPr/>
        </p:nvSpPr>
        <p:spPr>
          <a:xfrm>
            <a:off x="785972" y="1153160"/>
            <a:ext cx="7626508" cy="1209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53410" eaLnBrk="1" hangingPunct="1"/>
            <a:r>
              <a:rPr lang="en-US" sz="2240" dirty="0">
                <a:solidFill>
                  <a:prstClr val="black"/>
                </a:solidFill>
                <a:latin typeface="Calibri"/>
              </a:rPr>
              <a:t>A relational database data in a collection of tables that are connected to each other. Each table corresponds to a real-world object. </a:t>
            </a:r>
            <a:r>
              <a:rPr lang="en-US" sz="2240" dirty="0">
                <a:solidFill>
                  <a:prstClr val="white"/>
                </a:solidFill>
                <a:latin typeface="Calibri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65571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Database Design</a:t>
            </a:r>
          </a:p>
        </p:txBody>
      </p:sp>
      <p:sp>
        <p:nvSpPr>
          <p:cNvPr id="102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A5348E-686E-4B4C-BE8E-59BC44FE1D1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Garamond" pitchFamily="18" charset="0"/>
              <a:ea typeface="+mn-ea"/>
              <a:cs typeface="+mn-cs"/>
            </a:endParaRP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295400" y="1524000"/>
          <a:ext cx="13716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3537360" imgH="2144880" progId="MS_ClipArt_Gallery.2">
                  <p:embed/>
                </p:oleObj>
              </mc:Choice>
              <mc:Fallback>
                <p:oleObj name="Clip" r:id="rId3" imgW="3537360" imgH="2144880" progId="MS_ClipArt_Gallery.2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524000"/>
                        <a:ext cx="137160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1295400" y="2743200"/>
            <a:ext cx="1301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User views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of data.</a:t>
            </a:r>
          </a:p>
        </p:txBody>
      </p:sp>
      <p:pic>
        <p:nvPicPr>
          <p:cNvPr id="1030" name="Picture 1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295400"/>
            <a:ext cx="1011238" cy="1088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Text Box 20"/>
          <p:cNvSpPr txBox="1">
            <a:spLocks noChangeArrowheads="1"/>
          </p:cNvSpPr>
          <p:nvPr/>
        </p:nvSpPr>
        <p:spPr bwMode="auto">
          <a:xfrm>
            <a:off x="2971800" y="2743200"/>
            <a:ext cx="1377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Conceptual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 model.</a:t>
            </a:r>
          </a:p>
        </p:txBody>
      </p:sp>
      <p:pic>
        <p:nvPicPr>
          <p:cNvPr id="1032" name="Picture 2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225550"/>
            <a:ext cx="2362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Text Box 23"/>
          <p:cNvSpPr txBox="1">
            <a:spLocks noChangeArrowheads="1"/>
          </p:cNvSpPr>
          <p:nvPr/>
        </p:nvSpPr>
        <p:spPr bwMode="auto">
          <a:xfrm>
            <a:off x="4724400" y="2743200"/>
            <a:ext cx="17462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Implementation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(relational)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 model.</a:t>
            </a:r>
          </a:p>
        </p:txBody>
      </p:sp>
      <p:sp>
        <p:nvSpPr>
          <p:cNvPr id="1034" name="Text Box 30"/>
          <p:cNvSpPr txBox="1">
            <a:spLocks noChangeArrowheads="1"/>
          </p:cNvSpPr>
          <p:nvPr/>
        </p:nvSpPr>
        <p:spPr bwMode="auto">
          <a:xfrm>
            <a:off x="7543800" y="2743200"/>
            <a:ext cx="10350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Physical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storage.</a:t>
            </a:r>
          </a:p>
        </p:txBody>
      </p:sp>
      <p:sp>
        <p:nvSpPr>
          <p:cNvPr id="1035" name="Text Box 31"/>
          <p:cNvSpPr txBox="1">
            <a:spLocks noChangeArrowheads="1"/>
          </p:cNvSpPr>
          <p:nvPr/>
        </p:nvSpPr>
        <p:spPr bwMode="auto">
          <a:xfrm>
            <a:off x="2362200" y="3683268"/>
            <a:ext cx="22098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Entity Relationship diagram that shows business entities, relationships, and rules.</a:t>
            </a:r>
          </a:p>
        </p:txBody>
      </p:sp>
      <p:sp>
        <p:nvSpPr>
          <p:cNvPr id="1036" name="Text Box 32"/>
          <p:cNvSpPr txBox="1">
            <a:spLocks noChangeArrowheads="1"/>
          </p:cNvSpPr>
          <p:nvPr/>
        </p:nvSpPr>
        <p:spPr bwMode="auto">
          <a:xfrm>
            <a:off x="4648200" y="3810000"/>
            <a:ext cx="22098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List of nicely-behaved tables. Use data normalization to derive the list.</a:t>
            </a:r>
          </a:p>
        </p:txBody>
      </p:sp>
      <p:sp>
        <p:nvSpPr>
          <p:cNvPr id="1037" name="Text Box 33"/>
          <p:cNvSpPr txBox="1">
            <a:spLocks noChangeArrowheads="1"/>
          </p:cNvSpPr>
          <p:nvPr/>
        </p:nvSpPr>
        <p:spPr bwMode="auto">
          <a:xfrm>
            <a:off x="6934200" y="3810000"/>
            <a:ext cx="2057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Indexes and storage methods to improve performance.</a:t>
            </a:r>
          </a:p>
        </p:txBody>
      </p:sp>
      <p:pic>
        <p:nvPicPr>
          <p:cNvPr id="1038" name="Picture 3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752600"/>
            <a:ext cx="3619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7772400" cy="914400"/>
          </a:xfrm>
        </p:spPr>
        <p:txBody>
          <a:bodyPr/>
          <a:lstStyle/>
          <a:p>
            <a:pPr>
              <a:defRPr/>
            </a:pPr>
            <a:r>
              <a:rPr lang="en-US" dirty="0"/>
              <a:t>Entity and Attribute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295400"/>
            <a:ext cx="8210550" cy="5105400"/>
          </a:xfrm>
        </p:spPr>
        <p:txBody>
          <a:bodyPr/>
          <a:lstStyle/>
          <a:p>
            <a:pPr marL="381000" indent="-381000">
              <a:defRPr/>
            </a:pPr>
            <a:r>
              <a:rPr lang="en-US" dirty="0"/>
              <a:t>Entity</a:t>
            </a:r>
            <a:r>
              <a:rPr lang="en-US" b="0" dirty="0"/>
              <a:t>: Something in the real world that we wish to describe or track.  </a:t>
            </a:r>
          </a:p>
          <a:p>
            <a:pPr marL="800100" lvl="1" indent="-342900">
              <a:defRPr/>
            </a:pPr>
            <a:r>
              <a:rPr lang="en-US" sz="1800" b="0" dirty="0"/>
              <a:t>It can be a person, place, thing, or event about which we want to record data. </a:t>
            </a:r>
          </a:p>
          <a:p>
            <a:pPr marL="381000" indent="-381000">
              <a:defRPr/>
            </a:pPr>
            <a:r>
              <a:rPr lang="en-US" b="0" dirty="0"/>
              <a:t>For a banking system: CUSTOMERS, BANK ACCOUNTS, and MORTGAGE LOANS. </a:t>
            </a:r>
          </a:p>
          <a:p>
            <a:pPr marL="381000" indent="-381000">
              <a:defRPr/>
            </a:pPr>
            <a:r>
              <a:rPr lang="en-US" b="0" dirty="0"/>
              <a:t>For a warehousing system: SUPPLIERS, PARTS, and SHIPMENTS.</a:t>
            </a:r>
          </a:p>
          <a:p>
            <a:pPr marL="381000" indent="-381000">
              <a:defRPr/>
            </a:pPr>
            <a:endParaRPr lang="en-US" b="0" dirty="0"/>
          </a:p>
          <a:p>
            <a:pPr marL="403225" indent="-403225">
              <a:spcBef>
                <a:spcPct val="0"/>
              </a:spcBef>
              <a:tabLst>
                <a:tab pos="403225" algn="l"/>
              </a:tabLst>
              <a:defRPr/>
            </a:pPr>
            <a:r>
              <a:rPr lang="en-US" dirty="0"/>
              <a:t>Entity Class/Set: </a:t>
            </a:r>
            <a:r>
              <a:rPr lang="en-US" b="0" dirty="0"/>
              <a:t>Description of a set of entities, which includes its attributes (properties).</a:t>
            </a:r>
          </a:p>
          <a:p>
            <a:pPr marL="403225" indent="-403225">
              <a:spcBef>
                <a:spcPct val="0"/>
              </a:spcBef>
              <a:tabLst>
                <a:tab pos="403225" algn="l"/>
              </a:tabLst>
              <a:defRPr/>
            </a:pPr>
            <a:endParaRPr lang="en-US" b="0" dirty="0"/>
          </a:p>
          <a:p>
            <a:pPr marL="403225" indent="-403225">
              <a:spcBef>
                <a:spcPct val="0"/>
              </a:spcBef>
              <a:tabLst>
                <a:tab pos="403225" algn="l"/>
              </a:tabLst>
              <a:defRPr/>
            </a:pPr>
            <a:r>
              <a:rPr lang="en-US" dirty="0"/>
              <a:t>Attribute: </a:t>
            </a:r>
            <a:r>
              <a:rPr lang="en-US" b="0" dirty="0"/>
              <a:t>A characteristic/descriptor of an entity.</a:t>
            </a:r>
          </a:p>
          <a:p>
            <a:pPr marL="403225" indent="-403225">
              <a:spcBef>
                <a:spcPct val="0"/>
              </a:spcBef>
              <a:tabLst>
                <a:tab pos="403225" algn="l"/>
              </a:tabLst>
              <a:defRPr/>
            </a:pPr>
            <a:endParaRPr lang="en-US" b="0" dirty="0"/>
          </a:p>
          <a:p>
            <a:pPr marL="381000" indent="-381000">
              <a:defRPr/>
            </a:pPr>
            <a:endParaRPr lang="en-US" b="0" dirty="0"/>
          </a:p>
        </p:txBody>
      </p:sp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FB8683-1572-44AA-99A3-7D6F0C16A0C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aramond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Garamond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4FA18A-AD80-4605-95B6-1815EEB0E4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A2D416-574D-4E05-9728-B5EAD6FEC5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630" t="22406" r="7875" b="24171"/>
          <a:stretch/>
        </p:blipFill>
        <p:spPr>
          <a:xfrm>
            <a:off x="365126" y="897791"/>
            <a:ext cx="8245474" cy="571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004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dirty="0"/>
              <a:t>Tables and Their Characteristics</a:t>
            </a:r>
            <a:endParaRPr lang="en-US" alt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5928668"/>
              </p:ext>
            </p:extLst>
          </p:nvPr>
        </p:nvGraphicFramePr>
        <p:xfrm>
          <a:off x="381000" y="1295400"/>
          <a:ext cx="8382000" cy="45212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Table 3.1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Characteristics of a Relational Table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9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table is perceived as a two-dimensional structure composed of rows and columns.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9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Each table row represents a single entity occurrence within the entity set.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9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Each table column represents an attribute, and each column has a distinct name.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462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Each intersection of a row and column represents a single data value.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462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All values in a column must conform to the same data format.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462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Each column has a specific range of values known as the attribute domain.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462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order of the rows and columns is immaterial to the DBMS.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93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Each table must have an attribute or combination of attributes that uniquely identifies each row.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altLang="en-US" dirty="0"/>
              <a:t>Primary key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701731"/>
          </a:xfrm>
        </p:spPr>
        <p:txBody>
          <a:bodyPr/>
          <a:lstStyle/>
          <a:p>
            <a:r>
              <a:rPr lang="en-US" altLang="en-US" sz="2400" b="1" dirty="0"/>
              <a:t>Primary key</a:t>
            </a:r>
            <a:r>
              <a:rPr lang="en-US" altLang="en-US" sz="2400" dirty="0"/>
              <a:t>: attribute or combination of attributes that uniquely identifies a row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02893-DD86-4187-B8EC-9801BACEA4B1}"/>
              </a:ext>
            </a:extLst>
          </p:cNvPr>
          <p:cNvSpPr txBox="1"/>
          <p:nvPr/>
        </p:nvSpPr>
        <p:spPr>
          <a:xfrm>
            <a:off x="609600" y="2667000"/>
            <a:ext cx="75438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sz="2000" b="1" dirty="0"/>
              <a:t>Guidelines for primary keys</a:t>
            </a:r>
            <a:r>
              <a:rPr lang="en-US" sz="2000" dirty="0"/>
              <a:t>: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r>
              <a:rPr lang="en-US" sz="2000" dirty="0"/>
              <a:t>Values not likely to change over lifetime of the table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r>
              <a:rPr lang="en-US" sz="2000" dirty="0"/>
              <a:t>Guaranteed to always have values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r>
              <a:rPr lang="en-US" sz="2000" dirty="0"/>
              <a:t>Not likely to lose uniqueness in the future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r>
              <a:rPr lang="en-US" sz="2000" dirty="0"/>
              <a:t>Minimal set of attributes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r>
              <a:rPr lang="en-US" sz="2000" dirty="0"/>
              <a:t>Assignment of values under control of the organization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r>
              <a:rPr lang="en-US" sz="2000" dirty="0"/>
              <a:t>Not confidential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r>
              <a:rPr lang="en-US" sz="2000" i="1" dirty="0"/>
              <a:t>If possible, use an existing attribute for the primary key</a:t>
            </a:r>
            <a:r>
              <a:rPr lang="en-US" sz="2000" dirty="0"/>
              <a:t>. But if a suitable attribute doesn’t exist, we can create an artificial primary key (e.g., identity column) that can be used as the primary key.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altLang="en-US" dirty="0"/>
              <a:t>Composite and Secondary Key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365125" y="1295400"/>
            <a:ext cx="8415338" cy="701731"/>
          </a:xfrm>
        </p:spPr>
        <p:txBody>
          <a:bodyPr/>
          <a:lstStyle/>
          <a:p>
            <a:r>
              <a:rPr lang="en-US" altLang="en-US" sz="2400" b="1" dirty="0"/>
              <a:t>Composite key</a:t>
            </a:r>
            <a:r>
              <a:rPr lang="en-US" altLang="en-US" sz="2400" dirty="0"/>
              <a:t>: combination of attributes that uniquely identifies a row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B02893-DD86-4187-B8EC-9801BACEA4B1}"/>
              </a:ext>
            </a:extLst>
          </p:cNvPr>
          <p:cNvSpPr txBox="1"/>
          <p:nvPr/>
        </p:nvSpPr>
        <p:spPr>
          <a:xfrm>
            <a:off x="533400" y="2209800"/>
            <a:ext cx="7620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sz="2000" b="1" dirty="0"/>
              <a:t> Secondary key: </a:t>
            </a:r>
            <a:r>
              <a:rPr lang="en-US" sz="2000" dirty="0"/>
              <a:t>An attribute or combination of attributes used strictly for data retrieval purposes</a:t>
            </a:r>
          </a:p>
          <a:p>
            <a:pPr marL="800100" lvl="1" indent="-342900" eaLnBrk="1" hangingPunct="1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56635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dirty="0"/>
              <a:t>Foreign Key</a:t>
            </a:r>
            <a:endParaRPr lang="en-US" altLang="en-US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542234"/>
          </a:xfrm>
        </p:spPr>
        <p:txBody>
          <a:bodyPr/>
          <a:lstStyle/>
          <a:p>
            <a:pPr lvl="1"/>
            <a:r>
              <a:rPr lang="en-US" sz="2400" b="1" dirty="0"/>
              <a:t>Foreign key</a:t>
            </a:r>
            <a:r>
              <a:rPr lang="en-US" sz="2400" dirty="0"/>
              <a:t>: primary key of one table that has been placed into another table to create a common attribute between the two tables.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Tables are related to each other using primary key-foreign key relationships.</a:t>
            </a:r>
          </a:p>
          <a:p>
            <a:pPr lvl="2"/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762000" y="516443"/>
            <a:ext cx="8026400" cy="287771"/>
          </a:xfrm>
        </p:spPr>
        <p:txBody>
          <a:bodyPr/>
          <a:lstStyle/>
          <a:p>
            <a:r>
              <a:rPr lang="en-US" altLang="en-US" dirty="0"/>
              <a:t>Example</a:t>
            </a:r>
          </a:p>
        </p:txBody>
      </p:sp>
      <p:pic>
        <p:nvPicPr>
          <p:cNvPr id="2" name="Picture 1" descr="In Figure 3.2, a simple relational database linking product and vendor information is shown. 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0200"/>
            <a:ext cx="7421732" cy="434340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647D21-664E-4591-ACBE-5B23CBF0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71276"/>
            <a:ext cx="8026400" cy="578107"/>
          </a:xfrm>
        </p:spPr>
        <p:txBody>
          <a:bodyPr/>
          <a:lstStyle/>
          <a:p>
            <a:r>
              <a:rPr lang="en-US" dirty="0"/>
              <a:t>Describe the primary key-foreign key relationship between DIRECTOR and PLAY Tables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1341C3-AA79-4638-B9E8-8E47191311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n-cs"/>
              </a:rPr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4098" name="Picture 14" descr="FigQ3-12-The-Ch03_Theater-Database-Tables">
            <a:extLst>
              <a:ext uri="{FF2B5EF4-FFF2-40B4-BE49-F238E27FC236}">
                <a16:creationId xmlns:a16="http://schemas.microsoft.com/office/drawing/2014/main" id="{5262DDB9-14BE-4553-83C0-A0196DB6B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447800"/>
            <a:ext cx="64008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6171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dirty="0"/>
              <a:t>Null Values</a:t>
            </a:r>
            <a:endParaRPr lang="en-US" altLang="en-US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65125" y="1143001"/>
            <a:ext cx="8415338" cy="263149"/>
          </a:xfrm>
        </p:spPr>
        <p:txBody>
          <a:bodyPr/>
          <a:lstStyle/>
          <a:p>
            <a:pPr lvl="1"/>
            <a:r>
              <a:rPr lang="en-US" dirty="0"/>
              <a:t>Null: absence of any data value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71B9E9-202D-4BAD-AF0A-EE389DAAE1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774" t="19797" r="19506" b="28806"/>
          <a:stretch/>
        </p:blipFill>
        <p:spPr>
          <a:xfrm>
            <a:off x="1143001" y="1600201"/>
            <a:ext cx="69342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343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dirty="0"/>
              <a:t>Null Values</a:t>
            </a:r>
            <a:endParaRPr lang="en-US" altLang="en-US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65125" y="1143001"/>
            <a:ext cx="8415338" cy="2189830"/>
          </a:xfrm>
        </p:spPr>
        <p:txBody>
          <a:bodyPr/>
          <a:lstStyle/>
          <a:p>
            <a:pPr lvl="1"/>
            <a:r>
              <a:rPr lang="en-US" dirty="0"/>
              <a:t>Null: absence of any data value</a:t>
            </a:r>
          </a:p>
          <a:p>
            <a:r>
              <a:rPr lang="en-US" altLang="en-US" dirty="0"/>
              <a:t>Ways to handle nulls</a:t>
            </a:r>
          </a:p>
          <a:p>
            <a:pPr lvl="1"/>
            <a:r>
              <a:rPr lang="en-US" altLang="en-US" dirty="0"/>
              <a:t>Flags</a:t>
            </a:r>
          </a:p>
          <a:p>
            <a:pPr lvl="2"/>
            <a:r>
              <a:rPr lang="en-US" altLang="en-US" dirty="0"/>
              <a:t>Special codes used to indicate the absence of some value </a:t>
            </a:r>
          </a:p>
          <a:p>
            <a:pPr lvl="1"/>
            <a:r>
              <a:rPr lang="en-US" altLang="en-US" dirty="0"/>
              <a:t>Constraints </a:t>
            </a:r>
          </a:p>
          <a:p>
            <a:pPr lvl="2"/>
            <a:r>
              <a:rPr lang="en-US" altLang="en-US" dirty="0"/>
              <a:t>NOT NULL constraint: placed on a column to ensure that every row in the table has a value for that column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B0EB44-F86D-49C1-8C0C-CD1E8397F9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000" t="48431" r="5833" b="32745"/>
          <a:stretch/>
        </p:blipFill>
        <p:spPr>
          <a:xfrm>
            <a:off x="533400" y="3602200"/>
            <a:ext cx="7239000" cy="270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52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dirty="0"/>
              <a:t>Entity Integrity</a:t>
            </a:r>
            <a:endParaRPr lang="en-US" altLang="en-US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89639"/>
          </a:xfrm>
        </p:spPr>
        <p:txBody>
          <a:bodyPr/>
          <a:lstStyle/>
          <a:p>
            <a:pPr lvl="1"/>
            <a:r>
              <a:rPr lang="en-US" sz="2400" dirty="0"/>
              <a:t>All primary key entries are unique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Primary key can not contain null values</a:t>
            </a:r>
          </a:p>
          <a:p>
            <a:pPr lvl="2"/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8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60438"/>
          </a:xfrm>
        </p:spPr>
        <p:txBody>
          <a:bodyPr>
            <a:normAutofit/>
          </a:bodyPr>
          <a:lstStyle/>
          <a:p>
            <a:r>
              <a:rPr lang="en-US" sz="4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Referential Integrity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72000"/>
          </a:xfrm>
        </p:spPr>
        <p:txBody>
          <a:bodyPr>
            <a:normAutofit fontScale="92500"/>
          </a:bodyPr>
          <a:lstStyle/>
          <a:p>
            <a:pPr lvl="0"/>
            <a:r>
              <a:rPr lang="en-US" sz="2400" b="1" i="1" dirty="0"/>
              <a:t>Referential integrity</a:t>
            </a:r>
            <a:r>
              <a:rPr lang="en-US" sz="2400" b="1" dirty="0"/>
              <a:t> </a:t>
            </a:r>
            <a:r>
              <a:rPr lang="en-US" sz="2400" dirty="0"/>
              <a:t>means that the relationships between tables are maintained correctly. </a:t>
            </a:r>
          </a:p>
          <a:p>
            <a:pPr lvl="0"/>
            <a:r>
              <a:rPr lang="en-US" sz="2400" dirty="0"/>
              <a:t>This means that all the non-null foreign key values in a table must have matching primary key values in the related table.</a:t>
            </a:r>
          </a:p>
          <a:p>
            <a:pPr lvl="0"/>
            <a:r>
              <a:rPr lang="en-US" sz="2400" dirty="0"/>
              <a:t>When we define foreign key constraints, we can specify how referential integrity is enforced when a row is deleted from the primary key table or when the value of the primary key of a row is changed. </a:t>
            </a:r>
          </a:p>
          <a:p>
            <a:r>
              <a:rPr lang="en-US" sz="2400" dirty="0"/>
              <a:t>If referential integrity isn’t enforced and a row is deleted from the primary key table that has related rows in the foreign key table, the rows in the foreign key table are said to be </a:t>
            </a:r>
            <a:r>
              <a:rPr lang="en-US" sz="2400" b="1" i="1" dirty="0"/>
              <a:t>orphaned</a:t>
            </a:r>
            <a:r>
              <a:rPr lang="en-US" sz="2400" dirty="0"/>
              <a:t>.</a:t>
            </a:r>
          </a:p>
          <a:p>
            <a:r>
              <a:rPr lang="en-US" sz="2600" dirty="0"/>
              <a:t>The </a:t>
            </a:r>
            <a:r>
              <a:rPr lang="en-US" sz="2600" b="1" i="1" dirty="0"/>
              <a:t>foreign key attribute</a:t>
            </a:r>
            <a:r>
              <a:rPr lang="en-US" sz="2600" i="1" dirty="0"/>
              <a:t> (column) should have the </a:t>
            </a:r>
            <a:r>
              <a:rPr lang="en-US" sz="2600" b="1" i="1" dirty="0"/>
              <a:t>same data t</a:t>
            </a:r>
            <a:r>
              <a:rPr lang="en-US" sz="2800" b="1" i="1" dirty="0"/>
              <a:t>ype </a:t>
            </a:r>
            <a:r>
              <a:rPr lang="en-US" sz="2800" i="1" dirty="0"/>
              <a:t>as the </a:t>
            </a:r>
            <a:r>
              <a:rPr lang="en-US" sz="2800" b="1" i="1" dirty="0"/>
              <a:t>primary key attribute</a:t>
            </a:r>
            <a:r>
              <a:rPr lang="en-US" sz="2800" i="1" dirty="0"/>
              <a:t> (column) it is related to</a:t>
            </a:r>
            <a:r>
              <a:rPr lang="en-US" sz="2800" dirty="0"/>
              <a:t>.</a:t>
            </a:r>
          </a:p>
          <a:p>
            <a:endParaRPr lang="en-US" sz="2400" dirty="0"/>
          </a:p>
          <a:p>
            <a:pPr lvl="0"/>
            <a:endParaRPr lang="en-US" sz="2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60438"/>
          </a:xfrm>
        </p:spPr>
        <p:txBody>
          <a:bodyPr>
            <a:normAutofit fontScale="90000"/>
          </a:bodyPr>
          <a:lstStyle/>
          <a:p>
            <a:r>
              <a:rPr lang="en-US" sz="400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Few operations </a:t>
            </a:r>
            <a:r>
              <a:rPr lang="en-US" sz="4000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that can violate referential integrity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4550962"/>
              </p:ext>
            </p:extLst>
          </p:nvPr>
        </p:nvGraphicFramePr>
        <p:xfrm>
          <a:off x="457201" y="1600200"/>
          <a:ext cx="8229600" cy="372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800100" algn="l"/>
                          <a:tab pos="2400300" algn="l"/>
                        </a:tabLst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This operation…</a:t>
                      </a:r>
                    </a:p>
                  </a:txBody>
                  <a:tcPr marL="64770" marR="6477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800100" algn="l"/>
                          <a:tab pos="2400300" algn="l"/>
                        </a:tabLst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Violates referential integrity if…..</a:t>
                      </a:r>
                    </a:p>
                  </a:txBody>
                  <a:tcPr marL="64770" marR="6477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800100" algn="l"/>
                          <a:tab pos="2514600" algn="l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Delete a row from the primary key table</a:t>
                      </a:r>
                    </a:p>
                  </a:txBody>
                  <a:tcPr marL="64770" marR="6477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800100" algn="l"/>
                          <a:tab pos="2514600" algn="l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The foreign key table contains one or more rows related to the deleted row</a:t>
                      </a:r>
                    </a:p>
                  </a:txBody>
                  <a:tcPr marL="64770" marR="6477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800100" algn="l"/>
                          <a:tab pos="2514600" algn="l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Insert a row in the foreign key table</a:t>
                      </a:r>
                    </a:p>
                  </a:txBody>
                  <a:tcPr marL="64770" marR="6477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800100" algn="l"/>
                          <a:tab pos="2514600" algn="l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The foreign key value doesn’t have a matching primary key value in the related table</a:t>
                      </a:r>
                    </a:p>
                  </a:txBody>
                  <a:tcPr marL="64770" marR="6477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800100" algn="l"/>
                          <a:tab pos="2514600" algn="l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Update the value of a foreign key</a:t>
                      </a:r>
                    </a:p>
                  </a:txBody>
                  <a:tcPr marL="64770" marR="6477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800100" algn="l"/>
                          <a:tab pos="2514600" algn="l"/>
                        </a:tabLst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</a:rPr>
                        <a:t>The new foreign key value doesn’t have a matching primary key value in the related table</a:t>
                      </a:r>
                    </a:p>
                  </a:txBody>
                  <a:tcPr marL="64770" marR="6477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800100" algn="l"/>
                          <a:tab pos="2514600" algn="l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Update the value of a primary key</a:t>
                      </a:r>
                    </a:p>
                  </a:txBody>
                  <a:tcPr marL="64770" marR="6477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800100" algn="l"/>
                          <a:tab pos="2514600" algn="l"/>
                        </a:tabLs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The foreign key table contains one or more rows related to the row that’s changed</a:t>
                      </a:r>
                    </a:p>
                  </a:txBody>
                  <a:tcPr marL="64770" marR="6477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9F39811-4FD4-49DD-BAD0-98DBBFB6448D}"/>
              </a:ext>
            </a:extLst>
          </p:cNvPr>
          <p:cNvSpPr txBox="1"/>
          <p:nvPr/>
        </p:nvSpPr>
        <p:spPr>
          <a:xfrm>
            <a:off x="990600" y="5593080"/>
            <a:ext cx="76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Most databases support cascading update and delete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3333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Integrity Example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1454150"/>
            <a:ext cx="7840663" cy="16637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5E6F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OrdNum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E6F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Odate	CNum	…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E6FD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E6F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1173	1-4-09	321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E6F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1174	1-5-09	938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E6F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1185	1-8-09	337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E6F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1190	1-9-09	321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E6F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1192	1-9-09	776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85800" y="4578350"/>
            <a:ext cx="7840663" cy="12065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23888" algn="l"/>
                <a:tab pos="1541463" algn="l"/>
                <a:tab pos="2406650" algn="l"/>
              </a:tabLst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5E6F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CNum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E6F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5E6F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LName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E6F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Phone	…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E6FD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23888" algn="l"/>
                <a:tab pos="1541463" algn="l"/>
                <a:tab pos="2406650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E6F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321	Jones	9983-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23888" algn="l"/>
                <a:tab pos="1541463" algn="l"/>
                <a:tab pos="2406650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E6F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337	Sanchez	7738-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23888" algn="l"/>
                <a:tab pos="1541463" algn="l"/>
                <a:tab pos="2406650" algn="l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E6F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938	Carson	8738-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685800" y="4038600"/>
            <a:ext cx="6872288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E6F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073150"/>
            <a:ext cx="5715000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E6FD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Order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altLang="en-US" dirty="0"/>
              <a:t>Relational Set Operators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(restrict) </a:t>
            </a:r>
          </a:p>
          <a:p>
            <a:pPr lvl="1"/>
            <a:r>
              <a:rPr lang="en-US" dirty="0"/>
              <a:t>Unary operator that yields a horizontal subset of a table</a:t>
            </a:r>
          </a:p>
          <a:p>
            <a:r>
              <a:rPr lang="en-US" dirty="0"/>
              <a:t>Project </a:t>
            </a:r>
          </a:p>
          <a:p>
            <a:pPr lvl="1"/>
            <a:r>
              <a:rPr lang="en-US" dirty="0"/>
              <a:t>Unary operator that yields a vertical subset of a table  </a:t>
            </a:r>
          </a:p>
          <a:p>
            <a:r>
              <a:rPr lang="en-US" dirty="0"/>
              <a:t>Union </a:t>
            </a:r>
          </a:p>
          <a:p>
            <a:pPr lvl="1"/>
            <a:r>
              <a:rPr lang="en-US" dirty="0"/>
              <a:t>Combines all rows from two tables, excluding duplicate rows</a:t>
            </a:r>
            <a:endParaRPr lang="en-CA" dirty="0"/>
          </a:p>
          <a:p>
            <a:pPr lvl="1"/>
            <a:r>
              <a:rPr lang="en-US" dirty="0"/>
              <a:t>Union-compatible: tables share the same number of columns, and their corresponding columns share compatible domains</a:t>
            </a:r>
            <a:endParaRPr lang="en-CA" dirty="0"/>
          </a:p>
          <a:p>
            <a:r>
              <a:rPr lang="en-US" dirty="0"/>
              <a:t>Intersect</a:t>
            </a:r>
          </a:p>
          <a:p>
            <a:pPr lvl="1"/>
            <a:r>
              <a:rPr lang="en-US" dirty="0"/>
              <a:t>Yields only the rows that appear in both tables</a:t>
            </a:r>
            <a:endParaRPr lang="en-CA" dirty="0"/>
          </a:p>
          <a:p>
            <a:pPr lvl="1"/>
            <a:r>
              <a:rPr lang="en-US" dirty="0"/>
              <a:t>Tables must be union-compatible to yield valid results</a:t>
            </a:r>
            <a:endParaRPr lang="en-CA" dirty="0"/>
          </a:p>
          <a:p>
            <a:pPr lvl="1"/>
            <a:endParaRPr lang="en-US" dirty="0"/>
          </a:p>
          <a:p>
            <a:pPr lvl="1"/>
            <a:endParaRPr lang="en-CA" dirty="0"/>
          </a:p>
          <a:p>
            <a:pPr lvl="1"/>
            <a:endParaRPr lang="en-CA" dirty="0"/>
          </a:p>
          <a:p>
            <a:endParaRPr lang="en-CA" dirty="0"/>
          </a:p>
          <a:p>
            <a:pPr lvl="1"/>
            <a:endParaRPr lang="en-CA" dirty="0"/>
          </a:p>
          <a:p>
            <a:endParaRPr lang="en-CA" dirty="0"/>
          </a:p>
          <a:p>
            <a:pPr lvl="1"/>
            <a:endParaRPr lang="en-CA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altLang="en-US" dirty="0"/>
              <a:t>Relational Set Operators</a:t>
            </a:r>
          </a:p>
        </p:txBody>
      </p:sp>
      <p:pic>
        <p:nvPicPr>
          <p:cNvPr id="7" name="Picture 6" descr="In Figure 3.4, the effect of a SELECT operation is depicted using product codes, descriptions, and prices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0"/>
            <a:ext cx="8326597" cy="354877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altLang="en-US" dirty="0"/>
              <a:t>Relational Set Operators</a:t>
            </a:r>
          </a:p>
        </p:txBody>
      </p:sp>
      <p:pic>
        <p:nvPicPr>
          <p:cNvPr id="4" name="Picture 3" descr="In Figure 3.5, the effect of a PROJECT operation is depicted using product codes, descriptions, and prices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19200"/>
            <a:ext cx="7897684" cy="4342953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altLang="en-US" dirty="0"/>
              <a:t>Relational Set Operators</a:t>
            </a:r>
          </a:p>
        </p:txBody>
      </p:sp>
      <p:pic>
        <p:nvPicPr>
          <p:cNvPr id="6" name="Picture 5" descr="In Figure 3.6, the effect of a UNION operation is depicted using product codes, descriptions, and prices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00200"/>
            <a:ext cx="8487430" cy="1816957"/>
          </a:xfrm>
          <a:prstGeom prst="rect">
            <a:avLst/>
          </a:prstGeom>
        </p:spPr>
      </p:pic>
      <p:pic>
        <p:nvPicPr>
          <p:cNvPr id="9" name="Picture 8" descr="In Figure 3.7, the effect of a INTERSECT operation is depicted using student and employee names.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429000"/>
            <a:ext cx="8507715" cy="17215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altLang="en-US" dirty="0"/>
              <a:t>Relational Set Operators</a:t>
            </a:r>
          </a:p>
        </p:txBody>
      </p:sp>
      <p:sp>
        <p:nvSpPr>
          <p:cNvPr id="35843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Difference </a:t>
            </a:r>
          </a:p>
          <a:p>
            <a:pPr lvl="1"/>
            <a:r>
              <a:rPr lang="en-US" altLang="en-US" dirty="0"/>
              <a:t>Yields all rows in one table that are not found in the other table</a:t>
            </a:r>
          </a:p>
          <a:p>
            <a:pPr lvl="1"/>
            <a:r>
              <a:rPr lang="en-US" altLang="en-US" dirty="0"/>
              <a:t>Tables must be union-compatible to yield valid results </a:t>
            </a:r>
          </a:p>
          <a:p>
            <a:r>
              <a:rPr lang="en-US" altLang="en-US" dirty="0"/>
              <a:t>Product </a:t>
            </a:r>
          </a:p>
          <a:p>
            <a:pPr lvl="1"/>
            <a:r>
              <a:rPr lang="en-US" altLang="en-US" dirty="0"/>
              <a:t>Yields all possible pairs of rows from two tables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altLang="en-US" dirty="0"/>
              <a:t>Relational Set Operators</a:t>
            </a:r>
          </a:p>
        </p:txBody>
      </p:sp>
      <p:pic>
        <p:nvPicPr>
          <p:cNvPr id="2" name="Picture 1" descr="In Figure 3.8, the effect of a DIFFERENCE operation is depicted using student and employee names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09800"/>
            <a:ext cx="8610600" cy="164651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660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altLang="en-US" dirty="0"/>
              <a:t>Relational Set Operators</a:t>
            </a:r>
          </a:p>
        </p:txBody>
      </p:sp>
      <p:pic>
        <p:nvPicPr>
          <p:cNvPr id="8" name="Picture 7" descr="In Figure 3.9, the effect of a PRODUCT operation is depicted using product codes, descriptions, prices, as well as store locations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57400"/>
            <a:ext cx="8243456" cy="320040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D072CE-30A5-4701-A860-A1D958117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377574"/>
          </a:xfrm>
        </p:spPr>
        <p:txBody>
          <a:bodyPr/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difference between a database and a table?</a:t>
            </a: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are entity integrity and referential integrity important in a database?</a:t>
            </a:r>
            <a:endParaRPr lang="en-US" sz="1800" dirty="0">
              <a:effectLst/>
              <a:latin typeface="New York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New York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204924-8BFF-4293-9351-82BCED9FE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dirty="0"/>
              <a:t>Review Questions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7AF7E-8649-46FD-BC8F-78BE18C5F7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700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D7FA04-6FC5-4EE1-8F96-E1BE20E91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5161"/>
            <a:ext cx="8026400" cy="290336"/>
          </a:xfrm>
        </p:spPr>
        <p:txBody>
          <a:bodyPr/>
          <a:lstStyle/>
          <a:p>
            <a:r>
              <a:rPr lang="en-US" dirty="0"/>
              <a:t>Exercise 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297D63-0E1D-459E-B7A8-9D6839F833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pic>
        <p:nvPicPr>
          <p:cNvPr id="2050" name="Picture 7" descr="FigQ3-11-The-Ch03_VendingCo-Database-Tables">
            <a:extLst>
              <a:ext uri="{FF2B5EF4-FFF2-40B4-BE49-F238E27FC236}">
                <a16:creationId xmlns:a16="http://schemas.microsoft.com/office/drawing/2014/main" id="{E1F1356D-3F8A-4C4A-949E-1535DD3B9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371600"/>
            <a:ext cx="6032500" cy="270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195727-9459-400C-91B1-5B24E19C7DC2}"/>
              </a:ext>
            </a:extLst>
          </p:cNvPr>
          <p:cNvSpPr txBox="1"/>
          <p:nvPr/>
        </p:nvSpPr>
        <p:spPr>
          <a:xfrm>
            <a:off x="934357" y="4640090"/>
            <a:ext cx="744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 UNION, INTERSECTION, and DIFFERENCE</a:t>
            </a:r>
          </a:p>
        </p:txBody>
      </p:sp>
    </p:spTree>
    <p:extLst>
      <p:ext uri="{BB962C8B-B14F-4D97-AF65-F5344CB8AC3E}">
        <p14:creationId xmlns:p14="http://schemas.microsoft.com/office/powerpoint/2010/main" val="2247823649"/>
      </p:ext>
    </p:extLst>
  </p:cSld>
  <p:clrMapOvr>
    <a:masterClrMapping/>
  </p:clrMapOvr>
</p:sld>
</file>

<file path=ppt/theme/theme1.xml><?xml version="1.0" encoding="utf-8"?>
<a:theme xmlns:a="http://schemas.openxmlformats.org/drawingml/2006/main" name="Word 2016 Med Module  1_PPT_2019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d bar footer BODY/MAIN CONTENT">
  <a:themeElements>
    <a:clrScheme name="MHHE Branding">
      <a:dk1>
        <a:sysClr val="windowText" lastClr="000000"/>
      </a:dk1>
      <a:lt1>
        <a:sysClr val="window" lastClr="FFFFFF"/>
      </a:lt1>
      <a:dk2>
        <a:srgbClr val="E6E4CC"/>
      </a:dk2>
      <a:lt2>
        <a:srgbClr val="C30C20"/>
      </a:lt2>
      <a:accent1>
        <a:srgbClr val="7AC1AC"/>
      </a:accent1>
      <a:accent2>
        <a:srgbClr val="802754"/>
      </a:accent2>
      <a:accent3>
        <a:srgbClr val="777777"/>
      </a:accent3>
      <a:accent4>
        <a:srgbClr val="DC5A20"/>
      </a:accent4>
      <a:accent5>
        <a:srgbClr val="39858E"/>
      </a:accent5>
      <a:accent6>
        <a:srgbClr val="FFCE00"/>
      </a:accent6>
      <a:hlink>
        <a:srgbClr val="39858E"/>
      </a:hlink>
      <a:folHlink>
        <a:srgbClr val="39858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2008</Words>
  <Application>Microsoft Office PowerPoint</Application>
  <PresentationFormat>On-screen Show (4:3)</PresentationFormat>
  <Paragraphs>187</Paragraphs>
  <Slides>27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Arial</vt:lpstr>
      <vt:lpstr>Calibri</vt:lpstr>
      <vt:lpstr>Calibri Light</vt:lpstr>
      <vt:lpstr>Garamond</vt:lpstr>
      <vt:lpstr>New York</vt:lpstr>
      <vt:lpstr>Rockwell</vt:lpstr>
      <vt:lpstr>Times New Roman</vt:lpstr>
      <vt:lpstr>Wingdings</vt:lpstr>
      <vt:lpstr>Word 2016 Med Module  1_PPT_2019</vt:lpstr>
      <vt:lpstr>Red bar footer BODY/MAIN CONTENT</vt:lpstr>
      <vt:lpstr>Office Theme</vt:lpstr>
      <vt:lpstr>Clip</vt:lpstr>
      <vt:lpstr>PowerPoint Presentation</vt:lpstr>
      <vt:lpstr>Database Design</vt:lpstr>
      <vt:lpstr>Relational Database</vt:lpstr>
      <vt:lpstr>Database Design</vt:lpstr>
      <vt:lpstr>Entity and Attribute</vt:lpstr>
      <vt:lpstr>PowerPoint Presentation</vt:lpstr>
      <vt:lpstr>Tables and Their Characteristics</vt:lpstr>
      <vt:lpstr>Primary key</vt:lpstr>
      <vt:lpstr>Composite and Secondary Key</vt:lpstr>
      <vt:lpstr>Foreign Key</vt:lpstr>
      <vt:lpstr>Example</vt:lpstr>
      <vt:lpstr>Describe the primary key-foreign key relationship between DIRECTOR and PLAY Tables</vt:lpstr>
      <vt:lpstr>Null Values</vt:lpstr>
      <vt:lpstr>Null Values</vt:lpstr>
      <vt:lpstr>Entity Integrity</vt:lpstr>
      <vt:lpstr>Referential Integrity</vt:lpstr>
      <vt:lpstr>Few operations that can violate referential integrity</vt:lpstr>
      <vt:lpstr>Integrity Example</vt:lpstr>
      <vt:lpstr>Relational Set Operators</vt:lpstr>
      <vt:lpstr>Relational Set Operators</vt:lpstr>
      <vt:lpstr>Relational Set Operators</vt:lpstr>
      <vt:lpstr>Relational Set Operators</vt:lpstr>
      <vt:lpstr>Relational Set Operators</vt:lpstr>
      <vt:lpstr>Relational Set Operators</vt:lpstr>
      <vt:lpstr>Relational Set Operators</vt:lpstr>
      <vt:lpstr>Review Questions</vt:lpstr>
      <vt:lpstr>Exercise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2017-08-12T16:42:11Z</dcterms:created>
  <dcterms:modified xsi:type="dcterms:W3CDTF">2022-08-29T03:06:21Z</dcterms:modified>
</cp:coreProperties>
</file>