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60" r:id="rId3"/>
    <p:sldId id="400" r:id="rId4"/>
    <p:sldId id="404" r:id="rId5"/>
    <p:sldId id="375" r:id="rId6"/>
    <p:sldId id="376" r:id="rId7"/>
    <p:sldId id="377" r:id="rId8"/>
    <p:sldId id="378" r:id="rId9"/>
    <p:sldId id="379" r:id="rId10"/>
    <p:sldId id="380" r:id="rId11"/>
    <p:sldId id="381" r:id="rId12"/>
    <p:sldId id="382" r:id="rId13"/>
    <p:sldId id="405" r:id="rId14"/>
    <p:sldId id="385" r:id="rId15"/>
    <p:sldId id="386" r:id="rId16"/>
    <p:sldId id="387" r:id="rId17"/>
    <p:sldId id="388" r:id="rId18"/>
    <p:sldId id="389" r:id="rId19"/>
    <p:sldId id="390" r:id="rId20"/>
    <p:sldId id="391" r:id="rId21"/>
    <p:sldId id="392" r:id="rId22"/>
    <p:sldId id="406" r:id="rId23"/>
    <p:sldId id="269" r:id="rId24"/>
    <p:sldId id="267" r:id="rId25"/>
    <p:sldId id="270" r:id="rId26"/>
    <p:sldId id="271" r:id="rId27"/>
    <p:sldId id="275" r:id="rId28"/>
    <p:sldId id="282" r:id="rId29"/>
    <p:sldId id="283" r:id="rId30"/>
    <p:sldId id="284" r:id="rId31"/>
    <p:sldId id="311" r:id="rId32"/>
    <p:sldId id="31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urdlocal" initials="k" lastIdx="0" clrIdx="0">
    <p:extLst>
      <p:ext uri="{19B8F6BF-5375-455C-9EA6-DF929625EA0E}">
        <p15:presenceInfo xmlns:p15="http://schemas.microsoft.com/office/powerpoint/2012/main" userId="konurdlo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A08698-3626-4691-A82D-B3E1CFB791A7}" v="916" dt="2019-03-22T19:37:18.7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199" autoAdjust="0"/>
  </p:normalViewPr>
  <p:slideViewPr>
    <p:cSldViewPr snapToGrid="0">
      <p:cViewPr varScale="1">
        <p:scale>
          <a:sx n="93" d="100"/>
          <a:sy n="93" d="100"/>
        </p:scale>
        <p:origin x="124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cerkonur@yahoo.com" userId="0cb337efb386619d" providerId="LiveId" clId="{22A08698-3626-4691-A82D-B3E1CFB791A7}"/>
    <pc:docChg chg="undo redo custSel addSld delSld modSld">
      <pc:chgData name="dincerkonur@yahoo.com" userId="0cb337efb386619d" providerId="LiveId" clId="{22A08698-3626-4691-A82D-B3E1CFB791A7}" dt="2019-03-22T19:37:18.795" v="11077" actId="20577"/>
      <pc:docMkLst>
        <pc:docMk/>
      </pc:docMkLst>
      <pc:sldChg chg="modSp">
        <pc:chgData name="dincerkonur@yahoo.com" userId="0cb337efb386619d" providerId="LiveId" clId="{22A08698-3626-4691-A82D-B3E1CFB791A7}" dt="2019-03-19T22:21:09.112" v="21" actId="20577"/>
        <pc:sldMkLst>
          <pc:docMk/>
          <pc:sldMk cId="2541942282" sldId="256"/>
        </pc:sldMkLst>
        <pc:spChg chg="mod">
          <ac:chgData name="dincerkonur@yahoo.com" userId="0cb337efb386619d" providerId="LiveId" clId="{22A08698-3626-4691-A82D-B3E1CFB791A7}" dt="2019-03-19T22:21:09.112" v="21" actId="20577"/>
          <ac:spMkLst>
            <pc:docMk/>
            <pc:sldMk cId="2541942282" sldId="256"/>
            <ac:spMk id="2" creationId="{00000000-0000-0000-0000-000000000000}"/>
          </ac:spMkLst>
        </pc:spChg>
      </pc:sldChg>
      <pc:sldChg chg="modSp">
        <pc:chgData name="dincerkonur@yahoo.com" userId="0cb337efb386619d" providerId="LiveId" clId="{22A08698-3626-4691-A82D-B3E1CFB791A7}" dt="2019-03-22T19:05:48.081" v="10247" actId="20577"/>
        <pc:sldMkLst>
          <pc:docMk/>
          <pc:sldMk cId="2474569206" sldId="260"/>
        </pc:sldMkLst>
        <pc:spChg chg="mod">
          <ac:chgData name="dincerkonur@yahoo.com" userId="0cb337efb386619d" providerId="LiveId" clId="{22A08698-3626-4691-A82D-B3E1CFB791A7}" dt="2019-03-22T19:05:48.081" v="10247" actId="20577"/>
          <ac:spMkLst>
            <pc:docMk/>
            <pc:sldMk cId="2474569206" sldId="260"/>
            <ac:spMk id="3" creationId="{00000000-0000-0000-0000-000000000000}"/>
          </ac:spMkLst>
        </pc:spChg>
      </pc:sldChg>
      <pc:sldChg chg="delSp modSp modAnim">
        <pc:chgData name="dincerkonur@yahoo.com" userId="0cb337efb386619d" providerId="LiveId" clId="{22A08698-3626-4691-A82D-B3E1CFB791A7}" dt="2019-03-22T19:26:16.614" v="10939"/>
        <pc:sldMkLst>
          <pc:docMk/>
          <pc:sldMk cId="914106071" sldId="337"/>
        </pc:sldMkLst>
        <pc:spChg chg="mod">
          <ac:chgData name="dincerkonur@yahoo.com" userId="0cb337efb386619d" providerId="LiveId" clId="{22A08698-3626-4691-A82D-B3E1CFB791A7}" dt="2019-03-21T14:26:25.860" v="151" actId="20577"/>
          <ac:spMkLst>
            <pc:docMk/>
            <pc:sldMk cId="914106071" sldId="337"/>
            <ac:spMk id="2" creationId="{00000000-0000-0000-0000-000000000000}"/>
          </ac:spMkLst>
        </pc:spChg>
        <pc:spChg chg="mod">
          <ac:chgData name="dincerkonur@yahoo.com" userId="0cb337efb386619d" providerId="LiveId" clId="{22A08698-3626-4691-A82D-B3E1CFB791A7}" dt="2019-03-21T15:31:21.424" v="1249" actId="20577"/>
          <ac:spMkLst>
            <pc:docMk/>
            <pc:sldMk cId="914106071" sldId="337"/>
            <ac:spMk id="3" creationId="{00000000-0000-0000-0000-000000000000}"/>
          </ac:spMkLst>
        </pc:spChg>
        <pc:spChg chg="del mod">
          <ac:chgData name="dincerkonur@yahoo.com" userId="0cb337efb386619d" providerId="LiveId" clId="{22A08698-3626-4691-A82D-B3E1CFB791A7}" dt="2019-03-21T14:26:31.976" v="154" actId="478"/>
          <ac:spMkLst>
            <pc:docMk/>
            <pc:sldMk cId="914106071" sldId="337"/>
            <ac:spMk id="5" creationId="{3D174346-2B56-441C-B46C-AD85AEEB122D}"/>
          </ac:spMkLst>
        </pc:spChg>
        <pc:picChg chg="del">
          <ac:chgData name="dincerkonur@yahoo.com" userId="0cb337efb386619d" providerId="LiveId" clId="{22A08698-3626-4691-A82D-B3E1CFB791A7}" dt="2019-03-21T14:26:27.594" v="152" actId="478"/>
          <ac:picMkLst>
            <pc:docMk/>
            <pc:sldMk cId="914106071" sldId="337"/>
            <ac:picMk id="4" creationId="{6E1EA4DB-02D3-48DE-9DF9-E50DECC12DA8}"/>
          </ac:picMkLst>
        </pc:picChg>
      </pc:sldChg>
      <pc:sldChg chg="del">
        <pc:chgData name="dincerkonur@yahoo.com" userId="0cb337efb386619d" providerId="LiveId" clId="{22A08698-3626-4691-A82D-B3E1CFB791A7}" dt="2019-03-21T14:35:11.027" v="755" actId="2696"/>
        <pc:sldMkLst>
          <pc:docMk/>
          <pc:sldMk cId="2935975640" sldId="338"/>
        </pc:sldMkLst>
      </pc:sldChg>
      <pc:sldChg chg="addSp delSp modSp modAnim">
        <pc:chgData name="dincerkonur@yahoo.com" userId="0cb337efb386619d" providerId="LiveId" clId="{22A08698-3626-4691-A82D-B3E1CFB791A7}" dt="2019-03-22T19:27:45.241" v="10952"/>
        <pc:sldMkLst>
          <pc:docMk/>
          <pc:sldMk cId="4041807127" sldId="339"/>
        </pc:sldMkLst>
        <pc:spChg chg="mod">
          <ac:chgData name="dincerkonur@yahoo.com" userId="0cb337efb386619d" providerId="LiveId" clId="{22A08698-3626-4691-A82D-B3E1CFB791A7}" dt="2019-03-21T20:34:22.032" v="6116" actId="20577"/>
          <ac:spMkLst>
            <pc:docMk/>
            <pc:sldMk cId="4041807127" sldId="339"/>
            <ac:spMk id="2" creationId="{00000000-0000-0000-0000-000000000000}"/>
          </ac:spMkLst>
        </pc:spChg>
        <pc:spChg chg="mod">
          <ac:chgData name="dincerkonur@yahoo.com" userId="0cb337efb386619d" providerId="LiveId" clId="{22A08698-3626-4691-A82D-B3E1CFB791A7}" dt="2019-03-21T16:07:05.236" v="1905" actId="20577"/>
          <ac:spMkLst>
            <pc:docMk/>
            <pc:sldMk cId="4041807127" sldId="339"/>
            <ac:spMk id="3" creationId="{00000000-0000-0000-0000-000000000000}"/>
          </ac:spMkLst>
        </pc:spChg>
        <pc:spChg chg="add mod ord">
          <ac:chgData name="dincerkonur@yahoo.com" userId="0cb337efb386619d" providerId="LiveId" clId="{22A08698-3626-4691-A82D-B3E1CFB791A7}" dt="2019-03-21T16:14:58.731" v="1941" actId="1076"/>
          <ac:spMkLst>
            <pc:docMk/>
            <pc:sldMk cId="4041807127" sldId="339"/>
            <ac:spMk id="8" creationId="{55C4DDA7-DDBE-44FF-8268-E0DD4F326E7A}"/>
          </ac:spMkLst>
        </pc:spChg>
        <pc:picChg chg="add del mod">
          <ac:chgData name="dincerkonur@yahoo.com" userId="0cb337efb386619d" providerId="LiveId" clId="{22A08698-3626-4691-A82D-B3E1CFB791A7}" dt="2019-03-21T16:13:47.840" v="1934" actId="478"/>
          <ac:picMkLst>
            <pc:docMk/>
            <pc:sldMk cId="4041807127" sldId="339"/>
            <ac:picMk id="4" creationId="{528F9C18-62D0-4006-932D-DE2F9DE9516E}"/>
          </ac:picMkLst>
        </pc:picChg>
        <pc:picChg chg="add mod">
          <ac:chgData name="dincerkonur@yahoo.com" userId="0cb337efb386619d" providerId="LiveId" clId="{22A08698-3626-4691-A82D-B3E1CFB791A7}" dt="2019-03-21T16:08:09.037" v="1910" actId="1076"/>
          <ac:picMkLst>
            <pc:docMk/>
            <pc:sldMk cId="4041807127" sldId="339"/>
            <ac:picMk id="5" creationId="{E644B4AD-0F3D-46B2-B5CC-E489CBDBE8F4}"/>
          </ac:picMkLst>
        </pc:picChg>
        <pc:picChg chg="del">
          <ac:chgData name="dincerkonur@yahoo.com" userId="0cb337efb386619d" providerId="LiveId" clId="{22A08698-3626-4691-A82D-B3E1CFB791A7}" dt="2019-03-21T15:32:11.071" v="1251" actId="478"/>
          <ac:picMkLst>
            <pc:docMk/>
            <pc:sldMk cId="4041807127" sldId="339"/>
            <ac:picMk id="6" creationId="{0B36D863-6317-4528-9BBB-F64B3C6E9223}"/>
          </ac:picMkLst>
        </pc:picChg>
        <pc:picChg chg="del">
          <ac:chgData name="dincerkonur@yahoo.com" userId="0cb337efb386619d" providerId="LiveId" clId="{22A08698-3626-4691-A82D-B3E1CFB791A7}" dt="2019-03-21T15:32:12.382" v="1252" actId="478"/>
          <ac:picMkLst>
            <pc:docMk/>
            <pc:sldMk cId="4041807127" sldId="339"/>
            <ac:picMk id="7" creationId="{66651059-A100-4730-86A4-BC4E2567F004}"/>
          </ac:picMkLst>
        </pc:picChg>
        <pc:picChg chg="add mod">
          <ac:chgData name="dincerkonur@yahoo.com" userId="0cb337efb386619d" providerId="LiveId" clId="{22A08698-3626-4691-A82D-B3E1CFB791A7}" dt="2019-03-21T16:15:03.605" v="1943" actId="14100"/>
          <ac:picMkLst>
            <pc:docMk/>
            <pc:sldMk cId="4041807127" sldId="339"/>
            <ac:picMk id="9" creationId="{89510119-8183-4A4E-8CD1-82B959FE70A9}"/>
          </ac:picMkLst>
        </pc:picChg>
      </pc:sldChg>
      <pc:sldChg chg="del">
        <pc:chgData name="dincerkonur@yahoo.com" userId="0cb337efb386619d" providerId="LiveId" clId="{22A08698-3626-4691-A82D-B3E1CFB791A7}" dt="2019-03-21T16:24:53.909" v="2254" actId="2696"/>
        <pc:sldMkLst>
          <pc:docMk/>
          <pc:sldMk cId="2763602132" sldId="340"/>
        </pc:sldMkLst>
      </pc:sldChg>
      <pc:sldChg chg="del">
        <pc:chgData name="dincerkonur@yahoo.com" userId="0cb337efb386619d" providerId="LiveId" clId="{22A08698-3626-4691-A82D-B3E1CFB791A7}" dt="2019-03-21T16:24:54.556" v="2255" actId="2696"/>
        <pc:sldMkLst>
          <pc:docMk/>
          <pc:sldMk cId="1014707443" sldId="341"/>
        </pc:sldMkLst>
      </pc:sldChg>
      <pc:sldChg chg="del">
        <pc:chgData name="dincerkonur@yahoo.com" userId="0cb337efb386619d" providerId="LiveId" clId="{22A08698-3626-4691-A82D-B3E1CFB791A7}" dt="2019-03-21T16:24:55.057" v="2256" actId="2696"/>
        <pc:sldMkLst>
          <pc:docMk/>
          <pc:sldMk cId="2753905357" sldId="342"/>
        </pc:sldMkLst>
      </pc:sldChg>
      <pc:sldChg chg="del">
        <pc:chgData name="dincerkonur@yahoo.com" userId="0cb337efb386619d" providerId="LiveId" clId="{22A08698-3626-4691-A82D-B3E1CFB791A7}" dt="2019-03-21T16:24:56.660" v="2257" actId="2696"/>
        <pc:sldMkLst>
          <pc:docMk/>
          <pc:sldMk cId="2071036895" sldId="343"/>
        </pc:sldMkLst>
      </pc:sldChg>
      <pc:sldChg chg="del">
        <pc:chgData name="dincerkonur@yahoo.com" userId="0cb337efb386619d" providerId="LiveId" clId="{22A08698-3626-4691-A82D-B3E1CFB791A7}" dt="2019-03-21T16:24:57.553" v="2258" actId="2696"/>
        <pc:sldMkLst>
          <pc:docMk/>
          <pc:sldMk cId="3076968820" sldId="345"/>
        </pc:sldMkLst>
      </pc:sldChg>
      <pc:sldChg chg="del">
        <pc:chgData name="dincerkonur@yahoo.com" userId="0cb337efb386619d" providerId="LiveId" clId="{22A08698-3626-4691-A82D-B3E1CFB791A7}" dt="2019-03-21T16:24:58.398" v="2259" actId="2696"/>
        <pc:sldMkLst>
          <pc:docMk/>
          <pc:sldMk cId="1214762983" sldId="346"/>
        </pc:sldMkLst>
      </pc:sldChg>
      <pc:sldChg chg="del">
        <pc:chgData name="dincerkonur@yahoo.com" userId="0cb337efb386619d" providerId="LiveId" clId="{22A08698-3626-4691-A82D-B3E1CFB791A7}" dt="2019-03-21T16:24:59.168" v="2260" actId="2696"/>
        <pc:sldMkLst>
          <pc:docMk/>
          <pc:sldMk cId="2043643252" sldId="347"/>
        </pc:sldMkLst>
      </pc:sldChg>
      <pc:sldChg chg="del">
        <pc:chgData name="dincerkonur@yahoo.com" userId="0cb337efb386619d" providerId="LiveId" clId="{22A08698-3626-4691-A82D-B3E1CFB791A7}" dt="2019-03-21T16:25:00.090" v="2261" actId="2696"/>
        <pc:sldMkLst>
          <pc:docMk/>
          <pc:sldMk cId="2204979976" sldId="348"/>
        </pc:sldMkLst>
      </pc:sldChg>
      <pc:sldChg chg="del">
        <pc:chgData name="dincerkonur@yahoo.com" userId="0cb337efb386619d" providerId="LiveId" clId="{22A08698-3626-4691-A82D-B3E1CFB791A7}" dt="2019-03-21T16:26:54.594" v="2293" actId="2696"/>
        <pc:sldMkLst>
          <pc:docMk/>
          <pc:sldMk cId="4282407933" sldId="349"/>
        </pc:sldMkLst>
      </pc:sldChg>
      <pc:sldChg chg="del">
        <pc:chgData name="dincerkonur@yahoo.com" userId="0cb337efb386619d" providerId="LiveId" clId="{22A08698-3626-4691-A82D-B3E1CFB791A7}" dt="2019-03-21T16:26:55.254" v="2294" actId="2696"/>
        <pc:sldMkLst>
          <pc:docMk/>
          <pc:sldMk cId="3633599401" sldId="350"/>
        </pc:sldMkLst>
      </pc:sldChg>
      <pc:sldChg chg="del">
        <pc:chgData name="dincerkonur@yahoo.com" userId="0cb337efb386619d" providerId="LiveId" clId="{22A08698-3626-4691-A82D-B3E1CFB791A7}" dt="2019-03-21T16:26:55.911" v="2295" actId="2696"/>
        <pc:sldMkLst>
          <pc:docMk/>
          <pc:sldMk cId="3114781223" sldId="351"/>
        </pc:sldMkLst>
      </pc:sldChg>
      <pc:sldChg chg="del">
        <pc:chgData name="dincerkonur@yahoo.com" userId="0cb337efb386619d" providerId="LiveId" clId="{22A08698-3626-4691-A82D-B3E1CFB791A7}" dt="2019-03-21T16:26:56.421" v="2296" actId="2696"/>
        <pc:sldMkLst>
          <pc:docMk/>
          <pc:sldMk cId="3068082800" sldId="352"/>
        </pc:sldMkLst>
      </pc:sldChg>
      <pc:sldChg chg="del">
        <pc:chgData name="dincerkonur@yahoo.com" userId="0cb337efb386619d" providerId="LiveId" clId="{22A08698-3626-4691-A82D-B3E1CFB791A7}" dt="2019-03-21T16:26:56.986" v="2297" actId="2696"/>
        <pc:sldMkLst>
          <pc:docMk/>
          <pc:sldMk cId="3013913442" sldId="353"/>
        </pc:sldMkLst>
      </pc:sldChg>
      <pc:sldChg chg="del">
        <pc:chgData name="dincerkonur@yahoo.com" userId="0cb337efb386619d" providerId="LiveId" clId="{22A08698-3626-4691-A82D-B3E1CFB791A7}" dt="2019-03-21T16:26:57.562" v="2298" actId="2696"/>
        <pc:sldMkLst>
          <pc:docMk/>
          <pc:sldMk cId="260874514" sldId="354"/>
        </pc:sldMkLst>
      </pc:sldChg>
      <pc:sldChg chg="del">
        <pc:chgData name="dincerkonur@yahoo.com" userId="0cb337efb386619d" providerId="LiveId" clId="{22A08698-3626-4691-A82D-B3E1CFB791A7}" dt="2019-03-21T16:26:58.147" v="2299" actId="2696"/>
        <pc:sldMkLst>
          <pc:docMk/>
          <pc:sldMk cId="4294906267" sldId="355"/>
        </pc:sldMkLst>
      </pc:sldChg>
      <pc:sldChg chg="del">
        <pc:chgData name="dincerkonur@yahoo.com" userId="0cb337efb386619d" providerId="LiveId" clId="{22A08698-3626-4691-A82D-B3E1CFB791A7}" dt="2019-03-21T16:26:58.746" v="2300" actId="2696"/>
        <pc:sldMkLst>
          <pc:docMk/>
          <pc:sldMk cId="3935855480" sldId="356"/>
        </pc:sldMkLst>
      </pc:sldChg>
      <pc:sldChg chg="del">
        <pc:chgData name="dincerkonur@yahoo.com" userId="0cb337efb386619d" providerId="LiveId" clId="{22A08698-3626-4691-A82D-B3E1CFB791A7}" dt="2019-03-21T16:26:59.635" v="2301" actId="2696"/>
        <pc:sldMkLst>
          <pc:docMk/>
          <pc:sldMk cId="3402952667" sldId="357"/>
        </pc:sldMkLst>
      </pc:sldChg>
      <pc:sldChg chg="del">
        <pc:chgData name="dincerkonur@yahoo.com" userId="0cb337efb386619d" providerId="LiveId" clId="{22A08698-3626-4691-A82D-B3E1CFB791A7}" dt="2019-03-21T16:27:00.636" v="2302" actId="2696"/>
        <pc:sldMkLst>
          <pc:docMk/>
          <pc:sldMk cId="2649553884" sldId="358"/>
        </pc:sldMkLst>
      </pc:sldChg>
      <pc:sldChg chg="del">
        <pc:chgData name="dincerkonur@yahoo.com" userId="0cb337efb386619d" providerId="LiveId" clId="{22A08698-3626-4691-A82D-B3E1CFB791A7}" dt="2019-03-21T16:27:01.485" v="2303" actId="2696"/>
        <pc:sldMkLst>
          <pc:docMk/>
          <pc:sldMk cId="3539148286" sldId="359"/>
        </pc:sldMkLst>
      </pc:sldChg>
      <pc:sldChg chg="del">
        <pc:chgData name="dincerkonur@yahoo.com" userId="0cb337efb386619d" providerId="LiveId" clId="{22A08698-3626-4691-A82D-B3E1CFB791A7}" dt="2019-03-21T16:27:02.115" v="2304" actId="2696"/>
        <pc:sldMkLst>
          <pc:docMk/>
          <pc:sldMk cId="891309868" sldId="360"/>
        </pc:sldMkLst>
      </pc:sldChg>
      <pc:sldChg chg="del">
        <pc:chgData name="dincerkonur@yahoo.com" userId="0cb337efb386619d" providerId="LiveId" clId="{22A08698-3626-4691-A82D-B3E1CFB791A7}" dt="2019-03-21T16:27:03.464" v="2305" actId="2696"/>
        <pc:sldMkLst>
          <pc:docMk/>
          <pc:sldMk cId="3177436835" sldId="361"/>
        </pc:sldMkLst>
      </pc:sldChg>
      <pc:sldChg chg="addSp delSp modSp add modAnim">
        <pc:chgData name="dincerkonur@yahoo.com" userId="0cb337efb386619d" providerId="LiveId" clId="{22A08698-3626-4691-A82D-B3E1CFB791A7}" dt="2019-03-22T19:26:48.574" v="10943"/>
        <pc:sldMkLst>
          <pc:docMk/>
          <pc:sldMk cId="3006736159" sldId="362"/>
        </pc:sldMkLst>
        <pc:spChg chg="mod">
          <ac:chgData name="dincerkonur@yahoo.com" userId="0cb337efb386619d" providerId="LiveId" clId="{22A08698-3626-4691-A82D-B3E1CFB791A7}" dt="2019-03-21T20:33:48.865" v="6063" actId="20577"/>
          <ac:spMkLst>
            <pc:docMk/>
            <pc:sldMk cId="3006736159" sldId="362"/>
            <ac:spMk id="2" creationId="{00000000-0000-0000-0000-000000000000}"/>
          </ac:spMkLst>
        </pc:spChg>
        <pc:spChg chg="mod">
          <ac:chgData name="dincerkonur@yahoo.com" userId="0cb337efb386619d" providerId="LiveId" clId="{22A08698-3626-4691-A82D-B3E1CFB791A7}" dt="2019-03-21T15:33:56.757" v="1290" actId="27636"/>
          <ac:spMkLst>
            <pc:docMk/>
            <pc:sldMk cId="3006736159" sldId="362"/>
            <ac:spMk id="3" creationId="{00000000-0000-0000-0000-000000000000}"/>
          </ac:spMkLst>
        </pc:spChg>
        <pc:spChg chg="add del mod">
          <ac:chgData name="dincerkonur@yahoo.com" userId="0cb337efb386619d" providerId="LiveId" clId="{22A08698-3626-4691-A82D-B3E1CFB791A7}" dt="2019-03-21T15:33:52.121" v="1288" actId="478"/>
          <ac:spMkLst>
            <pc:docMk/>
            <pc:sldMk cId="3006736159" sldId="362"/>
            <ac:spMk id="4" creationId="{25B553F2-6D73-4AA3-903C-42A32C0AEA32}"/>
          </ac:spMkLst>
        </pc:spChg>
        <pc:spChg chg="add del mod">
          <ac:chgData name="dincerkonur@yahoo.com" userId="0cb337efb386619d" providerId="LiveId" clId="{22A08698-3626-4691-A82D-B3E1CFB791A7}" dt="2019-03-21T15:13:52.091" v="977" actId="478"/>
          <ac:spMkLst>
            <pc:docMk/>
            <pc:sldMk cId="3006736159" sldId="362"/>
            <ac:spMk id="5" creationId="{8AAA1E46-9BA3-4816-BD20-8073EE8A4831}"/>
          </ac:spMkLst>
        </pc:spChg>
        <pc:spChg chg="add del mod">
          <ac:chgData name="dincerkonur@yahoo.com" userId="0cb337efb386619d" providerId="LiveId" clId="{22A08698-3626-4691-A82D-B3E1CFB791A7}" dt="2019-03-21T15:33:52.121" v="1288" actId="478"/>
          <ac:spMkLst>
            <pc:docMk/>
            <pc:sldMk cId="3006736159" sldId="362"/>
            <ac:spMk id="6" creationId="{9F179AC1-D03D-40F9-82A7-494374A6FFF7}"/>
          </ac:spMkLst>
        </pc:spChg>
        <pc:spChg chg="add del mod">
          <ac:chgData name="dincerkonur@yahoo.com" userId="0cb337efb386619d" providerId="LiveId" clId="{22A08698-3626-4691-A82D-B3E1CFB791A7}" dt="2019-03-21T15:33:52.121" v="1288" actId="478"/>
          <ac:spMkLst>
            <pc:docMk/>
            <pc:sldMk cId="3006736159" sldId="362"/>
            <ac:spMk id="7" creationId="{81E952CA-D6F1-4ACD-840E-4267F9237AC7}"/>
          </ac:spMkLst>
        </pc:spChg>
        <pc:spChg chg="add del mod">
          <ac:chgData name="dincerkonur@yahoo.com" userId="0cb337efb386619d" providerId="LiveId" clId="{22A08698-3626-4691-A82D-B3E1CFB791A7}" dt="2019-03-21T15:33:52.121" v="1288" actId="478"/>
          <ac:spMkLst>
            <pc:docMk/>
            <pc:sldMk cId="3006736159" sldId="362"/>
            <ac:spMk id="8" creationId="{457BD6A8-129E-4D72-A0FF-89E2ACA06F87}"/>
          </ac:spMkLst>
        </pc:spChg>
        <pc:spChg chg="add del mod">
          <ac:chgData name="dincerkonur@yahoo.com" userId="0cb337efb386619d" providerId="LiveId" clId="{22A08698-3626-4691-A82D-B3E1CFB791A7}" dt="2019-03-21T15:33:52.121" v="1288" actId="478"/>
          <ac:spMkLst>
            <pc:docMk/>
            <pc:sldMk cId="3006736159" sldId="362"/>
            <ac:spMk id="14" creationId="{247DA2C0-9529-4BF2-A57F-417496DFFE28}"/>
          </ac:spMkLst>
        </pc:spChg>
        <pc:spChg chg="add del mod">
          <ac:chgData name="dincerkonur@yahoo.com" userId="0cb337efb386619d" providerId="LiveId" clId="{22A08698-3626-4691-A82D-B3E1CFB791A7}" dt="2019-03-21T15:33:52.121" v="1288" actId="478"/>
          <ac:spMkLst>
            <pc:docMk/>
            <pc:sldMk cId="3006736159" sldId="362"/>
            <ac:spMk id="31" creationId="{7515B562-50C4-4ACD-A874-79E501B14A9F}"/>
          </ac:spMkLst>
        </pc:spChg>
        <pc:spChg chg="add del mod">
          <ac:chgData name="dincerkonur@yahoo.com" userId="0cb337efb386619d" providerId="LiveId" clId="{22A08698-3626-4691-A82D-B3E1CFB791A7}" dt="2019-03-21T15:33:52.121" v="1288" actId="478"/>
          <ac:spMkLst>
            <pc:docMk/>
            <pc:sldMk cId="3006736159" sldId="362"/>
            <ac:spMk id="32" creationId="{693903C2-66EF-4B21-AC1C-D81C13D3ECFC}"/>
          </ac:spMkLst>
        </pc:spChg>
        <pc:spChg chg="add del mod">
          <ac:chgData name="dincerkonur@yahoo.com" userId="0cb337efb386619d" providerId="LiveId" clId="{22A08698-3626-4691-A82D-B3E1CFB791A7}" dt="2019-03-21T15:33:52.121" v="1288" actId="478"/>
          <ac:spMkLst>
            <pc:docMk/>
            <pc:sldMk cId="3006736159" sldId="362"/>
            <ac:spMk id="33" creationId="{9E9A2DDB-B27F-4B7D-9B04-6FBFFBB0A80A}"/>
          </ac:spMkLst>
        </pc:spChg>
        <pc:spChg chg="add del mod">
          <ac:chgData name="dincerkonur@yahoo.com" userId="0cb337efb386619d" providerId="LiveId" clId="{22A08698-3626-4691-A82D-B3E1CFB791A7}" dt="2019-03-21T15:33:52.121" v="1288" actId="478"/>
          <ac:spMkLst>
            <pc:docMk/>
            <pc:sldMk cId="3006736159" sldId="362"/>
            <ac:spMk id="34" creationId="{9B689B50-0F84-4957-B79B-C5A7C873AAB3}"/>
          </ac:spMkLst>
        </pc:spChg>
        <pc:cxnChg chg="add del mod">
          <ac:chgData name="dincerkonur@yahoo.com" userId="0cb337efb386619d" providerId="LiveId" clId="{22A08698-3626-4691-A82D-B3E1CFB791A7}" dt="2019-03-21T15:33:52.121" v="1288" actId="478"/>
          <ac:cxnSpMkLst>
            <pc:docMk/>
            <pc:sldMk cId="3006736159" sldId="362"/>
            <ac:cxnSpMk id="10" creationId="{B960DE84-4ED7-4052-8B8B-203CEE3E7DE7}"/>
          </ac:cxnSpMkLst>
        </pc:cxnChg>
        <pc:cxnChg chg="add del mod">
          <ac:chgData name="dincerkonur@yahoo.com" userId="0cb337efb386619d" providerId="LiveId" clId="{22A08698-3626-4691-A82D-B3E1CFB791A7}" dt="2019-03-21T15:33:52.121" v="1288" actId="478"/>
          <ac:cxnSpMkLst>
            <pc:docMk/>
            <pc:sldMk cId="3006736159" sldId="362"/>
            <ac:cxnSpMk id="15" creationId="{340E9003-B1DB-4F8D-92F5-1206075F2122}"/>
          </ac:cxnSpMkLst>
        </pc:cxnChg>
        <pc:cxnChg chg="add del mod">
          <ac:chgData name="dincerkonur@yahoo.com" userId="0cb337efb386619d" providerId="LiveId" clId="{22A08698-3626-4691-A82D-B3E1CFB791A7}" dt="2019-03-21T15:33:52.121" v="1288" actId="478"/>
          <ac:cxnSpMkLst>
            <pc:docMk/>
            <pc:sldMk cId="3006736159" sldId="362"/>
            <ac:cxnSpMk id="17" creationId="{2E1E746D-7762-49DD-9636-F1BB272BDC85}"/>
          </ac:cxnSpMkLst>
        </pc:cxnChg>
        <pc:cxnChg chg="add del mod">
          <ac:chgData name="dincerkonur@yahoo.com" userId="0cb337efb386619d" providerId="LiveId" clId="{22A08698-3626-4691-A82D-B3E1CFB791A7}" dt="2019-03-21T15:33:52.121" v="1288" actId="478"/>
          <ac:cxnSpMkLst>
            <pc:docMk/>
            <pc:sldMk cId="3006736159" sldId="362"/>
            <ac:cxnSpMk id="19" creationId="{96698E89-C251-4800-B9F7-F67165ACF566}"/>
          </ac:cxnSpMkLst>
        </pc:cxnChg>
        <pc:cxnChg chg="add del mod">
          <ac:chgData name="dincerkonur@yahoo.com" userId="0cb337efb386619d" providerId="LiveId" clId="{22A08698-3626-4691-A82D-B3E1CFB791A7}" dt="2019-03-21T15:33:52.121" v="1288" actId="478"/>
          <ac:cxnSpMkLst>
            <pc:docMk/>
            <pc:sldMk cId="3006736159" sldId="362"/>
            <ac:cxnSpMk id="21" creationId="{D3797DCD-603C-4467-A335-356666290CC0}"/>
          </ac:cxnSpMkLst>
        </pc:cxnChg>
        <pc:cxnChg chg="add del mod">
          <ac:chgData name="dincerkonur@yahoo.com" userId="0cb337efb386619d" providerId="LiveId" clId="{22A08698-3626-4691-A82D-B3E1CFB791A7}" dt="2019-03-21T15:14:44.645" v="988" actId="478"/>
          <ac:cxnSpMkLst>
            <pc:docMk/>
            <pc:sldMk cId="3006736159" sldId="362"/>
            <ac:cxnSpMk id="24" creationId="{9055819B-8EC8-4940-ABE3-B36C2A3E91B7}"/>
          </ac:cxnSpMkLst>
        </pc:cxnChg>
        <pc:cxnChg chg="add del mod">
          <ac:chgData name="dincerkonur@yahoo.com" userId="0cb337efb386619d" providerId="LiveId" clId="{22A08698-3626-4691-A82D-B3E1CFB791A7}" dt="2019-03-21T15:33:52.121" v="1288" actId="478"/>
          <ac:cxnSpMkLst>
            <pc:docMk/>
            <pc:sldMk cId="3006736159" sldId="362"/>
            <ac:cxnSpMk id="26" creationId="{9D42DA34-EBF3-45CE-B514-54774DB11454}"/>
          </ac:cxnSpMkLst>
        </pc:cxnChg>
        <pc:cxnChg chg="add del mod">
          <ac:chgData name="dincerkonur@yahoo.com" userId="0cb337efb386619d" providerId="LiveId" clId="{22A08698-3626-4691-A82D-B3E1CFB791A7}" dt="2019-03-21T15:33:52.121" v="1288" actId="478"/>
          <ac:cxnSpMkLst>
            <pc:docMk/>
            <pc:sldMk cId="3006736159" sldId="362"/>
            <ac:cxnSpMk id="27" creationId="{FAE11278-5847-4409-82BB-8726AF1366AD}"/>
          </ac:cxnSpMkLst>
        </pc:cxnChg>
      </pc:sldChg>
      <pc:sldChg chg="addSp delSp modSp add">
        <pc:chgData name="dincerkonur@yahoo.com" userId="0cb337efb386619d" providerId="LiveId" clId="{22A08698-3626-4691-A82D-B3E1CFB791A7}" dt="2019-03-21T20:33:57.789" v="6085" actId="20577"/>
        <pc:sldMkLst>
          <pc:docMk/>
          <pc:sldMk cId="2015450921" sldId="363"/>
        </pc:sldMkLst>
        <pc:spChg chg="mod">
          <ac:chgData name="dincerkonur@yahoo.com" userId="0cb337efb386619d" providerId="LiveId" clId="{22A08698-3626-4691-A82D-B3E1CFB791A7}" dt="2019-03-21T20:33:57.789" v="6085" actId="20577"/>
          <ac:spMkLst>
            <pc:docMk/>
            <pc:sldMk cId="2015450921" sldId="363"/>
            <ac:spMk id="2" creationId="{00000000-0000-0000-0000-000000000000}"/>
          </ac:spMkLst>
        </pc:spChg>
        <pc:spChg chg="mod">
          <ac:chgData name="dincerkonur@yahoo.com" userId="0cb337efb386619d" providerId="LiveId" clId="{22A08698-3626-4691-A82D-B3E1CFB791A7}" dt="2019-03-21T15:34:56.931" v="1364" actId="20577"/>
          <ac:spMkLst>
            <pc:docMk/>
            <pc:sldMk cId="2015450921" sldId="363"/>
            <ac:spMk id="3" creationId="{00000000-0000-0000-0000-000000000000}"/>
          </ac:spMkLst>
        </pc:spChg>
        <pc:spChg chg="del mod">
          <ac:chgData name="dincerkonur@yahoo.com" userId="0cb337efb386619d" providerId="LiveId" clId="{22A08698-3626-4691-A82D-B3E1CFB791A7}" dt="2019-03-21T15:34:46.373" v="1343" actId="478"/>
          <ac:spMkLst>
            <pc:docMk/>
            <pc:sldMk cId="2015450921" sldId="363"/>
            <ac:spMk id="4" creationId="{25B553F2-6D73-4AA3-903C-42A32C0AEA32}"/>
          </ac:spMkLst>
        </pc:spChg>
        <pc:spChg chg="mod">
          <ac:chgData name="dincerkonur@yahoo.com" userId="0cb337efb386619d" providerId="LiveId" clId="{22A08698-3626-4691-A82D-B3E1CFB791A7}" dt="2019-03-21T15:38:12.400" v="1461" actId="20577"/>
          <ac:spMkLst>
            <pc:docMk/>
            <pc:sldMk cId="2015450921" sldId="363"/>
            <ac:spMk id="6" creationId="{9F179AC1-D03D-40F9-82A7-494374A6FFF7}"/>
          </ac:spMkLst>
        </pc:spChg>
        <pc:spChg chg="del mod">
          <ac:chgData name="dincerkonur@yahoo.com" userId="0cb337efb386619d" providerId="LiveId" clId="{22A08698-3626-4691-A82D-B3E1CFB791A7}" dt="2019-03-21T15:39:36.774" v="1500" actId="478"/>
          <ac:spMkLst>
            <pc:docMk/>
            <pc:sldMk cId="2015450921" sldId="363"/>
            <ac:spMk id="7" creationId="{81E952CA-D6F1-4ACD-840E-4267F9237AC7}"/>
          </ac:spMkLst>
        </pc:spChg>
        <pc:spChg chg="mod">
          <ac:chgData name="dincerkonur@yahoo.com" userId="0cb337efb386619d" providerId="LiveId" clId="{22A08698-3626-4691-A82D-B3E1CFB791A7}" dt="2019-03-21T15:44:13.705" v="1585" actId="1076"/>
          <ac:spMkLst>
            <pc:docMk/>
            <pc:sldMk cId="2015450921" sldId="363"/>
            <ac:spMk id="8" creationId="{457BD6A8-129E-4D72-A0FF-89E2ACA06F87}"/>
          </ac:spMkLst>
        </pc:spChg>
        <pc:spChg chg="add mod">
          <ac:chgData name="dincerkonur@yahoo.com" userId="0cb337efb386619d" providerId="LiveId" clId="{22A08698-3626-4691-A82D-B3E1CFB791A7}" dt="2019-03-21T15:38:31.476" v="1469" actId="1076"/>
          <ac:spMkLst>
            <pc:docMk/>
            <pc:sldMk cId="2015450921" sldId="363"/>
            <ac:spMk id="11" creationId="{EA861328-D19C-45DB-9E92-7E86F1C56ECF}"/>
          </ac:spMkLst>
        </pc:spChg>
        <pc:spChg chg="del mod">
          <ac:chgData name="dincerkonur@yahoo.com" userId="0cb337efb386619d" providerId="LiveId" clId="{22A08698-3626-4691-A82D-B3E1CFB791A7}" dt="2019-03-21T15:34:49.094" v="1344" actId="478"/>
          <ac:spMkLst>
            <pc:docMk/>
            <pc:sldMk cId="2015450921" sldId="363"/>
            <ac:spMk id="14" creationId="{247DA2C0-9529-4BF2-A57F-417496DFFE28}"/>
          </ac:spMkLst>
        </pc:spChg>
        <pc:spChg chg="add mod">
          <ac:chgData name="dincerkonur@yahoo.com" userId="0cb337efb386619d" providerId="LiveId" clId="{22A08698-3626-4691-A82D-B3E1CFB791A7}" dt="2019-03-21T15:42:46.241" v="1559" actId="1076"/>
          <ac:spMkLst>
            <pc:docMk/>
            <pc:sldMk cId="2015450921" sldId="363"/>
            <ac:spMk id="23" creationId="{484932DA-E278-44C3-B1CD-939C79FD0010}"/>
          </ac:spMkLst>
        </pc:spChg>
        <pc:spChg chg="add mod">
          <ac:chgData name="dincerkonur@yahoo.com" userId="0cb337efb386619d" providerId="LiveId" clId="{22A08698-3626-4691-A82D-B3E1CFB791A7}" dt="2019-03-21T15:44:17.390" v="1586" actId="1076"/>
          <ac:spMkLst>
            <pc:docMk/>
            <pc:sldMk cId="2015450921" sldId="363"/>
            <ac:spMk id="24" creationId="{72E51591-CD42-43DE-BEA0-6E163BF61821}"/>
          </ac:spMkLst>
        </pc:spChg>
        <pc:spChg chg="mod">
          <ac:chgData name="dincerkonur@yahoo.com" userId="0cb337efb386619d" providerId="LiveId" clId="{22A08698-3626-4691-A82D-B3E1CFB791A7}" dt="2019-03-21T15:47:00.422" v="1634" actId="1076"/>
          <ac:spMkLst>
            <pc:docMk/>
            <pc:sldMk cId="2015450921" sldId="363"/>
            <ac:spMk id="31" creationId="{7515B562-50C4-4ACD-A874-79E501B14A9F}"/>
          </ac:spMkLst>
        </pc:spChg>
        <pc:spChg chg="mod">
          <ac:chgData name="dincerkonur@yahoo.com" userId="0cb337efb386619d" providerId="LiveId" clId="{22A08698-3626-4691-A82D-B3E1CFB791A7}" dt="2019-03-21T15:46:40.417" v="1630" actId="1076"/>
          <ac:spMkLst>
            <pc:docMk/>
            <pc:sldMk cId="2015450921" sldId="363"/>
            <ac:spMk id="32" creationId="{693903C2-66EF-4B21-AC1C-D81C13D3ECFC}"/>
          </ac:spMkLst>
        </pc:spChg>
        <pc:spChg chg="mod">
          <ac:chgData name="dincerkonur@yahoo.com" userId="0cb337efb386619d" providerId="LiveId" clId="{22A08698-3626-4691-A82D-B3E1CFB791A7}" dt="2019-03-21T15:46:02.498" v="1621" actId="1076"/>
          <ac:spMkLst>
            <pc:docMk/>
            <pc:sldMk cId="2015450921" sldId="363"/>
            <ac:spMk id="33" creationId="{9E9A2DDB-B27F-4B7D-9B04-6FBFFBB0A80A}"/>
          </ac:spMkLst>
        </pc:spChg>
        <pc:spChg chg="mod">
          <ac:chgData name="dincerkonur@yahoo.com" userId="0cb337efb386619d" providerId="LiveId" clId="{22A08698-3626-4691-A82D-B3E1CFB791A7}" dt="2019-03-21T15:45:59.151" v="1620" actId="1076"/>
          <ac:spMkLst>
            <pc:docMk/>
            <pc:sldMk cId="2015450921" sldId="363"/>
            <ac:spMk id="34" creationId="{9B689B50-0F84-4957-B79B-C5A7C873AAB3}"/>
          </ac:spMkLst>
        </pc:spChg>
        <pc:spChg chg="add mod">
          <ac:chgData name="dincerkonur@yahoo.com" userId="0cb337efb386619d" providerId="LiveId" clId="{22A08698-3626-4691-A82D-B3E1CFB791A7}" dt="2019-03-21T15:39:34.648" v="1499" actId="1076"/>
          <ac:spMkLst>
            <pc:docMk/>
            <pc:sldMk cId="2015450921" sldId="363"/>
            <ac:spMk id="37" creationId="{29B18D42-9629-4E1F-9F64-DF3BC97D4097}"/>
          </ac:spMkLst>
        </pc:spChg>
        <pc:spChg chg="add mod">
          <ac:chgData name="dincerkonur@yahoo.com" userId="0cb337efb386619d" providerId="LiveId" clId="{22A08698-3626-4691-A82D-B3E1CFB791A7}" dt="2019-03-21T15:42:46.241" v="1559" actId="1076"/>
          <ac:spMkLst>
            <pc:docMk/>
            <pc:sldMk cId="2015450921" sldId="363"/>
            <ac:spMk id="38" creationId="{EBF8E3CD-7B1C-4C76-B48D-A2AFDE9A25E4}"/>
          </ac:spMkLst>
        </pc:spChg>
        <pc:spChg chg="add mod">
          <ac:chgData name="dincerkonur@yahoo.com" userId="0cb337efb386619d" providerId="LiveId" clId="{22A08698-3626-4691-A82D-B3E1CFB791A7}" dt="2019-03-21T15:42:46.241" v="1559" actId="1076"/>
          <ac:spMkLst>
            <pc:docMk/>
            <pc:sldMk cId="2015450921" sldId="363"/>
            <ac:spMk id="39" creationId="{7EAA1A95-E006-4F6D-86C9-5444FE237340}"/>
          </ac:spMkLst>
        </pc:spChg>
        <pc:spChg chg="add mod">
          <ac:chgData name="dincerkonur@yahoo.com" userId="0cb337efb386619d" providerId="LiveId" clId="{22A08698-3626-4691-A82D-B3E1CFB791A7}" dt="2019-03-21T15:46:14.658" v="1625" actId="1076"/>
          <ac:spMkLst>
            <pc:docMk/>
            <pc:sldMk cId="2015450921" sldId="363"/>
            <ac:spMk id="47" creationId="{CD93C572-2029-4586-80BA-53C0C296985A}"/>
          </ac:spMkLst>
        </pc:spChg>
        <pc:cxnChg chg="mod">
          <ac:chgData name="dincerkonur@yahoo.com" userId="0cb337efb386619d" providerId="LiveId" clId="{22A08698-3626-4691-A82D-B3E1CFB791A7}" dt="2019-03-21T15:38:07.967" v="1453" actId="1076"/>
          <ac:cxnSpMkLst>
            <pc:docMk/>
            <pc:sldMk cId="2015450921" sldId="363"/>
            <ac:cxnSpMk id="10" creationId="{B960DE84-4ED7-4052-8B8B-203CEE3E7DE7}"/>
          </ac:cxnSpMkLst>
        </pc:cxnChg>
        <pc:cxnChg chg="del mod">
          <ac:chgData name="dincerkonur@yahoo.com" userId="0cb337efb386619d" providerId="LiveId" clId="{22A08698-3626-4691-A82D-B3E1CFB791A7}" dt="2019-03-21T15:39:56.117" v="1514" actId="478"/>
          <ac:cxnSpMkLst>
            <pc:docMk/>
            <pc:sldMk cId="2015450921" sldId="363"/>
            <ac:cxnSpMk id="15" creationId="{340E9003-B1DB-4F8D-92F5-1206075F2122}"/>
          </ac:cxnSpMkLst>
        </pc:cxnChg>
        <pc:cxnChg chg="mod">
          <ac:chgData name="dincerkonur@yahoo.com" userId="0cb337efb386619d" providerId="LiveId" clId="{22A08698-3626-4691-A82D-B3E1CFB791A7}" dt="2019-03-21T15:44:24.641" v="1588" actId="14100"/>
          <ac:cxnSpMkLst>
            <pc:docMk/>
            <pc:sldMk cId="2015450921" sldId="363"/>
            <ac:cxnSpMk id="17" creationId="{2E1E746D-7762-49DD-9636-F1BB272BDC85}"/>
          </ac:cxnSpMkLst>
        </pc:cxnChg>
        <pc:cxnChg chg="mod">
          <ac:chgData name="dincerkonur@yahoo.com" userId="0cb337efb386619d" providerId="LiveId" clId="{22A08698-3626-4691-A82D-B3E1CFB791A7}" dt="2019-03-21T15:44:34.797" v="1590" actId="14100"/>
          <ac:cxnSpMkLst>
            <pc:docMk/>
            <pc:sldMk cId="2015450921" sldId="363"/>
            <ac:cxnSpMk id="19" creationId="{96698E89-C251-4800-B9F7-F67165ACF566}"/>
          </ac:cxnSpMkLst>
        </pc:cxnChg>
        <pc:cxnChg chg="mod">
          <ac:chgData name="dincerkonur@yahoo.com" userId="0cb337efb386619d" providerId="LiveId" clId="{22A08698-3626-4691-A82D-B3E1CFB791A7}" dt="2019-03-21T15:46:33.061" v="1628" actId="14100"/>
          <ac:cxnSpMkLst>
            <pc:docMk/>
            <pc:sldMk cId="2015450921" sldId="363"/>
            <ac:cxnSpMk id="21" creationId="{D3797DCD-603C-4467-A335-356666290CC0}"/>
          </ac:cxnSpMkLst>
        </pc:cxnChg>
        <pc:cxnChg chg="mod">
          <ac:chgData name="dincerkonur@yahoo.com" userId="0cb337efb386619d" providerId="LiveId" clId="{22A08698-3626-4691-A82D-B3E1CFB791A7}" dt="2019-03-21T15:46:19.938" v="1627" actId="14100"/>
          <ac:cxnSpMkLst>
            <pc:docMk/>
            <pc:sldMk cId="2015450921" sldId="363"/>
            <ac:cxnSpMk id="26" creationId="{9D42DA34-EBF3-45CE-B514-54774DB11454}"/>
          </ac:cxnSpMkLst>
        </pc:cxnChg>
        <pc:cxnChg chg="del mod">
          <ac:chgData name="dincerkonur@yahoo.com" userId="0cb337efb386619d" providerId="LiveId" clId="{22A08698-3626-4691-A82D-B3E1CFB791A7}" dt="2019-03-21T15:46:35.166" v="1629" actId="478"/>
          <ac:cxnSpMkLst>
            <pc:docMk/>
            <pc:sldMk cId="2015450921" sldId="363"/>
            <ac:cxnSpMk id="27" creationId="{FAE11278-5847-4409-82BB-8726AF1366AD}"/>
          </ac:cxnSpMkLst>
        </pc:cxnChg>
        <pc:cxnChg chg="add mod">
          <ac:chgData name="dincerkonur@yahoo.com" userId="0cb337efb386619d" providerId="LiveId" clId="{22A08698-3626-4691-A82D-B3E1CFB791A7}" dt="2019-03-21T15:42:46.241" v="1559" actId="1076"/>
          <ac:cxnSpMkLst>
            <pc:docMk/>
            <pc:sldMk cId="2015450921" sldId="363"/>
            <ac:cxnSpMk id="40" creationId="{45978A95-AF62-48DF-A4BC-097F56F95ACD}"/>
          </ac:cxnSpMkLst>
        </pc:cxnChg>
        <pc:cxnChg chg="add mod">
          <ac:chgData name="dincerkonur@yahoo.com" userId="0cb337efb386619d" providerId="LiveId" clId="{22A08698-3626-4691-A82D-B3E1CFB791A7}" dt="2019-03-21T15:46:53.400" v="1633" actId="1076"/>
          <ac:cxnSpMkLst>
            <pc:docMk/>
            <pc:sldMk cId="2015450921" sldId="363"/>
            <ac:cxnSpMk id="52" creationId="{B7FD0620-153E-4D5D-9CEF-DCF5E19AD148}"/>
          </ac:cxnSpMkLst>
        </pc:cxnChg>
      </pc:sldChg>
      <pc:sldChg chg="addSp delSp modSp add modAnim">
        <pc:chgData name="dincerkonur@yahoo.com" userId="0cb337efb386619d" providerId="LiveId" clId="{22A08698-3626-4691-A82D-B3E1CFB791A7}" dt="2019-03-22T18:59:16.780" v="10155" actId="20577"/>
        <pc:sldMkLst>
          <pc:docMk/>
          <pc:sldMk cId="528978946" sldId="364"/>
        </pc:sldMkLst>
        <pc:spChg chg="mod">
          <ac:chgData name="dincerkonur@yahoo.com" userId="0cb337efb386619d" providerId="LiveId" clId="{22A08698-3626-4691-A82D-B3E1CFB791A7}" dt="2019-03-21T20:34:03.689" v="6098" actId="20577"/>
          <ac:spMkLst>
            <pc:docMk/>
            <pc:sldMk cId="528978946" sldId="364"/>
            <ac:spMk id="2" creationId="{00000000-0000-0000-0000-000000000000}"/>
          </ac:spMkLst>
        </pc:spChg>
        <pc:spChg chg="mod">
          <ac:chgData name="dincerkonur@yahoo.com" userId="0cb337efb386619d" providerId="LiveId" clId="{22A08698-3626-4691-A82D-B3E1CFB791A7}" dt="2019-03-21T16:04:24.300" v="1712" actId="20577"/>
          <ac:spMkLst>
            <pc:docMk/>
            <pc:sldMk cId="528978946" sldId="364"/>
            <ac:spMk id="3" creationId="{00000000-0000-0000-0000-000000000000}"/>
          </ac:spMkLst>
        </pc:spChg>
        <pc:spChg chg="del">
          <ac:chgData name="dincerkonur@yahoo.com" userId="0cb337efb386619d" providerId="LiveId" clId="{22A08698-3626-4691-A82D-B3E1CFB791A7}" dt="2019-03-21T15:51:08.893" v="1642" actId="478"/>
          <ac:spMkLst>
            <pc:docMk/>
            <pc:sldMk cId="528978946" sldId="364"/>
            <ac:spMk id="6" creationId="{9F179AC1-D03D-40F9-82A7-494374A6FFF7}"/>
          </ac:spMkLst>
        </pc:spChg>
        <pc:spChg chg="del">
          <ac:chgData name="dincerkonur@yahoo.com" userId="0cb337efb386619d" providerId="LiveId" clId="{22A08698-3626-4691-A82D-B3E1CFB791A7}" dt="2019-03-21T15:51:08.893" v="1642" actId="478"/>
          <ac:spMkLst>
            <pc:docMk/>
            <pc:sldMk cId="528978946" sldId="364"/>
            <ac:spMk id="8" creationId="{457BD6A8-129E-4D72-A0FF-89E2ACA06F87}"/>
          </ac:spMkLst>
        </pc:spChg>
        <pc:spChg chg="del">
          <ac:chgData name="dincerkonur@yahoo.com" userId="0cb337efb386619d" providerId="LiveId" clId="{22A08698-3626-4691-A82D-B3E1CFB791A7}" dt="2019-03-21T15:51:08.893" v="1642" actId="478"/>
          <ac:spMkLst>
            <pc:docMk/>
            <pc:sldMk cId="528978946" sldId="364"/>
            <ac:spMk id="11" creationId="{EA861328-D19C-45DB-9E92-7E86F1C56ECF}"/>
          </ac:spMkLst>
        </pc:spChg>
        <pc:spChg chg="del">
          <ac:chgData name="dincerkonur@yahoo.com" userId="0cb337efb386619d" providerId="LiveId" clId="{22A08698-3626-4691-A82D-B3E1CFB791A7}" dt="2019-03-21T15:51:08.893" v="1642" actId="478"/>
          <ac:spMkLst>
            <pc:docMk/>
            <pc:sldMk cId="528978946" sldId="364"/>
            <ac:spMk id="23" creationId="{484932DA-E278-44C3-B1CD-939C79FD0010}"/>
          </ac:spMkLst>
        </pc:spChg>
        <pc:spChg chg="del">
          <ac:chgData name="dincerkonur@yahoo.com" userId="0cb337efb386619d" providerId="LiveId" clId="{22A08698-3626-4691-A82D-B3E1CFB791A7}" dt="2019-03-21T15:51:08.893" v="1642" actId="478"/>
          <ac:spMkLst>
            <pc:docMk/>
            <pc:sldMk cId="528978946" sldId="364"/>
            <ac:spMk id="24" creationId="{72E51591-CD42-43DE-BEA0-6E163BF61821}"/>
          </ac:spMkLst>
        </pc:spChg>
        <pc:spChg chg="add mod">
          <ac:chgData name="dincerkonur@yahoo.com" userId="0cb337efb386619d" providerId="LiveId" clId="{22A08698-3626-4691-A82D-B3E1CFB791A7}" dt="2019-03-22T18:59:16.780" v="10155" actId="20577"/>
          <ac:spMkLst>
            <pc:docMk/>
            <pc:sldMk cId="528978946" sldId="364"/>
            <ac:spMk id="25" creationId="{BAE7E3ED-B528-4DB1-9ACA-AEF41715E872}"/>
          </ac:spMkLst>
        </pc:spChg>
        <pc:spChg chg="del">
          <ac:chgData name="dincerkonur@yahoo.com" userId="0cb337efb386619d" providerId="LiveId" clId="{22A08698-3626-4691-A82D-B3E1CFB791A7}" dt="2019-03-21T15:51:08.893" v="1642" actId="478"/>
          <ac:spMkLst>
            <pc:docMk/>
            <pc:sldMk cId="528978946" sldId="364"/>
            <ac:spMk id="31" creationId="{7515B562-50C4-4ACD-A874-79E501B14A9F}"/>
          </ac:spMkLst>
        </pc:spChg>
        <pc:spChg chg="del">
          <ac:chgData name="dincerkonur@yahoo.com" userId="0cb337efb386619d" providerId="LiveId" clId="{22A08698-3626-4691-A82D-B3E1CFB791A7}" dt="2019-03-21T15:51:08.893" v="1642" actId="478"/>
          <ac:spMkLst>
            <pc:docMk/>
            <pc:sldMk cId="528978946" sldId="364"/>
            <ac:spMk id="32" creationId="{693903C2-66EF-4B21-AC1C-D81C13D3ECFC}"/>
          </ac:spMkLst>
        </pc:spChg>
        <pc:spChg chg="del">
          <ac:chgData name="dincerkonur@yahoo.com" userId="0cb337efb386619d" providerId="LiveId" clId="{22A08698-3626-4691-A82D-B3E1CFB791A7}" dt="2019-03-21T15:51:08.893" v="1642" actId="478"/>
          <ac:spMkLst>
            <pc:docMk/>
            <pc:sldMk cId="528978946" sldId="364"/>
            <ac:spMk id="33" creationId="{9E9A2DDB-B27F-4B7D-9B04-6FBFFBB0A80A}"/>
          </ac:spMkLst>
        </pc:spChg>
        <pc:spChg chg="del">
          <ac:chgData name="dincerkonur@yahoo.com" userId="0cb337efb386619d" providerId="LiveId" clId="{22A08698-3626-4691-A82D-B3E1CFB791A7}" dt="2019-03-21T15:51:08.893" v="1642" actId="478"/>
          <ac:spMkLst>
            <pc:docMk/>
            <pc:sldMk cId="528978946" sldId="364"/>
            <ac:spMk id="34" creationId="{9B689B50-0F84-4957-B79B-C5A7C873AAB3}"/>
          </ac:spMkLst>
        </pc:spChg>
        <pc:spChg chg="del">
          <ac:chgData name="dincerkonur@yahoo.com" userId="0cb337efb386619d" providerId="LiveId" clId="{22A08698-3626-4691-A82D-B3E1CFB791A7}" dt="2019-03-21T15:51:08.893" v="1642" actId="478"/>
          <ac:spMkLst>
            <pc:docMk/>
            <pc:sldMk cId="528978946" sldId="364"/>
            <ac:spMk id="37" creationId="{29B18D42-9629-4E1F-9F64-DF3BC97D4097}"/>
          </ac:spMkLst>
        </pc:spChg>
        <pc:spChg chg="del">
          <ac:chgData name="dincerkonur@yahoo.com" userId="0cb337efb386619d" providerId="LiveId" clId="{22A08698-3626-4691-A82D-B3E1CFB791A7}" dt="2019-03-21T15:51:08.893" v="1642" actId="478"/>
          <ac:spMkLst>
            <pc:docMk/>
            <pc:sldMk cId="528978946" sldId="364"/>
            <ac:spMk id="38" creationId="{EBF8E3CD-7B1C-4C76-B48D-A2AFDE9A25E4}"/>
          </ac:spMkLst>
        </pc:spChg>
        <pc:spChg chg="del">
          <ac:chgData name="dincerkonur@yahoo.com" userId="0cb337efb386619d" providerId="LiveId" clId="{22A08698-3626-4691-A82D-B3E1CFB791A7}" dt="2019-03-21T15:51:08.893" v="1642" actId="478"/>
          <ac:spMkLst>
            <pc:docMk/>
            <pc:sldMk cId="528978946" sldId="364"/>
            <ac:spMk id="39" creationId="{7EAA1A95-E006-4F6D-86C9-5444FE237340}"/>
          </ac:spMkLst>
        </pc:spChg>
        <pc:spChg chg="del">
          <ac:chgData name="dincerkonur@yahoo.com" userId="0cb337efb386619d" providerId="LiveId" clId="{22A08698-3626-4691-A82D-B3E1CFB791A7}" dt="2019-03-21T15:51:08.893" v="1642" actId="478"/>
          <ac:spMkLst>
            <pc:docMk/>
            <pc:sldMk cId="528978946" sldId="364"/>
            <ac:spMk id="47" creationId="{CD93C572-2029-4586-80BA-53C0C296985A}"/>
          </ac:spMkLst>
        </pc:spChg>
        <pc:picChg chg="add mod">
          <ac:chgData name="dincerkonur@yahoo.com" userId="0cb337efb386619d" providerId="LiveId" clId="{22A08698-3626-4691-A82D-B3E1CFB791A7}" dt="2019-03-21T16:04:32.148" v="1713" actId="14100"/>
          <ac:picMkLst>
            <pc:docMk/>
            <pc:sldMk cId="528978946" sldId="364"/>
            <ac:picMk id="4" creationId="{C7C689B5-41DE-4FE4-9494-580D571C00E7}"/>
          </ac:picMkLst>
        </pc:picChg>
        <pc:cxnChg chg="del mod">
          <ac:chgData name="dincerkonur@yahoo.com" userId="0cb337efb386619d" providerId="LiveId" clId="{22A08698-3626-4691-A82D-B3E1CFB791A7}" dt="2019-03-21T15:51:08.893" v="1642" actId="478"/>
          <ac:cxnSpMkLst>
            <pc:docMk/>
            <pc:sldMk cId="528978946" sldId="364"/>
            <ac:cxnSpMk id="10" creationId="{B960DE84-4ED7-4052-8B8B-203CEE3E7DE7}"/>
          </ac:cxnSpMkLst>
        </pc:cxnChg>
        <pc:cxnChg chg="del mod">
          <ac:chgData name="dincerkonur@yahoo.com" userId="0cb337efb386619d" providerId="LiveId" clId="{22A08698-3626-4691-A82D-B3E1CFB791A7}" dt="2019-03-21T15:51:08.893" v="1642" actId="478"/>
          <ac:cxnSpMkLst>
            <pc:docMk/>
            <pc:sldMk cId="528978946" sldId="364"/>
            <ac:cxnSpMk id="17" creationId="{2E1E746D-7762-49DD-9636-F1BB272BDC85}"/>
          </ac:cxnSpMkLst>
        </pc:cxnChg>
        <pc:cxnChg chg="del mod">
          <ac:chgData name="dincerkonur@yahoo.com" userId="0cb337efb386619d" providerId="LiveId" clId="{22A08698-3626-4691-A82D-B3E1CFB791A7}" dt="2019-03-21T15:51:08.893" v="1642" actId="478"/>
          <ac:cxnSpMkLst>
            <pc:docMk/>
            <pc:sldMk cId="528978946" sldId="364"/>
            <ac:cxnSpMk id="19" creationId="{96698E89-C251-4800-B9F7-F67165ACF566}"/>
          </ac:cxnSpMkLst>
        </pc:cxnChg>
        <pc:cxnChg chg="del mod">
          <ac:chgData name="dincerkonur@yahoo.com" userId="0cb337efb386619d" providerId="LiveId" clId="{22A08698-3626-4691-A82D-B3E1CFB791A7}" dt="2019-03-21T15:51:08.893" v="1642" actId="478"/>
          <ac:cxnSpMkLst>
            <pc:docMk/>
            <pc:sldMk cId="528978946" sldId="364"/>
            <ac:cxnSpMk id="21" creationId="{D3797DCD-603C-4467-A335-356666290CC0}"/>
          </ac:cxnSpMkLst>
        </pc:cxnChg>
        <pc:cxnChg chg="del mod">
          <ac:chgData name="dincerkonur@yahoo.com" userId="0cb337efb386619d" providerId="LiveId" clId="{22A08698-3626-4691-A82D-B3E1CFB791A7}" dt="2019-03-21T15:51:08.893" v="1642" actId="478"/>
          <ac:cxnSpMkLst>
            <pc:docMk/>
            <pc:sldMk cId="528978946" sldId="364"/>
            <ac:cxnSpMk id="26" creationId="{9D42DA34-EBF3-45CE-B514-54774DB11454}"/>
          </ac:cxnSpMkLst>
        </pc:cxnChg>
        <pc:cxnChg chg="del mod">
          <ac:chgData name="dincerkonur@yahoo.com" userId="0cb337efb386619d" providerId="LiveId" clId="{22A08698-3626-4691-A82D-B3E1CFB791A7}" dt="2019-03-21T15:51:08.893" v="1642" actId="478"/>
          <ac:cxnSpMkLst>
            <pc:docMk/>
            <pc:sldMk cId="528978946" sldId="364"/>
            <ac:cxnSpMk id="40" creationId="{45978A95-AF62-48DF-A4BC-097F56F95ACD}"/>
          </ac:cxnSpMkLst>
        </pc:cxnChg>
        <pc:cxnChg chg="del">
          <ac:chgData name="dincerkonur@yahoo.com" userId="0cb337efb386619d" providerId="LiveId" clId="{22A08698-3626-4691-A82D-B3E1CFB791A7}" dt="2019-03-21T15:51:08.893" v="1642" actId="478"/>
          <ac:cxnSpMkLst>
            <pc:docMk/>
            <pc:sldMk cId="528978946" sldId="364"/>
            <ac:cxnSpMk id="52" creationId="{B7FD0620-153E-4D5D-9CEF-DCF5E19AD148}"/>
          </ac:cxnSpMkLst>
        </pc:cxnChg>
      </pc:sldChg>
      <pc:sldChg chg="addSp delSp modSp add modAnim">
        <pc:chgData name="dincerkonur@yahoo.com" userId="0cb337efb386619d" providerId="LiveId" clId="{22A08698-3626-4691-A82D-B3E1CFB791A7}" dt="2019-03-22T19:27:17.830" v="10947"/>
        <pc:sldMkLst>
          <pc:docMk/>
          <pc:sldMk cId="1000495320" sldId="365"/>
        </pc:sldMkLst>
        <pc:spChg chg="mod">
          <ac:chgData name="dincerkonur@yahoo.com" userId="0cb337efb386619d" providerId="LiveId" clId="{22A08698-3626-4691-A82D-B3E1CFB791A7}" dt="2019-03-21T20:34:11.828" v="6114" actId="20577"/>
          <ac:spMkLst>
            <pc:docMk/>
            <pc:sldMk cId="1000495320" sldId="365"/>
            <ac:spMk id="2" creationId="{00000000-0000-0000-0000-000000000000}"/>
          </ac:spMkLst>
        </pc:spChg>
        <pc:spChg chg="mod">
          <ac:chgData name="dincerkonur@yahoo.com" userId="0cb337efb386619d" providerId="LiveId" clId="{22A08698-3626-4691-A82D-B3E1CFB791A7}" dt="2019-03-21T15:52:32.499" v="1696" actId="20577"/>
          <ac:spMkLst>
            <pc:docMk/>
            <pc:sldMk cId="1000495320" sldId="365"/>
            <ac:spMk id="3" creationId="{00000000-0000-0000-0000-000000000000}"/>
          </ac:spMkLst>
        </pc:spChg>
        <pc:spChg chg="add mod ord">
          <ac:chgData name="dincerkonur@yahoo.com" userId="0cb337efb386619d" providerId="LiveId" clId="{22A08698-3626-4691-A82D-B3E1CFB791A7}" dt="2019-03-21T16:13:17.557" v="1928" actId="1076"/>
          <ac:spMkLst>
            <pc:docMk/>
            <pc:sldMk cId="1000495320" sldId="365"/>
            <ac:spMk id="9" creationId="{B23A0C83-A279-4097-B6FB-D534BBA85BEF}"/>
          </ac:spMkLst>
        </pc:spChg>
        <pc:spChg chg="add mod ord">
          <ac:chgData name="dincerkonur@yahoo.com" userId="0cb337efb386619d" providerId="LiveId" clId="{22A08698-3626-4691-A82D-B3E1CFB791A7}" dt="2019-03-21T16:13:35.478" v="1933" actId="1076"/>
          <ac:spMkLst>
            <pc:docMk/>
            <pc:sldMk cId="1000495320" sldId="365"/>
            <ac:spMk id="11" creationId="{9DC449D3-6987-493B-B76B-6590DC24A78E}"/>
          </ac:spMkLst>
        </pc:spChg>
        <pc:picChg chg="del">
          <ac:chgData name="dincerkonur@yahoo.com" userId="0cb337efb386619d" providerId="LiveId" clId="{22A08698-3626-4691-A82D-B3E1CFB791A7}" dt="2019-03-21T15:52:01.037" v="1657" actId="478"/>
          <ac:picMkLst>
            <pc:docMk/>
            <pc:sldMk cId="1000495320" sldId="365"/>
            <ac:picMk id="4" creationId="{C7C689B5-41DE-4FE4-9494-580D571C00E7}"/>
          </ac:picMkLst>
        </pc:picChg>
        <pc:picChg chg="add del mod ord">
          <ac:chgData name="dincerkonur@yahoo.com" userId="0cb337efb386619d" providerId="LiveId" clId="{22A08698-3626-4691-A82D-B3E1CFB791A7}" dt="2019-03-21T16:11:38.500" v="1913" actId="478"/>
          <ac:picMkLst>
            <pc:docMk/>
            <pc:sldMk cId="1000495320" sldId="365"/>
            <ac:picMk id="5" creationId="{D887B22A-0658-4657-8101-B96A60809331}"/>
          </ac:picMkLst>
        </pc:picChg>
        <pc:picChg chg="add del mod ord">
          <ac:chgData name="dincerkonur@yahoo.com" userId="0cb337efb386619d" providerId="LiveId" clId="{22A08698-3626-4691-A82D-B3E1CFB791A7}" dt="2019-03-21T16:11:40.072" v="1914" actId="478"/>
          <ac:picMkLst>
            <pc:docMk/>
            <pc:sldMk cId="1000495320" sldId="365"/>
            <ac:picMk id="6" creationId="{218B6CA9-2441-4F13-AAE5-F8F76C6B6A64}"/>
          </ac:picMkLst>
        </pc:picChg>
        <pc:picChg chg="add mod">
          <ac:chgData name="dincerkonur@yahoo.com" userId="0cb337efb386619d" providerId="LiveId" clId="{22A08698-3626-4691-A82D-B3E1CFB791A7}" dt="2019-03-21T15:54:23.526" v="1705" actId="1076"/>
          <ac:picMkLst>
            <pc:docMk/>
            <pc:sldMk cId="1000495320" sldId="365"/>
            <ac:picMk id="7" creationId="{BD0D2796-DC88-4888-BAEA-6946DD3D7484}"/>
          </ac:picMkLst>
        </pc:picChg>
        <pc:picChg chg="add mod">
          <ac:chgData name="dincerkonur@yahoo.com" userId="0cb337efb386619d" providerId="LiveId" clId="{22A08698-3626-4691-A82D-B3E1CFB791A7}" dt="2019-03-21T15:54:37.664" v="1710" actId="1076"/>
          <ac:picMkLst>
            <pc:docMk/>
            <pc:sldMk cId="1000495320" sldId="365"/>
            <ac:picMk id="8" creationId="{3B5C9A31-0FD4-4E6F-ADAD-FDD087B91986}"/>
          </ac:picMkLst>
        </pc:picChg>
        <pc:picChg chg="add del">
          <ac:chgData name="dincerkonur@yahoo.com" userId="0cb337efb386619d" providerId="LiveId" clId="{22A08698-3626-4691-A82D-B3E1CFB791A7}" dt="2019-03-21T16:05:55.296" v="1719"/>
          <ac:picMkLst>
            <pc:docMk/>
            <pc:sldMk cId="1000495320" sldId="365"/>
            <ac:picMk id="10" creationId="{19CCA522-1B51-428E-86AF-1E6FB0F18DA5}"/>
          </ac:picMkLst>
        </pc:picChg>
        <pc:picChg chg="add mod">
          <ac:chgData name="dincerkonur@yahoo.com" userId="0cb337efb386619d" providerId="LiveId" clId="{22A08698-3626-4691-A82D-B3E1CFB791A7}" dt="2019-03-21T16:13:06.760" v="1924" actId="1076"/>
          <ac:picMkLst>
            <pc:docMk/>
            <pc:sldMk cId="1000495320" sldId="365"/>
            <ac:picMk id="12" creationId="{D9F10EE8-8E2B-4B9C-9353-DA6C9ECC5455}"/>
          </ac:picMkLst>
        </pc:picChg>
        <pc:picChg chg="add mod">
          <ac:chgData name="dincerkonur@yahoo.com" userId="0cb337efb386619d" providerId="LiveId" clId="{22A08698-3626-4691-A82D-B3E1CFB791A7}" dt="2019-03-21T16:13:32.605" v="1932" actId="1076"/>
          <ac:picMkLst>
            <pc:docMk/>
            <pc:sldMk cId="1000495320" sldId="365"/>
            <ac:picMk id="13" creationId="{3CE946FE-1317-4810-BD4B-750D4772034D}"/>
          </ac:picMkLst>
        </pc:picChg>
      </pc:sldChg>
      <pc:sldChg chg="addSp delSp modSp add modAnim">
        <pc:chgData name="dincerkonur@yahoo.com" userId="0cb337efb386619d" providerId="LiveId" clId="{22A08698-3626-4691-A82D-B3E1CFB791A7}" dt="2019-03-22T19:28:18.919" v="10958"/>
        <pc:sldMkLst>
          <pc:docMk/>
          <pc:sldMk cId="992016951" sldId="366"/>
        </pc:sldMkLst>
        <pc:spChg chg="mod">
          <ac:chgData name="dincerkonur@yahoo.com" userId="0cb337efb386619d" providerId="LiveId" clId="{22A08698-3626-4691-A82D-B3E1CFB791A7}" dt="2019-03-21T20:34:27.573" v="6118" actId="20577"/>
          <ac:spMkLst>
            <pc:docMk/>
            <pc:sldMk cId="992016951" sldId="366"/>
            <ac:spMk id="2" creationId="{00000000-0000-0000-0000-000000000000}"/>
          </ac:spMkLst>
        </pc:spChg>
        <pc:spChg chg="mod">
          <ac:chgData name="dincerkonur@yahoo.com" userId="0cb337efb386619d" providerId="LiveId" clId="{22A08698-3626-4691-A82D-B3E1CFB791A7}" dt="2019-03-21T16:16:08.781" v="1968" actId="20577"/>
          <ac:spMkLst>
            <pc:docMk/>
            <pc:sldMk cId="992016951" sldId="366"/>
            <ac:spMk id="3" creationId="{00000000-0000-0000-0000-000000000000}"/>
          </ac:spMkLst>
        </pc:spChg>
        <pc:spChg chg="del">
          <ac:chgData name="dincerkonur@yahoo.com" userId="0cb337efb386619d" providerId="LiveId" clId="{22A08698-3626-4691-A82D-B3E1CFB791A7}" dt="2019-03-21T16:16:02.229" v="1947" actId="478"/>
          <ac:spMkLst>
            <pc:docMk/>
            <pc:sldMk cId="992016951" sldId="366"/>
            <ac:spMk id="8" creationId="{55C4DDA7-DDBE-44FF-8268-E0DD4F326E7A}"/>
          </ac:spMkLst>
        </pc:spChg>
        <pc:spChg chg="add mod">
          <ac:chgData name="dincerkonur@yahoo.com" userId="0cb337efb386619d" providerId="LiveId" clId="{22A08698-3626-4691-A82D-B3E1CFB791A7}" dt="2019-03-21T16:23:39.122" v="2197" actId="1076"/>
          <ac:spMkLst>
            <pc:docMk/>
            <pc:sldMk cId="992016951" sldId="366"/>
            <ac:spMk id="15" creationId="{D0687D79-5C85-45C6-A675-0C7DD0748E05}"/>
          </ac:spMkLst>
        </pc:spChg>
        <pc:spChg chg="add mod">
          <ac:chgData name="dincerkonur@yahoo.com" userId="0cb337efb386619d" providerId="LiveId" clId="{22A08698-3626-4691-A82D-B3E1CFB791A7}" dt="2019-03-21T16:23:39.122" v="2197" actId="1076"/>
          <ac:spMkLst>
            <pc:docMk/>
            <pc:sldMk cId="992016951" sldId="366"/>
            <ac:spMk id="16" creationId="{3AEA495B-E5C5-4315-8CB0-41A11CAD5EB8}"/>
          </ac:spMkLst>
        </pc:spChg>
        <pc:spChg chg="add mod">
          <ac:chgData name="dincerkonur@yahoo.com" userId="0cb337efb386619d" providerId="LiveId" clId="{22A08698-3626-4691-A82D-B3E1CFB791A7}" dt="2019-03-21T16:23:39.122" v="2197" actId="1076"/>
          <ac:spMkLst>
            <pc:docMk/>
            <pc:sldMk cId="992016951" sldId="366"/>
            <ac:spMk id="17" creationId="{69C46799-C167-4804-91FB-86C99E71C641}"/>
          </ac:spMkLst>
        </pc:spChg>
        <pc:spChg chg="add mod">
          <ac:chgData name="dincerkonur@yahoo.com" userId="0cb337efb386619d" providerId="LiveId" clId="{22A08698-3626-4691-A82D-B3E1CFB791A7}" dt="2019-03-21T16:24:03.194" v="2252" actId="1076"/>
          <ac:spMkLst>
            <pc:docMk/>
            <pc:sldMk cId="992016951" sldId="366"/>
            <ac:spMk id="18" creationId="{1CA20147-8071-4D10-8330-EA0C9D5A63E6}"/>
          </ac:spMkLst>
        </pc:spChg>
        <pc:picChg chg="add mod">
          <ac:chgData name="dincerkonur@yahoo.com" userId="0cb337efb386619d" providerId="LiveId" clId="{22A08698-3626-4691-A82D-B3E1CFB791A7}" dt="2019-03-21T16:23:39.122" v="2197" actId="1076"/>
          <ac:picMkLst>
            <pc:docMk/>
            <pc:sldMk cId="992016951" sldId="366"/>
            <ac:picMk id="4" creationId="{AE614B01-22D7-46A0-A2C0-8ABEAF0F4FDE}"/>
          </ac:picMkLst>
        </pc:picChg>
        <pc:picChg chg="del">
          <ac:chgData name="dincerkonur@yahoo.com" userId="0cb337efb386619d" providerId="LiveId" clId="{22A08698-3626-4691-A82D-B3E1CFB791A7}" dt="2019-03-21T16:15:59.143" v="1945" actId="478"/>
          <ac:picMkLst>
            <pc:docMk/>
            <pc:sldMk cId="992016951" sldId="366"/>
            <ac:picMk id="5" creationId="{E644B4AD-0F3D-46B2-B5CC-E489CBDBE8F4}"/>
          </ac:picMkLst>
        </pc:picChg>
        <pc:picChg chg="add mod">
          <ac:chgData name="dincerkonur@yahoo.com" userId="0cb337efb386619d" providerId="LiveId" clId="{22A08698-3626-4691-A82D-B3E1CFB791A7}" dt="2019-03-21T16:23:39.122" v="2197" actId="1076"/>
          <ac:picMkLst>
            <pc:docMk/>
            <pc:sldMk cId="992016951" sldId="366"/>
            <ac:picMk id="6" creationId="{50A8D239-B81A-43F6-9AA1-51167E9B494D}"/>
          </ac:picMkLst>
        </pc:picChg>
        <pc:picChg chg="add mod">
          <ac:chgData name="dincerkonur@yahoo.com" userId="0cb337efb386619d" providerId="LiveId" clId="{22A08698-3626-4691-A82D-B3E1CFB791A7}" dt="2019-03-21T16:23:39.122" v="2197" actId="1076"/>
          <ac:picMkLst>
            <pc:docMk/>
            <pc:sldMk cId="992016951" sldId="366"/>
            <ac:picMk id="7" creationId="{1BC294B1-C910-45FE-BED8-648DD4014B5C}"/>
          </ac:picMkLst>
        </pc:picChg>
        <pc:picChg chg="del">
          <ac:chgData name="dincerkonur@yahoo.com" userId="0cb337efb386619d" providerId="LiveId" clId="{22A08698-3626-4691-A82D-B3E1CFB791A7}" dt="2019-03-21T16:15:59.774" v="1946" actId="478"/>
          <ac:picMkLst>
            <pc:docMk/>
            <pc:sldMk cId="992016951" sldId="366"/>
            <ac:picMk id="9" creationId="{89510119-8183-4A4E-8CD1-82B959FE70A9}"/>
          </ac:picMkLst>
        </pc:picChg>
        <pc:picChg chg="add mod">
          <ac:chgData name="dincerkonur@yahoo.com" userId="0cb337efb386619d" providerId="LiveId" clId="{22A08698-3626-4691-A82D-B3E1CFB791A7}" dt="2019-03-21T16:24:05.004" v="2253" actId="1076"/>
          <ac:picMkLst>
            <pc:docMk/>
            <pc:sldMk cId="992016951" sldId="366"/>
            <ac:picMk id="10" creationId="{48649D24-2116-4825-9CD5-B79A2E02F1B2}"/>
          </ac:picMkLst>
        </pc:picChg>
        <pc:cxnChg chg="add mod">
          <ac:chgData name="dincerkonur@yahoo.com" userId="0cb337efb386619d" providerId="LiveId" clId="{22A08698-3626-4691-A82D-B3E1CFB791A7}" dt="2019-03-21T16:23:39.122" v="2197" actId="1076"/>
          <ac:cxnSpMkLst>
            <pc:docMk/>
            <pc:sldMk cId="992016951" sldId="366"/>
            <ac:cxnSpMk id="12" creationId="{CC5CEB86-C522-40D0-987B-48625E6A5995}"/>
          </ac:cxnSpMkLst>
        </pc:cxnChg>
        <pc:cxnChg chg="add mod">
          <ac:chgData name="dincerkonur@yahoo.com" userId="0cb337efb386619d" providerId="LiveId" clId="{22A08698-3626-4691-A82D-B3E1CFB791A7}" dt="2019-03-21T16:23:39.122" v="2197" actId="1076"/>
          <ac:cxnSpMkLst>
            <pc:docMk/>
            <pc:sldMk cId="992016951" sldId="366"/>
            <ac:cxnSpMk id="14" creationId="{7AE34219-C39A-42C9-A095-CAFBADD171A3}"/>
          </ac:cxnSpMkLst>
        </pc:cxnChg>
      </pc:sldChg>
      <pc:sldChg chg="addSp modSp add">
        <pc:chgData name="dincerkonur@yahoo.com" userId="0cb337efb386619d" providerId="LiveId" clId="{22A08698-3626-4691-A82D-B3E1CFB791A7}" dt="2019-03-21T20:34:47.306" v="6137" actId="20577"/>
        <pc:sldMkLst>
          <pc:docMk/>
          <pc:sldMk cId="2734809522" sldId="367"/>
        </pc:sldMkLst>
        <pc:spChg chg="mod">
          <ac:chgData name="dincerkonur@yahoo.com" userId="0cb337efb386619d" providerId="LiveId" clId="{22A08698-3626-4691-A82D-B3E1CFB791A7}" dt="2019-03-21T20:34:47.306" v="6137" actId="20577"/>
          <ac:spMkLst>
            <pc:docMk/>
            <pc:sldMk cId="2734809522" sldId="367"/>
            <ac:spMk id="2" creationId="{00000000-0000-0000-0000-000000000000}"/>
          </ac:spMkLst>
        </pc:spChg>
        <pc:spChg chg="mod">
          <ac:chgData name="dincerkonur@yahoo.com" userId="0cb337efb386619d" providerId="LiveId" clId="{22A08698-3626-4691-A82D-B3E1CFB791A7}" dt="2019-03-21T16:57:19.609" v="2426" actId="20577"/>
          <ac:spMkLst>
            <pc:docMk/>
            <pc:sldMk cId="2734809522" sldId="367"/>
            <ac:spMk id="3" creationId="{00000000-0000-0000-0000-000000000000}"/>
          </ac:spMkLst>
        </pc:spChg>
        <pc:graphicFrameChg chg="add mod modGraphic">
          <ac:chgData name="dincerkonur@yahoo.com" userId="0cb337efb386619d" providerId="LiveId" clId="{22A08698-3626-4691-A82D-B3E1CFB791A7}" dt="2019-03-21T17:20:29.607" v="2651" actId="1076"/>
          <ac:graphicFrameMkLst>
            <pc:docMk/>
            <pc:sldMk cId="2734809522" sldId="367"/>
            <ac:graphicFrameMk id="4" creationId="{A606C90D-6B8F-4DC1-A7FB-40ED26DA5F63}"/>
          </ac:graphicFrameMkLst>
        </pc:graphicFrameChg>
        <pc:picChg chg="add mod">
          <ac:chgData name="dincerkonur@yahoo.com" userId="0cb337efb386619d" providerId="LiveId" clId="{22A08698-3626-4691-A82D-B3E1CFB791A7}" dt="2019-03-21T17:20:26.468" v="2650" actId="1076"/>
          <ac:picMkLst>
            <pc:docMk/>
            <pc:sldMk cId="2734809522" sldId="367"/>
            <ac:picMk id="5" creationId="{47C3F4B4-5717-4365-B91D-8729CAAF45ED}"/>
          </ac:picMkLst>
        </pc:picChg>
      </pc:sldChg>
      <pc:sldChg chg="addSp delSp modSp add modAnim">
        <pc:chgData name="dincerkonur@yahoo.com" userId="0cb337efb386619d" providerId="LiveId" clId="{22A08698-3626-4691-A82D-B3E1CFB791A7}" dt="2019-03-22T19:29:08.228" v="10969" actId="6549"/>
        <pc:sldMkLst>
          <pc:docMk/>
          <pc:sldMk cId="1413322443" sldId="368"/>
        </pc:sldMkLst>
        <pc:spChg chg="mod">
          <ac:chgData name="dincerkonur@yahoo.com" userId="0cb337efb386619d" providerId="LiveId" clId="{22A08698-3626-4691-A82D-B3E1CFB791A7}" dt="2019-03-22T19:29:08.228" v="10969" actId="6549"/>
          <ac:spMkLst>
            <pc:docMk/>
            <pc:sldMk cId="1413322443" sldId="368"/>
            <ac:spMk id="3" creationId="{00000000-0000-0000-0000-000000000000}"/>
          </ac:spMkLst>
        </pc:spChg>
        <pc:graphicFrameChg chg="del mod">
          <ac:chgData name="dincerkonur@yahoo.com" userId="0cb337efb386619d" providerId="LiveId" clId="{22A08698-3626-4691-A82D-B3E1CFB791A7}" dt="2019-03-21T17:21:06.861" v="2711" actId="478"/>
          <ac:graphicFrameMkLst>
            <pc:docMk/>
            <pc:sldMk cId="1413322443" sldId="368"/>
            <ac:graphicFrameMk id="4" creationId="{A606C90D-6B8F-4DC1-A7FB-40ED26DA5F63}"/>
          </ac:graphicFrameMkLst>
        </pc:graphicFrameChg>
        <pc:picChg chg="del">
          <ac:chgData name="dincerkonur@yahoo.com" userId="0cb337efb386619d" providerId="LiveId" clId="{22A08698-3626-4691-A82D-B3E1CFB791A7}" dt="2019-03-21T17:20:36.628" v="2653" actId="478"/>
          <ac:picMkLst>
            <pc:docMk/>
            <pc:sldMk cId="1413322443" sldId="368"/>
            <ac:picMk id="5" creationId="{47C3F4B4-5717-4365-B91D-8729CAAF45ED}"/>
          </ac:picMkLst>
        </pc:picChg>
        <pc:picChg chg="add mod">
          <ac:chgData name="dincerkonur@yahoo.com" userId="0cb337efb386619d" providerId="LiveId" clId="{22A08698-3626-4691-A82D-B3E1CFB791A7}" dt="2019-03-21T17:26:53.311" v="3362" actId="1076"/>
          <ac:picMkLst>
            <pc:docMk/>
            <pc:sldMk cId="1413322443" sldId="368"/>
            <ac:picMk id="6" creationId="{0C4A9BDE-5B94-4DEE-AA9C-2D67386E3403}"/>
          </ac:picMkLst>
        </pc:picChg>
      </pc:sldChg>
      <pc:sldChg chg="addSp modSp add modAnim">
        <pc:chgData name="dincerkonur@yahoo.com" userId="0cb337efb386619d" providerId="LiveId" clId="{22A08698-3626-4691-A82D-B3E1CFB791A7}" dt="2019-03-22T19:29:58.863" v="10979"/>
        <pc:sldMkLst>
          <pc:docMk/>
          <pc:sldMk cId="1814484051" sldId="369"/>
        </pc:sldMkLst>
        <pc:spChg chg="mod">
          <ac:chgData name="dincerkonur@yahoo.com" userId="0cb337efb386619d" providerId="LiveId" clId="{22A08698-3626-4691-A82D-B3E1CFB791A7}" dt="2019-03-21T18:02:34.161" v="3961" actId="20577"/>
          <ac:spMkLst>
            <pc:docMk/>
            <pc:sldMk cId="1814484051" sldId="369"/>
            <ac:spMk id="3" creationId="{00000000-0000-0000-0000-000000000000}"/>
          </ac:spMkLst>
        </pc:spChg>
        <pc:spChg chg="add mod">
          <ac:chgData name="dincerkonur@yahoo.com" userId="0cb337efb386619d" providerId="LiveId" clId="{22A08698-3626-4691-A82D-B3E1CFB791A7}" dt="2019-03-21T18:05:26.055" v="4333" actId="113"/>
          <ac:spMkLst>
            <pc:docMk/>
            <pc:sldMk cId="1814484051" sldId="369"/>
            <ac:spMk id="4" creationId="{7DF841F9-54CD-4029-A0D3-D2D7BAFCE802}"/>
          </ac:spMkLst>
        </pc:spChg>
      </pc:sldChg>
      <pc:sldChg chg="addSp delSp modSp add">
        <pc:chgData name="dincerkonur@yahoo.com" userId="0cb337efb386619d" providerId="LiveId" clId="{22A08698-3626-4691-A82D-B3E1CFB791A7}" dt="2019-03-21T18:14:47.851" v="4729" actId="20577"/>
        <pc:sldMkLst>
          <pc:docMk/>
          <pc:sldMk cId="830667295" sldId="370"/>
        </pc:sldMkLst>
        <pc:spChg chg="mod">
          <ac:chgData name="dincerkonur@yahoo.com" userId="0cb337efb386619d" providerId="LiveId" clId="{22A08698-3626-4691-A82D-B3E1CFB791A7}" dt="2019-03-21T18:11:04.994" v="4597"/>
          <ac:spMkLst>
            <pc:docMk/>
            <pc:sldMk cId="830667295" sldId="370"/>
            <ac:spMk id="3" creationId="{00000000-0000-0000-0000-000000000000}"/>
          </ac:spMkLst>
        </pc:spChg>
        <pc:spChg chg="del">
          <ac:chgData name="dincerkonur@yahoo.com" userId="0cb337efb386619d" providerId="LiveId" clId="{22A08698-3626-4691-A82D-B3E1CFB791A7}" dt="2019-03-21T18:07:24.515" v="4405" actId="478"/>
          <ac:spMkLst>
            <pc:docMk/>
            <pc:sldMk cId="830667295" sldId="370"/>
            <ac:spMk id="4" creationId="{7DF841F9-54CD-4029-A0D3-D2D7BAFCE802}"/>
          </ac:spMkLst>
        </pc:spChg>
        <pc:spChg chg="add mod">
          <ac:chgData name="dincerkonur@yahoo.com" userId="0cb337efb386619d" providerId="LiveId" clId="{22A08698-3626-4691-A82D-B3E1CFB791A7}" dt="2019-03-21T18:14:47.851" v="4729" actId="20577"/>
          <ac:spMkLst>
            <pc:docMk/>
            <pc:sldMk cId="830667295" sldId="370"/>
            <ac:spMk id="8" creationId="{AB9D9746-8E2E-40AB-A7A9-F9C8F27952E3}"/>
          </ac:spMkLst>
        </pc:spChg>
        <pc:graphicFrameChg chg="add mod modGraphic">
          <ac:chgData name="dincerkonur@yahoo.com" userId="0cb337efb386619d" providerId="LiveId" clId="{22A08698-3626-4691-A82D-B3E1CFB791A7}" dt="2019-03-21T18:14:27.387" v="4717" actId="1076"/>
          <ac:graphicFrameMkLst>
            <pc:docMk/>
            <pc:sldMk cId="830667295" sldId="370"/>
            <ac:graphicFrameMk id="7" creationId="{C7A5F77A-4518-476F-BC46-0132B91ABC70}"/>
          </ac:graphicFrameMkLst>
        </pc:graphicFrameChg>
        <pc:picChg chg="add mod">
          <ac:chgData name="dincerkonur@yahoo.com" userId="0cb337efb386619d" providerId="LiveId" clId="{22A08698-3626-4691-A82D-B3E1CFB791A7}" dt="2019-03-21T18:07:57.031" v="4408" actId="1076"/>
          <ac:picMkLst>
            <pc:docMk/>
            <pc:sldMk cId="830667295" sldId="370"/>
            <ac:picMk id="5" creationId="{23E64150-6378-42CE-8F23-3C1B649C877C}"/>
          </ac:picMkLst>
        </pc:picChg>
        <pc:picChg chg="del">
          <ac:chgData name="dincerkonur@yahoo.com" userId="0cb337efb386619d" providerId="LiveId" clId="{22A08698-3626-4691-A82D-B3E1CFB791A7}" dt="2019-03-21T18:06:55.702" v="4335" actId="478"/>
          <ac:picMkLst>
            <pc:docMk/>
            <pc:sldMk cId="830667295" sldId="370"/>
            <ac:picMk id="6" creationId="{0C4A9BDE-5B94-4DEE-AA9C-2D67386E3403}"/>
          </ac:picMkLst>
        </pc:picChg>
      </pc:sldChg>
      <pc:sldChg chg="addSp delSp modSp add">
        <pc:chgData name="dincerkonur@yahoo.com" userId="0cb337efb386619d" providerId="LiveId" clId="{22A08698-3626-4691-A82D-B3E1CFB791A7}" dt="2019-03-21T19:46:59.499" v="4948" actId="1076"/>
        <pc:sldMkLst>
          <pc:docMk/>
          <pc:sldMk cId="2362376948" sldId="371"/>
        </pc:sldMkLst>
        <pc:spChg chg="mod">
          <ac:chgData name="dincerkonur@yahoo.com" userId="0cb337efb386619d" providerId="LiveId" clId="{22A08698-3626-4691-A82D-B3E1CFB791A7}" dt="2019-03-21T19:46:13.416" v="4941" actId="20577"/>
          <ac:spMkLst>
            <pc:docMk/>
            <pc:sldMk cId="2362376948" sldId="371"/>
            <ac:spMk id="3" creationId="{00000000-0000-0000-0000-000000000000}"/>
          </ac:spMkLst>
        </pc:spChg>
        <pc:spChg chg="add mod">
          <ac:chgData name="dincerkonur@yahoo.com" userId="0cb337efb386619d" providerId="LiveId" clId="{22A08698-3626-4691-A82D-B3E1CFB791A7}" dt="2019-03-21T19:46:59.499" v="4948" actId="1076"/>
          <ac:spMkLst>
            <pc:docMk/>
            <pc:sldMk cId="2362376948" sldId="371"/>
            <ac:spMk id="7" creationId="{1E5C2F52-E0B8-4366-B238-42523C9872BC}"/>
          </ac:spMkLst>
        </pc:spChg>
        <pc:picChg chg="add del mod">
          <ac:chgData name="dincerkonur@yahoo.com" userId="0cb337efb386619d" providerId="LiveId" clId="{22A08698-3626-4691-A82D-B3E1CFB791A7}" dt="2019-03-21T19:46:15.570" v="4942" actId="478"/>
          <ac:picMkLst>
            <pc:docMk/>
            <pc:sldMk cId="2362376948" sldId="371"/>
            <ac:picMk id="4" creationId="{80D528FE-5C8C-439F-86F2-2F7BF43526DA}"/>
          </ac:picMkLst>
        </pc:picChg>
        <pc:picChg chg="add mod">
          <ac:chgData name="dincerkonur@yahoo.com" userId="0cb337efb386619d" providerId="LiveId" clId="{22A08698-3626-4691-A82D-B3E1CFB791A7}" dt="2019-03-21T19:46:44.274" v="4945" actId="1076"/>
          <ac:picMkLst>
            <pc:docMk/>
            <pc:sldMk cId="2362376948" sldId="371"/>
            <ac:picMk id="5" creationId="{E3CBEC2E-4819-45A8-9F80-1DFE1AFD1818}"/>
          </ac:picMkLst>
        </pc:picChg>
      </pc:sldChg>
      <pc:sldChg chg="addSp delSp modSp add modAnim">
        <pc:chgData name="dincerkonur@yahoo.com" userId="0cb337efb386619d" providerId="LiveId" clId="{22A08698-3626-4691-A82D-B3E1CFB791A7}" dt="2019-03-22T19:31:01.364" v="10989"/>
        <pc:sldMkLst>
          <pc:docMk/>
          <pc:sldMk cId="2388343818" sldId="372"/>
        </pc:sldMkLst>
        <pc:spChg chg="mod">
          <ac:chgData name="dincerkonur@yahoo.com" userId="0cb337efb386619d" providerId="LiveId" clId="{22A08698-3626-4691-A82D-B3E1CFB791A7}" dt="2019-03-21T19:54:16.749" v="5705" actId="20577"/>
          <ac:spMkLst>
            <pc:docMk/>
            <pc:sldMk cId="2388343818" sldId="372"/>
            <ac:spMk id="3" creationId="{00000000-0000-0000-0000-000000000000}"/>
          </ac:spMkLst>
        </pc:spChg>
        <pc:spChg chg="del">
          <ac:chgData name="dincerkonur@yahoo.com" userId="0cb337efb386619d" providerId="LiveId" clId="{22A08698-3626-4691-A82D-B3E1CFB791A7}" dt="2019-03-21T19:53:45.419" v="5673" actId="478"/>
          <ac:spMkLst>
            <pc:docMk/>
            <pc:sldMk cId="2388343818" sldId="372"/>
            <ac:spMk id="7" creationId="{1E5C2F52-E0B8-4366-B238-42523C9872BC}"/>
          </ac:spMkLst>
        </pc:spChg>
        <pc:spChg chg="add mod">
          <ac:chgData name="dincerkonur@yahoo.com" userId="0cb337efb386619d" providerId="LiveId" clId="{22A08698-3626-4691-A82D-B3E1CFB791A7}" dt="2019-03-21T19:55:12.490" v="5712" actId="1076"/>
          <ac:spMkLst>
            <pc:docMk/>
            <pc:sldMk cId="2388343818" sldId="372"/>
            <ac:spMk id="8" creationId="{B59A92C4-6FB3-4673-A722-5908850B1136}"/>
          </ac:spMkLst>
        </pc:spChg>
        <pc:picChg chg="add mod">
          <ac:chgData name="dincerkonur@yahoo.com" userId="0cb337efb386619d" providerId="LiveId" clId="{22A08698-3626-4691-A82D-B3E1CFB791A7}" dt="2019-03-21T19:55:03.226" v="5709" actId="1076"/>
          <ac:picMkLst>
            <pc:docMk/>
            <pc:sldMk cId="2388343818" sldId="372"/>
            <ac:picMk id="4" creationId="{A3BA3C38-D9FE-44BA-8FB3-74A9D62D85BF}"/>
          </ac:picMkLst>
        </pc:picChg>
        <pc:picChg chg="del mod">
          <ac:chgData name="dincerkonur@yahoo.com" userId="0cb337efb386619d" providerId="LiveId" clId="{22A08698-3626-4691-A82D-B3E1CFB791A7}" dt="2019-03-21T19:51:56.332" v="5376" actId="478"/>
          <ac:picMkLst>
            <pc:docMk/>
            <pc:sldMk cId="2388343818" sldId="372"/>
            <ac:picMk id="5" creationId="{E3CBEC2E-4819-45A8-9F80-1DFE1AFD1818}"/>
          </ac:picMkLst>
        </pc:picChg>
      </pc:sldChg>
      <pc:sldChg chg="modSp add del">
        <pc:chgData name="dincerkonur@yahoo.com" userId="0cb337efb386619d" providerId="LiveId" clId="{22A08698-3626-4691-A82D-B3E1CFB791A7}" dt="2019-03-22T18:49:16.382" v="10141" actId="2696"/>
        <pc:sldMkLst>
          <pc:docMk/>
          <pc:sldMk cId="4240259231" sldId="373"/>
        </pc:sldMkLst>
        <pc:spChg chg="mod">
          <ac:chgData name="dincerkonur@yahoo.com" userId="0cb337efb386619d" providerId="LiveId" clId="{22A08698-3626-4691-A82D-B3E1CFB791A7}" dt="2019-03-21T20:17:19.712" v="5823" actId="20577"/>
          <ac:spMkLst>
            <pc:docMk/>
            <pc:sldMk cId="4240259231" sldId="373"/>
            <ac:spMk id="3" creationId="{00000000-0000-0000-0000-000000000000}"/>
          </ac:spMkLst>
        </pc:spChg>
      </pc:sldChg>
      <pc:sldChg chg="modSp add del">
        <pc:chgData name="dincerkonur@yahoo.com" userId="0cb337efb386619d" providerId="LiveId" clId="{22A08698-3626-4691-A82D-B3E1CFB791A7}" dt="2019-03-22T18:49:52.374" v="10145" actId="2696"/>
        <pc:sldMkLst>
          <pc:docMk/>
          <pc:sldMk cId="1819716543" sldId="374"/>
        </pc:sldMkLst>
        <pc:spChg chg="mod">
          <ac:chgData name="dincerkonur@yahoo.com" userId="0cb337efb386619d" providerId="LiveId" clId="{22A08698-3626-4691-A82D-B3E1CFB791A7}" dt="2019-03-21T20:17:29.255" v="5827" actId="20577"/>
          <ac:spMkLst>
            <pc:docMk/>
            <pc:sldMk cId="1819716543" sldId="374"/>
            <ac:spMk id="3" creationId="{00000000-0000-0000-0000-000000000000}"/>
          </ac:spMkLst>
        </pc:spChg>
      </pc:sldChg>
      <pc:sldChg chg="addSp delSp modSp add">
        <pc:chgData name="dincerkonur@yahoo.com" userId="0cb337efb386619d" providerId="LiveId" clId="{22A08698-3626-4691-A82D-B3E1CFB791A7}" dt="2019-03-21T20:32:11.219" v="6050" actId="1076"/>
        <pc:sldMkLst>
          <pc:docMk/>
          <pc:sldMk cId="853583683" sldId="375"/>
        </pc:sldMkLst>
        <pc:spChg chg="mod">
          <ac:chgData name="dincerkonur@yahoo.com" userId="0cb337efb386619d" providerId="LiveId" clId="{22A08698-3626-4691-A82D-B3E1CFB791A7}" dt="2019-03-21T20:24:54.578" v="5849" actId="20577"/>
          <ac:spMkLst>
            <pc:docMk/>
            <pc:sldMk cId="853583683" sldId="375"/>
            <ac:spMk id="2" creationId="{00000000-0000-0000-0000-000000000000}"/>
          </ac:spMkLst>
        </pc:spChg>
        <pc:spChg chg="mod">
          <ac:chgData name="dincerkonur@yahoo.com" userId="0cb337efb386619d" providerId="LiveId" clId="{22A08698-3626-4691-A82D-B3E1CFB791A7}" dt="2019-03-21T20:31:00.884" v="6027" actId="20577"/>
          <ac:spMkLst>
            <pc:docMk/>
            <pc:sldMk cId="853583683" sldId="375"/>
            <ac:spMk id="3" creationId="{00000000-0000-0000-0000-000000000000}"/>
          </ac:spMkLst>
        </pc:spChg>
        <pc:spChg chg="add mod">
          <ac:chgData name="dincerkonur@yahoo.com" userId="0cb337efb386619d" providerId="LiveId" clId="{22A08698-3626-4691-A82D-B3E1CFB791A7}" dt="2019-03-21T20:30:43.297" v="6018"/>
          <ac:spMkLst>
            <pc:docMk/>
            <pc:sldMk cId="853583683" sldId="375"/>
            <ac:spMk id="4" creationId="{B892D046-074A-45D4-AEC2-EB827E23EC59}"/>
          </ac:spMkLst>
        </pc:spChg>
        <pc:spChg chg="add mod">
          <ac:chgData name="dincerkonur@yahoo.com" userId="0cb337efb386619d" providerId="LiveId" clId="{22A08698-3626-4691-A82D-B3E1CFB791A7}" dt="2019-03-21T20:31:20.289" v="6033" actId="404"/>
          <ac:spMkLst>
            <pc:docMk/>
            <pc:sldMk cId="853583683" sldId="375"/>
            <ac:spMk id="9" creationId="{6B5AD62E-2525-4622-89A7-E3EECF84FF2E}"/>
          </ac:spMkLst>
        </pc:spChg>
        <pc:spChg chg="add mod">
          <ac:chgData name="dincerkonur@yahoo.com" userId="0cb337efb386619d" providerId="LiveId" clId="{22A08698-3626-4691-A82D-B3E1CFB791A7}" dt="2019-03-21T20:32:11.219" v="6050" actId="1076"/>
          <ac:spMkLst>
            <pc:docMk/>
            <pc:sldMk cId="853583683" sldId="375"/>
            <ac:spMk id="10" creationId="{AA59D33F-141B-4E07-A2A8-6FCA8ED88ABE}"/>
          </ac:spMkLst>
        </pc:spChg>
        <pc:picChg chg="add mod">
          <ac:chgData name="dincerkonur@yahoo.com" userId="0cb337efb386619d" providerId="LiveId" clId="{22A08698-3626-4691-A82D-B3E1CFB791A7}" dt="2019-03-21T20:25:17.721" v="5861" actId="1076"/>
          <ac:picMkLst>
            <pc:docMk/>
            <pc:sldMk cId="853583683" sldId="375"/>
            <ac:picMk id="5" creationId="{9D9F947B-6563-462E-B518-1867D5F89136}"/>
          </ac:picMkLst>
        </pc:picChg>
        <pc:picChg chg="del">
          <ac:chgData name="dincerkonur@yahoo.com" userId="0cb337efb386619d" providerId="LiveId" clId="{22A08698-3626-4691-A82D-B3E1CFB791A7}" dt="2019-03-21T20:24:31.994" v="5833" actId="478"/>
          <ac:picMkLst>
            <pc:docMk/>
            <pc:sldMk cId="853583683" sldId="375"/>
            <ac:picMk id="6" creationId="{0C4A9BDE-5B94-4DEE-AA9C-2D67386E3403}"/>
          </ac:picMkLst>
        </pc:picChg>
        <pc:picChg chg="add mod">
          <ac:chgData name="dincerkonur@yahoo.com" userId="0cb337efb386619d" providerId="LiveId" clId="{22A08698-3626-4691-A82D-B3E1CFB791A7}" dt="2019-03-21T20:31:56.066" v="6036" actId="1076"/>
          <ac:picMkLst>
            <pc:docMk/>
            <pc:sldMk cId="853583683" sldId="375"/>
            <ac:picMk id="7" creationId="{2021CD82-2217-4257-B9DE-7D78A68F91BA}"/>
          </ac:picMkLst>
        </pc:picChg>
        <pc:picChg chg="add mod">
          <ac:chgData name="dincerkonur@yahoo.com" userId="0cb337efb386619d" providerId="LiveId" clId="{22A08698-3626-4691-A82D-B3E1CFB791A7}" dt="2019-03-21T20:31:04.485" v="6028" actId="1076"/>
          <ac:picMkLst>
            <pc:docMk/>
            <pc:sldMk cId="853583683" sldId="375"/>
            <ac:picMk id="8" creationId="{9AA85ACD-00B1-4F65-BD9E-B33027666E80}"/>
          </ac:picMkLst>
        </pc:picChg>
      </pc:sldChg>
      <pc:sldChg chg="add del">
        <pc:chgData name="dincerkonur@yahoo.com" userId="0cb337efb386619d" providerId="LiveId" clId="{22A08698-3626-4691-A82D-B3E1CFB791A7}" dt="2019-03-21T20:24:22.511" v="5829"/>
        <pc:sldMkLst>
          <pc:docMk/>
          <pc:sldMk cId="3695151367" sldId="375"/>
        </pc:sldMkLst>
      </pc:sldChg>
      <pc:sldChg chg="add del">
        <pc:chgData name="dincerkonur@yahoo.com" userId="0cb337efb386619d" providerId="LiveId" clId="{22A08698-3626-4691-A82D-B3E1CFB791A7}" dt="2019-03-21T20:24:29.992" v="5832" actId="2696"/>
        <pc:sldMkLst>
          <pc:docMk/>
          <pc:sldMk cId="489632944" sldId="376"/>
        </pc:sldMkLst>
      </pc:sldChg>
      <pc:sldChg chg="delSp modSp add modAnim">
        <pc:chgData name="dincerkonur@yahoo.com" userId="0cb337efb386619d" providerId="LiveId" clId="{22A08698-3626-4691-A82D-B3E1CFB791A7}" dt="2019-03-22T19:31:37.704" v="10994"/>
        <pc:sldMkLst>
          <pc:docMk/>
          <pc:sldMk cId="3481827535" sldId="376"/>
        </pc:sldMkLst>
        <pc:spChg chg="mod">
          <ac:chgData name="dincerkonur@yahoo.com" userId="0cb337efb386619d" providerId="LiveId" clId="{22A08698-3626-4691-A82D-B3E1CFB791A7}" dt="2019-03-21T20:38:22.381" v="6228" actId="20577"/>
          <ac:spMkLst>
            <pc:docMk/>
            <pc:sldMk cId="3481827535" sldId="376"/>
            <ac:spMk id="2" creationId="{00000000-0000-0000-0000-000000000000}"/>
          </ac:spMkLst>
        </pc:spChg>
        <pc:spChg chg="mod">
          <ac:chgData name="dincerkonur@yahoo.com" userId="0cb337efb386619d" providerId="LiveId" clId="{22A08698-3626-4691-A82D-B3E1CFB791A7}" dt="2019-03-21T20:38:31.256" v="6231" actId="404"/>
          <ac:spMkLst>
            <pc:docMk/>
            <pc:sldMk cId="3481827535" sldId="376"/>
            <ac:spMk id="3" creationId="{00000000-0000-0000-0000-000000000000}"/>
          </ac:spMkLst>
        </pc:spChg>
        <pc:spChg chg="del">
          <ac:chgData name="dincerkonur@yahoo.com" userId="0cb337efb386619d" providerId="LiveId" clId="{22A08698-3626-4691-A82D-B3E1CFB791A7}" dt="2019-03-21T20:35:14.048" v="6141" actId="478"/>
          <ac:spMkLst>
            <pc:docMk/>
            <pc:sldMk cId="3481827535" sldId="376"/>
            <ac:spMk id="9" creationId="{6B5AD62E-2525-4622-89A7-E3EECF84FF2E}"/>
          </ac:spMkLst>
        </pc:spChg>
        <pc:spChg chg="del">
          <ac:chgData name="dincerkonur@yahoo.com" userId="0cb337efb386619d" providerId="LiveId" clId="{22A08698-3626-4691-A82D-B3E1CFB791A7}" dt="2019-03-21T20:35:15.764" v="6143" actId="478"/>
          <ac:spMkLst>
            <pc:docMk/>
            <pc:sldMk cId="3481827535" sldId="376"/>
            <ac:spMk id="10" creationId="{AA59D33F-141B-4E07-A2A8-6FCA8ED88ABE}"/>
          </ac:spMkLst>
        </pc:spChg>
        <pc:picChg chg="del">
          <ac:chgData name="dincerkonur@yahoo.com" userId="0cb337efb386619d" providerId="LiveId" clId="{22A08698-3626-4691-A82D-B3E1CFB791A7}" dt="2019-03-21T20:35:16.496" v="6144" actId="478"/>
          <ac:picMkLst>
            <pc:docMk/>
            <pc:sldMk cId="3481827535" sldId="376"/>
            <ac:picMk id="5" creationId="{9D9F947B-6563-462E-B518-1867D5F89136}"/>
          </ac:picMkLst>
        </pc:picChg>
        <pc:picChg chg="del">
          <ac:chgData name="dincerkonur@yahoo.com" userId="0cb337efb386619d" providerId="LiveId" clId="{22A08698-3626-4691-A82D-B3E1CFB791A7}" dt="2019-03-21T20:35:14.620" v="6142" actId="478"/>
          <ac:picMkLst>
            <pc:docMk/>
            <pc:sldMk cId="3481827535" sldId="376"/>
            <ac:picMk id="7" creationId="{2021CD82-2217-4257-B9DE-7D78A68F91BA}"/>
          </ac:picMkLst>
        </pc:picChg>
        <pc:picChg chg="del">
          <ac:chgData name="dincerkonur@yahoo.com" userId="0cb337efb386619d" providerId="LiveId" clId="{22A08698-3626-4691-A82D-B3E1CFB791A7}" dt="2019-03-21T20:35:10.888" v="6140" actId="478"/>
          <ac:picMkLst>
            <pc:docMk/>
            <pc:sldMk cId="3481827535" sldId="376"/>
            <ac:picMk id="8" creationId="{9AA85ACD-00B1-4F65-BD9E-B33027666E80}"/>
          </ac:picMkLst>
        </pc:picChg>
      </pc:sldChg>
      <pc:sldChg chg="addSp modSp add">
        <pc:chgData name="dincerkonur@yahoo.com" userId="0cb337efb386619d" providerId="LiveId" clId="{22A08698-3626-4691-A82D-B3E1CFB791A7}" dt="2019-03-21T20:41:34.771" v="6268" actId="1076"/>
        <pc:sldMkLst>
          <pc:docMk/>
          <pc:sldMk cId="4122713787" sldId="377"/>
        </pc:sldMkLst>
        <pc:spChg chg="mod">
          <ac:chgData name="dincerkonur@yahoo.com" userId="0cb337efb386619d" providerId="LiveId" clId="{22A08698-3626-4691-A82D-B3E1CFB791A7}" dt="2019-03-21T20:41:28.090" v="6266" actId="20577"/>
          <ac:spMkLst>
            <pc:docMk/>
            <pc:sldMk cId="4122713787" sldId="377"/>
            <ac:spMk id="3" creationId="{00000000-0000-0000-0000-000000000000}"/>
          </ac:spMkLst>
        </pc:spChg>
        <pc:spChg chg="add mod">
          <ac:chgData name="dincerkonur@yahoo.com" userId="0cb337efb386619d" providerId="LiveId" clId="{22A08698-3626-4691-A82D-B3E1CFB791A7}" dt="2019-03-21T20:41:34.771" v="6268" actId="1076"/>
          <ac:spMkLst>
            <pc:docMk/>
            <pc:sldMk cId="4122713787" sldId="377"/>
            <ac:spMk id="6" creationId="{F92FD67C-229E-466D-B0EC-6CFE4E71E7FC}"/>
          </ac:spMkLst>
        </pc:spChg>
        <pc:picChg chg="add mod">
          <ac:chgData name="dincerkonur@yahoo.com" userId="0cb337efb386619d" providerId="LiveId" clId="{22A08698-3626-4691-A82D-B3E1CFB791A7}" dt="2019-03-21T20:40:41.379" v="6246" actId="1076"/>
          <ac:picMkLst>
            <pc:docMk/>
            <pc:sldMk cId="4122713787" sldId="377"/>
            <ac:picMk id="5" creationId="{6940BA4D-5F33-49CA-9928-5836D00FC514}"/>
          </ac:picMkLst>
        </pc:picChg>
      </pc:sldChg>
      <pc:sldChg chg="addSp delSp modSp add">
        <pc:chgData name="dincerkonur@yahoo.com" userId="0cb337efb386619d" providerId="LiveId" clId="{22A08698-3626-4691-A82D-B3E1CFB791A7}" dt="2019-03-21T20:43:33.800" v="6318" actId="1076"/>
        <pc:sldMkLst>
          <pc:docMk/>
          <pc:sldMk cId="4150904389" sldId="378"/>
        </pc:sldMkLst>
        <pc:spChg chg="mod">
          <ac:chgData name="dincerkonur@yahoo.com" userId="0cb337efb386619d" providerId="LiveId" clId="{22A08698-3626-4691-A82D-B3E1CFB791A7}" dt="2019-03-21T20:43:26.082" v="6315" actId="14100"/>
          <ac:spMkLst>
            <pc:docMk/>
            <pc:sldMk cId="4150904389" sldId="378"/>
            <ac:spMk id="3" creationId="{00000000-0000-0000-0000-000000000000}"/>
          </ac:spMkLst>
        </pc:spChg>
        <pc:spChg chg="del">
          <ac:chgData name="dincerkonur@yahoo.com" userId="0cb337efb386619d" providerId="LiveId" clId="{22A08698-3626-4691-A82D-B3E1CFB791A7}" dt="2019-03-21T20:41:52.685" v="6271" actId="478"/>
          <ac:spMkLst>
            <pc:docMk/>
            <pc:sldMk cId="4150904389" sldId="378"/>
            <ac:spMk id="6" creationId="{F92FD67C-229E-466D-B0EC-6CFE4E71E7FC}"/>
          </ac:spMkLst>
        </pc:spChg>
        <pc:picChg chg="del">
          <ac:chgData name="dincerkonur@yahoo.com" userId="0cb337efb386619d" providerId="LiveId" clId="{22A08698-3626-4691-A82D-B3E1CFB791A7}" dt="2019-03-21T20:41:48.824" v="6270" actId="478"/>
          <ac:picMkLst>
            <pc:docMk/>
            <pc:sldMk cId="4150904389" sldId="378"/>
            <ac:picMk id="5" creationId="{6940BA4D-5F33-49CA-9928-5836D00FC514}"/>
          </ac:picMkLst>
        </pc:picChg>
        <pc:picChg chg="add mod">
          <ac:chgData name="dincerkonur@yahoo.com" userId="0cb337efb386619d" providerId="LiveId" clId="{22A08698-3626-4691-A82D-B3E1CFB791A7}" dt="2019-03-21T20:43:31.717" v="6317" actId="1076"/>
          <ac:picMkLst>
            <pc:docMk/>
            <pc:sldMk cId="4150904389" sldId="378"/>
            <ac:picMk id="7" creationId="{C2568FBB-CFC1-487A-BCFF-A15A52596671}"/>
          </ac:picMkLst>
        </pc:picChg>
        <pc:picChg chg="add mod">
          <ac:chgData name="dincerkonur@yahoo.com" userId="0cb337efb386619d" providerId="LiveId" clId="{22A08698-3626-4691-A82D-B3E1CFB791A7}" dt="2019-03-21T20:43:22.884" v="6314" actId="1076"/>
          <ac:picMkLst>
            <pc:docMk/>
            <pc:sldMk cId="4150904389" sldId="378"/>
            <ac:picMk id="8" creationId="{C5B27F7B-ACCD-47E4-A22F-6DCD03276158}"/>
          </ac:picMkLst>
        </pc:picChg>
        <pc:picChg chg="add mod">
          <ac:chgData name="dincerkonur@yahoo.com" userId="0cb337efb386619d" providerId="LiveId" clId="{22A08698-3626-4691-A82D-B3E1CFB791A7}" dt="2019-03-21T20:43:28.938" v="6316" actId="1076"/>
          <ac:picMkLst>
            <pc:docMk/>
            <pc:sldMk cId="4150904389" sldId="378"/>
            <ac:picMk id="9" creationId="{3D541D34-872B-4BE2-8E2E-6648DD484256}"/>
          </ac:picMkLst>
        </pc:picChg>
        <pc:picChg chg="add mod">
          <ac:chgData name="dincerkonur@yahoo.com" userId="0cb337efb386619d" providerId="LiveId" clId="{22A08698-3626-4691-A82D-B3E1CFB791A7}" dt="2019-03-21T20:43:33.800" v="6318" actId="1076"/>
          <ac:picMkLst>
            <pc:docMk/>
            <pc:sldMk cId="4150904389" sldId="378"/>
            <ac:picMk id="10" creationId="{1A61BBD0-EC88-40D2-8982-ABF912DF48B2}"/>
          </ac:picMkLst>
        </pc:picChg>
      </pc:sldChg>
      <pc:sldChg chg="addSp delSp modSp add modAnim">
        <pc:chgData name="dincerkonur@yahoo.com" userId="0cb337efb386619d" providerId="LiveId" clId="{22A08698-3626-4691-A82D-B3E1CFB791A7}" dt="2019-03-22T19:32:19.656" v="11001"/>
        <pc:sldMkLst>
          <pc:docMk/>
          <pc:sldMk cId="4261054656" sldId="379"/>
        </pc:sldMkLst>
        <pc:spChg chg="mod">
          <ac:chgData name="dincerkonur@yahoo.com" userId="0cb337efb386619d" providerId="LiveId" clId="{22A08698-3626-4691-A82D-B3E1CFB791A7}" dt="2019-03-21T20:54:17.784" v="6625" actId="20577"/>
          <ac:spMkLst>
            <pc:docMk/>
            <pc:sldMk cId="4261054656" sldId="379"/>
            <ac:spMk id="3" creationId="{00000000-0000-0000-0000-000000000000}"/>
          </ac:spMkLst>
        </pc:spChg>
        <pc:spChg chg="add mod">
          <ac:chgData name="dincerkonur@yahoo.com" userId="0cb337efb386619d" providerId="LiveId" clId="{22A08698-3626-4691-A82D-B3E1CFB791A7}" dt="2019-03-21T20:48:38.107" v="6400" actId="208"/>
          <ac:spMkLst>
            <pc:docMk/>
            <pc:sldMk cId="4261054656" sldId="379"/>
            <ac:spMk id="11" creationId="{A6D526EF-1946-410C-B74C-4DD4BCB259AC}"/>
          </ac:spMkLst>
        </pc:spChg>
        <pc:spChg chg="add mod">
          <ac:chgData name="dincerkonur@yahoo.com" userId="0cb337efb386619d" providerId="LiveId" clId="{22A08698-3626-4691-A82D-B3E1CFB791A7}" dt="2019-03-21T20:48:55.511" v="6406" actId="14100"/>
          <ac:spMkLst>
            <pc:docMk/>
            <pc:sldMk cId="4261054656" sldId="379"/>
            <ac:spMk id="12" creationId="{6974F09B-6EF7-40D8-AF8F-90D714003156}"/>
          </ac:spMkLst>
        </pc:spChg>
        <pc:spChg chg="add mod">
          <ac:chgData name="dincerkonur@yahoo.com" userId="0cb337efb386619d" providerId="LiveId" clId="{22A08698-3626-4691-A82D-B3E1CFB791A7}" dt="2019-03-21T20:49:10.906" v="6437" actId="14100"/>
          <ac:spMkLst>
            <pc:docMk/>
            <pc:sldMk cId="4261054656" sldId="379"/>
            <ac:spMk id="13" creationId="{28FB176C-99CB-47EE-A08C-CFF4FDB08437}"/>
          </ac:spMkLst>
        </pc:spChg>
        <pc:spChg chg="add mod">
          <ac:chgData name="dincerkonur@yahoo.com" userId="0cb337efb386619d" providerId="LiveId" clId="{22A08698-3626-4691-A82D-B3E1CFB791A7}" dt="2019-03-21T20:49:45.203" v="6555" actId="20577"/>
          <ac:spMkLst>
            <pc:docMk/>
            <pc:sldMk cId="4261054656" sldId="379"/>
            <ac:spMk id="14" creationId="{608C9694-093A-476C-9066-03E809B115C8}"/>
          </ac:spMkLst>
        </pc:spChg>
        <pc:picChg chg="add mod">
          <ac:chgData name="dincerkonur@yahoo.com" userId="0cb337efb386619d" providerId="LiveId" clId="{22A08698-3626-4691-A82D-B3E1CFB791A7}" dt="2019-03-21T20:47:36.253" v="6388" actId="1076"/>
          <ac:picMkLst>
            <pc:docMk/>
            <pc:sldMk cId="4261054656" sldId="379"/>
            <ac:picMk id="5" creationId="{E170EDB2-0834-485D-8236-FBB3366D2F27}"/>
          </ac:picMkLst>
        </pc:picChg>
        <pc:picChg chg="add mod">
          <ac:chgData name="dincerkonur@yahoo.com" userId="0cb337efb386619d" providerId="LiveId" clId="{22A08698-3626-4691-A82D-B3E1CFB791A7}" dt="2019-03-21T20:48:44.311" v="6403" actId="1076"/>
          <ac:picMkLst>
            <pc:docMk/>
            <pc:sldMk cId="4261054656" sldId="379"/>
            <ac:picMk id="6" creationId="{EAEBD37A-62B8-4BBA-A1D4-2E9437B17F1A}"/>
          </ac:picMkLst>
        </pc:picChg>
        <pc:picChg chg="del">
          <ac:chgData name="dincerkonur@yahoo.com" userId="0cb337efb386619d" providerId="LiveId" clId="{22A08698-3626-4691-A82D-B3E1CFB791A7}" dt="2019-03-21T20:43:58.108" v="6321" actId="478"/>
          <ac:picMkLst>
            <pc:docMk/>
            <pc:sldMk cId="4261054656" sldId="379"/>
            <ac:picMk id="7" creationId="{C2568FBB-CFC1-487A-BCFF-A15A52596671}"/>
          </ac:picMkLst>
        </pc:picChg>
        <pc:picChg chg="del">
          <ac:chgData name="dincerkonur@yahoo.com" userId="0cb337efb386619d" providerId="LiveId" clId="{22A08698-3626-4691-A82D-B3E1CFB791A7}" dt="2019-03-21T20:43:58.108" v="6321" actId="478"/>
          <ac:picMkLst>
            <pc:docMk/>
            <pc:sldMk cId="4261054656" sldId="379"/>
            <ac:picMk id="8" creationId="{C5B27F7B-ACCD-47E4-A22F-6DCD03276158}"/>
          </ac:picMkLst>
        </pc:picChg>
        <pc:picChg chg="del">
          <ac:chgData name="dincerkonur@yahoo.com" userId="0cb337efb386619d" providerId="LiveId" clId="{22A08698-3626-4691-A82D-B3E1CFB791A7}" dt="2019-03-21T20:43:55.979" v="6320" actId="478"/>
          <ac:picMkLst>
            <pc:docMk/>
            <pc:sldMk cId="4261054656" sldId="379"/>
            <ac:picMk id="9" creationId="{3D541D34-872B-4BE2-8E2E-6648DD484256}"/>
          </ac:picMkLst>
        </pc:picChg>
        <pc:picChg chg="del">
          <ac:chgData name="dincerkonur@yahoo.com" userId="0cb337efb386619d" providerId="LiveId" clId="{22A08698-3626-4691-A82D-B3E1CFB791A7}" dt="2019-03-21T20:45:24.442" v="6322" actId="478"/>
          <ac:picMkLst>
            <pc:docMk/>
            <pc:sldMk cId="4261054656" sldId="379"/>
            <ac:picMk id="10" creationId="{1A61BBD0-EC88-40D2-8982-ABF912DF48B2}"/>
          </ac:picMkLst>
        </pc:picChg>
      </pc:sldChg>
      <pc:sldChg chg="addSp delSp modSp add">
        <pc:chgData name="dincerkonur@yahoo.com" userId="0cb337efb386619d" providerId="LiveId" clId="{22A08698-3626-4691-A82D-B3E1CFB791A7}" dt="2019-03-22T19:32:42.271" v="11004" actId="1076"/>
        <pc:sldMkLst>
          <pc:docMk/>
          <pc:sldMk cId="2504166974" sldId="380"/>
        </pc:sldMkLst>
        <pc:spChg chg="mod">
          <ac:chgData name="dincerkonur@yahoo.com" userId="0cb337efb386619d" providerId="LiveId" clId="{22A08698-3626-4691-A82D-B3E1CFB791A7}" dt="2019-03-21T20:52:24.265" v="6622" actId="20577"/>
          <ac:spMkLst>
            <pc:docMk/>
            <pc:sldMk cId="2504166974" sldId="380"/>
            <ac:spMk id="3" creationId="{00000000-0000-0000-0000-000000000000}"/>
          </ac:spMkLst>
        </pc:spChg>
        <pc:spChg chg="del">
          <ac:chgData name="dincerkonur@yahoo.com" userId="0cb337efb386619d" providerId="LiveId" clId="{22A08698-3626-4691-A82D-B3E1CFB791A7}" dt="2019-03-21T20:50:50.570" v="6560" actId="478"/>
          <ac:spMkLst>
            <pc:docMk/>
            <pc:sldMk cId="2504166974" sldId="380"/>
            <ac:spMk id="11" creationId="{A6D526EF-1946-410C-B74C-4DD4BCB259AC}"/>
          </ac:spMkLst>
        </pc:spChg>
        <pc:spChg chg="del">
          <ac:chgData name="dincerkonur@yahoo.com" userId="0cb337efb386619d" providerId="LiveId" clId="{22A08698-3626-4691-A82D-B3E1CFB791A7}" dt="2019-03-21T20:50:49.260" v="6559" actId="478"/>
          <ac:spMkLst>
            <pc:docMk/>
            <pc:sldMk cId="2504166974" sldId="380"/>
            <ac:spMk id="12" creationId="{6974F09B-6EF7-40D8-AF8F-90D714003156}"/>
          </ac:spMkLst>
        </pc:spChg>
        <pc:spChg chg="del">
          <ac:chgData name="dincerkonur@yahoo.com" userId="0cb337efb386619d" providerId="LiveId" clId="{22A08698-3626-4691-A82D-B3E1CFB791A7}" dt="2019-03-21T20:50:52.488" v="6561" actId="478"/>
          <ac:spMkLst>
            <pc:docMk/>
            <pc:sldMk cId="2504166974" sldId="380"/>
            <ac:spMk id="13" creationId="{28FB176C-99CB-47EE-A08C-CFF4FDB08437}"/>
          </ac:spMkLst>
        </pc:spChg>
        <pc:spChg chg="del">
          <ac:chgData name="dincerkonur@yahoo.com" userId="0cb337efb386619d" providerId="LiveId" clId="{22A08698-3626-4691-A82D-B3E1CFB791A7}" dt="2019-03-21T20:50:47.851" v="6558" actId="478"/>
          <ac:spMkLst>
            <pc:docMk/>
            <pc:sldMk cId="2504166974" sldId="380"/>
            <ac:spMk id="14" creationId="{608C9694-093A-476C-9066-03E809B115C8}"/>
          </ac:spMkLst>
        </pc:spChg>
        <pc:picChg chg="del">
          <ac:chgData name="dincerkonur@yahoo.com" userId="0cb337efb386619d" providerId="LiveId" clId="{22A08698-3626-4691-A82D-B3E1CFB791A7}" dt="2019-03-21T20:50:53.288" v="6562" actId="478"/>
          <ac:picMkLst>
            <pc:docMk/>
            <pc:sldMk cId="2504166974" sldId="380"/>
            <ac:picMk id="5" creationId="{E170EDB2-0834-485D-8236-FBB3366D2F27}"/>
          </ac:picMkLst>
        </pc:picChg>
        <pc:picChg chg="del">
          <ac:chgData name="dincerkonur@yahoo.com" userId="0cb337efb386619d" providerId="LiveId" clId="{22A08698-3626-4691-A82D-B3E1CFB791A7}" dt="2019-03-21T20:50:45.667" v="6557" actId="478"/>
          <ac:picMkLst>
            <pc:docMk/>
            <pc:sldMk cId="2504166974" sldId="380"/>
            <ac:picMk id="6" creationId="{EAEBD37A-62B8-4BBA-A1D4-2E9437B17F1A}"/>
          </ac:picMkLst>
        </pc:picChg>
        <pc:picChg chg="add mod">
          <ac:chgData name="dincerkonur@yahoo.com" userId="0cb337efb386619d" providerId="LiveId" clId="{22A08698-3626-4691-A82D-B3E1CFB791A7}" dt="2019-03-22T19:32:42.271" v="11004" actId="1076"/>
          <ac:picMkLst>
            <pc:docMk/>
            <pc:sldMk cId="2504166974" sldId="380"/>
            <ac:picMk id="7" creationId="{36944C99-5097-4C29-981A-E002F30DF0F3}"/>
          </ac:picMkLst>
        </pc:picChg>
        <pc:picChg chg="add mod ord">
          <ac:chgData name="dincerkonur@yahoo.com" userId="0cb337efb386619d" providerId="LiveId" clId="{22A08698-3626-4691-A82D-B3E1CFB791A7}" dt="2019-03-22T19:32:39.157" v="11003" actId="1076"/>
          <ac:picMkLst>
            <pc:docMk/>
            <pc:sldMk cId="2504166974" sldId="380"/>
            <ac:picMk id="8" creationId="{C6798B74-7CC8-40E4-B859-4943F746022F}"/>
          </ac:picMkLst>
        </pc:picChg>
      </pc:sldChg>
      <pc:sldChg chg="addSp delSp modSp add modAnim">
        <pc:chgData name="dincerkonur@yahoo.com" userId="0cb337efb386619d" providerId="LiveId" clId="{22A08698-3626-4691-A82D-B3E1CFB791A7}" dt="2019-03-22T19:33:22.637" v="11013"/>
        <pc:sldMkLst>
          <pc:docMk/>
          <pc:sldMk cId="1327350165" sldId="381"/>
        </pc:sldMkLst>
        <pc:spChg chg="mod">
          <ac:chgData name="dincerkonur@yahoo.com" userId="0cb337efb386619d" providerId="LiveId" clId="{22A08698-3626-4691-A82D-B3E1CFB791A7}" dt="2019-03-21T21:01:54.918" v="6818" actId="20577"/>
          <ac:spMkLst>
            <pc:docMk/>
            <pc:sldMk cId="1327350165" sldId="381"/>
            <ac:spMk id="3" creationId="{00000000-0000-0000-0000-000000000000}"/>
          </ac:spMkLst>
        </pc:spChg>
        <pc:spChg chg="add mod">
          <ac:chgData name="dincerkonur@yahoo.com" userId="0cb337efb386619d" providerId="LiveId" clId="{22A08698-3626-4691-A82D-B3E1CFB791A7}" dt="2019-03-21T21:02:03.985" v="6821" actId="1076"/>
          <ac:spMkLst>
            <pc:docMk/>
            <pc:sldMk cId="1327350165" sldId="381"/>
            <ac:spMk id="6" creationId="{4D690EC4-E36B-48E2-B144-81786C7AC073}"/>
          </ac:spMkLst>
        </pc:spChg>
        <pc:picChg chg="add mod">
          <ac:chgData name="dincerkonur@yahoo.com" userId="0cb337efb386619d" providerId="LiveId" clId="{22A08698-3626-4691-A82D-B3E1CFB791A7}" dt="2019-03-21T21:02:03.985" v="6821" actId="1076"/>
          <ac:picMkLst>
            <pc:docMk/>
            <pc:sldMk cId="1327350165" sldId="381"/>
            <ac:picMk id="5" creationId="{74DD2D6E-18F1-4868-9F96-9D20E5955C9D}"/>
          </ac:picMkLst>
        </pc:picChg>
        <pc:picChg chg="del">
          <ac:chgData name="dincerkonur@yahoo.com" userId="0cb337efb386619d" providerId="LiveId" clId="{22A08698-3626-4691-A82D-B3E1CFB791A7}" dt="2019-03-21T20:58:05.924" v="6642" actId="478"/>
          <ac:picMkLst>
            <pc:docMk/>
            <pc:sldMk cId="1327350165" sldId="381"/>
            <ac:picMk id="7" creationId="{36944C99-5097-4C29-981A-E002F30DF0F3}"/>
          </ac:picMkLst>
        </pc:picChg>
        <pc:picChg chg="del">
          <ac:chgData name="dincerkonur@yahoo.com" userId="0cb337efb386619d" providerId="LiveId" clId="{22A08698-3626-4691-A82D-B3E1CFB791A7}" dt="2019-03-21T20:58:06.589" v="6643" actId="478"/>
          <ac:picMkLst>
            <pc:docMk/>
            <pc:sldMk cId="1327350165" sldId="381"/>
            <ac:picMk id="8" creationId="{C6798B74-7CC8-40E4-B859-4943F746022F}"/>
          </ac:picMkLst>
        </pc:picChg>
        <pc:picChg chg="add mod">
          <ac:chgData name="dincerkonur@yahoo.com" userId="0cb337efb386619d" providerId="LiveId" clId="{22A08698-3626-4691-A82D-B3E1CFB791A7}" dt="2019-03-21T21:01:56.692" v="6819" actId="1076"/>
          <ac:picMkLst>
            <pc:docMk/>
            <pc:sldMk cId="1327350165" sldId="381"/>
            <ac:picMk id="9" creationId="{3EF4A587-C731-4877-9B71-B09BDF8D93E9}"/>
          </ac:picMkLst>
        </pc:picChg>
        <pc:picChg chg="add mod">
          <ac:chgData name="dincerkonur@yahoo.com" userId="0cb337efb386619d" providerId="LiveId" clId="{22A08698-3626-4691-A82D-B3E1CFB791A7}" dt="2019-03-21T21:02:08.402" v="6823" actId="1076"/>
          <ac:picMkLst>
            <pc:docMk/>
            <pc:sldMk cId="1327350165" sldId="381"/>
            <ac:picMk id="10" creationId="{FEFC95F5-2BC2-4D1C-884B-6B52667413E9}"/>
          </ac:picMkLst>
        </pc:picChg>
      </pc:sldChg>
      <pc:sldChg chg="addSp delSp modSp add modAnim">
        <pc:chgData name="dincerkonur@yahoo.com" userId="0cb337efb386619d" providerId="LiveId" clId="{22A08698-3626-4691-A82D-B3E1CFB791A7}" dt="2019-03-22T19:33:33.705" v="11015"/>
        <pc:sldMkLst>
          <pc:docMk/>
          <pc:sldMk cId="2428456852" sldId="382"/>
        </pc:sldMkLst>
        <pc:spChg chg="mod">
          <ac:chgData name="dincerkonur@yahoo.com" userId="0cb337efb386619d" providerId="LiveId" clId="{22A08698-3626-4691-A82D-B3E1CFB791A7}" dt="2019-03-21T21:03:25.783" v="6856" actId="15"/>
          <ac:spMkLst>
            <pc:docMk/>
            <pc:sldMk cId="2428456852" sldId="382"/>
            <ac:spMk id="3" creationId="{00000000-0000-0000-0000-000000000000}"/>
          </ac:spMkLst>
        </pc:spChg>
        <pc:spChg chg="del">
          <ac:chgData name="dincerkonur@yahoo.com" userId="0cb337efb386619d" providerId="LiveId" clId="{22A08698-3626-4691-A82D-B3E1CFB791A7}" dt="2019-03-21T21:02:22.936" v="6826" actId="478"/>
          <ac:spMkLst>
            <pc:docMk/>
            <pc:sldMk cId="2428456852" sldId="382"/>
            <ac:spMk id="6" creationId="{4D690EC4-E36B-48E2-B144-81786C7AC073}"/>
          </ac:spMkLst>
        </pc:spChg>
        <pc:picChg chg="del">
          <ac:chgData name="dincerkonur@yahoo.com" userId="0cb337efb386619d" providerId="LiveId" clId="{22A08698-3626-4691-A82D-B3E1CFB791A7}" dt="2019-03-21T21:02:18.541" v="6825" actId="478"/>
          <ac:picMkLst>
            <pc:docMk/>
            <pc:sldMk cId="2428456852" sldId="382"/>
            <ac:picMk id="5" creationId="{74DD2D6E-18F1-4868-9F96-9D20E5955C9D}"/>
          </ac:picMkLst>
        </pc:picChg>
        <pc:picChg chg="del">
          <ac:chgData name="dincerkonur@yahoo.com" userId="0cb337efb386619d" providerId="LiveId" clId="{22A08698-3626-4691-A82D-B3E1CFB791A7}" dt="2019-03-21T21:02:18.541" v="6825" actId="478"/>
          <ac:picMkLst>
            <pc:docMk/>
            <pc:sldMk cId="2428456852" sldId="382"/>
            <ac:picMk id="9" creationId="{3EF4A587-C731-4877-9B71-B09BDF8D93E9}"/>
          </ac:picMkLst>
        </pc:picChg>
        <pc:picChg chg="del">
          <ac:chgData name="dincerkonur@yahoo.com" userId="0cb337efb386619d" providerId="LiveId" clId="{22A08698-3626-4691-A82D-B3E1CFB791A7}" dt="2019-03-21T21:02:18.541" v="6825" actId="478"/>
          <ac:picMkLst>
            <pc:docMk/>
            <pc:sldMk cId="2428456852" sldId="382"/>
            <ac:picMk id="10" creationId="{FEFC95F5-2BC2-4D1C-884B-6B52667413E9}"/>
          </ac:picMkLst>
        </pc:picChg>
        <pc:picChg chg="add mod">
          <ac:chgData name="dincerkonur@yahoo.com" userId="0cb337efb386619d" providerId="LiveId" clId="{22A08698-3626-4691-A82D-B3E1CFB791A7}" dt="2019-03-21T21:03:10.578" v="6851" actId="1076"/>
          <ac:picMkLst>
            <pc:docMk/>
            <pc:sldMk cId="2428456852" sldId="382"/>
            <ac:picMk id="11" creationId="{7A506A20-A795-4CDA-BB76-33087DEB70D1}"/>
          </ac:picMkLst>
        </pc:picChg>
        <pc:picChg chg="add mod">
          <ac:chgData name="dincerkonur@yahoo.com" userId="0cb337efb386619d" providerId="LiveId" clId="{22A08698-3626-4691-A82D-B3E1CFB791A7}" dt="2019-03-21T21:03:11.752" v="6852" actId="1076"/>
          <ac:picMkLst>
            <pc:docMk/>
            <pc:sldMk cId="2428456852" sldId="382"/>
            <ac:picMk id="12" creationId="{8C78D821-181C-4B28-952C-69B2D679EB10}"/>
          </ac:picMkLst>
        </pc:picChg>
      </pc:sldChg>
      <pc:sldChg chg="delSp add del">
        <pc:chgData name="dincerkonur@yahoo.com" userId="0cb337efb386619d" providerId="LiveId" clId="{22A08698-3626-4691-A82D-B3E1CFB791A7}" dt="2019-03-22T18:50:45.732" v="10150" actId="2696"/>
        <pc:sldMkLst>
          <pc:docMk/>
          <pc:sldMk cId="3729504139" sldId="383"/>
        </pc:sldMkLst>
        <pc:spChg chg="del">
          <ac:chgData name="dincerkonur@yahoo.com" userId="0cb337efb386619d" providerId="LiveId" clId="{22A08698-3626-4691-A82D-B3E1CFB791A7}" dt="2019-03-22T16:40:09.831" v="6899" actId="478"/>
          <ac:spMkLst>
            <pc:docMk/>
            <pc:sldMk cId="3729504139" sldId="383"/>
            <ac:spMk id="15" creationId="{D0687D79-5C85-45C6-A675-0C7DD0748E05}"/>
          </ac:spMkLst>
        </pc:spChg>
        <pc:spChg chg="del">
          <ac:chgData name="dincerkonur@yahoo.com" userId="0cb337efb386619d" providerId="LiveId" clId="{22A08698-3626-4691-A82D-B3E1CFB791A7}" dt="2019-03-22T16:40:09.831" v="6899" actId="478"/>
          <ac:spMkLst>
            <pc:docMk/>
            <pc:sldMk cId="3729504139" sldId="383"/>
            <ac:spMk id="16" creationId="{3AEA495B-E5C5-4315-8CB0-41A11CAD5EB8}"/>
          </ac:spMkLst>
        </pc:spChg>
        <pc:spChg chg="del">
          <ac:chgData name="dincerkonur@yahoo.com" userId="0cb337efb386619d" providerId="LiveId" clId="{22A08698-3626-4691-A82D-B3E1CFB791A7}" dt="2019-03-22T16:40:09.831" v="6899" actId="478"/>
          <ac:spMkLst>
            <pc:docMk/>
            <pc:sldMk cId="3729504139" sldId="383"/>
            <ac:spMk id="17" creationId="{69C46799-C167-4804-91FB-86C99E71C641}"/>
          </ac:spMkLst>
        </pc:spChg>
        <pc:spChg chg="del">
          <ac:chgData name="dincerkonur@yahoo.com" userId="0cb337efb386619d" providerId="LiveId" clId="{22A08698-3626-4691-A82D-B3E1CFB791A7}" dt="2019-03-22T16:40:09.831" v="6899" actId="478"/>
          <ac:spMkLst>
            <pc:docMk/>
            <pc:sldMk cId="3729504139" sldId="383"/>
            <ac:spMk id="18" creationId="{1CA20147-8071-4D10-8330-EA0C9D5A63E6}"/>
          </ac:spMkLst>
        </pc:spChg>
        <pc:picChg chg="del">
          <ac:chgData name="dincerkonur@yahoo.com" userId="0cb337efb386619d" providerId="LiveId" clId="{22A08698-3626-4691-A82D-B3E1CFB791A7}" dt="2019-03-22T16:40:09.831" v="6899" actId="478"/>
          <ac:picMkLst>
            <pc:docMk/>
            <pc:sldMk cId="3729504139" sldId="383"/>
            <ac:picMk id="4" creationId="{AE614B01-22D7-46A0-A2C0-8ABEAF0F4FDE}"/>
          </ac:picMkLst>
        </pc:picChg>
        <pc:picChg chg="del">
          <ac:chgData name="dincerkonur@yahoo.com" userId="0cb337efb386619d" providerId="LiveId" clId="{22A08698-3626-4691-A82D-B3E1CFB791A7}" dt="2019-03-22T16:40:09.831" v="6899" actId="478"/>
          <ac:picMkLst>
            <pc:docMk/>
            <pc:sldMk cId="3729504139" sldId="383"/>
            <ac:picMk id="6" creationId="{50A8D239-B81A-43F6-9AA1-51167E9B494D}"/>
          </ac:picMkLst>
        </pc:picChg>
        <pc:picChg chg="del">
          <ac:chgData name="dincerkonur@yahoo.com" userId="0cb337efb386619d" providerId="LiveId" clId="{22A08698-3626-4691-A82D-B3E1CFB791A7}" dt="2019-03-22T16:40:09.831" v="6899" actId="478"/>
          <ac:picMkLst>
            <pc:docMk/>
            <pc:sldMk cId="3729504139" sldId="383"/>
            <ac:picMk id="7" creationId="{1BC294B1-C910-45FE-BED8-648DD4014B5C}"/>
          </ac:picMkLst>
        </pc:picChg>
        <pc:picChg chg="del">
          <ac:chgData name="dincerkonur@yahoo.com" userId="0cb337efb386619d" providerId="LiveId" clId="{22A08698-3626-4691-A82D-B3E1CFB791A7}" dt="2019-03-22T16:40:09.831" v="6899" actId="478"/>
          <ac:picMkLst>
            <pc:docMk/>
            <pc:sldMk cId="3729504139" sldId="383"/>
            <ac:picMk id="10" creationId="{48649D24-2116-4825-9CD5-B79A2E02F1B2}"/>
          </ac:picMkLst>
        </pc:picChg>
        <pc:cxnChg chg="del">
          <ac:chgData name="dincerkonur@yahoo.com" userId="0cb337efb386619d" providerId="LiveId" clId="{22A08698-3626-4691-A82D-B3E1CFB791A7}" dt="2019-03-22T16:40:09.831" v="6899" actId="478"/>
          <ac:cxnSpMkLst>
            <pc:docMk/>
            <pc:sldMk cId="3729504139" sldId="383"/>
            <ac:cxnSpMk id="12" creationId="{CC5CEB86-C522-40D0-987B-48625E6A5995}"/>
          </ac:cxnSpMkLst>
        </pc:cxnChg>
        <pc:cxnChg chg="del">
          <ac:chgData name="dincerkonur@yahoo.com" userId="0cb337efb386619d" providerId="LiveId" clId="{22A08698-3626-4691-A82D-B3E1CFB791A7}" dt="2019-03-22T16:40:09.831" v="6899" actId="478"/>
          <ac:cxnSpMkLst>
            <pc:docMk/>
            <pc:sldMk cId="3729504139" sldId="383"/>
            <ac:cxnSpMk id="14" creationId="{7AE34219-C39A-42C9-A095-CAFBADD171A3}"/>
          </ac:cxnSpMkLst>
        </pc:cxnChg>
      </pc:sldChg>
      <pc:sldChg chg="add del">
        <pc:chgData name="dincerkonur@yahoo.com" userId="0cb337efb386619d" providerId="LiveId" clId="{22A08698-3626-4691-A82D-B3E1CFB791A7}" dt="2019-03-22T18:50:01.499" v="10147" actId="2696"/>
        <pc:sldMkLst>
          <pc:docMk/>
          <pc:sldMk cId="3090950878" sldId="384"/>
        </pc:sldMkLst>
      </pc:sldChg>
      <pc:sldChg chg="addSp modSp add modAnim">
        <pc:chgData name="dincerkonur@yahoo.com" userId="0cb337efb386619d" providerId="LiveId" clId="{22A08698-3626-4691-A82D-B3E1CFB791A7}" dt="2019-03-22T19:33:56.159" v="11018"/>
        <pc:sldMkLst>
          <pc:docMk/>
          <pc:sldMk cId="2002957133" sldId="385"/>
        </pc:sldMkLst>
        <pc:spChg chg="mod">
          <ac:chgData name="dincerkonur@yahoo.com" userId="0cb337efb386619d" providerId="LiveId" clId="{22A08698-3626-4691-A82D-B3E1CFB791A7}" dt="2019-03-22T17:15:18.167" v="6917" actId="20577"/>
          <ac:spMkLst>
            <pc:docMk/>
            <pc:sldMk cId="2002957133" sldId="385"/>
            <ac:spMk id="2" creationId="{00000000-0000-0000-0000-000000000000}"/>
          </ac:spMkLst>
        </pc:spChg>
        <pc:spChg chg="mod">
          <ac:chgData name="dincerkonur@yahoo.com" userId="0cb337efb386619d" providerId="LiveId" clId="{22A08698-3626-4691-A82D-B3E1CFB791A7}" dt="2019-03-22T17:17:10.607" v="6971" actId="20577"/>
          <ac:spMkLst>
            <pc:docMk/>
            <pc:sldMk cId="2002957133" sldId="385"/>
            <ac:spMk id="3" creationId="{00000000-0000-0000-0000-000000000000}"/>
          </ac:spMkLst>
        </pc:spChg>
        <pc:spChg chg="add mod">
          <ac:chgData name="dincerkonur@yahoo.com" userId="0cb337efb386619d" providerId="LiveId" clId="{22A08698-3626-4691-A82D-B3E1CFB791A7}" dt="2019-03-22T17:17:28.469" v="6975" actId="1076"/>
          <ac:spMkLst>
            <pc:docMk/>
            <pc:sldMk cId="2002957133" sldId="385"/>
            <ac:spMk id="7" creationId="{30A1C075-3885-4DBF-B102-214B5FBEACF9}"/>
          </ac:spMkLst>
        </pc:spChg>
        <pc:picChg chg="add mod">
          <ac:chgData name="dincerkonur@yahoo.com" userId="0cb337efb386619d" providerId="LiveId" clId="{22A08698-3626-4691-A82D-B3E1CFB791A7}" dt="2019-03-22T17:17:13.552" v="6972" actId="1076"/>
          <ac:picMkLst>
            <pc:docMk/>
            <pc:sldMk cId="2002957133" sldId="385"/>
            <ac:picMk id="5" creationId="{B819B090-B460-4880-8728-5F6998FDB85A}"/>
          </ac:picMkLst>
        </pc:picChg>
        <pc:picChg chg="add mod">
          <ac:chgData name="dincerkonur@yahoo.com" userId="0cb337efb386619d" providerId="LiveId" clId="{22A08698-3626-4691-A82D-B3E1CFB791A7}" dt="2019-03-22T17:17:17.892" v="6973" actId="1076"/>
          <ac:picMkLst>
            <pc:docMk/>
            <pc:sldMk cId="2002957133" sldId="385"/>
            <ac:picMk id="6" creationId="{FF1336C0-AF73-438C-BADD-688DA2666C87}"/>
          </ac:picMkLst>
        </pc:picChg>
      </pc:sldChg>
      <pc:sldChg chg="addSp delSp modSp add">
        <pc:chgData name="dincerkonur@yahoo.com" userId="0cb337efb386619d" providerId="LiveId" clId="{22A08698-3626-4691-A82D-B3E1CFB791A7}" dt="2019-03-22T17:29:35.799" v="7007" actId="1076"/>
        <pc:sldMkLst>
          <pc:docMk/>
          <pc:sldMk cId="3180640664" sldId="386"/>
        </pc:sldMkLst>
        <pc:spChg chg="mod">
          <ac:chgData name="dincerkonur@yahoo.com" userId="0cb337efb386619d" providerId="LiveId" clId="{22A08698-3626-4691-A82D-B3E1CFB791A7}" dt="2019-03-22T17:29:20.235" v="7005" actId="27636"/>
          <ac:spMkLst>
            <pc:docMk/>
            <pc:sldMk cId="3180640664" sldId="386"/>
            <ac:spMk id="3" creationId="{00000000-0000-0000-0000-000000000000}"/>
          </ac:spMkLst>
        </pc:spChg>
        <pc:spChg chg="del">
          <ac:chgData name="dincerkonur@yahoo.com" userId="0cb337efb386619d" providerId="LiveId" clId="{22A08698-3626-4691-A82D-B3E1CFB791A7}" dt="2019-03-22T17:28:57.512" v="6980" actId="478"/>
          <ac:spMkLst>
            <pc:docMk/>
            <pc:sldMk cId="3180640664" sldId="386"/>
            <ac:spMk id="7" creationId="{30A1C075-3885-4DBF-B102-214B5FBEACF9}"/>
          </ac:spMkLst>
        </pc:spChg>
        <pc:spChg chg="add mod">
          <ac:chgData name="dincerkonur@yahoo.com" userId="0cb337efb386619d" providerId="LiveId" clId="{22A08698-3626-4691-A82D-B3E1CFB791A7}" dt="2019-03-22T17:29:35.799" v="7007" actId="1076"/>
          <ac:spMkLst>
            <pc:docMk/>
            <pc:sldMk cId="3180640664" sldId="386"/>
            <ac:spMk id="8" creationId="{F255A216-C8C6-47F9-ADA0-1382D577DA7F}"/>
          </ac:spMkLst>
        </pc:spChg>
        <pc:picChg chg="del">
          <ac:chgData name="dincerkonur@yahoo.com" userId="0cb337efb386619d" providerId="LiveId" clId="{22A08698-3626-4691-A82D-B3E1CFB791A7}" dt="2019-03-22T17:28:56.609" v="6979" actId="478"/>
          <ac:picMkLst>
            <pc:docMk/>
            <pc:sldMk cId="3180640664" sldId="386"/>
            <ac:picMk id="5" creationId="{B819B090-B460-4880-8728-5F6998FDB85A}"/>
          </ac:picMkLst>
        </pc:picChg>
        <pc:picChg chg="del">
          <ac:chgData name="dincerkonur@yahoo.com" userId="0cb337efb386619d" providerId="LiveId" clId="{22A08698-3626-4691-A82D-B3E1CFB791A7}" dt="2019-03-22T17:28:58.190" v="6981" actId="478"/>
          <ac:picMkLst>
            <pc:docMk/>
            <pc:sldMk cId="3180640664" sldId="386"/>
            <ac:picMk id="6" creationId="{FF1336C0-AF73-438C-BADD-688DA2666C87}"/>
          </ac:picMkLst>
        </pc:picChg>
      </pc:sldChg>
      <pc:sldChg chg="addSp delSp modSp add modAnim">
        <pc:chgData name="dincerkonur@yahoo.com" userId="0cb337efb386619d" providerId="LiveId" clId="{22A08698-3626-4691-A82D-B3E1CFB791A7}" dt="2019-03-22T19:34:31.866" v="11045"/>
        <pc:sldMkLst>
          <pc:docMk/>
          <pc:sldMk cId="1089656444" sldId="387"/>
        </pc:sldMkLst>
        <pc:spChg chg="mod">
          <ac:chgData name="dincerkonur@yahoo.com" userId="0cb337efb386619d" providerId="LiveId" clId="{22A08698-3626-4691-A82D-B3E1CFB791A7}" dt="2019-03-22T17:32:25.321" v="7031" actId="20577"/>
          <ac:spMkLst>
            <pc:docMk/>
            <pc:sldMk cId="1089656444" sldId="387"/>
            <ac:spMk id="2" creationId="{00000000-0000-0000-0000-000000000000}"/>
          </ac:spMkLst>
        </pc:spChg>
        <pc:spChg chg="mod">
          <ac:chgData name="dincerkonur@yahoo.com" userId="0cb337efb386619d" providerId="LiveId" clId="{22A08698-3626-4691-A82D-B3E1CFB791A7}" dt="2019-03-22T19:34:12.468" v="11041" actId="20577"/>
          <ac:spMkLst>
            <pc:docMk/>
            <pc:sldMk cId="1089656444" sldId="387"/>
            <ac:spMk id="3" creationId="{00000000-0000-0000-0000-000000000000}"/>
          </ac:spMkLst>
        </pc:spChg>
        <pc:spChg chg="del">
          <ac:chgData name="dincerkonur@yahoo.com" userId="0cb337efb386619d" providerId="LiveId" clId="{22A08698-3626-4691-A82D-B3E1CFB791A7}" dt="2019-03-22T17:32:18.966" v="7010" actId="478"/>
          <ac:spMkLst>
            <pc:docMk/>
            <pc:sldMk cId="1089656444" sldId="387"/>
            <ac:spMk id="8" creationId="{F255A216-C8C6-47F9-ADA0-1382D577DA7F}"/>
          </ac:spMkLst>
        </pc:spChg>
        <pc:picChg chg="add mod">
          <ac:chgData name="dincerkonur@yahoo.com" userId="0cb337efb386619d" providerId="LiveId" clId="{22A08698-3626-4691-A82D-B3E1CFB791A7}" dt="2019-03-22T17:35:30.365" v="7071" actId="1076"/>
          <ac:picMkLst>
            <pc:docMk/>
            <pc:sldMk cId="1089656444" sldId="387"/>
            <ac:picMk id="5" creationId="{2C368FE1-C103-422D-8A3D-0C1730654B54}"/>
          </ac:picMkLst>
        </pc:picChg>
        <pc:picChg chg="add mod">
          <ac:chgData name="dincerkonur@yahoo.com" userId="0cb337efb386619d" providerId="LiveId" clId="{22A08698-3626-4691-A82D-B3E1CFB791A7}" dt="2019-03-22T17:35:33.091" v="7073" actId="14100"/>
          <ac:picMkLst>
            <pc:docMk/>
            <pc:sldMk cId="1089656444" sldId="387"/>
            <ac:picMk id="6" creationId="{38224739-6B74-4522-8FCB-69E61DEC2DE4}"/>
          </ac:picMkLst>
        </pc:picChg>
        <pc:picChg chg="add mod">
          <ac:chgData name="dincerkonur@yahoo.com" userId="0cb337efb386619d" providerId="LiveId" clId="{22A08698-3626-4691-A82D-B3E1CFB791A7}" dt="2019-03-22T17:36:19.140" v="7135" actId="1076"/>
          <ac:picMkLst>
            <pc:docMk/>
            <pc:sldMk cId="1089656444" sldId="387"/>
            <ac:picMk id="7" creationId="{709E4FB7-1586-4E15-BAF8-1151427CE2CB}"/>
          </ac:picMkLst>
        </pc:picChg>
        <pc:picChg chg="add mod">
          <ac:chgData name="dincerkonur@yahoo.com" userId="0cb337efb386619d" providerId="LiveId" clId="{22A08698-3626-4691-A82D-B3E1CFB791A7}" dt="2019-03-22T17:36:50.573" v="7138" actId="1076"/>
          <ac:picMkLst>
            <pc:docMk/>
            <pc:sldMk cId="1089656444" sldId="387"/>
            <ac:picMk id="9" creationId="{DC9A7182-EC1D-496E-A4A6-955AD46107C3}"/>
          </ac:picMkLst>
        </pc:picChg>
      </pc:sldChg>
      <pc:sldChg chg="addSp delSp modSp add modAnim">
        <pc:chgData name="dincerkonur@yahoo.com" userId="0cb337efb386619d" providerId="LiveId" clId="{22A08698-3626-4691-A82D-B3E1CFB791A7}" dt="2019-03-22T19:34:54.993" v="11050"/>
        <pc:sldMkLst>
          <pc:docMk/>
          <pc:sldMk cId="2030119469" sldId="388"/>
        </pc:sldMkLst>
        <pc:spChg chg="mod">
          <ac:chgData name="dincerkonur@yahoo.com" userId="0cb337efb386619d" providerId="LiveId" clId="{22A08698-3626-4691-A82D-B3E1CFB791A7}" dt="2019-03-22T17:44:34.869" v="7374" actId="20577"/>
          <ac:spMkLst>
            <pc:docMk/>
            <pc:sldMk cId="2030119469" sldId="388"/>
            <ac:spMk id="3" creationId="{00000000-0000-0000-0000-000000000000}"/>
          </ac:spMkLst>
        </pc:spChg>
        <pc:spChg chg="add mod">
          <ac:chgData name="dincerkonur@yahoo.com" userId="0cb337efb386619d" providerId="LiveId" clId="{22A08698-3626-4691-A82D-B3E1CFB791A7}" dt="2019-03-22T17:43:49.723" v="7232" actId="1582"/>
          <ac:spMkLst>
            <pc:docMk/>
            <pc:sldMk cId="2030119469" sldId="388"/>
            <ac:spMk id="10" creationId="{B16DDC1C-F3F8-4647-BBE9-E5A599BCFDAA}"/>
          </ac:spMkLst>
        </pc:spChg>
        <pc:picChg chg="del mod">
          <ac:chgData name="dincerkonur@yahoo.com" userId="0cb337efb386619d" providerId="LiveId" clId="{22A08698-3626-4691-A82D-B3E1CFB791A7}" dt="2019-03-22T17:42:12.748" v="7143" actId="478"/>
          <ac:picMkLst>
            <pc:docMk/>
            <pc:sldMk cId="2030119469" sldId="388"/>
            <ac:picMk id="5" creationId="{2C368FE1-C103-422D-8A3D-0C1730654B54}"/>
          </ac:picMkLst>
        </pc:picChg>
        <pc:picChg chg="del">
          <ac:chgData name="dincerkonur@yahoo.com" userId="0cb337efb386619d" providerId="LiveId" clId="{22A08698-3626-4691-A82D-B3E1CFB791A7}" dt="2019-03-22T17:42:13.469" v="7144" actId="478"/>
          <ac:picMkLst>
            <pc:docMk/>
            <pc:sldMk cId="2030119469" sldId="388"/>
            <ac:picMk id="6" creationId="{38224739-6B74-4522-8FCB-69E61DEC2DE4}"/>
          </ac:picMkLst>
        </pc:picChg>
        <pc:picChg chg="del">
          <ac:chgData name="dincerkonur@yahoo.com" userId="0cb337efb386619d" providerId="LiveId" clId="{22A08698-3626-4691-A82D-B3E1CFB791A7}" dt="2019-03-22T17:42:09.825" v="7140" actId="478"/>
          <ac:picMkLst>
            <pc:docMk/>
            <pc:sldMk cId="2030119469" sldId="388"/>
            <ac:picMk id="7" creationId="{709E4FB7-1586-4E15-BAF8-1151427CE2CB}"/>
          </ac:picMkLst>
        </pc:picChg>
        <pc:picChg chg="add mod">
          <ac:chgData name="dincerkonur@yahoo.com" userId="0cb337efb386619d" providerId="LiveId" clId="{22A08698-3626-4691-A82D-B3E1CFB791A7}" dt="2019-03-22T17:43:14.799" v="7228" actId="1076"/>
          <ac:picMkLst>
            <pc:docMk/>
            <pc:sldMk cId="2030119469" sldId="388"/>
            <ac:picMk id="8" creationId="{FF513964-4B6F-4F72-90DC-C3CBB0F520B4}"/>
          </ac:picMkLst>
        </pc:picChg>
        <pc:picChg chg="del">
          <ac:chgData name="dincerkonur@yahoo.com" userId="0cb337efb386619d" providerId="LiveId" clId="{22A08698-3626-4691-A82D-B3E1CFB791A7}" dt="2019-03-22T17:42:10.535" v="7141" actId="478"/>
          <ac:picMkLst>
            <pc:docMk/>
            <pc:sldMk cId="2030119469" sldId="388"/>
            <ac:picMk id="9" creationId="{DC9A7182-EC1D-496E-A4A6-955AD46107C3}"/>
          </ac:picMkLst>
        </pc:picChg>
        <pc:picChg chg="add mod">
          <ac:chgData name="dincerkonur@yahoo.com" userId="0cb337efb386619d" providerId="LiveId" clId="{22A08698-3626-4691-A82D-B3E1CFB791A7}" dt="2019-03-22T17:45:05.846" v="7378" actId="1076"/>
          <ac:picMkLst>
            <pc:docMk/>
            <pc:sldMk cId="2030119469" sldId="388"/>
            <ac:picMk id="11" creationId="{871F948E-B01D-46D6-A1C9-7082371FCD46}"/>
          </ac:picMkLst>
        </pc:picChg>
      </pc:sldChg>
      <pc:sldChg chg="addSp delSp modSp add modAnim">
        <pc:chgData name="dincerkonur@yahoo.com" userId="0cb337efb386619d" providerId="LiveId" clId="{22A08698-3626-4691-A82D-B3E1CFB791A7}" dt="2019-03-22T19:35:07.424" v="11052"/>
        <pc:sldMkLst>
          <pc:docMk/>
          <pc:sldMk cId="3754974333" sldId="389"/>
        </pc:sldMkLst>
        <pc:spChg chg="mod">
          <ac:chgData name="dincerkonur@yahoo.com" userId="0cb337efb386619d" providerId="LiveId" clId="{22A08698-3626-4691-A82D-B3E1CFB791A7}" dt="2019-03-22T19:01:24.524" v="10165" actId="20577"/>
          <ac:spMkLst>
            <pc:docMk/>
            <pc:sldMk cId="3754974333" sldId="389"/>
            <ac:spMk id="3" creationId="{00000000-0000-0000-0000-000000000000}"/>
          </ac:spMkLst>
        </pc:spChg>
        <pc:spChg chg="add del mod">
          <ac:chgData name="dincerkonur@yahoo.com" userId="0cb337efb386619d" providerId="LiveId" clId="{22A08698-3626-4691-A82D-B3E1CFB791A7}" dt="2019-03-22T18:09:17.418" v="8815" actId="478"/>
          <ac:spMkLst>
            <pc:docMk/>
            <pc:sldMk cId="3754974333" sldId="389"/>
            <ac:spMk id="5" creationId="{3D510504-04A0-4B64-B8ED-259A2F13E4F6}"/>
          </ac:spMkLst>
        </pc:spChg>
        <pc:spChg chg="add del mod">
          <ac:chgData name="dincerkonur@yahoo.com" userId="0cb337efb386619d" providerId="LiveId" clId="{22A08698-3626-4691-A82D-B3E1CFB791A7}" dt="2019-03-22T18:09:14.350" v="8814" actId="478"/>
          <ac:spMkLst>
            <pc:docMk/>
            <pc:sldMk cId="3754974333" sldId="389"/>
            <ac:spMk id="6" creationId="{A28EF1C8-EAD8-4920-A028-A29E1DC62DB9}"/>
          </ac:spMkLst>
        </pc:spChg>
        <pc:spChg chg="del">
          <ac:chgData name="dincerkonur@yahoo.com" userId="0cb337efb386619d" providerId="LiveId" clId="{22A08698-3626-4691-A82D-B3E1CFB791A7}" dt="2019-03-22T17:54:16.487" v="7382" actId="478"/>
          <ac:spMkLst>
            <pc:docMk/>
            <pc:sldMk cId="3754974333" sldId="389"/>
            <ac:spMk id="10" creationId="{B16DDC1C-F3F8-4647-BBE9-E5A599BCFDAA}"/>
          </ac:spMkLst>
        </pc:spChg>
        <pc:picChg chg="del">
          <ac:chgData name="dincerkonur@yahoo.com" userId="0cb337efb386619d" providerId="LiveId" clId="{22A08698-3626-4691-A82D-B3E1CFB791A7}" dt="2019-03-22T17:54:13.251" v="7381" actId="478"/>
          <ac:picMkLst>
            <pc:docMk/>
            <pc:sldMk cId="3754974333" sldId="389"/>
            <ac:picMk id="8" creationId="{FF513964-4B6F-4F72-90DC-C3CBB0F520B4}"/>
          </ac:picMkLst>
        </pc:picChg>
        <pc:picChg chg="del">
          <ac:chgData name="dincerkonur@yahoo.com" userId="0cb337efb386619d" providerId="LiveId" clId="{22A08698-3626-4691-A82D-B3E1CFB791A7}" dt="2019-03-22T17:54:12.468" v="7380" actId="478"/>
          <ac:picMkLst>
            <pc:docMk/>
            <pc:sldMk cId="3754974333" sldId="389"/>
            <ac:picMk id="11" creationId="{871F948E-B01D-46D6-A1C9-7082371FCD46}"/>
          </ac:picMkLst>
        </pc:picChg>
      </pc:sldChg>
      <pc:sldChg chg="addSp modSp add modAnim">
        <pc:chgData name="dincerkonur@yahoo.com" userId="0cb337efb386619d" providerId="LiveId" clId="{22A08698-3626-4691-A82D-B3E1CFB791A7}" dt="2019-03-22T19:35:34.313" v="11056"/>
        <pc:sldMkLst>
          <pc:docMk/>
          <pc:sldMk cId="3081480183" sldId="390"/>
        </pc:sldMkLst>
        <pc:spChg chg="mod">
          <ac:chgData name="dincerkonur@yahoo.com" userId="0cb337efb386619d" providerId="LiveId" clId="{22A08698-3626-4691-A82D-B3E1CFB791A7}" dt="2019-03-22T18:21:30.199" v="9413" actId="20577"/>
          <ac:spMkLst>
            <pc:docMk/>
            <pc:sldMk cId="3081480183" sldId="390"/>
            <ac:spMk id="3" creationId="{00000000-0000-0000-0000-000000000000}"/>
          </ac:spMkLst>
        </pc:spChg>
        <pc:spChg chg="add mod">
          <ac:chgData name="dincerkonur@yahoo.com" userId="0cb337efb386619d" providerId="LiveId" clId="{22A08698-3626-4691-A82D-B3E1CFB791A7}" dt="2019-03-22T18:20:22.207" v="9347" actId="1076"/>
          <ac:spMkLst>
            <pc:docMk/>
            <pc:sldMk cId="3081480183" sldId="390"/>
            <ac:spMk id="5" creationId="{45CD452A-5FD3-49B5-AE56-FA5CE49B70A0}"/>
          </ac:spMkLst>
        </pc:spChg>
        <pc:spChg chg="add mod">
          <ac:chgData name="dincerkonur@yahoo.com" userId="0cb337efb386619d" providerId="LiveId" clId="{22A08698-3626-4691-A82D-B3E1CFB791A7}" dt="2019-03-22T18:20:25.812" v="9348" actId="1076"/>
          <ac:spMkLst>
            <pc:docMk/>
            <pc:sldMk cId="3081480183" sldId="390"/>
            <ac:spMk id="6" creationId="{8C93F05A-6FF4-449C-A792-13F14AFB57BF}"/>
          </ac:spMkLst>
        </pc:spChg>
        <pc:picChg chg="add mod">
          <ac:chgData name="dincerkonur@yahoo.com" userId="0cb337efb386619d" providerId="LiveId" clId="{22A08698-3626-4691-A82D-B3E1CFB791A7}" dt="2019-03-22T18:21:10.766" v="9351" actId="1076"/>
          <ac:picMkLst>
            <pc:docMk/>
            <pc:sldMk cId="3081480183" sldId="390"/>
            <ac:picMk id="7" creationId="{CB81DFB6-1487-42CC-A88A-BED0B8FACA0B}"/>
          </ac:picMkLst>
        </pc:picChg>
      </pc:sldChg>
      <pc:sldChg chg="addSp delSp modSp add modAnim">
        <pc:chgData name="dincerkonur@yahoo.com" userId="0cb337efb386619d" providerId="LiveId" clId="{22A08698-3626-4691-A82D-B3E1CFB791A7}" dt="2019-03-22T19:35:55.412" v="11060"/>
        <pc:sldMkLst>
          <pc:docMk/>
          <pc:sldMk cId="3180415139" sldId="391"/>
        </pc:sldMkLst>
        <pc:spChg chg="mod">
          <ac:chgData name="dincerkonur@yahoo.com" userId="0cb337efb386619d" providerId="LiveId" clId="{22A08698-3626-4691-A82D-B3E1CFB791A7}" dt="2019-03-22T18:23:35.700" v="9469" actId="20577"/>
          <ac:spMkLst>
            <pc:docMk/>
            <pc:sldMk cId="3180415139" sldId="391"/>
            <ac:spMk id="3" creationId="{00000000-0000-0000-0000-000000000000}"/>
          </ac:spMkLst>
        </pc:spChg>
        <pc:spChg chg="del">
          <ac:chgData name="dincerkonur@yahoo.com" userId="0cb337efb386619d" providerId="LiveId" clId="{22A08698-3626-4691-A82D-B3E1CFB791A7}" dt="2019-03-22T18:21:48.001" v="9415" actId="478"/>
          <ac:spMkLst>
            <pc:docMk/>
            <pc:sldMk cId="3180415139" sldId="391"/>
            <ac:spMk id="5" creationId="{45CD452A-5FD3-49B5-AE56-FA5CE49B70A0}"/>
          </ac:spMkLst>
        </pc:spChg>
        <pc:spChg chg="del">
          <ac:chgData name="dincerkonur@yahoo.com" userId="0cb337efb386619d" providerId="LiveId" clId="{22A08698-3626-4691-A82D-B3E1CFB791A7}" dt="2019-03-22T18:21:49.526" v="9416" actId="478"/>
          <ac:spMkLst>
            <pc:docMk/>
            <pc:sldMk cId="3180415139" sldId="391"/>
            <ac:spMk id="6" creationId="{8C93F05A-6FF4-449C-A792-13F14AFB57BF}"/>
          </ac:spMkLst>
        </pc:spChg>
        <pc:spChg chg="add mod">
          <ac:chgData name="dincerkonur@yahoo.com" userId="0cb337efb386619d" providerId="LiveId" clId="{22A08698-3626-4691-A82D-B3E1CFB791A7}" dt="2019-03-22T18:23:31.663" v="9467" actId="20577"/>
          <ac:spMkLst>
            <pc:docMk/>
            <pc:sldMk cId="3180415139" sldId="391"/>
            <ac:spMk id="8" creationId="{3A22F86D-4B5C-4882-AFA4-AB696C2A6BEE}"/>
          </ac:spMkLst>
        </pc:spChg>
        <pc:picChg chg="add mod">
          <ac:chgData name="dincerkonur@yahoo.com" userId="0cb337efb386619d" providerId="LiveId" clId="{22A08698-3626-4691-A82D-B3E1CFB791A7}" dt="2019-03-22T18:23:17.163" v="9437" actId="1076"/>
          <ac:picMkLst>
            <pc:docMk/>
            <pc:sldMk cId="3180415139" sldId="391"/>
            <ac:picMk id="7" creationId="{936B3C17-9214-41F1-882B-F79AFF944542}"/>
          </ac:picMkLst>
        </pc:picChg>
      </pc:sldChg>
      <pc:sldChg chg="addSp delSp modSp add modAnim">
        <pc:chgData name="dincerkonur@yahoo.com" userId="0cb337efb386619d" providerId="LiveId" clId="{22A08698-3626-4691-A82D-B3E1CFB791A7}" dt="2019-03-22T19:36:10.895" v="11063"/>
        <pc:sldMkLst>
          <pc:docMk/>
          <pc:sldMk cId="3669827428" sldId="392"/>
        </pc:sldMkLst>
        <pc:spChg chg="mod">
          <ac:chgData name="dincerkonur@yahoo.com" userId="0cb337efb386619d" providerId="LiveId" clId="{22A08698-3626-4691-A82D-B3E1CFB791A7}" dt="2019-03-22T18:25:23.412" v="9472" actId="27636"/>
          <ac:spMkLst>
            <pc:docMk/>
            <pc:sldMk cId="3669827428" sldId="392"/>
            <ac:spMk id="3" creationId="{00000000-0000-0000-0000-000000000000}"/>
          </ac:spMkLst>
        </pc:spChg>
        <pc:spChg chg="del">
          <ac:chgData name="dincerkonur@yahoo.com" userId="0cb337efb386619d" providerId="LiveId" clId="{22A08698-3626-4691-A82D-B3E1CFB791A7}" dt="2019-03-22T18:25:27.660" v="9474" actId="478"/>
          <ac:spMkLst>
            <pc:docMk/>
            <pc:sldMk cId="3669827428" sldId="392"/>
            <ac:spMk id="8" creationId="{3A22F86D-4B5C-4882-AFA4-AB696C2A6BEE}"/>
          </ac:spMkLst>
        </pc:spChg>
        <pc:spChg chg="add mod">
          <ac:chgData name="dincerkonur@yahoo.com" userId="0cb337efb386619d" providerId="LiveId" clId="{22A08698-3626-4691-A82D-B3E1CFB791A7}" dt="2019-03-22T18:30:19.774" v="9627" actId="313"/>
          <ac:spMkLst>
            <pc:docMk/>
            <pc:sldMk cId="3669827428" sldId="392"/>
            <ac:spMk id="11" creationId="{F9CE73F5-1485-41C6-8764-B7732D08F723}"/>
          </ac:spMkLst>
        </pc:spChg>
        <pc:picChg chg="add mod">
          <ac:chgData name="dincerkonur@yahoo.com" userId="0cb337efb386619d" providerId="LiveId" clId="{22A08698-3626-4691-A82D-B3E1CFB791A7}" dt="2019-03-22T18:30:45.417" v="9629" actId="1076"/>
          <ac:picMkLst>
            <pc:docMk/>
            <pc:sldMk cId="3669827428" sldId="392"/>
            <ac:picMk id="5" creationId="{FC7DCDE1-0E49-4F69-947A-B223029505F7}"/>
          </ac:picMkLst>
        </pc:picChg>
        <pc:picChg chg="add del mod ord">
          <ac:chgData name="dincerkonur@yahoo.com" userId="0cb337efb386619d" providerId="LiveId" clId="{22A08698-3626-4691-A82D-B3E1CFB791A7}" dt="2019-03-22T18:28:10.660" v="9490" actId="478"/>
          <ac:picMkLst>
            <pc:docMk/>
            <pc:sldMk cId="3669827428" sldId="392"/>
            <ac:picMk id="6" creationId="{ED68087A-BE6B-4273-9F76-58CA9C256CBD}"/>
          </ac:picMkLst>
        </pc:picChg>
        <pc:picChg chg="del">
          <ac:chgData name="dincerkonur@yahoo.com" userId="0cb337efb386619d" providerId="LiveId" clId="{22A08698-3626-4691-A82D-B3E1CFB791A7}" dt="2019-03-22T18:25:25.986" v="9473" actId="478"/>
          <ac:picMkLst>
            <pc:docMk/>
            <pc:sldMk cId="3669827428" sldId="392"/>
            <ac:picMk id="7" creationId="{936B3C17-9214-41F1-882B-F79AFF944542}"/>
          </ac:picMkLst>
        </pc:picChg>
        <pc:picChg chg="add mod">
          <ac:chgData name="dincerkonur@yahoo.com" userId="0cb337efb386619d" providerId="LiveId" clId="{22A08698-3626-4691-A82D-B3E1CFB791A7}" dt="2019-03-22T18:27:33.545" v="9488" actId="1076"/>
          <ac:picMkLst>
            <pc:docMk/>
            <pc:sldMk cId="3669827428" sldId="392"/>
            <ac:picMk id="9" creationId="{85DADF5E-CFF7-485A-9AA0-2829BA67D064}"/>
          </ac:picMkLst>
        </pc:picChg>
        <pc:picChg chg="add mod">
          <ac:chgData name="dincerkonur@yahoo.com" userId="0cb337efb386619d" providerId="LiveId" clId="{22A08698-3626-4691-A82D-B3E1CFB791A7}" dt="2019-03-22T18:28:17.985" v="9493" actId="1076"/>
          <ac:picMkLst>
            <pc:docMk/>
            <pc:sldMk cId="3669827428" sldId="392"/>
            <ac:picMk id="10" creationId="{F9C8EC65-E636-4CAC-A35A-0D091F1DAAF9}"/>
          </ac:picMkLst>
        </pc:picChg>
      </pc:sldChg>
      <pc:sldChg chg="addSp delSp modSp add modAnim">
        <pc:chgData name="dincerkonur@yahoo.com" userId="0cb337efb386619d" providerId="LiveId" clId="{22A08698-3626-4691-A82D-B3E1CFB791A7}" dt="2019-03-22T19:36:39.706" v="11071"/>
        <pc:sldMkLst>
          <pc:docMk/>
          <pc:sldMk cId="3311632429" sldId="393"/>
        </pc:sldMkLst>
        <pc:spChg chg="mod">
          <ac:chgData name="dincerkonur@yahoo.com" userId="0cb337efb386619d" providerId="LiveId" clId="{22A08698-3626-4691-A82D-B3E1CFB791A7}" dt="2019-03-22T18:33:17.894" v="9942" actId="20577"/>
          <ac:spMkLst>
            <pc:docMk/>
            <pc:sldMk cId="3311632429" sldId="393"/>
            <ac:spMk id="3" creationId="{00000000-0000-0000-0000-000000000000}"/>
          </ac:spMkLst>
        </pc:spChg>
        <pc:spChg chg="del">
          <ac:chgData name="dincerkonur@yahoo.com" userId="0cb337efb386619d" providerId="LiveId" clId="{22A08698-3626-4691-A82D-B3E1CFB791A7}" dt="2019-03-22T18:31:33.887" v="9672" actId="478"/>
          <ac:spMkLst>
            <pc:docMk/>
            <pc:sldMk cId="3311632429" sldId="393"/>
            <ac:spMk id="11" creationId="{F9CE73F5-1485-41C6-8764-B7732D08F723}"/>
          </ac:spMkLst>
        </pc:spChg>
        <pc:picChg chg="del">
          <ac:chgData name="dincerkonur@yahoo.com" userId="0cb337efb386619d" providerId="LiveId" clId="{22A08698-3626-4691-A82D-B3E1CFB791A7}" dt="2019-03-22T18:30:52.602" v="9631" actId="478"/>
          <ac:picMkLst>
            <pc:docMk/>
            <pc:sldMk cId="3311632429" sldId="393"/>
            <ac:picMk id="5" creationId="{FC7DCDE1-0E49-4F69-947A-B223029505F7}"/>
          </ac:picMkLst>
        </pc:picChg>
        <pc:picChg chg="add mod">
          <ac:chgData name="dincerkonur@yahoo.com" userId="0cb337efb386619d" providerId="LiveId" clId="{22A08698-3626-4691-A82D-B3E1CFB791A7}" dt="2019-03-22T18:31:59.589" v="9676" actId="1076"/>
          <ac:picMkLst>
            <pc:docMk/>
            <pc:sldMk cId="3311632429" sldId="393"/>
            <ac:picMk id="6" creationId="{F077F819-A6CE-48BF-B1B9-D2A528A3686A}"/>
          </ac:picMkLst>
        </pc:picChg>
        <pc:picChg chg="add mod">
          <ac:chgData name="dincerkonur@yahoo.com" userId="0cb337efb386619d" providerId="LiveId" clId="{22A08698-3626-4691-A82D-B3E1CFB791A7}" dt="2019-03-22T18:35:17.135" v="9945" actId="1076"/>
          <ac:picMkLst>
            <pc:docMk/>
            <pc:sldMk cId="3311632429" sldId="393"/>
            <ac:picMk id="7" creationId="{71BD68D5-4AB4-4DDC-B574-9445CE3AC30C}"/>
          </ac:picMkLst>
        </pc:picChg>
        <pc:picChg chg="add del">
          <ac:chgData name="dincerkonur@yahoo.com" userId="0cb337efb386619d" providerId="LiveId" clId="{22A08698-3626-4691-A82D-B3E1CFB791A7}" dt="2019-03-22T18:38:22.347" v="9948" actId="478"/>
          <ac:picMkLst>
            <pc:docMk/>
            <pc:sldMk cId="3311632429" sldId="393"/>
            <ac:picMk id="8" creationId="{6EDB4ACF-93EE-4379-9F7C-BF2A449D4363}"/>
          </ac:picMkLst>
        </pc:picChg>
        <pc:picChg chg="del">
          <ac:chgData name="dincerkonur@yahoo.com" userId="0cb337efb386619d" providerId="LiveId" clId="{22A08698-3626-4691-A82D-B3E1CFB791A7}" dt="2019-03-22T18:30:52.602" v="9631" actId="478"/>
          <ac:picMkLst>
            <pc:docMk/>
            <pc:sldMk cId="3311632429" sldId="393"/>
            <ac:picMk id="9" creationId="{85DADF5E-CFF7-485A-9AA0-2829BA67D064}"/>
          </ac:picMkLst>
        </pc:picChg>
        <pc:picChg chg="del">
          <ac:chgData name="dincerkonur@yahoo.com" userId="0cb337efb386619d" providerId="LiveId" clId="{22A08698-3626-4691-A82D-B3E1CFB791A7}" dt="2019-03-22T18:30:52.602" v="9631" actId="478"/>
          <ac:picMkLst>
            <pc:docMk/>
            <pc:sldMk cId="3311632429" sldId="393"/>
            <ac:picMk id="10" creationId="{F9C8EC65-E636-4CAC-A35A-0D091F1DAAF9}"/>
          </ac:picMkLst>
        </pc:picChg>
      </pc:sldChg>
      <pc:sldChg chg="addSp delSp modSp add modAnim">
        <pc:chgData name="dincerkonur@yahoo.com" userId="0cb337efb386619d" providerId="LiveId" clId="{22A08698-3626-4691-A82D-B3E1CFB791A7}" dt="2019-03-22T19:37:01.724" v="11076"/>
        <pc:sldMkLst>
          <pc:docMk/>
          <pc:sldMk cId="2698674602" sldId="394"/>
        </pc:sldMkLst>
        <pc:spChg chg="mod">
          <ac:chgData name="dincerkonur@yahoo.com" userId="0cb337efb386619d" providerId="LiveId" clId="{22A08698-3626-4691-A82D-B3E1CFB791A7}" dt="2019-03-22T18:38:45.106" v="9986" actId="20577"/>
          <ac:spMkLst>
            <pc:docMk/>
            <pc:sldMk cId="2698674602" sldId="394"/>
            <ac:spMk id="3" creationId="{00000000-0000-0000-0000-000000000000}"/>
          </ac:spMkLst>
        </pc:spChg>
        <pc:spChg chg="add mod">
          <ac:chgData name="dincerkonur@yahoo.com" userId="0cb337efb386619d" providerId="LiveId" clId="{22A08698-3626-4691-A82D-B3E1CFB791A7}" dt="2019-03-22T19:02:26.050" v="10230" actId="114"/>
          <ac:spMkLst>
            <pc:docMk/>
            <pc:sldMk cId="2698674602" sldId="394"/>
            <ac:spMk id="9" creationId="{665FB2C2-F106-456B-9749-45E32122019D}"/>
          </ac:spMkLst>
        </pc:spChg>
        <pc:picChg chg="add mod">
          <ac:chgData name="dincerkonur@yahoo.com" userId="0cb337efb386619d" providerId="LiveId" clId="{22A08698-3626-4691-A82D-B3E1CFB791A7}" dt="2019-03-22T18:40:03.602" v="9992" actId="1076"/>
          <ac:picMkLst>
            <pc:docMk/>
            <pc:sldMk cId="2698674602" sldId="394"/>
            <ac:picMk id="5" creationId="{BEEA3903-F39A-4010-9FA8-74ECE21AA9AD}"/>
          </ac:picMkLst>
        </pc:picChg>
        <pc:picChg chg="del">
          <ac:chgData name="dincerkonur@yahoo.com" userId="0cb337efb386619d" providerId="LiveId" clId="{22A08698-3626-4691-A82D-B3E1CFB791A7}" dt="2019-03-22T18:38:31.945" v="9969" actId="478"/>
          <ac:picMkLst>
            <pc:docMk/>
            <pc:sldMk cId="2698674602" sldId="394"/>
            <ac:picMk id="6" creationId="{F077F819-A6CE-48BF-B1B9-D2A528A3686A}"/>
          </ac:picMkLst>
        </pc:picChg>
        <pc:picChg chg="del">
          <ac:chgData name="dincerkonur@yahoo.com" userId="0cb337efb386619d" providerId="LiveId" clId="{22A08698-3626-4691-A82D-B3E1CFB791A7}" dt="2019-03-22T18:38:38.760" v="9973" actId="478"/>
          <ac:picMkLst>
            <pc:docMk/>
            <pc:sldMk cId="2698674602" sldId="394"/>
            <ac:picMk id="7" creationId="{71BD68D5-4AB4-4DDC-B574-9445CE3AC30C}"/>
          </ac:picMkLst>
        </pc:picChg>
        <pc:picChg chg="mod">
          <ac:chgData name="dincerkonur@yahoo.com" userId="0cb337efb386619d" providerId="LiveId" clId="{22A08698-3626-4691-A82D-B3E1CFB791A7}" dt="2019-03-22T18:40:01.804" v="9991" actId="1076"/>
          <ac:picMkLst>
            <pc:docMk/>
            <pc:sldMk cId="2698674602" sldId="394"/>
            <ac:picMk id="8" creationId="{6EDB4ACF-93EE-4379-9F7C-BF2A449D4363}"/>
          </ac:picMkLst>
        </pc:picChg>
      </pc:sldChg>
      <pc:sldChg chg="modSp add">
        <pc:chgData name="dincerkonur@yahoo.com" userId="0cb337efb386619d" providerId="LiveId" clId="{22A08698-3626-4691-A82D-B3E1CFB791A7}" dt="2019-03-22T19:06:03.384" v="10249" actId="207"/>
        <pc:sldMkLst>
          <pc:docMk/>
          <pc:sldMk cId="2278007668" sldId="395"/>
        </pc:sldMkLst>
        <pc:spChg chg="mod">
          <ac:chgData name="dincerkonur@yahoo.com" userId="0cb337efb386619d" providerId="LiveId" clId="{22A08698-3626-4691-A82D-B3E1CFB791A7}" dt="2019-03-22T19:06:03.384" v="10249" actId="207"/>
          <ac:spMkLst>
            <pc:docMk/>
            <pc:sldMk cId="2278007668" sldId="395"/>
            <ac:spMk id="3" creationId="{00000000-0000-0000-0000-000000000000}"/>
          </ac:spMkLst>
        </pc:spChg>
      </pc:sldChg>
      <pc:sldChg chg="modSp add">
        <pc:chgData name="dincerkonur@yahoo.com" userId="0cb337efb386619d" providerId="LiveId" clId="{22A08698-3626-4691-A82D-B3E1CFB791A7}" dt="2019-03-22T19:06:11.693" v="10250"/>
        <pc:sldMkLst>
          <pc:docMk/>
          <pc:sldMk cId="3229853315" sldId="396"/>
        </pc:sldMkLst>
        <pc:spChg chg="mod">
          <ac:chgData name="dincerkonur@yahoo.com" userId="0cb337efb386619d" providerId="LiveId" clId="{22A08698-3626-4691-A82D-B3E1CFB791A7}" dt="2019-03-22T19:06:11.693" v="10250"/>
          <ac:spMkLst>
            <pc:docMk/>
            <pc:sldMk cId="3229853315" sldId="396"/>
            <ac:spMk id="3" creationId="{00000000-0000-0000-0000-000000000000}"/>
          </ac:spMkLst>
        </pc:spChg>
      </pc:sldChg>
      <pc:sldChg chg="modSp add">
        <pc:chgData name="dincerkonur@yahoo.com" userId="0cb337efb386619d" providerId="LiveId" clId="{22A08698-3626-4691-A82D-B3E1CFB791A7}" dt="2019-03-22T19:06:30.970" v="10252" actId="207"/>
        <pc:sldMkLst>
          <pc:docMk/>
          <pc:sldMk cId="3963989580" sldId="397"/>
        </pc:sldMkLst>
        <pc:spChg chg="mod">
          <ac:chgData name="dincerkonur@yahoo.com" userId="0cb337efb386619d" providerId="LiveId" clId="{22A08698-3626-4691-A82D-B3E1CFB791A7}" dt="2019-03-22T19:06:30.970" v="10252" actId="207"/>
          <ac:spMkLst>
            <pc:docMk/>
            <pc:sldMk cId="3963989580" sldId="397"/>
            <ac:spMk id="3" creationId="{00000000-0000-0000-0000-000000000000}"/>
          </ac:spMkLst>
        </pc:spChg>
      </pc:sldChg>
      <pc:sldChg chg="delSp modSp add">
        <pc:chgData name="dincerkonur@yahoo.com" userId="0cb337efb386619d" providerId="LiveId" clId="{22A08698-3626-4691-A82D-B3E1CFB791A7}" dt="2019-03-22T19:37:18.795" v="11077" actId="20577"/>
        <pc:sldMkLst>
          <pc:docMk/>
          <pc:sldMk cId="4191504784" sldId="398"/>
        </pc:sldMkLst>
        <pc:spChg chg="mod">
          <ac:chgData name="dincerkonur@yahoo.com" userId="0cb337efb386619d" providerId="LiveId" clId="{22A08698-3626-4691-A82D-B3E1CFB791A7}" dt="2019-03-22T19:14:31.572" v="10266" actId="20577"/>
          <ac:spMkLst>
            <pc:docMk/>
            <pc:sldMk cId="4191504784" sldId="398"/>
            <ac:spMk id="2" creationId="{00000000-0000-0000-0000-000000000000}"/>
          </ac:spMkLst>
        </pc:spChg>
        <pc:spChg chg="mod">
          <ac:chgData name="dincerkonur@yahoo.com" userId="0cb337efb386619d" providerId="LiveId" clId="{22A08698-3626-4691-A82D-B3E1CFB791A7}" dt="2019-03-22T19:37:18.795" v="11077" actId="20577"/>
          <ac:spMkLst>
            <pc:docMk/>
            <pc:sldMk cId="4191504784" sldId="398"/>
            <ac:spMk id="3" creationId="{00000000-0000-0000-0000-000000000000}"/>
          </ac:spMkLst>
        </pc:spChg>
        <pc:spChg chg="del">
          <ac:chgData name="dincerkonur@yahoo.com" userId="0cb337efb386619d" providerId="LiveId" clId="{22A08698-3626-4691-A82D-B3E1CFB791A7}" dt="2019-03-22T19:14:36.665" v="10268" actId="478"/>
          <ac:spMkLst>
            <pc:docMk/>
            <pc:sldMk cId="4191504784" sldId="398"/>
            <ac:spMk id="9" creationId="{665FB2C2-F106-456B-9749-45E32122019D}"/>
          </ac:spMkLst>
        </pc:spChg>
        <pc:picChg chg="del">
          <ac:chgData name="dincerkonur@yahoo.com" userId="0cb337efb386619d" providerId="LiveId" clId="{22A08698-3626-4691-A82D-B3E1CFB791A7}" dt="2019-03-22T19:14:34.232" v="10267" actId="478"/>
          <ac:picMkLst>
            <pc:docMk/>
            <pc:sldMk cId="4191504784" sldId="398"/>
            <ac:picMk id="5" creationId="{BEEA3903-F39A-4010-9FA8-74ECE21AA9AD}"/>
          </ac:picMkLst>
        </pc:picChg>
        <pc:picChg chg="del">
          <ac:chgData name="dincerkonur@yahoo.com" userId="0cb337efb386619d" providerId="LiveId" clId="{22A08698-3626-4691-A82D-B3E1CFB791A7}" dt="2019-03-22T19:14:39.231" v="10270" actId="478"/>
          <ac:picMkLst>
            <pc:docMk/>
            <pc:sldMk cId="4191504784" sldId="398"/>
            <ac:picMk id="8" creationId="{6EDB4ACF-93EE-4379-9F7C-BF2A449D4363}"/>
          </ac:picMkLst>
        </pc:picChg>
      </pc:sldChg>
    </pc:docChg>
  </pc:docChgLst>
  <pc:docChgLst>
    <pc:chgData name="dincerkonur@yahoo.com" userId="0cb337efb386619d" providerId="LiveId" clId="{8861806D-F7E8-4E44-A038-AAC51D284870}"/>
    <pc:docChg chg="undo custSel addSld delSld modSld">
      <pc:chgData name="dincerkonur@yahoo.com" userId="0cb337efb386619d" providerId="LiveId" clId="{8861806D-F7E8-4E44-A038-AAC51D284870}" dt="2019-03-19T20:02:27.801" v="3721" actId="20577"/>
      <pc:docMkLst>
        <pc:docMk/>
      </pc:docMkLst>
      <pc:sldChg chg="modSp">
        <pc:chgData name="dincerkonur@yahoo.com" userId="0cb337efb386619d" providerId="LiveId" clId="{8861806D-F7E8-4E44-A038-AAC51D284870}" dt="2019-03-19T13:45:15.038" v="21" actId="20577"/>
        <pc:sldMkLst>
          <pc:docMk/>
          <pc:sldMk cId="2541942282" sldId="256"/>
        </pc:sldMkLst>
        <pc:spChg chg="mod">
          <ac:chgData name="dincerkonur@yahoo.com" userId="0cb337efb386619d" providerId="LiveId" clId="{8861806D-F7E8-4E44-A038-AAC51D284870}" dt="2019-03-19T13:45:15.038" v="21" actId="20577"/>
          <ac:spMkLst>
            <pc:docMk/>
            <pc:sldMk cId="2541942282" sldId="256"/>
            <ac:spMk id="2" creationId="{00000000-0000-0000-0000-000000000000}"/>
          </ac:spMkLst>
        </pc:spChg>
      </pc:sldChg>
      <pc:sldChg chg="modSp">
        <pc:chgData name="dincerkonur@yahoo.com" userId="0cb337efb386619d" providerId="LiveId" clId="{8861806D-F7E8-4E44-A038-AAC51D284870}" dt="2019-03-19T14:48:09.777" v="247" actId="20577"/>
        <pc:sldMkLst>
          <pc:docMk/>
          <pc:sldMk cId="2474569206" sldId="260"/>
        </pc:sldMkLst>
        <pc:spChg chg="mod">
          <ac:chgData name="dincerkonur@yahoo.com" userId="0cb337efb386619d" providerId="LiveId" clId="{8861806D-F7E8-4E44-A038-AAC51D284870}" dt="2019-03-19T14:48:09.777" v="247" actId="20577"/>
          <ac:spMkLst>
            <pc:docMk/>
            <pc:sldMk cId="2474569206" sldId="260"/>
            <ac:spMk id="3" creationId="{00000000-0000-0000-0000-000000000000}"/>
          </ac:spMkLst>
        </pc:spChg>
      </pc:sldChg>
      <pc:sldChg chg="addSp delSp modSp">
        <pc:chgData name="dincerkonur@yahoo.com" userId="0cb337efb386619d" providerId="LiveId" clId="{8861806D-F7E8-4E44-A038-AAC51D284870}" dt="2019-03-19T14:59:26.182" v="574" actId="478"/>
        <pc:sldMkLst>
          <pc:docMk/>
          <pc:sldMk cId="914106071" sldId="337"/>
        </pc:sldMkLst>
        <pc:spChg chg="mod">
          <ac:chgData name="dincerkonur@yahoo.com" userId="0cb337efb386619d" providerId="LiveId" clId="{8861806D-F7E8-4E44-A038-AAC51D284870}" dt="2019-03-19T14:50:52.790" v="255"/>
          <ac:spMkLst>
            <pc:docMk/>
            <pc:sldMk cId="914106071" sldId="337"/>
            <ac:spMk id="2" creationId="{00000000-0000-0000-0000-000000000000}"/>
          </ac:spMkLst>
        </pc:spChg>
        <pc:spChg chg="mod">
          <ac:chgData name="dincerkonur@yahoo.com" userId="0cb337efb386619d" providerId="LiveId" clId="{8861806D-F7E8-4E44-A038-AAC51D284870}" dt="2019-03-19T14:53:29.291" v="329" actId="20577"/>
          <ac:spMkLst>
            <pc:docMk/>
            <pc:sldMk cId="914106071" sldId="337"/>
            <ac:spMk id="3" creationId="{00000000-0000-0000-0000-000000000000}"/>
          </ac:spMkLst>
        </pc:spChg>
        <pc:spChg chg="add mod">
          <ac:chgData name="dincerkonur@yahoo.com" userId="0cb337efb386619d" providerId="LiveId" clId="{8861806D-F7E8-4E44-A038-AAC51D284870}" dt="2019-03-19T14:55:19.354" v="423" actId="1076"/>
          <ac:spMkLst>
            <pc:docMk/>
            <pc:sldMk cId="914106071" sldId="337"/>
            <ac:spMk id="5" creationId="{3D174346-2B56-441C-B46C-AD85AEEB122D}"/>
          </ac:spMkLst>
        </pc:spChg>
        <pc:picChg chg="add mod">
          <ac:chgData name="dincerkonur@yahoo.com" userId="0cb337efb386619d" providerId="LiveId" clId="{8861806D-F7E8-4E44-A038-AAC51D284870}" dt="2019-03-19T14:55:02.176" v="375" actId="1076"/>
          <ac:picMkLst>
            <pc:docMk/>
            <pc:sldMk cId="914106071" sldId="337"/>
            <ac:picMk id="4" creationId="{6E1EA4DB-02D3-48DE-9DF9-E50DECC12DA8}"/>
          </ac:picMkLst>
        </pc:picChg>
        <pc:picChg chg="add del mod">
          <ac:chgData name="dincerkonur@yahoo.com" userId="0cb337efb386619d" providerId="LiveId" clId="{8861806D-F7E8-4E44-A038-AAC51D284870}" dt="2019-03-19T14:59:26.182" v="574" actId="478"/>
          <ac:picMkLst>
            <pc:docMk/>
            <pc:sldMk cId="914106071" sldId="337"/>
            <ac:picMk id="6" creationId="{0B36D863-6317-4528-9BBB-F64B3C6E9223}"/>
          </ac:picMkLst>
        </pc:picChg>
      </pc:sldChg>
      <pc:sldChg chg="addSp delSp modSp add">
        <pc:chgData name="dincerkonur@yahoo.com" userId="0cb337efb386619d" providerId="LiveId" clId="{8861806D-F7E8-4E44-A038-AAC51D284870}" dt="2019-03-19T14:59:15.174" v="573" actId="20577"/>
        <pc:sldMkLst>
          <pc:docMk/>
          <pc:sldMk cId="4041807127" sldId="339"/>
        </pc:sldMkLst>
        <pc:spChg chg="mod">
          <ac:chgData name="dincerkonur@yahoo.com" userId="0cb337efb386619d" providerId="LiveId" clId="{8861806D-F7E8-4E44-A038-AAC51D284870}" dt="2019-03-19T14:59:15.174" v="573" actId="20577"/>
          <ac:spMkLst>
            <pc:docMk/>
            <pc:sldMk cId="4041807127" sldId="339"/>
            <ac:spMk id="3" creationId="{00000000-0000-0000-0000-000000000000}"/>
          </ac:spMkLst>
        </pc:spChg>
        <pc:spChg chg="del">
          <ac:chgData name="dincerkonur@yahoo.com" userId="0cb337efb386619d" providerId="LiveId" clId="{8861806D-F7E8-4E44-A038-AAC51D284870}" dt="2019-03-19T14:56:05.394" v="442" actId="478"/>
          <ac:spMkLst>
            <pc:docMk/>
            <pc:sldMk cId="4041807127" sldId="339"/>
            <ac:spMk id="5" creationId="{3D174346-2B56-441C-B46C-AD85AEEB122D}"/>
          </ac:spMkLst>
        </pc:spChg>
        <pc:picChg chg="del">
          <ac:chgData name="dincerkonur@yahoo.com" userId="0cb337efb386619d" providerId="LiveId" clId="{8861806D-F7E8-4E44-A038-AAC51D284870}" dt="2019-03-19T14:55:56.026" v="427" actId="478"/>
          <ac:picMkLst>
            <pc:docMk/>
            <pc:sldMk cId="4041807127" sldId="339"/>
            <ac:picMk id="4" creationId="{6E1EA4DB-02D3-48DE-9DF9-E50DECC12DA8}"/>
          </ac:picMkLst>
        </pc:picChg>
        <pc:picChg chg="mod">
          <ac:chgData name="dincerkonur@yahoo.com" userId="0cb337efb386619d" providerId="LiveId" clId="{8861806D-F7E8-4E44-A038-AAC51D284870}" dt="2019-03-19T14:56:08.590" v="443" actId="1076"/>
          <ac:picMkLst>
            <pc:docMk/>
            <pc:sldMk cId="4041807127" sldId="339"/>
            <ac:picMk id="6" creationId="{0B36D863-6317-4528-9BBB-F64B3C6E9223}"/>
          </ac:picMkLst>
        </pc:picChg>
        <pc:picChg chg="add mod">
          <ac:chgData name="dincerkonur@yahoo.com" userId="0cb337efb386619d" providerId="LiveId" clId="{8861806D-F7E8-4E44-A038-AAC51D284870}" dt="2019-03-19T14:59:03.198" v="534" actId="1076"/>
          <ac:picMkLst>
            <pc:docMk/>
            <pc:sldMk cId="4041807127" sldId="339"/>
            <ac:picMk id="7" creationId="{66651059-A100-4730-86A4-BC4E2567F00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8A81C-13E0-402A-9BD9-36F3DFFB46F8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376B9-9838-4376-9895-3384D05A8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6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81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35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04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5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376B9-9838-4376-9895-3384D05A8DF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74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099-EF0D-4B9A-BBFF-09FBE6BF6054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3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002" y="365125"/>
            <a:ext cx="11478410" cy="839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5002" y="6356350"/>
            <a:ext cx="3226398" cy="365125"/>
          </a:xfrm>
        </p:spPr>
        <p:txBody>
          <a:bodyPr/>
          <a:lstStyle/>
          <a:p>
            <a:fld id="{B1E3B061-4FCE-4A21-AC74-81FE2BC5CF3E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22812" cy="365125"/>
          </a:xfrm>
        </p:spPr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55002" y="1193795"/>
            <a:ext cx="1147841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79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59F54-5CF2-4FD0-836E-B479A78D51A3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2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33E6-EEC8-49F6-86B1-D403F7BCF2D7}" type="datetime1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4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FC5F4-FF8A-4310-ACDA-118E50908757}" type="datetime1">
              <a:rPr lang="en-US" smtClean="0"/>
              <a:t>4/3/2024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1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CC70-ED3C-42E3-B9D4-4CDAF46FBF6D}" type="datetime1">
              <a:rPr lang="en-US" smtClean="0"/>
              <a:t>4/3/2024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3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83FA-2A64-4953-B019-1B95DE5F0E9D}" type="datetime1">
              <a:rPr lang="en-US" smtClean="0"/>
              <a:t>4/3/2024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5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49A69-C0C1-4748-81A5-B3EAE2845645}" type="datetime1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01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0C7C-8B0D-4808-9EE9-6B3127DD99F3}" type="datetime1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42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8BD7-923F-4248-A98A-25295194946A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6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BBA94-316C-4F17-807F-67A425FEAD68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6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8F577-5F6A-4371-8B61-A5EB0D2162DC}" type="datetime1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0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Triangular_distribution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682433"/>
            <a:ext cx="11487150" cy="23876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QMST 5335</a:t>
            </a:r>
            <a:br>
              <a:rPr lang="en-US" sz="5400" dirty="0"/>
            </a:br>
            <a:r>
              <a:rPr lang="en-US" sz="5400" dirty="0"/>
              <a:t>Further </a:t>
            </a:r>
            <a:r>
              <a:rPr lang="en-US" sz="5400" dirty="0" err="1"/>
              <a:t>Simio</a:t>
            </a:r>
            <a:r>
              <a:rPr lang="en-US" sz="5400" dirty="0"/>
              <a:t> Modeling</a:t>
            </a:r>
            <a:br>
              <a:rPr lang="en-US" sz="5400" dirty="0"/>
            </a:br>
            <a:endParaRPr lang="en-US" sz="44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9952" y="3439806"/>
            <a:ext cx="9493045" cy="165576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942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Understanding SMORE plots and how to use them</a:t>
            </a:r>
          </a:p>
          <a:p>
            <a:r>
              <a:rPr lang="en-US" dirty="0"/>
              <a:t>Learning Referenced Properties and how to use them to compare different scenarios</a:t>
            </a:r>
          </a:p>
          <a:p>
            <a:r>
              <a:rPr lang="en-US" dirty="0"/>
              <a:t>Using basic Data tables in </a:t>
            </a:r>
            <a:r>
              <a:rPr lang="en-US" dirty="0" err="1"/>
              <a:t>Simio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4569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ATM Example, Responses, and SMORE Plots </a:t>
            </a:r>
          </a:p>
          <a:p>
            <a:r>
              <a:rPr lang="en-US" dirty="0"/>
              <a:t>More </a:t>
            </a:r>
            <a:r>
              <a:rPr lang="en-US" dirty="0" err="1"/>
              <a:t>Simio</a:t>
            </a:r>
            <a:r>
              <a:rPr lang="en-US" dirty="0"/>
              <a:t>, Referenced Properties, and Scenarios</a:t>
            </a:r>
          </a:p>
          <a:p>
            <a:r>
              <a:rPr lang="en-US" dirty="0"/>
              <a:t>Using basic Data tables in </a:t>
            </a:r>
            <a:r>
              <a:rPr lang="en-US" dirty="0" err="1"/>
              <a:t>Simio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8056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ATM Example, Responses, and SMORE Plots </a:t>
            </a:r>
          </a:p>
          <a:p>
            <a:r>
              <a:rPr lang="en-US" dirty="0">
                <a:solidFill>
                  <a:schemeClr val="bg2"/>
                </a:solidFill>
              </a:rPr>
              <a:t>More </a:t>
            </a:r>
            <a:r>
              <a:rPr lang="en-US" dirty="0" err="1">
                <a:solidFill>
                  <a:schemeClr val="bg2"/>
                </a:solidFill>
              </a:rPr>
              <a:t>Simio</a:t>
            </a:r>
            <a:r>
              <a:rPr lang="en-US" dirty="0">
                <a:solidFill>
                  <a:schemeClr val="bg2"/>
                </a:solidFill>
              </a:rPr>
              <a:t>, Referenced Properties, and Scenarios</a:t>
            </a:r>
          </a:p>
          <a:p>
            <a:r>
              <a:rPr lang="en-US" dirty="0">
                <a:solidFill>
                  <a:schemeClr val="bg2"/>
                </a:solidFill>
              </a:rPr>
              <a:t>Using basic Data tables in </a:t>
            </a:r>
            <a:r>
              <a:rPr lang="en-US" dirty="0" err="1">
                <a:solidFill>
                  <a:schemeClr val="bg2"/>
                </a:solidFill>
              </a:rPr>
              <a:t>Simio</a:t>
            </a:r>
            <a:r>
              <a:rPr lang="en-US" dirty="0">
                <a:solidFill>
                  <a:schemeClr val="bg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9666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6689"/>
          </a:xfrm>
        </p:spPr>
        <p:txBody>
          <a:bodyPr>
            <a:normAutofit/>
          </a:bodyPr>
          <a:lstStyle/>
          <a:p>
            <a:r>
              <a:rPr lang="en-US" dirty="0"/>
              <a:t>Model: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sz="2000" dirty="0"/>
              <a:t>Service time (ATM processing time)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Triangular distribution with (0.25, 1.0, 1.75) minutes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Interarrival time </a:t>
            </a:r>
            <a:r>
              <a:rPr lang="en-US" sz="2000" dirty="0">
                <a:sym typeface="Wingdings" panose="05000000000000000000" pitchFamily="2" charset="2"/>
              </a:rPr>
              <a:t> Exponential distribution with mean 1.25 minutes</a:t>
            </a:r>
            <a:endParaRPr lang="en-US" sz="2000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Content Placeholder 6" descr="atm.png">
            <a:extLst>
              <a:ext uri="{FF2B5EF4-FFF2-40B4-BE49-F238E27FC236}">
                <a16:creationId xmlns:a16="http://schemas.microsoft.com/office/drawing/2014/main" id="{9D9F947B-6563-462E-B518-1867D5F89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2015" y="1720755"/>
            <a:ext cx="3124200" cy="1846263"/>
          </a:xfrm>
          <a:prstGeom prst="rect">
            <a:avLst/>
          </a:prstGeom>
        </p:spPr>
      </p:pic>
      <p:pic>
        <p:nvPicPr>
          <p:cNvPr id="7" name="Picture 7" descr="atm_model.png">
            <a:extLst>
              <a:ext uri="{FF2B5EF4-FFF2-40B4-BE49-F238E27FC236}">
                <a16:creationId xmlns:a16="http://schemas.microsoft.com/office/drawing/2014/main" id="{2021CD82-2217-4257-B9DE-7D78A68F9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352" y="1504665"/>
            <a:ext cx="3508663" cy="223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A85ACD-00B1-4F65-BD9E-B33027666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761" y="4246296"/>
            <a:ext cx="1529402" cy="13584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5AD62E-2525-4622-89A7-E3EECF84FF2E}"/>
              </a:ext>
            </a:extLst>
          </p:cNvPr>
          <p:cNvSpPr/>
          <p:nvPr/>
        </p:nvSpPr>
        <p:spPr>
          <a:xfrm>
            <a:off x="3561972" y="4598031"/>
            <a:ext cx="41029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hlinkClick r:id="rId5"/>
              </a:rPr>
              <a:t>https://en.wikipedia.org/wiki/Triangular_distribution</a:t>
            </a:r>
            <a:r>
              <a:rPr lang="en-US" sz="1400" dirty="0"/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59D33F-141B-4E07-A2A8-6FCA8ED88ABE}"/>
              </a:ext>
            </a:extLst>
          </p:cNvPr>
          <p:cNvSpPr/>
          <p:nvPr/>
        </p:nvSpPr>
        <p:spPr>
          <a:xfrm>
            <a:off x="9195346" y="2136689"/>
            <a:ext cx="30512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See ‘</a:t>
            </a:r>
            <a:r>
              <a:rPr lang="en-US" i="1" dirty="0" err="1"/>
              <a:t>ATM.spfx</a:t>
            </a:r>
            <a:r>
              <a:rPr lang="en-US" dirty="0"/>
              <a:t>’ file for the completed model.</a:t>
            </a:r>
          </a:p>
        </p:txBody>
      </p:sp>
    </p:spTree>
    <p:extLst>
      <p:ext uri="{BB962C8B-B14F-4D97-AF65-F5344CB8AC3E}">
        <p14:creationId xmlns:p14="http://schemas.microsoft.com/office/powerpoint/2010/main" val="853583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SMORE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6689"/>
          </a:xfrm>
        </p:spPr>
        <p:txBody>
          <a:bodyPr>
            <a:normAutofit/>
          </a:bodyPr>
          <a:lstStyle/>
          <a:p>
            <a:r>
              <a:rPr lang="en-US" sz="2400" dirty="0"/>
              <a:t>In simulations it is common to measure the risk of statistical error.</a:t>
            </a:r>
          </a:p>
          <a:p>
            <a:pPr lvl="1"/>
            <a:r>
              <a:rPr lang="en-US" sz="2000" dirty="0"/>
              <a:t>The half-width in the pivot table is a measure of statistical error.</a:t>
            </a:r>
          </a:p>
          <a:p>
            <a:pPr lvl="1"/>
            <a:r>
              <a:rPr lang="en-US" sz="2000" dirty="0"/>
              <a:t>“Should I adjust warmup, replications, or replication length to make more reliable predictions?”</a:t>
            </a:r>
          </a:p>
          <a:p>
            <a:r>
              <a:rPr lang="en-US" sz="2400" dirty="0"/>
              <a:t>It is often important to analyze the risk of performance error.</a:t>
            </a:r>
          </a:p>
          <a:p>
            <a:pPr lvl="1"/>
            <a:r>
              <a:rPr lang="en-US" sz="2000" dirty="0"/>
              <a:t>“Although the projection of average profitability is acceptable, What is my risk of a loss?”</a:t>
            </a:r>
          </a:p>
          <a:p>
            <a:endParaRPr lang="en-US" dirty="0"/>
          </a:p>
          <a:p>
            <a:r>
              <a:rPr lang="en-US" sz="2400" dirty="0" err="1"/>
              <a:t>Simio</a:t>
            </a:r>
            <a:r>
              <a:rPr lang="en-US" sz="2400" dirty="0"/>
              <a:t> Measure of Risk and Error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SMORE Plots:</a:t>
            </a:r>
          </a:p>
          <a:p>
            <a:pPr lvl="1"/>
            <a:r>
              <a:rPr lang="en-US" sz="2000" dirty="0"/>
              <a:t>Adds performance risk assessment to typical assessment of statistical error.</a:t>
            </a:r>
          </a:p>
          <a:p>
            <a:pPr lvl="1"/>
            <a:r>
              <a:rPr lang="en-US" sz="2000" dirty="0"/>
              <a:t>Evaluate single scenario or compare multiple scenarios.</a:t>
            </a:r>
          </a:p>
          <a:p>
            <a:pPr lvl="1"/>
            <a:r>
              <a:rPr lang="en-US" sz="2000" dirty="0"/>
              <a:t>SMORE provides additional graphical and numeric data to support such analysis.</a:t>
            </a:r>
          </a:p>
          <a:p>
            <a:pPr lvl="1"/>
            <a:r>
              <a:rPr lang="en-US" sz="2000" dirty="0"/>
              <a:t>SMORE has many different components which may be enabled separately.</a:t>
            </a:r>
          </a:p>
          <a:p>
            <a:pPr lvl="2"/>
            <a:r>
              <a:rPr lang="en-US" sz="1800" dirty="0"/>
              <a:t>Includes optional histogram, replication points and horizontal display (default vertical)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82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SMORE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6689"/>
          </a:xfrm>
        </p:spPr>
        <p:txBody>
          <a:bodyPr>
            <a:normAutofit/>
          </a:bodyPr>
          <a:lstStyle/>
          <a:p>
            <a:r>
              <a:rPr lang="en-US" sz="2400" dirty="0"/>
              <a:t>SMORE plot:</a:t>
            </a:r>
            <a:endParaRPr lang="en-US" sz="1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940BA4D-5F33-49CA-9928-5836D00FC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988" y="1898743"/>
            <a:ext cx="5857710" cy="4351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2FD67C-229E-466D-B0EC-6CFE4E71E7FC}"/>
              </a:ext>
            </a:extLst>
          </p:cNvPr>
          <p:cNvSpPr/>
          <p:nvPr/>
        </p:nvSpPr>
        <p:spPr>
          <a:xfrm>
            <a:off x="8086684" y="2046871"/>
            <a:ext cx="351657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The main parts of each graphic are as illustrated. You will get one of these for each scenario.</a:t>
            </a:r>
          </a:p>
          <a:p>
            <a:pPr>
              <a:spcBef>
                <a:spcPct val="0"/>
              </a:spcBef>
            </a:pPr>
            <a:endParaRPr lang="en-US" dirty="0"/>
          </a:p>
          <a:p>
            <a:pPr>
              <a:spcBef>
                <a:spcPct val="0"/>
              </a:spcBef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The upper and lower percentile values as well as the desired confidence level are configurable.</a:t>
            </a:r>
          </a:p>
          <a:p>
            <a:pPr>
              <a:spcBef>
                <a:spcPct val="0"/>
              </a:spcBef>
            </a:pPr>
            <a:endParaRPr lang="en-US" dirty="0"/>
          </a:p>
          <a:p>
            <a:pPr>
              <a:spcBef>
                <a:spcPct val="0"/>
              </a:spcBef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You can optionally display the data points and a histogram of the data.</a:t>
            </a:r>
          </a:p>
        </p:txBody>
      </p:sp>
    </p:spTree>
    <p:extLst>
      <p:ext uri="{BB962C8B-B14F-4D97-AF65-F5344CB8AC3E}">
        <p14:creationId xmlns:p14="http://schemas.microsoft.com/office/powerpoint/2010/main" val="4122713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SMORE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3058" cy="5256689"/>
          </a:xfrm>
        </p:spPr>
        <p:txBody>
          <a:bodyPr>
            <a:normAutofit/>
          </a:bodyPr>
          <a:lstStyle/>
          <a:p>
            <a:r>
              <a:rPr lang="en-US" dirty="0"/>
              <a:t>1 Replication</a:t>
            </a:r>
          </a:p>
          <a:p>
            <a:pPr lvl="1"/>
            <a:r>
              <a:rPr lang="en-US" dirty="0"/>
              <a:t>Single Response Value</a:t>
            </a:r>
          </a:p>
          <a:p>
            <a:pPr lvl="1"/>
            <a:endParaRPr lang="en-US" dirty="0"/>
          </a:p>
          <a:p>
            <a:r>
              <a:rPr lang="en-US" dirty="0"/>
              <a:t>2-5 Replications</a:t>
            </a:r>
          </a:p>
          <a:p>
            <a:pPr lvl="1"/>
            <a:r>
              <a:rPr lang="en-US" dirty="0"/>
              <a:t>Maximum, Minimum, and Mean</a:t>
            </a:r>
          </a:p>
          <a:p>
            <a:pPr lvl="1"/>
            <a:endParaRPr lang="en-US" dirty="0"/>
          </a:p>
          <a:p>
            <a:r>
              <a:rPr lang="en-US" dirty="0"/>
              <a:t>6+ Replications</a:t>
            </a:r>
          </a:p>
          <a:p>
            <a:pPr lvl="1"/>
            <a:r>
              <a:rPr lang="en-US" dirty="0"/>
              <a:t>Upper + Lower Percentiles, Median, Mean Confidence Interval</a:t>
            </a:r>
          </a:p>
          <a:p>
            <a:pPr lvl="1"/>
            <a:endParaRPr lang="en-US" dirty="0"/>
          </a:p>
          <a:p>
            <a:r>
              <a:rPr lang="en-US" dirty="0"/>
              <a:t>Enough Reps for Statistically Valid Results</a:t>
            </a:r>
          </a:p>
          <a:p>
            <a:pPr lvl="1"/>
            <a:r>
              <a:rPr lang="en-US" dirty="0"/>
              <a:t>Confidence Intervals for Upper + Lower Percentiles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2568FBB-CFC1-487A-BCFF-A15A52596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51244" y="2465202"/>
            <a:ext cx="914400" cy="1143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C5B27F7B-ACCD-47E4-A22F-6DCD03276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7798" y="3643739"/>
            <a:ext cx="838200" cy="120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3D541D34-872B-4BE2-8E2E-6648DD484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329" y="4848651"/>
            <a:ext cx="973138" cy="151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1A61BBD0-EC88-40D2-8982-ABF912DF4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531" y="1464907"/>
            <a:ext cx="838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0904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E9CF60F-35C1-490E-9EB1-787918BEC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030" y="2831377"/>
            <a:ext cx="5144553" cy="24748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SMORE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3058" cy="5256689"/>
          </a:xfrm>
        </p:spPr>
        <p:txBody>
          <a:bodyPr>
            <a:normAutofit/>
          </a:bodyPr>
          <a:lstStyle/>
          <a:p>
            <a:r>
              <a:rPr lang="en-US" dirty="0"/>
              <a:t>How to add SMORE plots?</a:t>
            </a:r>
          </a:p>
          <a:p>
            <a:pPr lvl="1"/>
            <a:r>
              <a:rPr lang="en-US" dirty="0"/>
              <a:t>Experiment </a:t>
            </a:r>
            <a:r>
              <a:rPr lang="en-US" dirty="0">
                <a:sym typeface="Wingdings" panose="05000000000000000000" pitchFamily="2" charset="2"/>
              </a:rPr>
              <a:t> Add Response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A6D526EF-1946-410C-B74C-4DD4BCB259AC}"/>
              </a:ext>
            </a:extLst>
          </p:cNvPr>
          <p:cNvSpPr/>
          <p:nvPr/>
        </p:nvSpPr>
        <p:spPr>
          <a:xfrm>
            <a:off x="1781032" y="3512024"/>
            <a:ext cx="4910919" cy="418531"/>
          </a:xfrm>
          <a:prstGeom prst="wedgeRectCallout">
            <a:avLst>
              <a:gd name="adj1" fmla="val 61520"/>
              <a:gd name="adj2" fmla="val -2119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6974F09B-6EF7-40D8-AF8F-90D714003156}"/>
              </a:ext>
            </a:extLst>
          </p:cNvPr>
          <p:cNvSpPr/>
          <p:nvPr/>
        </p:nvSpPr>
        <p:spPr>
          <a:xfrm>
            <a:off x="1781031" y="3922517"/>
            <a:ext cx="4910919" cy="227524"/>
          </a:xfrm>
          <a:prstGeom prst="wedgeRectCallout">
            <a:avLst>
              <a:gd name="adj1" fmla="val 66059"/>
              <a:gd name="adj2" fmla="val 28872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FB176C-99CB-47EE-A08C-CFF4FDB08437}"/>
              </a:ext>
            </a:extLst>
          </p:cNvPr>
          <p:cNvSpPr txBox="1"/>
          <p:nvPr/>
        </p:nvSpPr>
        <p:spPr>
          <a:xfrm>
            <a:off x="7297003" y="3345976"/>
            <a:ext cx="3330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 a nice meaningful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8C9694-093A-476C-9066-03E809B115C8}"/>
              </a:ext>
            </a:extLst>
          </p:cNvPr>
          <p:cNvSpPr txBox="1"/>
          <p:nvPr/>
        </p:nvSpPr>
        <p:spPr>
          <a:xfrm>
            <a:off x="7541916" y="4440071"/>
            <a:ext cx="3330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where you define what value you will be looking at</a:t>
            </a:r>
          </a:p>
          <a:p>
            <a:r>
              <a:rPr lang="en-US" dirty="0">
                <a:sym typeface="Wingdings" panose="05000000000000000000" pitchFamily="2" charset="2"/>
              </a:rPr>
              <a:t>Use the Expression Editor to find what you want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1A1209-7C92-4AEC-9C0C-FB3DA3761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677" y="1312432"/>
            <a:ext cx="5636017" cy="119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05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3058" cy="5256689"/>
          </a:xfrm>
        </p:spPr>
        <p:txBody>
          <a:bodyPr>
            <a:normAutofit/>
          </a:bodyPr>
          <a:lstStyle/>
          <a:p>
            <a:r>
              <a:rPr lang="en-US" dirty="0"/>
              <a:t>Adding a Response for avg. time in system!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SMORE Plots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A1B84506-4BA5-4FB6-8398-5A3EBDEEA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40" y="1956222"/>
            <a:ext cx="6966671" cy="1844603"/>
          </a:xfrm>
          <a:prstGeom prst="rect">
            <a:avLst/>
          </a:prstGeom>
        </p:spPr>
      </p:pic>
      <p:pic>
        <p:nvPicPr>
          <p:cNvPr id="10" name="Picture 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46C60C1-EC1E-4352-A3A8-4FE2B55392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174" y="4004949"/>
            <a:ext cx="5142420" cy="236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66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3058" cy="5256689"/>
          </a:xfrm>
        </p:spPr>
        <p:txBody>
          <a:bodyPr>
            <a:normAutofit/>
          </a:bodyPr>
          <a:lstStyle/>
          <a:p>
            <a:r>
              <a:rPr lang="en-US" dirty="0"/>
              <a:t>Where are they?</a:t>
            </a:r>
          </a:p>
          <a:p>
            <a:pPr lvl="1"/>
            <a:r>
              <a:rPr lang="en-US" dirty="0"/>
              <a:t>After you run the experiment, go to Response Results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Select whichever response you want to see from the menu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You can modify what you want to see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A470B6-41C4-4A8F-859E-08600D440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409" y="2280479"/>
            <a:ext cx="4354049" cy="7038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SMORE Plots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690EC4-E36B-48E2-B144-81786C7AC073}"/>
              </a:ext>
            </a:extLst>
          </p:cNvPr>
          <p:cNvSpPr/>
          <p:nvPr/>
        </p:nvSpPr>
        <p:spPr>
          <a:xfrm>
            <a:off x="3452883" y="2242782"/>
            <a:ext cx="800669" cy="28205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F0AB79-5898-4248-A948-AF49D5300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843" y="3455185"/>
            <a:ext cx="7526141" cy="8997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44B38A-55B7-477E-8A2E-85E77DE6F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444" y="5104521"/>
            <a:ext cx="4281594" cy="146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35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SMORE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3058" cy="5256689"/>
          </a:xfrm>
        </p:spPr>
        <p:txBody>
          <a:bodyPr>
            <a:normAutofit/>
          </a:bodyPr>
          <a:lstStyle/>
          <a:p>
            <a:r>
              <a:rPr lang="en-US" dirty="0"/>
              <a:t>More to see..</a:t>
            </a:r>
          </a:p>
          <a:p>
            <a:pPr lvl="1"/>
            <a:r>
              <a:rPr lang="en-US" dirty="0"/>
              <a:t>You can enable a histogram for a better summary of the data spread.</a:t>
            </a:r>
          </a:p>
          <a:p>
            <a:pPr lvl="1"/>
            <a:r>
              <a:rPr lang="en-US" dirty="0"/>
              <a:t>You can enable the raw data – each replication shows as a short blue line.</a:t>
            </a:r>
          </a:p>
          <a:p>
            <a:pPr lvl="1"/>
            <a:r>
              <a:rPr lang="en-US" dirty="0"/>
              <a:t>Can view the spread of raw data Vertically or Horizontally</a:t>
            </a:r>
          </a:p>
          <a:p>
            <a:pPr lvl="2"/>
            <a:r>
              <a:rPr lang="en-US" dirty="0"/>
              <a:t>Sometimes the horizontal view displays data better than the vertical view.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A506A20-A795-4CDA-BB76-33087DEB7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361" y="3536722"/>
            <a:ext cx="36576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8C78D821-181C-4B28-952C-69B2D679E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810" y="4043963"/>
            <a:ext cx="43434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8456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ATM Example, Responses, and SMORE Plots </a:t>
            </a:r>
          </a:p>
          <a:p>
            <a:r>
              <a:rPr lang="en-US" dirty="0"/>
              <a:t>More </a:t>
            </a:r>
            <a:r>
              <a:rPr lang="en-US" dirty="0" err="1"/>
              <a:t>Simio</a:t>
            </a:r>
            <a:r>
              <a:rPr lang="en-US" dirty="0"/>
              <a:t>, Referenced Properties, and Scenarios</a:t>
            </a:r>
          </a:p>
          <a:p>
            <a:r>
              <a:rPr lang="en-US" dirty="0">
                <a:solidFill>
                  <a:schemeClr val="bg2"/>
                </a:solidFill>
              </a:rPr>
              <a:t>Using basic Data tables in </a:t>
            </a:r>
            <a:r>
              <a:rPr lang="en-US" dirty="0" err="1">
                <a:solidFill>
                  <a:schemeClr val="bg2"/>
                </a:solidFill>
              </a:rPr>
              <a:t>Simio</a:t>
            </a:r>
            <a:r>
              <a:rPr lang="en-US" dirty="0">
                <a:solidFill>
                  <a:schemeClr val="bg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376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Simio</a:t>
            </a:r>
            <a:r>
              <a:rPr lang="en-US" dirty="0"/>
              <a:t>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6689"/>
          </a:xfrm>
        </p:spPr>
        <p:txBody>
          <a:bodyPr>
            <a:normAutofit/>
          </a:bodyPr>
          <a:lstStyle/>
          <a:p>
            <a:r>
              <a:rPr lang="en-US" sz="2400" dirty="0" err="1"/>
              <a:t>Simio</a:t>
            </a:r>
            <a:r>
              <a:rPr lang="en-US" sz="2400" dirty="0"/>
              <a:t> uses a “dot" notation for addressing an object's data such as its properties &amp; states.</a:t>
            </a:r>
          </a:p>
          <a:p>
            <a:r>
              <a:rPr lang="en-US" sz="2400" dirty="0"/>
              <a:t>The general form is “</a:t>
            </a:r>
            <a:r>
              <a:rPr lang="en-US" sz="2400" dirty="0" err="1"/>
              <a:t>xxx.yyy</a:t>
            </a:r>
            <a:r>
              <a:rPr lang="en-US" sz="2400" dirty="0"/>
              <a:t>" where </a:t>
            </a:r>
            <a:r>
              <a:rPr lang="en-US" sz="2400" dirty="0" err="1"/>
              <a:t>yyy</a:t>
            </a:r>
            <a:r>
              <a:rPr lang="en-US" sz="2400" dirty="0"/>
              <a:t> is a component of xxx.</a:t>
            </a:r>
          </a:p>
          <a:p>
            <a:pPr lvl="1"/>
            <a:r>
              <a:rPr lang="en-US" sz="2000" b="1" dirty="0"/>
              <a:t>Server1.Capacity.Allocated.Average</a:t>
            </a:r>
            <a:r>
              <a:rPr lang="en-US" sz="2000" dirty="0"/>
              <a:t> provides the average allocated capacity for Server1.</a:t>
            </a:r>
          </a:p>
          <a:p>
            <a:r>
              <a:rPr lang="en-US" sz="2400" dirty="0"/>
              <a:t>Editing object properties:</a:t>
            </a:r>
          </a:p>
          <a:p>
            <a:pPr lvl="1">
              <a:defRPr/>
            </a:pPr>
            <a:r>
              <a:rPr lang="en-US" sz="2000" dirty="0"/>
              <a:t>Displayed in Properties Window, Defined by object builder</a:t>
            </a:r>
          </a:p>
          <a:p>
            <a:pPr lvl="1">
              <a:defRPr/>
            </a:pPr>
            <a:r>
              <a:rPr lang="en-US" sz="2000" b="1" dirty="0"/>
              <a:t>Expression editor </a:t>
            </a:r>
            <a:r>
              <a:rPr lang="en-US" sz="2000" dirty="0"/>
              <a:t>(down arrow at right), Results are filtered by default</a:t>
            </a: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5" name="Picture 3" descr="SimioScreenShot3.jpg">
            <a:extLst>
              <a:ext uri="{FF2B5EF4-FFF2-40B4-BE49-F238E27FC236}">
                <a16:creationId xmlns:a16="http://schemas.microsoft.com/office/drawing/2014/main" id="{B819B090-B460-4880-8728-5F6998FDB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691"/>
          <a:stretch>
            <a:fillRect/>
          </a:stretch>
        </p:blipFill>
        <p:spPr bwMode="auto">
          <a:xfrm>
            <a:off x="1099211" y="3940776"/>
            <a:ext cx="7696200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1336C0-AF73-438C-BADD-688DA2666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6950" y="3672553"/>
            <a:ext cx="31718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Bent-Up Arrow 7">
            <a:extLst>
              <a:ext uri="{FF2B5EF4-FFF2-40B4-BE49-F238E27FC236}">
                <a16:creationId xmlns:a16="http://schemas.microsoft.com/office/drawing/2014/main" id="{30A1C075-3885-4DBF-B102-214B5FBEACF9}"/>
              </a:ext>
            </a:extLst>
          </p:cNvPr>
          <p:cNvSpPr/>
          <p:nvPr/>
        </p:nvSpPr>
        <p:spPr>
          <a:xfrm rot="16200000" flipH="1">
            <a:off x="8305888" y="1772417"/>
            <a:ext cx="424927" cy="4626330"/>
          </a:xfrm>
          <a:prstGeom prst="bentUpArrow">
            <a:avLst>
              <a:gd name="adj1" fmla="val 25000"/>
              <a:gd name="adj2" fmla="val 25000"/>
              <a:gd name="adj3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5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Simio</a:t>
            </a:r>
            <a:r>
              <a:rPr lang="en-US" dirty="0"/>
              <a:t>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6689"/>
          </a:xfrm>
        </p:spPr>
        <p:txBody>
          <a:bodyPr>
            <a:normAutofit/>
          </a:bodyPr>
          <a:lstStyle/>
          <a:p>
            <a:r>
              <a:rPr lang="en-US" sz="2400" dirty="0"/>
              <a:t>Common expressions:</a:t>
            </a:r>
          </a:p>
          <a:p>
            <a:pPr lvl="1"/>
            <a:r>
              <a:rPr lang="en-US" sz="1600" i="1" dirty="0"/>
              <a:t>X</a:t>
            </a:r>
            <a:r>
              <a:rPr lang="en-US" sz="1600" dirty="0"/>
              <a:t> (a number – integer or real)</a:t>
            </a:r>
          </a:p>
          <a:p>
            <a:pPr lvl="1"/>
            <a:endParaRPr lang="en-US" sz="1600" dirty="0"/>
          </a:p>
          <a:p>
            <a:pPr lvl="1"/>
            <a:r>
              <a:rPr lang="en-US" sz="1600" cap="small" dirty="0" err="1">
                <a:solidFill>
                  <a:srgbClr val="3333CC"/>
                </a:solidFill>
              </a:rPr>
              <a:t>Random</a:t>
            </a:r>
            <a:r>
              <a:rPr lang="en-US" sz="1600" dirty="0" err="1"/>
              <a:t>.Exponential</a:t>
            </a:r>
            <a:r>
              <a:rPr lang="en-US" sz="1600" dirty="0"/>
              <a:t>(</a:t>
            </a:r>
            <a:r>
              <a:rPr lang="en-US" sz="1600" i="1" dirty="0"/>
              <a:t>mean</a:t>
            </a:r>
            <a:r>
              <a:rPr lang="en-US" sz="1600" dirty="0"/>
              <a:t>)</a:t>
            </a:r>
          </a:p>
          <a:p>
            <a:pPr lvl="1"/>
            <a:r>
              <a:rPr lang="en-US" sz="1600" cap="small" dirty="0" err="1">
                <a:solidFill>
                  <a:srgbClr val="3333CC"/>
                </a:solidFill>
              </a:rPr>
              <a:t>Random</a:t>
            </a:r>
            <a:r>
              <a:rPr lang="en-US" sz="1600" dirty="0" err="1"/>
              <a:t>.Triangular</a:t>
            </a:r>
            <a:r>
              <a:rPr lang="en-US" sz="1600" dirty="0"/>
              <a:t>(</a:t>
            </a:r>
            <a:r>
              <a:rPr lang="en-US" sz="1600" i="1" dirty="0"/>
              <a:t>min</a:t>
            </a:r>
            <a:r>
              <a:rPr lang="en-US" sz="1600" dirty="0"/>
              <a:t>, </a:t>
            </a:r>
            <a:r>
              <a:rPr lang="en-US" sz="1600" i="1" dirty="0"/>
              <a:t>mode</a:t>
            </a:r>
            <a:r>
              <a:rPr lang="en-US" sz="1600" dirty="0"/>
              <a:t>, </a:t>
            </a:r>
            <a:r>
              <a:rPr lang="en-US" sz="1600" i="1" dirty="0"/>
              <a:t>max</a:t>
            </a:r>
            <a:r>
              <a:rPr lang="en-US" sz="1600" dirty="0"/>
              <a:t>)</a:t>
            </a:r>
          </a:p>
          <a:p>
            <a:pPr lvl="1"/>
            <a:r>
              <a:rPr lang="en-US" sz="1600" cap="small" dirty="0" err="1">
                <a:solidFill>
                  <a:srgbClr val="3333CC"/>
                </a:solidFill>
              </a:rPr>
              <a:t>Random</a:t>
            </a:r>
            <a:r>
              <a:rPr lang="en-US" sz="1600" dirty="0" err="1"/>
              <a:t>.Uniform</a:t>
            </a:r>
            <a:r>
              <a:rPr lang="en-US" sz="1600" dirty="0"/>
              <a:t>(</a:t>
            </a:r>
            <a:r>
              <a:rPr lang="en-US" sz="1600" i="1" dirty="0"/>
              <a:t>min</a:t>
            </a:r>
            <a:r>
              <a:rPr lang="en-US" sz="1600" dirty="0"/>
              <a:t>, </a:t>
            </a:r>
            <a:r>
              <a:rPr lang="en-US" sz="1600" i="1" dirty="0"/>
              <a:t>max</a:t>
            </a:r>
            <a:r>
              <a:rPr lang="en-US" sz="1600" dirty="0"/>
              <a:t>)</a:t>
            </a:r>
          </a:p>
          <a:p>
            <a:pPr lvl="1"/>
            <a:r>
              <a:rPr lang="en-US" sz="1600" cap="small" dirty="0">
                <a:solidFill>
                  <a:srgbClr val="3333CC"/>
                </a:solidFill>
              </a:rPr>
              <a:t>Math</a:t>
            </a:r>
            <a:r>
              <a:rPr lang="en-US" sz="1600" i="1" dirty="0"/>
              <a:t>.{Lots of choices}</a:t>
            </a:r>
          </a:p>
          <a:p>
            <a:pPr lvl="1"/>
            <a:endParaRPr lang="en-US" sz="1600" i="1" dirty="0"/>
          </a:p>
          <a:p>
            <a:pPr lvl="1"/>
            <a:r>
              <a:rPr lang="en-US" sz="1600" i="1" dirty="0" err="1"/>
              <a:t>ServerName</a:t>
            </a:r>
            <a:r>
              <a:rPr lang="en-US" sz="1600" dirty="0" err="1"/>
              <a:t>.</a:t>
            </a:r>
            <a:r>
              <a:rPr lang="en-US" sz="1600" cap="small" dirty="0" err="1">
                <a:solidFill>
                  <a:srgbClr val="3333CC"/>
                </a:solidFill>
              </a:rPr>
              <a:t>Capacity</a:t>
            </a:r>
            <a:r>
              <a:rPr lang="en-US" sz="1600" dirty="0" err="1"/>
              <a:t>.ScheduledUtilization</a:t>
            </a:r>
            <a:endParaRPr lang="en-US" sz="1600" dirty="0"/>
          </a:p>
          <a:p>
            <a:pPr lvl="1"/>
            <a:r>
              <a:rPr lang="en-US" sz="1600" i="1" dirty="0" err="1"/>
              <a:t>ServerName</a:t>
            </a:r>
            <a:r>
              <a:rPr lang="en-US" sz="1600" dirty="0" err="1"/>
              <a:t>.</a:t>
            </a:r>
            <a:r>
              <a:rPr lang="en-US" sz="1600" dirty="0" err="1">
                <a:solidFill>
                  <a:srgbClr val="11DF16"/>
                </a:solidFill>
              </a:rPr>
              <a:t>InputBuffer</a:t>
            </a:r>
            <a:r>
              <a:rPr lang="en-US" sz="1600" dirty="0" err="1"/>
              <a:t>.Contents</a:t>
            </a:r>
            <a:endParaRPr lang="en-US" sz="1600" dirty="0"/>
          </a:p>
          <a:p>
            <a:pPr lvl="1"/>
            <a:r>
              <a:rPr lang="en-US" sz="1600" i="1" dirty="0" err="1"/>
              <a:t>DefaultEntity</a:t>
            </a:r>
            <a:r>
              <a:rPr lang="en-US" sz="1600" dirty="0" err="1"/>
              <a:t>.</a:t>
            </a:r>
            <a:r>
              <a:rPr lang="en-US" sz="1600" cap="small" dirty="0" err="1">
                <a:solidFill>
                  <a:srgbClr val="3333CC"/>
                </a:solidFill>
              </a:rPr>
              <a:t>Population</a:t>
            </a:r>
            <a:r>
              <a:rPr lang="en-US" sz="1600" dirty="0" err="1"/>
              <a:t>.TimeInSystem.Average</a:t>
            </a:r>
            <a:endParaRPr lang="en-US" sz="1600" dirty="0"/>
          </a:p>
          <a:p>
            <a:pPr lvl="1"/>
            <a:r>
              <a:rPr lang="en-US" sz="1600" i="1" dirty="0" err="1"/>
              <a:t>DefaultEntity</a:t>
            </a:r>
            <a:r>
              <a:rPr lang="en-US" sz="1600" dirty="0" err="1"/>
              <a:t>.</a:t>
            </a:r>
            <a:r>
              <a:rPr lang="en-US" sz="1600" cap="small" dirty="0" err="1">
                <a:solidFill>
                  <a:srgbClr val="3333CC"/>
                </a:solidFill>
              </a:rPr>
              <a:t>Population</a:t>
            </a:r>
            <a:r>
              <a:rPr lang="en-US" sz="1600" dirty="0" err="1"/>
              <a:t>.NumberInSystem.Average</a:t>
            </a:r>
            <a:endParaRPr lang="en-US" sz="1600" dirty="0"/>
          </a:p>
          <a:p>
            <a:pPr lvl="1"/>
            <a:r>
              <a:rPr lang="en-US" sz="1600" i="1" dirty="0" err="1"/>
              <a:t>SinkName</a:t>
            </a:r>
            <a:r>
              <a:rPr lang="en-US" sz="1600" dirty="0" err="1"/>
              <a:t>.</a:t>
            </a:r>
            <a:r>
              <a:rPr lang="en-US" sz="1600" dirty="0" err="1">
                <a:solidFill>
                  <a:srgbClr val="11DF16"/>
                </a:solidFill>
              </a:rPr>
              <a:t>InputBuffer</a:t>
            </a:r>
            <a:r>
              <a:rPr lang="en-US" sz="1600" dirty="0" err="1"/>
              <a:t>.NumberEntered</a:t>
            </a:r>
            <a:endParaRPr lang="en-US" sz="1600" dirty="0"/>
          </a:p>
          <a:p>
            <a:pPr lvl="1"/>
            <a:r>
              <a:rPr lang="en-US" sz="1600" i="1" dirty="0" err="1"/>
              <a:t>SinkName</a:t>
            </a:r>
            <a:r>
              <a:rPr lang="en-US" sz="1600" dirty="0" err="1"/>
              <a:t>.TimeInSystem.Average</a:t>
            </a:r>
            <a:endParaRPr lang="en-US" sz="16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55A216-C8C6-47F9-ADA0-1382D577DA7F}"/>
              </a:ext>
            </a:extLst>
          </p:cNvPr>
          <p:cNvSpPr/>
          <p:nvPr/>
        </p:nvSpPr>
        <p:spPr>
          <a:xfrm>
            <a:off x="6634089" y="2920219"/>
            <a:ext cx="1676400" cy="1371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Key</a:t>
            </a:r>
          </a:p>
          <a:p>
            <a:pPr algn="ctr"/>
            <a:r>
              <a:rPr lang="en-US" sz="2400" cap="small" dirty="0">
                <a:solidFill>
                  <a:srgbClr val="3333CC"/>
                </a:solidFill>
                <a:latin typeface="Calibri" pitchFamily="34" charset="0"/>
                <a:cs typeface="Calibri" pitchFamily="34" charset="0"/>
              </a:rPr>
              <a:t>Keyword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Object Name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Station Name</a:t>
            </a:r>
          </a:p>
        </p:txBody>
      </p:sp>
    </p:spTree>
    <p:extLst>
      <p:ext uri="{BB962C8B-B14F-4D97-AF65-F5344CB8AC3E}">
        <p14:creationId xmlns:p14="http://schemas.microsoft.com/office/powerpoint/2010/main" val="3180640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6689"/>
          </a:xfrm>
        </p:spPr>
        <p:txBody>
          <a:bodyPr>
            <a:normAutofit/>
          </a:bodyPr>
          <a:lstStyle/>
          <a:p>
            <a:r>
              <a:rPr lang="en-US" sz="2400" dirty="0"/>
              <a:t>Reference Properties can be defined for any property!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See (remove, edit) them </a:t>
            </a:r>
            <a:r>
              <a:rPr lang="en-US" sz="2400" dirty="0" err="1"/>
              <a:t>Definitions</a:t>
            </a:r>
            <a:r>
              <a:rPr lang="en-US" sz="2400" dirty="0" err="1">
                <a:sym typeface="Wingdings" panose="05000000000000000000" pitchFamily="2" charset="2"/>
              </a:rPr>
              <a:t>Properties</a:t>
            </a:r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D2653EC-AF76-4D6C-8072-63E4058F3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75" y="1768095"/>
            <a:ext cx="2387960" cy="31483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65D710-5F4E-4B8B-9B48-8FF12F700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508" y="2038457"/>
            <a:ext cx="2762250" cy="2000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486AC0-F995-4791-8025-381DB3642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830" y="5354207"/>
            <a:ext cx="4989365" cy="13450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62DF7B-5C93-4786-8614-8759E7940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049" y="4674933"/>
            <a:ext cx="2387961" cy="184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5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6689"/>
          </a:xfrm>
        </p:spPr>
        <p:txBody>
          <a:bodyPr>
            <a:normAutofit/>
          </a:bodyPr>
          <a:lstStyle/>
          <a:p>
            <a:r>
              <a:rPr lang="en-US" sz="2400" dirty="0"/>
              <a:t>Once you define Reference Properties</a:t>
            </a:r>
          </a:p>
          <a:p>
            <a:pPr lvl="1"/>
            <a:r>
              <a:rPr lang="en-US" sz="2000" dirty="0"/>
              <a:t>You can see them in the Experiment Design as </a:t>
            </a:r>
            <a:r>
              <a:rPr lang="en-US" sz="2000" dirty="0">
                <a:solidFill>
                  <a:srgbClr val="FF0000"/>
                </a:solidFill>
              </a:rPr>
              <a:t>Controls</a:t>
            </a:r>
            <a:r>
              <a:rPr lang="en-US" sz="2000" dirty="0"/>
              <a:t>!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Using Controls, you can define several scenarios and compare them in terms of the specific responses</a:t>
            </a: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95BA29-FEC1-4007-8C95-55A543239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78" y="2479696"/>
            <a:ext cx="9092629" cy="52365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6DDC1C-F3F8-4647-BBE9-E5A599BCFDAA}"/>
              </a:ext>
            </a:extLst>
          </p:cNvPr>
          <p:cNvSpPr/>
          <p:nvPr/>
        </p:nvSpPr>
        <p:spPr>
          <a:xfrm>
            <a:off x="4061162" y="2497998"/>
            <a:ext cx="4368784" cy="551705"/>
          </a:xfrm>
          <a:prstGeom prst="round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0E89EA-2E1B-461B-8922-D3275BDBC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261" y="4360290"/>
            <a:ext cx="7685070" cy="154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11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6689"/>
          </a:xfrm>
        </p:spPr>
        <p:txBody>
          <a:bodyPr>
            <a:normAutofit/>
          </a:bodyPr>
          <a:lstStyle/>
          <a:p>
            <a:r>
              <a:rPr lang="en-US" sz="2400" dirty="0"/>
              <a:t>ATM Example revisited:</a:t>
            </a:r>
          </a:p>
          <a:p>
            <a:pPr lvl="1"/>
            <a:r>
              <a:rPr lang="en-US" sz="2000" dirty="0"/>
              <a:t>Consider the following scenarios for the ATM station</a:t>
            </a:r>
          </a:p>
          <a:p>
            <a:pPr lvl="2"/>
            <a:r>
              <a:rPr lang="en-US" sz="1800" dirty="0"/>
              <a:t>Scenario 1: Current Situation - The Station has one ATM of the current type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ATM of this type has processing time distributed with Triangular distribution (T) with (0.25, 1.0, 1.75) minutes</a:t>
            </a:r>
            <a:r>
              <a:rPr lang="en-US" sz="1800" dirty="0">
                <a:sym typeface="Wingdings" panose="05000000000000000000" pitchFamily="2" charset="2"/>
              </a:rPr>
              <a:t>  M/T/1 system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Scenario 2: Get one more of ATM of the same type  M/T/2 system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Scenario 3: Replace the current ATM with a new type  ATM of new type has processing time distributed with Exponential distribution with mean 0.8 minutes  M/M/1 system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Scenario 4: Replace the current ATM with two new type of ATMs  M/M/2 system</a:t>
            </a:r>
          </a:p>
          <a:p>
            <a:pPr lvl="1"/>
            <a:r>
              <a:rPr lang="en-US" sz="2200" dirty="0">
                <a:sym typeface="Wingdings" panose="05000000000000000000" pitchFamily="2" charset="2"/>
              </a:rPr>
              <a:t>We want to compare these scenarios based on: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Average time a customer spends in the system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Maximum # of customers observed in the queue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Average utilization of the ATM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Average time a customer spends in the queue</a:t>
            </a:r>
          </a:p>
          <a:p>
            <a:pPr lvl="2"/>
            <a:endParaRPr lang="en-US" sz="1800" dirty="0"/>
          </a:p>
          <a:p>
            <a:endParaRPr lang="en-US" sz="20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97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6689"/>
          </a:xfrm>
        </p:spPr>
        <p:txBody>
          <a:bodyPr>
            <a:normAutofit/>
          </a:bodyPr>
          <a:lstStyle/>
          <a:p>
            <a:r>
              <a:rPr lang="en-US" sz="2400" dirty="0"/>
              <a:t>ATM Example revisited:</a:t>
            </a:r>
          </a:p>
          <a:p>
            <a:pPr lvl="1"/>
            <a:r>
              <a:rPr lang="en-US" sz="2200" dirty="0">
                <a:sym typeface="Wingdings" panose="05000000000000000000" pitchFamily="2" charset="2"/>
              </a:rPr>
              <a:t>We want to compare these scenarios based on several metrics, so for each metric, we add a response (done in the Experiment window)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Average time a customer spends in the system  name ‘</a:t>
            </a:r>
            <a:r>
              <a:rPr lang="en-US" sz="1800" dirty="0" err="1">
                <a:sym typeface="Wingdings" panose="05000000000000000000" pitchFamily="2" charset="2"/>
              </a:rPr>
              <a:t>AvgTimeInSystem</a:t>
            </a:r>
            <a:r>
              <a:rPr lang="en-US" sz="1800" dirty="0">
                <a:sym typeface="Wingdings" panose="05000000000000000000" pitchFamily="2" charset="2"/>
              </a:rPr>
              <a:t>’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Maximum # of customers observed in the queue  name ‘</a:t>
            </a:r>
            <a:r>
              <a:rPr lang="en-US" sz="1800" dirty="0" err="1">
                <a:sym typeface="Wingdings" panose="05000000000000000000" pitchFamily="2" charset="2"/>
              </a:rPr>
              <a:t>MaxQueueLength</a:t>
            </a:r>
            <a:r>
              <a:rPr lang="en-US" sz="1800" dirty="0">
                <a:sym typeface="Wingdings" panose="05000000000000000000" pitchFamily="2" charset="2"/>
              </a:rPr>
              <a:t>’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Average utilization of the ATM  name ‘</a:t>
            </a:r>
            <a:r>
              <a:rPr lang="en-US" sz="1800" dirty="0" err="1">
                <a:sym typeface="Wingdings" panose="05000000000000000000" pitchFamily="2" charset="2"/>
              </a:rPr>
              <a:t>ResourceUtilization</a:t>
            </a:r>
            <a:r>
              <a:rPr lang="en-US" sz="1800" dirty="0">
                <a:sym typeface="Wingdings" panose="05000000000000000000" pitchFamily="2" charset="2"/>
              </a:rPr>
              <a:t>’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Average time a customer spends in the queue name ‘</a:t>
            </a:r>
            <a:r>
              <a:rPr lang="en-US" sz="1800" dirty="0" err="1">
                <a:sym typeface="Wingdings" panose="05000000000000000000" pitchFamily="2" charset="2"/>
              </a:rPr>
              <a:t>AvgQueueWaiting</a:t>
            </a:r>
            <a:r>
              <a:rPr lang="en-US" sz="1800" dirty="0">
                <a:sym typeface="Wingdings" panose="05000000000000000000" pitchFamily="2" charset="2"/>
              </a:rPr>
              <a:t>’</a:t>
            </a:r>
          </a:p>
          <a:p>
            <a:pPr lvl="2"/>
            <a:endParaRPr lang="en-US" sz="1800" dirty="0">
              <a:sym typeface="Wingdings" panose="05000000000000000000" pitchFamily="2" charset="2"/>
            </a:endParaRPr>
          </a:p>
          <a:p>
            <a:pPr lvl="2"/>
            <a:endParaRPr lang="en-US" sz="1800" dirty="0">
              <a:sym typeface="Wingdings" panose="05000000000000000000" pitchFamily="2" charset="2"/>
            </a:endParaRPr>
          </a:p>
          <a:p>
            <a:pPr lvl="3"/>
            <a:r>
              <a:rPr lang="en-US" sz="1600" dirty="0">
                <a:sym typeface="Wingdings" panose="05000000000000000000" pitchFamily="2" charset="2"/>
              </a:rPr>
              <a:t>We can do this after defining scenarios too </a:t>
            </a:r>
          </a:p>
          <a:p>
            <a:endParaRPr lang="en-US" sz="20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45CD452A-5FD3-49B5-AE56-FA5CE49B70A0}"/>
              </a:ext>
            </a:extLst>
          </p:cNvPr>
          <p:cNvSpPr/>
          <p:nvPr/>
        </p:nvSpPr>
        <p:spPr>
          <a:xfrm>
            <a:off x="8975422" y="2350125"/>
            <a:ext cx="464863" cy="82997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93F05A-6FF4-449C-A792-13F14AFB57BF}"/>
              </a:ext>
            </a:extLst>
          </p:cNvPr>
          <p:cNvSpPr txBox="1"/>
          <p:nvPr/>
        </p:nvSpPr>
        <p:spPr>
          <a:xfrm>
            <a:off x="9440285" y="2441437"/>
            <a:ext cx="27005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had added responses for these already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 You can give the names however desired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48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668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ATM Example revisited:</a:t>
            </a:r>
          </a:p>
          <a:p>
            <a:pPr lvl="1"/>
            <a:r>
              <a:rPr lang="en-US" sz="2200" dirty="0">
                <a:sym typeface="Wingdings" panose="05000000000000000000" pitchFamily="2" charset="2"/>
              </a:rPr>
              <a:t>To compare the 4 scenarios, we will use reference properties and then define scenarios accordingly (done in the Model window)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The properties changing in the scenarios: </a:t>
            </a:r>
          </a:p>
          <a:p>
            <a:pPr lvl="3"/>
            <a:r>
              <a:rPr lang="en-US" sz="1600" dirty="0">
                <a:sym typeface="Wingdings" panose="05000000000000000000" pitchFamily="2" charset="2"/>
              </a:rPr>
              <a:t>Number of ATMs (i.e., number of servers, which is the capacity of the ATM server objective)</a:t>
            </a:r>
          </a:p>
          <a:p>
            <a:pPr lvl="3"/>
            <a:r>
              <a:rPr lang="en-US" sz="1600" dirty="0">
                <a:sym typeface="Wingdings" panose="05000000000000000000" pitchFamily="2" charset="2"/>
              </a:rPr>
              <a:t>And processing time distribution of the ATM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So, we can define two Reference Properties</a:t>
            </a:r>
          </a:p>
          <a:p>
            <a:pPr lvl="3"/>
            <a:r>
              <a:rPr lang="en-US" sz="1600" dirty="0">
                <a:sym typeface="Wingdings" panose="05000000000000000000" pitchFamily="2" charset="2"/>
              </a:rPr>
              <a:t>One for the ‘</a:t>
            </a:r>
            <a:r>
              <a:rPr lang="en-US" sz="1600" dirty="0" err="1">
                <a:sym typeface="Wingdings" panose="05000000000000000000" pitchFamily="2" charset="2"/>
              </a:rPr>
              <a:t>InitialCapacity</a:t>
            </a:r>
            <a:r>
              <a:rPr lang="en-US" sz="1600" dirty="0">
                <a:sym typeface="Wingdings" panose="05000000000000000000" pitchFamily="2" charset="2"/>
              </a:rPr>
              <a:t>’  named “</a:t>
            </a:r>
            <a:r>
              <a:rPr lang="en-US" sz="1600" dirty="0" err="1">
                <a:sym typeface="Wingdings" panose="05000000000000000000" pitchFamily="2" charset="2"/>
              </a:rPr>
              <a:t>NumberofMachines</a:t>
            </a:r>
            <a:r>
              <a:rPr lang="en-US" sz="1600" dirty="0">
                <a:sym typeface="Wingdings" panose="05000000000000000000" pitchFamily="2" charset="2"/>
              </a:rPr>
              <a:t>”</a:t>
            </a:r>
          </a:p>
          <a:p>
            <a:pPr lvl="3"/>
            <a:r>
              <a:rPr lang="en-US" sz="1600" dirty="0">
                <a:sym typeface="Wingdings" panose="05000000000000000000" pitchFamily="2" charset="2"/>
              </a:rPr>
              <a:t>One for the </a:t>
            </a:r>
            <a:r>
              <a:rPr lang="en-US" sz="1600" dirty="0" err="1">
                <a:sym typeface="Wingdings" panose="05000000000000000000" pitchFamily="2" charset="2"/>
              </a:rPr>
              <a:t>ProcessingTime</a:t>
            </a:r>
            <a:r>
              <a:rPr lang="en-US" sz="1600" dirty="0">
                <a:sym typeface="Wingdings" panose="05000000000000000000" pitchFamily="2" charset="2"/>
              </a:rPr>
              <a:t>  named “</a:t>
            </a:r>
            <a:r>
              <a:rPr lang="en-US" sz="1600" dirty="0" err="1">
                <a:sym typeface="Wingdings" panose="05000000000000000000" pitchFamily="2" charset="2"/>
              </a:rPr>
              <a:t>TypeDependentProcessingTime</a:t>
            </a:r>
            <a:r>
              <a:rPr lang="en-US" sz="1600" dirty="0">
                <a:sym typeface="Wingdings" panose="05000000000000000000" pitchFamily="2" charset="2"/>
              </a:rPr>
              <a:t>”</a:t>
            </a:r>
          </a:p>
          <a:p>
            <a:pPr lvl="1"/>
            <a:r>
              <a:rPr lang="en-US" sz="2200" dirty="0">
                <a:sym typeface="Wingdings" panose="05000000000000000000" pitchFamily="2" charset="2"/>
              </a:rPr>
              <a:t>To do so:</a:t>
            </a:r>
          </a:p>
          <a:p>
            <a:pPr lvl="2"/>
            <a:r>
              <a:rPr lang="en-US" sz="1800" dirty="0"/>
              <a:t>Right click on a property </a:t>
            </a:r>
            <a:r>
              <a:rPr lang="en-US" sz="1800" dirty="0">
                <a:sym typeface="Wingdings" panose="05000000000000000000" pitchFamily="2" charset="2"/>
              </a:rPr>
              <a:t> select </a:t>
            </a:r>
            <a:r>
              <a:rPr lang="en-US" sz="1800" dirty="0"/>
              <a:t>‘Set Reference’ </a:t>
            </a:r>
            <a:r>
              <a:rPr lang="en-US" sz="1800" dirty="0">
                <a:sym typeface="Wingdings" panose="05000000000000000000" pitchFamily="2" charset="2"/>
              </a:rPr>
              <a:t> select ‘Create New Referenced Property’</a:t>
            </a:r>
            <a:endParaRPr lang="en-US" sz="1800" dirty="0"/>
          </a:p>
          <a:p>
            <a:pPr lvl="2"/>
            <a:endParaRPr lang="en-US" sz="18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41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2"/>
            <a:ext cx="11478410" cy="5256689"/>
          </a:xfrm>
        </p:spPr>
        <p:txBody>
          <a:bodyPr>
            <a:normAutofit/>
          </a:bodyPr>
          <a:lstStyle/>
          <a:p>
            <a:r>
              <a:rPr lang="en-US" dirty="0"/>
              <a:t>ATM Example revisited:</a:t>
            </a:r>
          </a:p>
          <a:p>
            <a:pPr lvl="1"/>
            <a:r>
              <a:rPr lang="en-US" sz="2200" dirty="0">
                <a:sym typeface="Wingdings" panose="05000000000000000000" pitchFamily="2" charset="2"/>
              </a:rPr>
              <a:t>When you go to experiment design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Current Scenario: Scenario 1  with default values of the Referenced Properties shown under Controls column!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Just Add scenarios and change the values of the Referenced Properties based on the Scenario definitions</a:t>
            </a:r>
            <a:endParaRPr lang="en-US" sz="1400" dirty="0">
              <a:sym typeface="Wingdings" panose="05000000000000000000" pitchFamily="2" charset="2"/>
            </a:endParaRPr>
          </a:p>
          <a:p>
            <a:pPr lvl="1"/>
            <a:endParaRPr lang="en-US" sz="2200" dirty="0">
              <a:sym typeface="Wingdings" panose="05000000000000000000" pitchFamily="2" charset="2"/>
            </a:endParaRPr>
          </a:p>
          <a:p>
            <a:pPr lvl="1"/>
            <a:endParaRPr lang="en-US" sz="2000" dirty="0"/>
          </a:p>
          <a:p>
            <a:endParaRPr lang="en-US" sz="2400" dirty="0"/>
          </a:p>
          <a:p>
            <a:pPr lvl="1"/>
            <a:endParaRPr lang="en-US" sz="2200" dirty="0">
              <a:sym typeface="Wingdings" panose="05000000000000000000" pitchFamily="2" charset="2"/>
            </a:endParaRPr>
          </a:p>
          <a:p>
            <a:pPr lvl="1"/>
            <a:endParaRPr lang="en-US" sz="2200" dirty="0">
              <a:sym typeface="Wingdings" panose="05000000000000000000" pitchFamily="2" charset="2"/>
            </a:endParaRPr>
          </a:p>
          <a:p>
            <a:pPr lvl="1"/>
            <a:endParaRPr lang="en-US" sz="2200" dirty="0">
              <a:sym typeface="Wingdings" panose="05000000000000000000" pitchFamily="2" charset="2"/>
            </a:endParaRPr>
          </a:p>
          <a:p>
            <a:pPr lvl="1"/>
            <a:endParaRPr lang="en-US" sz="2200" dirty="0">
              <a:sym typeface="Wingdings" panose="05000000000000000000" pitchFamily="2" charset="2"/>
            </a:endParaRPr>
          </a:p>
          <a:p>
            <a:pPr lvl="1"/>
            <a:endParaRPr lang="en-US" sz="2200" dirty="0">
              <a:sym typeface="Wingdings" panose="05000000000000000000" pitchFamily="2" charset="2"/>
            </a:endParaRPr>
          </a:p>
          <a:p>
            <a:pPr lvl="1"/>
            <a:endParaRPr lang="en-US" sz="2200" dirty="0">
              <a:sym typeface="Wingdings" panose="05000000000000000000" pitchFamily="2" charset="2"/>
            </a:endParaRPr>
          </a:p>
          <a:p>
            <a:pPr lvl="1"/>
            <a:endParaRPr lang="en-US" sz="2200" dirty="0">
              <a:sym typeface="Wingdings" panose="05000000000000000000" pitchFamily="2" charset="2"/>
            </a:endParaRPr>
          </a:p>
          <a:p>
            <a:pPr lvl="1"/>
            <a:endParaRPr lang="en-US" sz="2200" dirty="0">
              <a:sym typeface="Wingdings" panose="05000000000000000000" pitchFamily="2" charset="2"/>
            </a:endParaRP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2D046-074A-45D4-AEC2-EB827E23EC59}"/>
              </a:ext>
            </a:extLst>
          </p:cNvPr>
          <p:cNvSpPr/>
          <p:nvPr/>
        </p:nvSpPr>
        <p:spPr>
          <a:xfrm>
            <a:off x="1006846" y="5057310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2B4CD4-A87F-4E4C-BFC2-B447BDF24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50" y="3318241"/>
            <a:ext cx="5979560" cy="1544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6CC47D-4393-4CA6-A795-04B6EA40D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259" y="3235202"/>
            <a:ext cx="4184983" cy="24242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420E1C-39CE-4273-8588-94342186BF5A}"/>
              </a:ext>
            </a:extLst>
          </p:cNvPr>
          <p:cNvSpPr txBox="1"/>
          <p:nvPr/>
        </p:nvSpPr>
        <p:spPr>
          <a:xfrm>
            <a:off x="3160739" y="5336237"/>
            <a:ext cx="3810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</a:t>
            </a:r>
            <a:r>
              <a:rPr lang="en-US" i="1" dirty="0"/>
              <a:t>‘ATM– </a:t>
            </a:r>
            <a:r>
              <a:rPr lang="en-US" i="1" dirty="0" err="1"/>
              <a:t>Scenarios.spfx</a:t>
            </a:r>
            <a:r>
              <a:rPr lang="en-US" dirty="0"/>
              <a:t>’ for the completed model.</a:t>
            </a:r>
          </a:p>
        </p:txBody>
      </p:sp>
    </p:spTree>
    <p:extLst>
      <p:ext uri="{BB962C8B-B14F-4D97-AF65-F5344CB8AC3E}">
        <p14:creationId xmlns:p14="http://schemas.microsoft.com/office/powerpoint/2010/main" val="366982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ATM Example, Responses, and SMORE Plots </a:t>
            </a:r>
          </a:p>
          <a:p>
            <a:r>
              <a:rPr lang="en-US" dirty="0">
                <a:solidFill>
                  <a:schemeClr val="bg2"/>
                </a:solidFill>
              </a:rPr>
              <a:t>More </a:t>
            </a:r>
            <a:r>
              <a:rPr lang="en-US" dirty="0" err="1">
                <a:solidFill>
                  <a:schemeClr val="bg2"/>
                </a:solidFill>
              </a:rPr>
              <a:t>Simio</a:t>
            </a:r>
            <a:r>
              <a:rPr lang="en-US" dirty="0">
                <a:solidFill>
                  <a:schemeClr val="bg2"/>
                </a:solidFill>
              </a:rPr>
              <a:t>, Referenced Properties, and Scenarios</a:t>
            </a:r>
          </a:p>
          <a:p>
            <a:r>
              <a:rPr lang="en-US" dirty="0"/>
              <a:t>Using basic Data tables in </a:t>
            </a:r>
            <a:r>
              <a:rPr lang="en-US" dirty="0" err="1"/>
              <a:t>Simio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751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Models often have large amounts of data that describe the different objects and entities that move through the system.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slow and inconvenient to repeatedly access the external data as the model is running.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Simio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brings the data into memory for fast access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Simio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can represent data in simple tables or in complete data sets with multiple relations.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data schema for the tables are user-defined.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add Tables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model window: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Tables  Add Table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sz="1800" dirty="0"/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7A4D073B-C15F-4452-AE76-E48087144C64}"/>
              </a:ext>
            </a:extLst>
          </p:cNvPr>
          <p:cNvSpPr/>
          <p:nvPr/>
        </p:nvSpPr>
        <p:spPr>
          <a:xfrm>
            <a:off x="8578261" y="3210916"/>
            <a:ext cx="1143000" cy="990600"/>
          </a:xfrm>
          <a:prstGeom prst="ca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External</a:t>
            </a:r>
          </a:p>
          <a:p>
            <a:pPr algn="ctr" eaLnBrk="1" hangingPunct="1">
              <a:defRPr/>
            </a:pPr>
            <a:r>
              <a:rPr lang="en-US" dirty="0"/>
              <a:t>Data</a:t>
            </a:r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F3F40356-1963-41D8-B808-C5C75F94DE81}"/>
              </a:ext>
            </a:extLst>
          </p:cNvPr>
          <p:cNvSpPr/>
          <p:nvPr/>
        </p:nvSpPr>
        <p:spPr>
          <a:xfrm>
            <a:off x="10330861" y="4811116"/>
            <a:ext cx="1447800" cy="990600"/>
          </a:xfrm>
          <a:prstGeom prst="cub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Simio</a:t>
            </a:r>
          </a:p>
          <a:p>
            <a:pPr algn="ctr" eaLnBrk="1" hangingPunct="1">
              <a:defRPr/>
            </a:pPr>
            <a:r>
              <a:rPr lang="en-US" dirty="0"/>
              <a:t>Model</a:t>
            </a:r>
          </a:p>
        </p:txBody>
      </p:sp>
      <p:sp>
        <p:nvSpPr>
          <p:cNvPr id="6" name="Up-Down Arrow 6">
            <a:extLst>
              <a:ext uri="{FF2B5EF4-FFF2-40B4-BE49-F238E27FC236}">
                <a16:creationId xmlns:a16="http://schemas.microsoft.com/office/drawing/2014/main" id="{C75F10E9-20BA-4D44-8A80-D8189E04B5AF}"/>
              </a:ext>
            </a:extLst>
          </p:cNvPr>
          <p:cNvSpPr/>
          <p:nvPr/>
        </p:nvSpPr>
        <p:spPr>
          <a:xfrm>
            <a:off x="8959261" y="4277716"/>
            <a:ext cx="304800" cy="3810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Up-Down Arrow 7">
            <a:extLst>
              <a:ext uri="{FF2B5EF4-FFF2-40B4-BE49-F238E27FC236}">
                <a16:creationId xmlns:a16="http://schemas.microsoft.com/office/drawing/2014/main" id="{2114F3A2-8D2C-4E8A-AB38-1896BE89F3D4}"/>
              </a:ext>
            </a:extLst>
          </p:cNvPr>
          <p:cNvSpPr/>
          <p:nvPr/>
        </p:nvSpPr>
        <p:spPr>
          <a:xfrm rot="5199957">
            <a:off x="9797461" y="5192116"/>
            <a:ext cx="304800" cy="3810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ounded Rectangular Callout 8">
            <a:extLst>
              <a:ext uri="{FF2B5EF4-FFF2-40B4-BE49-F238E27FC236}">
                <a16:creationId xmlns:a16="http://schemas.microsoft.com/office/drawing/2014/main" id="{860FE8ED-6951-43A6-8347-C9CB2F110D07}"/>
              </a:ext>
            </a:extLst>
          </p:cNvPr>
          <p:cNvSpPr/>
          <p:nvPr/>
        </p:nvSpPr>
        <p:spPr>
          <a:xfrm>
            <a:off x="10026061" y="3744316"/>
            <a:ext cx="1752600" cy="612775"/>
          </a:xfrm>
          <a:prstGeom prst="wedgeRoundRectCallout">
            <a:avLst>
              <a:gd name="adj1" fmla="val -71097"/>
              <a:gd name="adj2" fmla="val 12417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000" dirty="0"/>
              <a:t>Data is imported and held in memory for </a:t>
            </a:r>
            <a:r>
              <a:rPr lang="en-US" sz="1000" b="1" dirty="0"/>
              <a:t>direct</a:t>
            </a:r>
            <a:r>
              <a:rPr lang="en-US" sz="1000" dirty="0"/>
              <a:t> and </a:t>
            </a:r>
            <a:r>
              <a:rPr lang="en-US" sz="1000" b="1" dirty="0"/>
              <a:t>fast</a:t>
            </a:r>
            <a:r>
              <a:rPr lang="en-US" sz="1000" dirty="0"/>
              <a:t> access by the model.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E72BCE-9AD8-429E-8093-A8A938302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270" y="4201516"/>
            <a:ext cx="3440146" cy="183447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CEC3969-9370-455C-AD87-76F116A2A9DC}"/>
              </a:ext>
            </a:extLst>
          </p:cNvPr>
          <p:cNvSpPr/>
          <p:nvPr/>
        </p:nvSpPr>
        <p:spPr>
          <a:xfrm>
            <a:off x="8773551" y="4937760"/>
            <a:ext cx="836592" cy="6078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Tables</a:t>
            </a:r>
          </a:p>
        </p:txBody>
      </p:sp>
    </p:spTree>
    <p:extLst>
      <p:ext uri="{BB962C8B-B14F-4D97-AF65-F5344CB8AC3E}">
        <p14:creationId xmlns:p14="http://schemas.microsoft.com/office/powerpoint/2010/main" val="282146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add a column, select a table and select what type of column you are going to add: </a:t>
            </a:r>
          </a:p>
          <a:p>
            <a:pPr lvl="1"/>
            <a:r>
              <a:rPr lang="en-US" dirty="0"/>
              <a:t>Standard Property, Element Reference, </a:t>
            </a:r>
          </a:p>
          <a:p>
            <a:pPr lvl="1"/>
            <a:r>
              <a:rPr lang="en-US" dirty="0"/>
              <a:t>Object Reference, Foreign Key</a:t>
            </a:r>
          </a:p>
          <a:p>
            <a:pPr marL="0" indent="0">
              <a:buNone/>
            </a:pPr>
            <a:r>
              <a:rPr lang="en-US" u="sng" dirty="0"/>
              <a:t>Standard Properties:</a:t>
            </a:r>
            <a:r>
              <a:rPr lang="en-US" dirty="0"/>
              <a:t>		</a:t>
            </a:r>
            <a:endParaRPr lang="en-US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AB062E-5833-4DE1-9F00-94411DE91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151" y="1778696"/>
            <a:ext cx="3014127" cy="975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770500-3BCF-4186-B604-2B979E8BD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845" y="3240896"/>
            <a:ext cx="3278813" cy="33416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5106E8-B8CE-424E-8C9E-A40FC17BF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934" y="3240896"/>
            <a:ext cx="1105844" cy="32927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C24DB1-47F3-4299-80EA-9C1F4E76F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333" y="3194749"/>
            <a:ext cx="1061818" cy="32254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BDFD23-D0ED-437D-BFA5-645566C7A242}"/>
              </a:ext>
            </a:extLst>
          </p:cNvPr>
          <p:cNvSpPr txBox="1"/>
          <p:nvPr/>
        </p:nvSpPr>
        <p:spPr>
          <a:xfrm>
            <a:off x="8660483" y="2757843"/>
            <a:ext cx="32788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Object Reference: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Use when you want the table to refer to an object or set of objects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58F3EB-EC31-4639-98B1-154932A2EBFC}"/>
              </a:ext>
            </a:extLst>
          </p:cNvPr>
          <p:cNvSpPr/>
          <p:nvPr/>
        </p:nvSpPr>
        <p:spPr>
          <a:xfrm>
            <a:off x="5033332" y="2759406"/>
            <a:ext cx="30276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/>
              <a:t>Element Reference: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911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7816613" cy="4864530"/>
          </a:xfrm>
        </p:spPr>
        <p:txBody>
          <a:bodyPr>
            <a:normAutofit lnSpcReduction="10000"/>
          </a:bodyPr>
          <a:lstStyle/>
          <a:p>
            <a:r>
              <a:rPr lang="en-US" b="1" i="1" dirty="0"/>
              <a:t>Tables</a:t>
            </a:r>
            <a:r>
              <a:rPr lang="en-US" dirty="0"/>
              <a:t>  have columns and rows.</a:t>
            </a:r>
          </a:p>
          <a:p>
            <a:pPr lvl="1"/>
            <a:r>
              <a:rPr lang="en-US" dirty="0"/>
              <a:t>Columns are standard properties or references to objects or elements</a:t>
            </a:r>
            <a:r>
              <a:rPr lang="en-US" sz="2000" dirty="0"/>
              <a:t>.  </a:t>
            </a:r>
          </a:p>
          <a:p>
            <a:pPr lvl="1"/>
            <a:r>
              <a:rPr lang="en-US" dirty="0"/>
              <a:t>A table value can be referenced by row and column using the syntax:</a:t>
            </a:r>
          </a:p>
          <a:p>
            <a:pPr lvl="2"/>
            <a:r>
              <a:rPr lang="en-US" i="1" dirty="0" err="1"/>
              <a:t>TableName</a:t>
            </a:r>
            <a:r>
              <a:rPr lang="en-US" i="1" dirty="0"/>
              <a:t>[</a:t>
            </a:r>
            <a:r>
              <a:rPr lang="en-US" i="1" dirty="0" err="1"/>
              <a:t>RowNumber</a:t>
            </a:r>
            <a:r>
              <a:rPr lang="en-US" i="1" dirty="0"/>
              <a:t>, </a:t>
            </a:r>
            <a:r>
              <a:rPr lang="en-US" i="1" dirty="0" err="1"/>
              <a:t>ColumnNumber</a:t>
            </a:r>
            <a:r>
              <a:rPr lang="en-US" i="1" dirty="0"/>
              <a:t>]</a:t>
            </a:r>
          </a:p>
          <a:p>
            <a:pPr lvl="2"/>
            <a:r>
              <a:rPr lang="en-US" i="1" dirty="0" err="1"/>
              <a:t>TableName</a:t>
            </a:r>
            <a:r>
              <a:rPr lang="en-US" i="1" dirty="0"/>
              <a:t>[</a:t>
            </a:r>
            <a:r>
              <a:rPr lang="en-US" i="1" dirty="0" err="1"/>
              <a:t>RowNumber</a:t>
            </a:r>
            <a:r>
              <a:rPr lang="en-US" i="1" dirty="0"/>
              <a:t>].</a:t>
            </a:r>
            <a:r>
              <a:rPr lang="en-US" i="1" dirty="0" err="1"/>
              <a:t>ColumnName</a:t>
            </a:r>
            <a:endParaRPr lang="en-US" i="1" dirty="0"/>
          </a:p>
          <a:p>
            <a:endParaRPr lang="en-US" sz="2400" dirty="0"/>
          </a:p>
          <a:p>
            <a:pPr lvl="1"/>
            <a:r>
              <a:rPr lang="en-US" dirty="0"/>
              <a:t>An object may have an active reference to a row in the table.  In this case a table value can be referenced as: </a:t>
            </a:r>
            <a:r>
              <a:rPr lang="en-US" i="1" dirty="0" err="1"/>
              <a:t>TableName.ColumnName</a:t>
            </a:r>
            <a:endParaRPr lang="en-US" i="1" dirty="0"/>
          </a:p>
          <a:p>
            <a:pPr lvl="1"/>
            <a:r>
              <a:rPr lang="en-US" dirty="0"/>
              <a:t>Other table functions:</a:t>
            </a:r>
            <a:endParaRPr lang="en-US" sz="2000" dirty="0"/>
          </a:p>
          <a:p>
            <a:pPr lvl="2"/>
            <a:r>
              <a:rPr lang="en-US" i="1" dirty="0" err="1"/>
              <a:t>TableName.AvailableRowCount</a:t>
            </a:r>
            <a:endParaRPr lang="en-US" i="1" dirty="0"/>
          </a:p>
          <a:p>
            <a:pPr lvl="2"/>
            <a:r>
              <a:rPr lang="en-US" i="1" dirty="0" err="1"/>
              <a:t>TableName.PropertyName.RandomRow</a:t>
            </a:r>
            <a:r>
              <a:rPr lang="en-US" i="1" dirty="0"/>
              <a:t>  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6FB8AD-5F1F-4CD5-8653-3D4C05BD0046}"/>
              </a:ext>
            </a:extLst>
          </p:cNvPr>
          <p:cNvGraphicFramePr>
            <a:graphicFrameLocks noGrp="1"/>
          </p:cNvGraphicFramePr>
          <p:nvPr/>
        </p:nvGraphicFramePr>
        <p:xfrm>
          <a:off x="9458202" y="2811858"/>
          <a:ext cx="2209800" cy="2362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ular Callout 5">
            <a:extLst>
              <a:ext uri="{FF2B5EF4-FFF2-40B4-BE49-F238E27FC236}">
                <a16:creationId xmlns:a16="http://schemas.microsoft.com/office/drawing/2014/main" id="{1C403E45-B166-40C9-88B5-C4E5EFABACC1}"/>
              </a:ext>
            </a:extLst>
          </p:cNvPr>
          <p:cNvSpPr/>
          <p:nvPr/>
        </p:nvSpPr>
        <p:spPr>
          <a:xfrm>
            <a:off x="9077202" y="1592658"/>
            <a:ext cx="2667000" cy="685800"/>
          </a:xfrm>
          <a:prstGeom prst="wedgeRoundRectCallout">
            <a:avLst>
              <a:gd name="adj1" fmla="val -26177"/>
              <a:gd name="adj2" fmla="val 12417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600" dirty="0"/>
              <a:t>A column is defined by a strongly typed property.</a:t>
            </a:r>
          </a:p>
        </p:txBody>
      </p:sp>
      <p:sp>
        <p:nvSpPr>
          <p:cNvPr id="6" name="Rounded Rectangular Callout 6">
            <a:extLst>
              <a:ext uri="{FF2B5EF4-FFF2-40B4-BE49-F238E27FC236}">
                <a16:creationId xmlns:a16="http://schemas.microsoft.com/office/drawing/2014/main" id="{C915684D-E320-4ABB-AA88-6BA4EB7D7787}"/>
              </a:ext>
            </a:extLst>
          </p:cNvPr>
          <p:cNvSpPr/>
          <p:nvPr/>
        </p:nvSpPr>
        <p:spPr>
          <a:xfrm>
            <a:off x="7553202" y="5097858"/>
            <a:ext cx="2334986" cy="685800"/>
          </a:xfrm>
          <a:prstGeom prst="wedgeRoundRectCallout">
            <a:avLst>
              <a:gd name="adj1" fmla="val 46784"/>
              <a:gd name="adj2" fmla="val -210471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600" dirty="0"/>
              <a:t>A row may be referenced by an object or entity.</a:t>
            </a:r>
          </a:p>
        </p:txBody>
      </p:sp>
    </p:spTree>
    <p:extLst>
      <p:ext uri="{BB962C8B-B14F-4D97-AF65-F5344CB8AC3E}">
        <p14:creationId xmlns:p14="http://schemas.microsoft.com/office/powerpoint/2010/main" val="388663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7620351" cy="486453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Select a Table’s column to see its properties</a:t>
            </a:r>
          </a:p>
          <a:p>
            <a:pPr lvl="1"/>
            <a:r>
              <a:rPr lang="en-US" sz="2000" dirty="0"/>
              <a:t>Change column name</a:t>
            </a:r>
          </a:p>
          <a:p>
            <a:pPr lvl="1"/>
            <a:r>
              <a:rPr lang="en-US" sz="2000" dirty="0">
                <a:solidFill>
                  <a:schemeClr val="accent6"/>
                </a:solidFill>
              </a:rPr>
              <a:t>Required Value </a:t>
            </a:r>
            <a:r>
              <a:rPr lang="en-US" sz="2000" dirty="0"/>
              <a:t>allows cells to be blank</a:t>
            </a:r>
          </a:p>
          <a:p>
            <a:pPr lvl="1"/>
            <a:r>
              <a:rPr lang="en-US" sz="2000" dirty="0"/>
              <a:t>Numeric and Expression Columns have </a:t>
            </a:r>
            <a:r>
              <a:rPr lang="en-US" sz="2000" dirty="0">
                <a:solidFill>
                  <a:srgbClr val="03A952"/>
                </a:solidFill>
              </a:rPr>
              <a:t>Unit Type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03A952"/>
                </a:solidFill>
              </a:rPr>
              <a:t>Default Unit </a:t>
            </a:r>
            <a:r>
              <a:rPr lang="en-US" sz="2000" dirty="0"/>
              <a:t>Properties</a:t>
            </a:r>
          </a:p>
          <a:p>
            <a:endParaRPr lang="en-US" sz="2400" dirty="0"/>
          </a:p>
          <a:p>
            <a:r>
              <a:rPr lang="en-US" sz="2400" dirty="0"/>
              <a:t>You can add a numeric column to your table that specifies the weighting of each row (or entity type).</a:t>
            </a:r>
          </a:p>
          <a:p>
            <a:pPr lvl="1"/>
            <a:r>
              <a:rPr lang="en-US" sz="2000" dirty="0"/>
              <a:t>Specify that you'll randomly select a row based on that column by using the function  </a:t>
            </a:r>
            <a:r>
              <a:rPr lang="en-US" sz="2000" i="1" dirty="0" err="1"/>
              <a:t>TableName</a:t>
            </a:r>
            <a:r>
              <a:rPr lang="en-US" sz="2000" dirty="0" err="1"/>
              <a:t>.</a:t>
            </a:r>
            <a:r>
              <a:rPr lang="en-US" sz="2000" i="1" dirty="0" err="1"/>
              <a:t>ColumnName</a:t>
            </a:r>
            <a:r>
              <a:rPr lang="en-US" sz="2000" dirty="0" err="1"/>
              <a:t>.</a:t>
            </a:r>
            <a:r>
              <a:rPr lang="en-US" sz="2000" b="1" dirty="0" err="1"/>
              <a:t>RandomRow</a:t>
            </a:r>
            <a:r>
              <a:rPr lang="en-US" sz="2000" dirty="0"/>
              <a:t>.</a:t>
            </a:r>
          </a:p>
          <a:p>
            <a:pPr lvl="1"/>
            <a:r>
              <a:rPr lang="en-US" sz="2000" dirty="0" err="1"/>
              <a:t>SimBit</a:t>
            </a:r>
            <a:r>
              <a:rPr lang="en-US" sz="2000" dirty="0"/>
              <a:t>: </a:t>
            </a:r>
            <a:r>
              <a:rPr lang="en-US" sz="2000" b="1" dirty="0" err="1"/>
              <a:t>SelectEntityTypeFromTable</a:t>
            </a:r>
            <a:endParaRPr lang="en-US" sz="2000" b="1" dirty="0"/>
          </a:p>
          <a:p>
            <a:pPr lvl="1"/>
            <a:endParaRPr lang="en-US" sz="2000" b="1" dirty="0"/>
          </a:p>
          <a:p>
            <a:r>
              <a:rPr lang="en-US" sz="2400" dirty="0"/>
              <a:t>Let’s solve an Example</a:t>
            </a:r>
          </a:p>
          <a:p>
            <a:endParaRPr lang="en-US" sz="2400" dirty="0"/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6" name="Content Placeholder 12">
            <a:extLst>
              <a:ext uri="{FF2B5EF4-FFF2-40B4-BE49-F238E27FC236}">
                <a16:creationId xmlns:a16="http://schemas.microsoft.com/office/drawing/2014/main" id="{1D3A6344-F6BC-44EB-9660-D161AFB9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580" y="1324699"/>
            <a:ext cx="3281874" cy="291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1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An Emergency Department Example: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4 patient types</a:t>
            </a:r>
          </a:p>
          <a:p>
            <a:pPr lvl="2"/>
            <a:r>
              <a:rPr lang="en-US" sz="1600" dirty="0">
                <a:sym typeface="Wingdings" panose="05000000000000000000" pitchFamily="2" charset="2"/>
              </a:rPr>
              <a:t>Different treatment times, priorities</a:t>
            </a:r>
          </a:p>
          <a:p>
            <a:pPr lvl="2"/>
            <a:endParaRPr lang="en-US" sz="1600" dirty="0">
              <a:sym typeface="Wingdings" panose="05000000000000000000" pitchFamily="2" charset="2"/>
            </a:endParaRPr>
          </a:p>
          <a:p>
            <a:pPr lvl="2"/>
            <a:endParaRPr lang="en-US" sz="1600" dirty="0">
              <a:sym typeface="Wingdings" panose="05000000000000000000" pitchFamily="2" charset="2"/>
            </a:endParaRPr>
          </a:p>
          <a:p>
            <a:pPr lvl="2"/>
            <a:endParaRPr lang="en-US" sz="1600" dirty="0">
              <a:sym typeface="Wingdings" panose="05000000000000000000" pitchFamily="2" charset="2"/>
            </a:endParaRPr>
          </a:p>
          <a:p>
            <a:pPr lvl="2"/>
            <a:endParaRPr lang="en-US" sz="1600" dirty="0">
              <a:sym typeface="Wingdings" panose="05000000000000000000" pitchFamily="2" charset="2"/>
            </a:endParaRPr>
          </a:p>
          <a:p>
            <a:pPr lvl="2"/>
            <a:endParaRPr lang="en-US" sz="1600" dirty="0">
              <a:sym typeface="Wingdings" panose="05000000000000000000" pitchFamily="2" charset="2"/>
            </a:endParaRPr>
          </a:p>
          <a:p>
            <a:pPr lvl="2"/>
            <a:r>
              <a:rPr lang="en-US" sz="1600" dirty="0">
                <a:sym typeface="Wingdings" panose="05000000000000000000" pitchFamily="2" charset="2"/>
              </a:rPr>
              <a:t>Suppose that patient mix is:</a:t>
            </a:r>
          </a:p>
          <a:p>
            <a:pPr lvl="3"/>
            <a:r>
              <a:rPr lang="en-US" sz="1400" dirty="0">
                <a:sym typeface="Wingdings" panose="05000000000000000000" pitchFamily="2" charset="2"/>
              </a:rPr>
              <a:t>Routine 40%, Moderate 31%, Severe 24%, Urgent 5%</a:t>
            </a:r>
          </a:p>
          <a:p>
            <a:pPr lvl="2"/>
            <a:r>
              <a:rPr lang="en-US" sz="1600" dirty="0">
                <a:sym typeface="Wingdings" panose="05000000000000000000" pitchFamily="2" charset="2"/>
              </a:rPr>
              <a:t>Arrival rate of patients: 15/hour  </a:t>
            </a:r>
            <a:r>
              <a:rPr lang="en-US" sz="1600" dirty="0" err="1">
                <a:sym typeface="Wingdings" panose="05000000000000000000" pitchFamily="2" charset="2"/>
              </a:rPr>
              <a:t>Random.Exponential</a:t>
            </a:r>
            <a:r>
              <a:rPr lang="en-US" sz="1600" dirty="0">
                <a:sym typeface="Wingdings" panose="05000000000000000000" pitchFamily="2" charset="2"/>
              </a:rPr>
              <a:t>(4)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On </a:t>
            </a:r>
            <a:r>
              <a:rPr lang="en-US" sz="2000" dirty="0" err="1">
                <a:sym typeface="Wingdings" panose="05000000000000000000" pitchFamily="2" charset="2"/>
              </a:rPr>
              <a:t>Simio</a:t>
            </a:r>
            <a:r>
              <a:rPr lang="en-US" sz="2000" dirty="0">
                <a:sym typeface="Wingdings" panose="05000000000000000000" pitchFamily="2" charset="2"/>
              </a:rPr>
              <a:t>, first create 4 types of Entities  One for each patient type</a:t>
            </a:r>
          </a:p>
          <a:p>
            <a:pPr lvl="1"/>
            <a:r>
              <a:rPr lang="en-US" sz="2000" dirty="0" err="1">
                <a:sym typeface="Wingdings" panose="05000000000000000000" pitchFamily="2" charset="2"/>
              </a:rPr>
              <a:t>DataTablesAdd</a:t>
            </a:r>
            <a:r>
              <a:rPr lang="en-US" sz="2000" dirty="0">
                <a:sym typeface="Wingdings" panose="05000000000000000000" pitchFamily="2" charset="2"/>
              </a:rPr>
              <a:t> table: ‘</a:t>
            </a:r>
            <a:r>
              <a:rPr lang="en-US" sz="2000" dirty="0" err="1">
                <a:sym typeface="Wingdings" panose="05000000000000000000" pitchFamily="2" charset="2"/>
              </a:rPr>
              <a:t>PatientData</a:t>
            </a:r>
            <a:r>
              <a:rPr lang="en-US" sz="2000" dirty="0">
                <a:sym typeface="Wingdings" panose="05000000000000000000" pitchFamily="2" charset="2"/>
              </a:rPr>
              <a:t>’ table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Use Object Reference for the first column ‘Patient Type’</a:t>
            </a:r>
          </a:p>
          <a:p>
            <a:pPr lvl="3"/>
            <a:r>
              <a:rPr lang="en-US" sz="1600" dirty="0">
                <a:sym typeface="Wingdings" panose="05000000000000000000" pitchFamily="2" charset="2"/>
              </a:rPr>
              <a:t>Select the Entities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Use Standard Property and select integer for priorities</a:t>
            </a:r>
          </a:p>
          <a:p>
            <a:pPr lvl="3"/>
            <a:r>
              <a:rPr lang="en-US" sz="1600" dirty="0">
                <a:sym typeface="Wingdings" panose="05000000000000000000" pitchFamily="2" charset="2"/>
              </a:rPr>
              <a:t>Define the priorities of the patients accordingly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Use Standard Property and select Expression for treatment times</a:t>
            </a:r>
          </a:p>
          <a:p>
            <a:pPr lvl="3"/>
            <a:r>
              <a:rPr lang="en-US" sz="1600" dirty="0">
                <a:sym typeface="Wingdings" panose="05000000000000000000" pitchFamily="2" charset="2"/>
              </a:rPr>
              <a:t>Enter the expressions accordingly</a:t>
            </a:r>
          </a:p>
          <a:p>
            <a:pPr lvl="3"/>
            <a:endParaRPr lang="en-US" sz="16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C53736-D807-44E8-8B8B-79A316A27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120" y="2318698"/>
            <a:ext cx="4183938" cy="1051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8028E7-E964-4314-A86C-CCA156854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599" y="4691375"/>
            <a:ext cx="4163122" cy="15931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64FAE-BC00-464B-95BF-9346747ACDBF}"/>
              </a:ext>
            </a:extLst>
          </p:cNvPr>
          <p:cNvSpPr txBox="1"/>
          <p:nvPr/>
        </p:nvSpPr>
        <p:spPr>
          <a:xfrm>
            <a:off x="7825678" y="1927557"/>
            <a:ext cx="3734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‘Emergency </a:t>
            </a:r>
            <a:r>
              <a:rPr lang="en-US" dirty="0" err="1"/>
              <a:t>Department.spfx</a:t>
            </a:r>
            <a:r>
              <a:rPr lang="en-US" dirty="0"/>
              <a:t>’.</a:t>
            </a:r>
          </a:p>
        </p:txBody>
      </p:sp>
    </p:spTree>
    <p:extLst>
      <p:ext uri="{BB962C8B-B14F-4D97-AF65-F5344CB8AC3E}">
        <p14:creationId xmlns:p14="http://schemas.microsoft.com/office/powerpoint/2010/main" val="294517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An Emergency Department Example: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We can refer to our table now!</a:t>
            </a: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Need to create a source for each entity?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How about entities are to be selected randomly based on some proportions?</a:t>
            </a:r>
          </a:p>
          <a:p>
            <a:pPr lvl="1"/>
            <a:endParaRPr lang="en-US" sz="1600" dirty="0">
              <a:sym typeface="Wingdings" panose="05000000000000000000" pitchFamily="2" charset="2"/>
            </a:endParaRPr>
          </a:p>
          <a:p>
            <a:pPr lvl="3"/>
            <a:endParaRPr lang="en-US" sz="16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FF3588-1949-459E-A647-BC8590752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93" y="1991980"/>
            <a:ext cx="2533558" cy="2917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5ECEFC-4A00-46DE-897B-BF05C5B0B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247" y="2091838"/>
            <a:ext cx="3521506" cy="289546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C11855F6-E437-4A7B-A99B-843F097BC0D7}"/>
              </a:ext>
            </a:extLst>
          </p:cNvPr>
          <p:cNvSpPr/>
          <p:nvPr/>
        </p:nvSpPr>
        <p:spPr>
          <a:xfrm>
            <a:off x="3479180" y="3122341"/>
            <a:ext cx="624469" cy="5129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1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An Emergency Department Example: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Recall that patient mix is:</a:t>
            </a:r>
          </a:p>
          <a:p>
            <a:pPr lvl="2"/>
            <a:r>
              <a:rPr lang="en-US" sz="1600" dirty="0">
                <a:sym typeface="Wingdings" panose="05000000000000000000" pitchFamily="2" charset="2"/>
              </a:rPr>
              <a:t>Routine 40%, Moderate 31%, Severe 24%, Urgent 5%</a:t>
            </a:r>
          </a:p>
          <a:p>
            <a:pPr lvl="2"/>
            <a:r>
              <a:rPr lang="en-US" sz="1600" dirty="0">
                <a:sym typeface="Wingdings" panose="05000000000000000000" pitchFamily="2" charset="2"/>
              </a:rPr>
              <a:t>Add a column to the table using Standard Property ‘Real’, name column, let’s say, Patient Mix</a:t>
            </a: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r>
              <a:rPr lang="en-US" sz="2000" dirty="0"/>
              <a:t>You can add a numeric column to your table that specifies the weighting of each row (or entity type).</a:t>
            </a:r>
          </a:p>
          <a:p>
            <a:pPr lvl="1"/>
            <a:r>
              <a:rPr lang="en-US" sz="2000" dirty="0"/>
              <a:t>Specify that you'll randomly select a row based on that column by using the function  </a:t>
            </a:r>
            <a:r>
              <a:rPr lang="en-US" sz="2000" i="1" dirty="0" err="1"/>
              <a:t>TableName</a:t>
            </a:r>
            <a:r>
              <a:rPr lang="en-US" sz="2000" dirty="0" err="1"/>
              <a:t>.</a:t>
            </a:r>
            <a:r>
              <a:rPr lang="en-US" sz="2000" i="1" dirty="0" err="1"/>
              <a:t>ColumnName</a:t>
            </a:r>
            <a:r>
              <a:rPr lang="en-US" sz="2000" dirty="0" err="1"/>
              <a:t>.</a:t>
            </a:r>
            <a:r>
              <a:rPr lang="en-US" sz="2000" b="1" dirty="0" err="1"/>
              <a:t>RandomRow</a:t>
            </a:r>
            <a:r>
              <a:rPr lang="en-US" sz="2000" dirty="0"/>
              <a:t>.</a:t>
            </a:r>
          </a:p>
          <a:p>
            <a:pPr lvl="2"/>
            <a:r>
              <a:rPr lang="en-US" sz="1600" dirty="0" err="1"/>
              <a:t>SimBit</a:t>
            </a:r>
            <a:r>
              <a:rPr lang="en-US" sz="1600" dirty="0"/>
              <a:t>: </a:t>
            </a:r>
            <a:r>
              <a:rPr lang="en-US" sz="1600" b="1" dirty="0" err="1"/>
              <a:t>SelectEntityTypeFromTable</a:t>
            </a:r>
            <a:endParaRPr lang="en-US" sz="12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C7370-A3E7-4FDF-9D77-622782A96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329" y="2634009"/>
            <a:ext cx="5264862" cy="158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56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An Emergency Department Example: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In the Source object, associate entity type from the table, selected randomly based on the </a:t>
            </a:r>
            <a:r>
              <a:rPr lang="en-US" sz="2000" dirty="0" err="1">
                <a:sym typeface="Wingdings" panose="05000000000000000000" pitchFamily="2" charset="2"/>
              </a:rPr>
              <a:t>PatientMix</a:t>
            </a:r>
            <a:r>
              <a:rPr lang="en-US" sz="2000" dirty="0">
                <a:sym typeface="Wingdings" panose="05000000000000000000" pitchFamily="2" charset="2"/>
              </a:rPr>
              <a:t> column</a:t>
            </a: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78E115-A90E-4F7A-8FB5-AD997DAFC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11" y="2816125"/>
            <a:ext cx="4833421" cy="15284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575677-6F5C-4430-88F1-2DD55723A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986" y="2417171"/>
            <a:ext cx="4124732" cy="357796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14D5F5F-D912-494C-89A1-D9A58D2049B0}"/>
              </a:ext>
            </a:extLst>
          </p:cNvPr>
          <p:cNvSpPr/>
          <p:nvPr/>
        </p:nvSpPr>
        <p:spPr>
          <a:xfrm>
            <a:off x="5993014" y="2816125"/>
            <a:ext cx="4539169" cy="24450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0D01F9-90A4-4F64-8DEE-EFF9AC0429AC}"/>
              </a:ext>
            </a:extLst>
          </p:cNvPr>
          <p:cNvSpPr/>
          <p:nvPr/>
        </p:nvSpPr>
        <p:spPr>
          <a:xfrm>
            <a:off x="5993015" y="3961645"/>
            <a:ext cx="4539168" cy="88514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3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An Emergency Department Example: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Say we have 3 doctors, so capacity of the server is 3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In processing time  select </a:t>
            </a:r>
            <a:r>
              <a:rPr lang="en-US" dirty="0" err="1">
                <a:sym typeface="Wingdings" panose="05000000000000000000" pitchFamily="2" charset="2"/>
              </a:rPr>
              <a:t>PatientData.TreatmentTime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Also, we want to respect the patient priorities: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Ranking rule  Largest Value First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Ranking Expression  </a:t>
            </a:r>
            <a:r>
              <a:rPr lang="en-US" dirty="0" err="1">
                <a:sym typeface="Wingdings" panose="05000000000000000000" pitchFamily="2" charset="2"/>
              </a:rPr>
              <a:t>PatientData.Priority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965B06-BAE9-491A-B593-686E91BFA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53" y="3623883"/>
            <a:ext cx="4711107" cy="17355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B68EAF-5E10-4740-9E3C-9D8FA1E6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031" y="1939801"/>
            <a:ext cx="3612123" cy="3513096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3A1D22-7291-4DE0-AC5A-86324A5128FE}"/>
              </a:ext>
            </a:extLst>
          </p:cNvPr>
          <p:cNvSpPr/>
          <p:nvPr/>
        </p:nvSpPr>
        <p:spPr>
          <a:xfrm>
            <a:off x="7183539" y="3503069"/>
            <a:ext cx="4711106" cy="24162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4EF97FA-86F8-4F03-9275-0CB5E7783BAC}"/>
              </a:ext>
            </a:extLst>
          </p:cNvPr>
          <p:cNvSpPr/>
          <p:nvPr/>
        </p:nvSpPr>
        <p:spPr>
          <a:xfrm>
            <a:off x="7183539" y="2703166"/>
            <a:ext cx="4711106" cy="37168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8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An Emergency Department Example: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Say we have two possible exits: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Each patient type has different probability</a:t>
            </a: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5F6A00-AAD4-44F7-B150-3AFD9D639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681" y="2976200"/>
            <a:ext cx="5080526" cy="22377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A505E-C23B-416A-AFEB-1FA2D1732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285" y="2874672"/>
            <a:ext cx="2907208" cy="2015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0E8BCC-C356-419C-8A85-C20773232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946" y="1401750"/>
            <a:ext cx="5080527" cy="130141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4EF97FA-86F8-4F03-9275-0CB5E7783BAC}"/>
              </a:ext>
            </a:extLst>
          </p:cNvPr>
          <p:cNvSpPr/>
          <p:nvPr/>
        </p:nvSpPr>
        <p:spPr>
          <a:xfrm>
            <a:off x="9963644" y="1526792"/>
            <a:ext cx="1775012" cy="110743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3A1D22-7291-4DE0-AC5A-86324A5128FE}"/>
              </a:ext>
            </a:extLst>
          </p:cNvPr>
          <p:cNvSpPr/>
          <p:nvPr/>
        </p:nvSpPr>
        <p:spPr>
          <a:xfrm>
            <a:off x="6685950" y="3998174"/>
            <a:ext cx="3334547" cy="27060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665EE2-4D51-4A65-A843-FA809AEDB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534" y="4510141"/>
            <a:ext cx="2834587" cy="1892218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C52DEB3-60E9-4116-BC1E-7B8C5FDDD1EF}"/>
              </a:ext>
            </a:extLst>
          </p:cNvPr>
          <p:cNvSpPr/>
          <p:nvPr/>
        </p:nvSpPr>
        <p:spPr>
          <a:xfrm>
            <a:off x="8353223" y="5624038"/>
            <a:ext cx="3334547" cy="27060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7543</TotalTime>
  <Words>1939</Words>
  <Application>Microsoft Office PowerPoint</Application>
  <PresentationFormat>Widescreen</PresentationFormat>
  <Paragraphs>446</Paragraphs>
  <Slides>32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Wingdings</vt:lpstr>
      <vt:lpstr>Office Theme</vt:lpstr>
      <vt:lpstr>QMST 5335 Further Simio Modeling </vt:lpstr>
      <vt:lpstr>Learning Objectives</vt:lpstr>
      <vt:lpstr>Outline</vt:lpstr>
      <vt:lpstr>Outline</vt:lpstr>
      <vt:lpstr>ATM Example</vt:lpstr>
      <vt:lpstr>SMORE Plots</vt:lpstr>
      <vt:lpstr>SMORE Plots</vt:lpstr>
      <vt:lpstr>SMORE Plots</vt:lpstr>
      <vt:lpstr>SMORE Plots</vt:lpstr>
      <vt:lpstr>SMORE Plots</vt:lpstr>
      <vt:lpstr>SMORE Plots</vt:lpstr>
      <vt:lpstr>SMORE Plots</vt:lpstr>
      <vt:lpstr>Outline</vt:lpstr>
      <vt:lpstr>Simio Language</vt:lpstr>
      <vt:lpstr>Simio Language</vt:lpstr>
      <vt:lpstr>Referenced Properties</vt:lpstr>
      <vt:lpstr>Referenced Properties</vt:lpstr>
      <vt:lpstr>Referenced Properties</vt:lpstr>
      <vt:lpstr>Referenced Properties</vt:lpstr>
      <vt:lpstr>Referenced Properties</vt:lpstr>
      <vt:lpstr>Referenced Properties</vt:lpstr>
      <vt:lpstr>Outline</vt:lpstr>
      <vt:lpstr>Data Tables</vt:lpstr>
      <vt:lpstr>Data Tables</vt:lpstr>
      <vt:lpstr>Data Tables</vt:lpstr>
      <vt:lpstr>Data Tables</vt:lpstr>
      <vt:lpstr>Data Tables</vt:lpstr>
      <vt:lpstr>Data Tables</vt:lpstr>
      <vt:lpstr>Data Tables</vt:lpstr>
      <vt:lpstr>Data Tables</vt:lpstr>
      <vt:lpstr>Data Tables</vt:lpstr>
      <vt:lpstr>Data Tables</vt:lpstr>
    </vt:vector>
  </TitlesOfParts>
  <Company>Missouri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Konur, Dincer</dc:creator>
  <cp:lastModifiedBy>Dincer Konur</cp:lastModifiedBy>
  <cp:revision>298</cp:revision>
  <dcterms:created xsi:type="dcterms:W3CDTF">2018-08-17T02:14:39Z</dcterms:created>
  <dcterms:modified xsi:type="dcterms:W3CDTF">2024-04-04T00:38:30Z</dcterms:modified>
</cp:coreProperties>
</file>