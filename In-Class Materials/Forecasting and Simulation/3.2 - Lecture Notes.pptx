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408" r:id="rId3"/>
    <p:sldId id="411" r:id="rId4"/>
    <p:sldId id="419" r:id="rId5"/>
    <p:sldId id="362" r:id="rId6"/>
    <p:sldId id="396" r:id="rId7"/>
    <p:sldId id="397" r:id="rId8"/>
    <p:sldId id="420" r:id="rId9"/>
    <p:sldId id="337" r:id="rId10"/>
    <p:sldId id="364" r:id="rId11"/>
    <p:sldId id="365" r:id="rId12"/>
    <p:sldId id="366" r:id="rId13"/>
    <p:sldId id="370" r:id="rId14"/>
    <p:sldId id="371" r:id="rId15"/>
    <p:sldId id="372" r:id="rId16"/>
    <p:sldId id="373" r:id="rId17"/>
    <p:sldId id="374" r:id="rId18"/>
    <p:sldId id="421" r:id="rId19"/>
    <p:sldId id="367" r:id="rId20"/>
    <p:sldId id="376" r:id="rId21"/>
    <p:sldId id="375" r:id="rId22"/>
    <p:sldId id="369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422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391" r:id="rId39"/>
    <p:sldId id="392" r:id="rId40"/>
    <p:sldId id="393" r:id="rId41"/>
    <p:sldId id="394" r:id="rId42"/>
    <p:sldId id="423" r:id="rId43"/>
    <p:sldId id="399" r:id="rId44"/>
    <p:sldId id="400" r:id="rId45"/>
    <p:sldId id="401" r:id="rId46"/>
    <p:sldId id="402" r:id="rId47"/>
    <p:sldId id="424" r:id="rId48"/>
    <p:sldId id="418" r:id="rId49"/>
    <p:sldId id="404" r:id="rId50"/>
    <p:sldId id="405" r:id="rId51"/>
    <p:sldId id="40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urdlocal" initials="k" lastIdx="0" clrIdx="0">
    <p:extLst>
      <p:ext uri="{19B8F6BF-5375-455C-9EA6-DF929625EA0E}">
        <p15:presenceInfo xmlns:p15="http://schemas.microsoft.com/office/powerpoint/2012/main" userId="konurdlo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588" autoAdjust="0"/>
  </p:normalViewPr>
  <p:slideViewPr>
    <p:cSldViewPr snapToGrid="0">
      <p:cViewPr varScale="1">
        <p:scale>
          <a:sx n="144" d="100"/>
          <a:sy n="144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cerkonur@yahoo.com" userId="0cb337efb386619d" providerId="LiveId" clId="{97F9A30E-0818-4A0C-9F92-F11403ED6F06}"/>
    <pc:docChg chg="undo custSel addSld delSld modSld">
      <pc:chgData name="dincerkonur@yahoo.com" userId="0cb337efb386619d" providerId="LiveId" clId="{97F9A30E-0818-4A0C-9F92-F11403ED6F06}" dt="2019-03-31T21:35:34.373" v="15882" actId="20577"/>
      <pc:docMkLst>
        <pc:docMk/>
      </pc:docMkLst>
      <pc:sldChg chg="modSp">
        <pc:chgData name="dincerkonur@yahoo.com" userId="0cb337efb386619d" providerId="LiveId" clId="{97F9A30E-0818-4A0C-9F92-F11403ED6F06}" dt="2019-03-30T21:24:13.919" v="1" actId="27636"/>
        <pc:sldMkLst>
          <pc:docMk/>
          <pc:sldMk cId="2465541862" sldId="362"/>
        </pc:sldMkLst>
        <pc:spChg chg="mod">
          <ac:chgData name="dincerkonur@yahoo.com" userId="0cb337efb386619d" providerId="LiveId" clId="{97F9A30E-0818-4A0C-9F92-F11403ED6F06}" dt="2019-03-30T21:24:13.919" v="1" actId="27636"/>
          <ac:spMkLst>
            <pc:docMk/>
            <pc:sldMk cId="2465541862" sldId="362"/>
            <ac:spMk id="3" creationId="{00000000-0000-0000-0000-000000000000}"/>
          </ac:spMkLst>
        </pc:spChg>
      </pc:sldChg>
      <pc:sldChg chg="modSp">
        <pc:chgData name="dincerkonur@yahoo.com" userId="0cb337efb386619d" providerId="LiveId" clId="{97F9A30E-0818-4A0C-9F92-F11403ED6F06}" dt="2019-03-30T21:24:13.950" v="2" actId="27636"/>
        <pc:sldMkLst>
          <pc:docMk/>
          <pc:sldMk cId="656646159" sldId="365"/>
        </pc:sldMkLst>
        <pc:spChg chg="mod">
          <ac:chgData name="dincerkonur@yahoo.com" userId="0cb337efb386619d" providerId="LiveId" clId="{97F9A30E-0818-4A0C-9F92-F11403ED6F06}" dt="2019-03-30T21:24:13.950" v="2" actId="27636"/>
          <ac:spMkLst>
            <pc:docMk/>
            <pc:sldMk cId="656646159" sldId="365"/>
            <ac:spMk id="3" creationId="{00000000-0000-0000-0000-000000000000}"/>
          </ac:spMkLst>
        </pc:spChg>
      </pc:sldChg>
      <pc:sldChg chg="modSp">
        <pc:chgData name="dincerkonur@yahoo.com" userId="0cb337efb386619d" providerId="LiveId" clId="{97F9A30E-0818-4A0C-9F92-F11403ED6F06}" dt="2019-03-31T11:18:37.692" v="2208" actId="20577"/>
        <pc:sldMkLst>
          <pc:docMk/>
          <pc:sldMk cId="313202351" sldId="367"/>
        </pc:sldMkLst>
        <pc:spChg chg="mod">
          <ac:chgData name="dincerkonur@yahoo.com" userId="0cb337efb386619d" providerId="LiveId" clId="{97F9A30E-0818-4A0C-9F92-F11403ED6F06}" dt="2019-03-31T11:18:37.692" v="2208" actId="20577"/>
          <ac:spMkLst>
            <pc:docMk/>
            <pc:sldMk cId="313202351" sldId="367"/>
            <ac:spMk id="3" creationId="{00000000-0000-0000-0000-000000000000}"/>
          </ac:spMkLst>
        </pc:spChg>
      </pc:sldChg>
      <pc:sldChg chg="addSp delSp modSp add">
        <pc:chgData name="dincerkonur@yahoo.com" userId="0cb337efb386619d" providerId="LiveId" clId="{97F9A30E-0818-4A0C-9F92-F11403ED6F06}" dt="2019-03-30T23:46:14.886" v="1404" actId="1076"/>
        <pc:sldMkLst>
          <pc:docMk/>
          <pc:sldMk cId="4272577111" sldId="369"/>
        </pc:sldMkLst>
        <pc:spChg chg="mod">
          <ac:chgData name="dincerkonur@yahoo.com" userId="0cb337efb386619d" providerId="LiveId" clId="{97F9A30E-0818-4A0C-9F92-F11403ED6F06}" dt="2019-03-30T23:46:12.001" v="1403" actId="20577"/>
          <ac:spMkLst>
            <pc:docMk/>
            <pc:sldMk cId="4272577111" sldId="369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0T21:37:14.156" v="285" actId="478"/>
          <ac:spMkLst>
            <pc:docMk/>
            <pc:sldMk cId="4272577111" sldId="369"/>
            <ac:spMk id="6" creationId="{A6ECF2ED-0767-4753-82FE-486ED91688C6}"/>
          </ac:spMkLst>
        </pc:spChg>
        <pc:picChg chg="del">
          <ac:chgData name="dincerkonur@yahoo.com" userId="0cb337efb386619d" providerId="LiveId" clId="{97F9A30E-0818-4A0C-9F92-F11403ED6F06}" dt="2019-03-30T21:38:58.654" v="393" actId="478"/>
          <ac:picMkLst>
            <pc:docMk/>
            <pc:sldMk cId="4272577111" sldId="369"/>
            <ac:picMk id="4" creationId="{40AC84B4-6684-4889-8EEA-B6A097C3E580}"/>
          </ac:picMkLst>
        </pc:picChg>
        <pc:picChg chg="del">
          <ac:chgData name="dincerkonur@yahoo.com" userId="0cb337efb386619d" providerId="LiveId" clId="{97F9A30E-0818-4A0C-9F92-F11403ED6F06}" dt="2019-03-30T21:37:12.297" v="284" actId="478"/>
          <ac:picMkLst>
            <pc:docMk/>
            <pc:sldMk cId="4272577111" sldId="369"/>
            <ac:picMk id="5" creationId="{9FFED2FA-8FF8-4948-98C7-447B63C931CF}"/>
          </ac:picMkLst>
        </pc:picChg>
        <pc:picChg chg="add mod">
          <ac:chgData name="dincerkonur@yahoo.com" userId="0cb337efb386619d" providerId="LiveId" clId="{97F9A30E-0818-4A0C-9F92-F11403ED6F06}" dt="2019-03-30T23:46:14.886" v="1404" actId="1076"/>
          <ac:picMkLst>
            <pc:docMk/>
            <pc:sldMk cId="4272577111" sldId="369"/>
            <ac:picMk id="7" creationId="{FC65E41F-4ADB-4C77-8F31-79270E3727F8}"/>
          </ac:picMkLst>
        </pc:picChg>
      </pc:sldChg>
      <pc:sldChg chg="addSp modSp add">
        <pc:chgData name="dincerkonur@yahoo.com" userId="0cb337efb386619d" providerId="LiveId" clId="{97F9A30E-0818-4A0C-9F92-F11403ED6F06}" dt="2019-03-30T21:59:12.467" v="784" actId="1076"/>
        <pc:sldMkLst>
          <pc:docMk/>
          <pc:sldMk cId="3553975965" sldId="370"/>
        </pc:sldMkLst>
        <pc:spChg chg="mod">
          <ac:chgData name="dincerkonur@yahoo.com" userId="0cb337efb386619d" providerId="LiveId" clId="{97F9A30E-0818-4A0C-9F92-F11403ED6F06}" dt="2019-03-30T21:58:13.535" v="744" actId="20577"/>
          <ac:spMkLst>
            <pc:docMk/>
            <pc:sldMk cId="3553975965" sldId="370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0T21:59:11.389" v="781" actId="1076"/>
          <ac:picMkLst>
            <pc:docMk/>
            <pc:sldMk cId="3553975965" sldId="370"/>
            <ac:picMk id="4" creationId="{83867741-33A3-48CE-AD61-E41A1633DC1F}"/>
          </ac:picMkLst>
        </pc:picChg>
        <pc:picChg chg="add mod">
          <ac:chgData name="dincerkonur@yahoo.com" userId="0cb337efb386619d" providerId="LiveId" clId="{97F9A30E-0818-4A0C-9F92-F11403ED6F06}" dt="2019-03-30T21:59:10.841" v="779" actId="1076"/>
          <ac:picMkLst>
            <pc:docMk/>
            <pc:sldMk cId="3553975965" sldId="370"/>
            <ac:picMk id="5" creationId="{2AB970B9-751B-48E1-92D8-B9F1EA95DC8B}"/>
          </ac:picMkLst>
        </pc:picChg>
        <pc:picChg chg="add mod">
          <ac:chgData name="dincerkonur@yahoo.com" userId="0cb337efb386619d" providerId="LiveId" clId="{97F9A30E-0818-4A0C-9F92-F11403ED6F06}" dt="2019-03-30T21:59:11.115" v="780" actId="1076"/>
          <ac:picMkLst>
            <pc:docMk/>
            <pc:sldMk cId="3553975965" sldId="370"/>
            <ac:picMk id="6" creationId="{66B74618-CE07-40BB-81E5-714EBD6C3078}"/>
          </ac:picMkLst>
        </pc:picChg>
        <pc:picChg chg="add mod">
          <ac:chgData name="dincerkonur@yahoo.com" userId="0cb337efb386619d" providerId="LiveId" clId="{97F9A30E-0818-4A0C-9F92-F11403ED6F06}" dt="2019-03-30T21:59:12.014" v="783" actId="1076"/>
          <ac:picMkLst>
            <pc:docMk/>
            <pc:sldMk cId="3553975965" sldId="370"/>
            <ac:picMk id="7" creationId="{D22F3E8C-854F-4DF2-8098-6FCDAB05AEC8}"/>
          </ac:picMkLst>
        </pc:picChg>
        <pc:picChg chg="add mod">
          <ac:chgData name="dincerkonur@yahoo.com" userId="0cb337efb386619d" providerId="LiveId" clId="{97F9A30E-0818-4A0C-9F92-F11403ED6F06}" dt="2019-03-30T21:59:12.467" v="784" actId="1076"/>
          <ac:picMkLst>
            <pc:docMk/>
            <pc:sldMk cId="3553975965" sldId="370"/>
            <ac:picMk id="8" creationId="{F5225FCA-2B03-44DC-A66A-61E7FF0610FB}"/>
          </ac:picMkLst>
        </pc:picChg>
        <pc:picChg chg="add mod">
          <ac:chgData name="dincerkonur@yahoo.com" userId="0cb337efb386619d" providerId="LiveId" clId="{97F9A30E-0818-4A0C-9F92-F11403ED6F06}" dt="2019-03-30T21:59:10.591" v="778" actId="1076"/>
          <ac:picMkLst>
            <pc:docMk/>
            <pc:sldMk cId="3553975965" sldId="370"/>
            <ac:picMk id="9" creationId="{7B2F82C9-7D45-48DE-9A16-D59CC8F3F10D}"/>
          </ac:picMkLst>
        </pc:picChg>
      </pc:sldChg>
      <pc:sldChg chg="addSp delSp modSp add">
        <pc:chgData name="dincerkonur@yahoo.com" userId="0cb337efb386619d" providerId="LiveId" clId="{97F9A30E-0818-4A0C-9F92-F11403ED6F06}" dt="2019-03-30T21:59:53.670" v="839" actId="404"/>
        <pc:sldMkLst>
          <pc:docMk/>
          <pc:sldMk cId="1507365416" sldId="371"/>
        </pc:sldMkLst>
        <pc:spChg chg="mod">
          <ac:chgData name="dincerkonur@yahoo.com" userId="0cb337efb386619d" providerId="LiveId" clId="{97F9A30E-0818-4A0C-9F92-F11403ED6F06}" dt="2019-03-30T21:59:53.670" v="839" actId="404"/>
          <ac:spMkLst>
            <pc:docMk/>
            <pc:sldMk cId="1507365416" sldId="371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0T21:58:54.336" v="756" actId="478"/>
          <ac:picMkLst>
            <pc:docMk/>
            <pc:sldMk cId="1507365416" sldId="371"/>
            <ac:picMk id="4" creationId="{83867741-33A3-48CE-AD61-E41A1633DC1F}"/>
          </ac:picMkLst>
        </pc:picChg>
        <pc:picChg chg="del">
          <ac:chgData name="dincerkonur@yahoo.com" userId="0cb337efb386619d" providerId="LiveId" clId="{97F9A30E-0818-4A0C-9F92-F11403ED6F06}" dt="2019-03-30T21:58:58.719" v="758" actId="478"/>
          <ac:picMkLst>
            <pc:docMk/>
            <pc:sldMk cId="1507365416" sldId="371"/>
            <ac:picMk id="5" creationId="{2AB970B9-751B-48E1-92D8-B9F1EA95DC8B}"/>
          </ac:picMkLst>
        </pc:picChg>
        <pc:picChg chg="del">
          <ac:chgData name="dincerkonur@yahoo.com" userId="0cb337efb386619d" providerId="LiveId" clId="{97F9A30E-0818-4A0C-9F92-F11403ED6F06}" dt="2019-03-30T21:58:54.336" v="756" actId="478"/>
          <ac:picMkLst>
            <pc:docMk/>
            <pc:sldMk cId="1507365416" sldId="371"/>
            <ac:picMk id="6" creationId="{66B74618-CE07-40BB-81E5-714EBD6C3078}"/>
          </ac:picMkLst>
        </pc:picChg>
        <pc:picChg chg="del mod">
          <ac:chgData name="dincerkonur@yahoo.com" userId="0cb337efb386619d" providerId="LiveId" clId="{97F9A30E-0818-4A0C-9F92-F11403ED6F06}" dt="2019-03-30T21:59:03.239" v="770" actId="478"/>
          <ac:picMkLst>
            <pc:docMk/>
            <pc:sldMk cId="1507365416" sldId="371"/>
            <ac:picMk id="7" creationId="{D22F3E8C-854F-4DF2-8098-6FCDAB05AEC8}"/>
          </ac:picMkLst>
        </pc:picChg>
        <pc:picChg chg="del mod">
          <ac:chgData name="dincerkonur@yahoo.com" userId="0cb337efb386619d" providerId="LiveId" clId="{97F9A30E-0818-4A0C-9F92-F11403ED6F06}" dt="2019-03-30T21:59:02.524" v="768" actId="478"/>
          <ac:picMkLst>
            <pc:docMk/>
            <pc:sldMk cId="1507365416" sldId="371"/>
            <ac:picMk id="8" creationId="{F5225FCA-2B03-44DC-A66A-61E7FF0610FB}"/>
          </ac:picMkLst>
        </pc:picChg>
        <pc:picChg chg="del mod">
          <ac:chgData name="dincerkonur@yahoo.com" userId="0cb337efb386619d" providerId="LiveId" clId="{97F9A30E-0818-4A0C-9F92-F11403ED6F06}" dt="2019-03-30T21:59:00.482" v="764" actId="478"/>
          <ac:picMkLst>
            <pc:docMk/>
            <pc:sldMk cId="1507365416" sldId="371"/>
            <ac:picMk id="9" creationId="{7B2F82C9-7D45-48DE-9A16-D59CC8F3F10D}"/>
          </ac:picMkLst>
        </pc:picChg>
        <pc:picChg chg="add del mod">
          <ac:chgData name="dincerkonur@yahoo.com" userId="0cb337efb386619d" providerId="LiveId" clId="{97F9A30E-0818-4A0C-9F92-F11403ED6F06}" dt="2019-03-30T21:59:01.185" v="765" actId="478"/>
          <ac:picMkLst>
            <pc:docMk/>
            <pc:sldMk cId="1507365416" sldId="371"/>
            <ac:picMk id="10" creationId="{7FF6794A-3522-480D-AAE6-689160E908A7}"/>
          </ac:picMkLst>
        </pc:picChg>
        <pc:picChg chg="add del mod">
          <ac:chgData name="dincerkonur@yahoo.com" userId="0cb337efb386619d" providerId="LiveId" clId="{97F9A30E-0818-4A0C-9F92-F11403ED6F06}" dt="2019-03-30T21:58:59.292" v="760" actId="478"/>
          <ac:picMkLst>
            <pc:docMk/>
            <pc:sldMk cId="1507365416" sldId="371"/>
            <ac:picMk id="11" creationId="{130A8238-333E-4690-9D0E-5FCEEEBBBF5F}"/>
          </ac:picMkLst>
        </pc:picChg>
        <pc:picChg chg="add del mod">
          <ac:chgData name="dincerkonur@yahoo.com" userId="0cb337efb386619d" providerId="LiveId" clId="{97F9A30E-0818-4A0C-9F92-F11403ED6F06}" dt="2019-03-30T21:59:01.860" v="766" actId="478"/>
          <ac:picMkLst>
            <pc:docMk/>
            <pc:sldMk cId="1507365416" sldId="371"/>
            <ac:picMk id="12" creationId="{98B48D44-1B8B-46F9-8C69-B6FA4DC5F69F}"/>
          </ac:picMkLst>
        </pc:picChg>
        <pc:picChg chg="add del mod">
          <ac:chgData name="dincerkonur@yahoo.com" userId="0cb337efb386619d" providerId="LiveId" clId="{97F9A30E-0818-4A0C-9F92-F11403ED6F06}" dt="2019-03-30T21:58:59.911" v="762" actId="478"/>
          <ac:picMkLst>
            <pc:docMk/>
            <pc:sldMk cId="1507365416" sldId="371"/>
            <ac:picMk id="13" creationId="{D61DFD12-6E2D-44D1-A69B-0437D2922CA9}"/>
          </ac:picMkLst>
        </pc:picChg>
        <pc:picChg chg="add del mod">
          <ac:chgData name="dincerkonur@yahoo.com" userId="0cb337efb386619d" providerId="LiveId" clId="{97F9A30E-0818-4A0C-9F92-F11403ED6F06}" dt="2019-03-30T21:58:58.092" v="757" actId="478"/>
          <ac:picMkLst>
            <pc:docMk/>
            <pc:sldMk cId="1507365416" sldId="371"/>
            <ac:picMk id="14" creationId="{371666EB-BF7B-4826-B037-F7B8C56D5495}"/>
          </ac:picMkLst>
        </pc:picChg>
        <pc:picChg chg="add del mod">
          <ac:chgData name="dincerkonur@yahoo.com" userId="0cb337efb386619d" providerId="LiveId" clId="{97F9A30E-0818-4A0C-9F92-F11403ED6F06}" dt="2019-03-30T21:58:54.336" v="756" actId="478"/>
          <ac:picMkLst>
            <pc:docMk/>
            <pc:sldMk cId="1507365416" sldId="371"/>
            <ac:picMk id="15" creationId="{0C49FC3E-E6C7-4ADE-B987-BB1422ECB45E}"/>
          </ac:picMkLst>
        </pc:picChg>
        <pc:picChg chg="add del mod">
          <ac:chgData name="dincerkonur@yahoo.com" userId="0cb337efb386619d" providerId="LiveId" clId="{97F9A30E-0818-4A0C-9F92-F11403ED6F06}" dt="2019-03-30T21:58:54.336" v="756" actId="478"/>
          <ac:picMkLst>
            <pc:docMk/>
            <pc:sldMk cId="1507365416" sldId="371"/>
            <ac:picMk id="16" creationId="{5832794A-3227-4C75-BC81-46534DEE8EC9}"/>
          </ac:picMkLst>
        </pc:picChg>
        <pc:picChg chg="add del mod">
          <ac:chgData name="dincerkonur@yahoo.com" userId="0cb337efb386619d" providerId="LiveId" clId="{97F9A30E-0818-4A0C-9F92-F11403ED6F06}" dt="2019-03-30T21:58:54.336" v="756" actId="478"/>
          <ac:picMkLst>
            <pc:docMk/>
            <pc:sldMk cId="1507365416" sldId="371"/>
            <ac:picMk id="17" creationId="{36BE74E5-98A8-4908-8B2C-58764F73F746}"/>
          </ac:picMkLst>
        </pc:picChg>
        <pc:picChg chg="add del mod">
          <ac:chgData name="dincerkonur@yahoo.com" userId="0cb337efb386619d" providerId="LiveId" clId="{97F9A30E-0818-4A0C-9F92-F11403ED6F06}" dt="2019-03-30T21:58:54.336" v="756" actId="478"/>
          <ac:picMkLst>
            <pc:docMk/>
            <pc:sldMk cId="1507365416" sldId="371"/>
            <ac:picMk id="18" creationId="{A220AB70-A0E1-42B1-A583-6B21AE2C0283}"/>
          </ac:picMkLst>
        </pc:picChg>
      </pc:sldChg>
      <pc:sldChg chg="modSp add">
        <pc:chgData name="dincerkonur@yahoo.com" userId="0cb337efb386619d" providerId="LiveId" clId="{97F9A30E-0818-4A0C-9F92-F11403ED6F06}" dt="2019-03-30T22:00:21.229" v="848" actId="404"/>
        <pc:sldMkLst>
          <pc:docMk/>
          <pc:sldMk cId="1311168348" sldId="372"/>
        </pc:sldMkLst>
        <pc:spChg chg="mod">
          <ac:chgData name="dincerkonur@yahoo.com" userId="0cb337efb386619d" providerId="LiveId" clId="{97F9A30E-0818-4A0C-9F92-F11403ED6F06}" dt="2019-03-30T22:00:21.229" v="848" actId="404"/>
          <ac:spMkLst>
            <pc:docMk/>
            <pc:sldMk cId="1311168348" sldId="372"/>
            <ac:spMk id="3" creationId="{00000000-0000-0000-0000-000000000000}"/>
          </ac:spMkLst>
        </pc:spChg>
      </pc:sldChg>
      <pc:sldChg chg="modSp add">
        <pc:chgData name="dincerkonur@yahoo.com" userId="0cb337efb386619d" providerId="LiveId" clId="{97F9A30E-0818-4A0C-9F92-F11403ED6F06}" dt="2019-03-30T22:00:54.165" v="856" actId="404"/>
        <pc:sldMkLst>
          <pc:docMk/>
          <pc:sldMk cId="2903186897" sldId="373"/>
        </pc:sldMkLst>
        <pc:spChg chg="mod">
          <ac:chgData name="dincerkonur@yahoo.com" userId="0cb337efb386619d" providerId="LiveId" clId="{97F9A30E-0818-4A0C-9F92-F11403ED6F06}" dt="2019-03-30T22:00:54.165" v="856" actId="404"/>
          <ac:spMkLst>
            <pc:docMk/>
            <pc:sldMk cId="2903186897" sldId="373"/>
            <ac:spMk id="3" creationId="{00000000-0000-0000-0000-000000000000}"/>
          </ac:spMkLst>
        </pc:spChg>
      </pc:sldChg>
      <pc:sldChg chg="modSp add">
        <pc:chgData name="dincerkonur@yahoo.com" userId="0cb337efb386619d" providerId="LiveId" clId="{97F9A30E-0818-4A0C-9F92-F11403ED6F06}" dt="2019-03-30T23:25:47.756" v="922" actId="20577"/>
        <pc:sldMkLst>
          <pc:docMk/>
          <pc:sldMk cId="3778582861" sldId="374"/>
        </pc:sldMkLst>
        <pc:spChg chg="mod">
          <ac:chgData name="dincerkonur@yahoo.com" userId="0cb337efb386619d" providerId="LiveId" clId="{97F9A30E-0818-4A0C-9F92-F11403ED6F06}" dt="2019-03-30T23:25:47.756" v="922" actId="20577"/>
          <ac:spMkLst>
            <pc:docMk/>
            <pc:sldMk cId="3778582861" sldId="374"/>
            <ac:spMk id="3" creationId="{00000000-0000-0000-0000-000000000000}"/>
          </ac:spMkLst>
        </pc:spChg>
      </pc:sldChg>
      <pc:sldChg chg="addSp delSp modSp add">
        <pc:chgData name="dincerkonur@yahoo.com" userId="0cb337efb386619d" providerId="LiveId" clId="{97F9A30E-0818-4A0C-9F92-F11403ED6F06}" dt="2019-03-30T23:40:16.064" v="1357" actId="1076"/>
        <pc:sldMkLst>
          <pc:docMk/>
          <pc:sldMk cId="2448330020" sldId="375"/>
        </pc:sldMkLst>
        <pc:spChg chg="mod">
          <ac:chgData name="dincerkonur@yahoo.com" userId="0cb337efb386619d" providerId="LiveId" clId="{97F9A30E-0818-4A0C-9F92-F11403ED6F06}" dt="2019-03-30T23:39:12.115" v="1354" actId="20577"/>
          <ac:spMkLst>
            <pc:docMk/>
            <pc:sldMk cId="2448330020" sldId="375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0T22:04:17.484" v="913" actId="478"/>
          <ac:spMkLst>
            <pc:docMk/>
            <pc:sldMk cId="2448330020" sldId="375"/>
            <ac:spMk id="6" creationId="{A6ECF2ED-0767-4753-82FE-486ED91688C6}"/>
          </ac:spMkLst>
        </pc:spChg>
        <pc:spChg chg="del">
          <ac:chgData name="dincerkonur@yahoo.com" userId="0cb337efb386619d" providerId="LiveId" clId="{97F9A30E-0818-4A0C-9F92-F11403ED6F06}" dt="2019-03-30T22:04:09.313" v="908" actId="478"/>
          <ac:spMkLst>
            <pc:docMk/>
            <pc:sldMk cId="2448330020" sldId="375"/>
            <ac:spMk id="7" creationId="{11EAED4C-D500-4C7A-BFDE-DFEDA182F9B7}"/>
          </ac:spMkLst>
        </pc:spChg>
        <pc:picChg chg="del">
          <ac:chgData name="dincerkonur@yahoo.com" userId="0cb337efb386619d" providerId="LiveId" clId="{97F9A30E-0818-4A0C-9F92-F11403ED6F06}" dt="2019-03-30T22:04:05.842" v="906" actId="478"/>
          <ac:picMkLst>
            <pc:docMk/>
            <pc:sldMk cId="2448330020" sldId="375"/>
            <ac:picMk id="4" creationId="{40AC84B4-6684-4889-8EEA-B6A097C3E580}"/>
          </ac:picMkLst>
        </pc:picChg>
        <pc:picChg chg="del">
          <ac:chgData name="dincerkonur@yahoo.com" userId="0cb337efb386619d" providerId="LiveId" clId="{97F9A30E-0818-4A0C-9F92-F11403ED6F06}" dt="2019-03-30T22:04:07.450" v="907" actId="478"/>
          <ac:picMkLst>
            <pc:docMk/>
            <pc:sldMk cId="2448330020" sldId="375"/>
            <ac:picMk id="5" creationId="{9FFED2FA-8FF8-4948-98C7-447B63C931CF}"/>
          </ac:picMkLst>
        </pc:picChg>
        <pc:picChg chg="add mod">
          <ac:chgData name="dincerkonur@yahoo.com" userId="0cb337efb386619d" providerId="LiveId" clId="{97F9A30E-0818-4A0C-9F92-F11403ED6F06}" dt="2019-03-30T23:40:16.064" v="1357" actId="1076"/>
          <ac:picMkLst>
            <pc:docMk/>
            <pc:sldMk cId="2448330020" sldId="375"/>
            <ac:picMk id="8" creationId="{64BB3397-AFB8-45A7-ABC8-76D4A16AB074}"/>
          </ac:picMkLst>
        </pc:picChg>
      </pc:sldChg>
      <pc:sldChg chg="addSp delSp modSp add">
        <pc:chgData name="dincerkonur@yahoo.com" userId="0cb337efb386619d" providerId="LiveId" clId="{97F9A30E-0818-4A0C-9F92-F11403ED6F06}" dt="2019-03-31T01:53:50.659" v="1965" actId="20577"/>
        <pc:sldMkLst>
          <pc:docMk/>
          <pc:sldMk cId="658592961" sldId="376"/>
        </pc:sldMkLst>
        <pc:spChg chg="mod">
          <ac:chgData name="dincerkonur@yahoo.com" userId="0cb337efb386619d" providerId="LiveId" clId="{97F9A30E-0818-4A0C-9F92-F11403ED6F06}" dt="2019-03-31T01:53:50.659" v="1965" actId="20577"/>
          <ac:spMkLst>
            <pc:docMk/>
            <pc:sldMk cId="658592961" sldId="376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0T23:35:22.150" v="1187" actId="478"/>
          <ac:spMkLst>
            <pc:docMk/>
            <pc:sldMk cId="658592961" sldId="376"/>
            <ac:spMk id="6" creationId="{A6ECF2ED-0767-4753-82FE-486ED91688C6}"/>
          </ac:spMkLst>
        </pc:spChg>
        <pc:spChg chg="del mod">
          <ac:chgData name="dincerkonur@yahoo.com" userId="0cb337efb386619d" providerId="LiveId" clId="{97F9A30E-0818-4A0C-9F92-F11403ED6F06}" dt="2019-03-30T23:35:19.979" v="1186" actId="478"/>
          <ac:spMkLst>
            <pc:docMk/>
            <pc:sldMk cId="658592961" sldId="376"/>
            <ac:spMk id="7" creationId="{11EAED4C-D500-4C7A-BFDE-DFEDA182F9B7}"/>
          </ac:spMkLst>
        </pc:spChg>
        <pc:picChg chg="del">
          <ac:chgData name="dincerkonur@yahoo.com" userId="0cb337efb386619d" providerId="LiveId" clId="{97F9A30E-0818-4A0C-9F92-F11403ED6F06}" dt="2019-03-30T23:30:09.882" v="996" actId="478"/>
          <ac:picMkLst>
            <pc:docMk/>
            <pc:sldMk cId="658592961" sldId="376"/>
            <ac:picMk id="4" creationId="{40AC84B4-6684-4889-8EEA-B6A097C3E580}"/>
          </ac:picMkLst>
        </pc:picChg>
        <pc:picChg chg="del">
          <ac:chgData name="dincerkonur@yahoo.com" userId="0cb337efb386619d" providerId="LiveId" clId="{97F9A30E-0818-4A0C-9F92-F11403ED6F06}" dt="2019-03-30T23:35:25.320" v="1188" actId="478"/>
          <ac:picMkLst>
            <pc:docMk/>
            <pc:sldMk cId="658592961" sldId="376"/>
            <ac:picMk id="5" creationId="{9FFED2FA-8FF8-4948-98C7-447B63C931CF}"/>
          </ac:picMkLst>
        </pc:picChg>
        <pc:picChg chg="add mod">
          <ac:chgData name="dincerkonur@yahoo.com" userId="0cb337efb386619d" providerId="LiveId" clId="{97F9A30E-0818-4A0C-9F92-F11403ED6F06}" dt="2019-03-30T23:41:23.594" v="1368" actId="1076"/>
          <ac:picMkLst>
            <pc:docMk/>
            <pc:sldMk cId="658592961" sldId="376"/>
            <ac:picMk id="8" creationId="{C36F8E2B-702E-47BA-8068-41A36988C0F5}"/>
          </ac:picMkLst>
        </pc:picChg>
        <pc:picChg chg="add mod">
          <ac:chgData name="dincerkonur@yahoo.com" userId="0cb337efb386619d" providerId="LiveId" clId="{97F9A30E-0818-4A0C-9F92-F11403ED6F06}" dt="2019-03-30T23:41:44.617" v="1371" actId="1076"/>
          <ac:picMkLst>
            <pc:docMk/>
            <pc:sldMk cId="658592961" sldId="376"/>
            <ac:picMk id="9" creationId="{BDEBB4FE-32AA-4402-AEEB-8853B7814590}"/>
          </ac:picMkLst>
        </pc:picChg>
      </pc:sldChg>
      <pc:sldChg chg="addSp delSp modSp add">
        <pc:chgData name="dincerkonur@yahoo.com" userId="0cb337efb386619d" providerId="LiveId" clId="{97F9A30E-0818-4A0C-9F92-F11403ED6F06}" dt="2019-03-30T23:58:57.096" v="1694" actId="20577"/>
        <pc:sldMkLst>
          <pc:docMk/>
          <pc:sldMk cId="1321305467" sldId="377"/>
        </pc:sldMkLst>
        <pc:spChg chg="mod">
          <ac:chgData name="dincerkonur@yahoo.com" userId="0cb337efb386619d" providerId="LiveId" clId="{97F9A30E-0818-4A0C-9F92-F11403ED6F06}" dt="2019-03-30T23:58:57.096" v="1694" actId="20577"/>
          <ac:spMkLst>
            <pc:docMk/>
            <pc:sldMk cId="1321305467" sldId="377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0T23:52:52.366" v="1599" actId="1076"/>
          <ac:picMkLst>
            <pc:docMk/>
            <pc:sldMk cId="1321305467" sldId="377"/>
            <ac:picMk id="6" creationId="{81A16F36-ADCB-46D3-87A5-4189E22F318A}"/>
          </ac:picMkLst>
        </pc:picChg>
        <pc:picChg chg="del">
          <ac:chgData name="dincerkonur@yahoo.com" userId="0cb337efb386619d" providerId="LiveId" clId="{97F9A30E-0818-4A0C-9F92-F11403ED6F06}" dt="2019-03-30T23:46:37.286" v="1406" actId="478"/>
          <ac:picMkLst>
            <pc:docMk/>
            <pc:sldMk cId="1321305467" sldId="377"/>
            <ac:picMk id="8" creationId="{C36F8E2B-702E-47BA-8068-41A36988C0F5}"/>
          </ac:picMkLst>
        </pc:picChg>
        <pc:picChg chg="del">
          <ac:chgData name="dincerkonur@yahoo.com" userId="0cb337efb386619d" providerId="LiveId" clId="{97F9A30E-0818-4A0C-9F92-F11403ED6F06}" dt="2019-03-30T23:46:38.823" v="1407" actId="478"/>
          <ac:picMkLst>
            <pc:docMk/>
            <pc:sldMk cId="1321305467" sldId="377"/>
            <ac:picMk id="9" creationId="{BDEBB4FE-32AA-4402-AEEB-8853B7814590}"/>
          </ac:picMkLst>
        </pc:picChg>
      </pc:sldChg>
      <pc:sldChg chg="addSp modSp add">
        <pc:chgData name="dincerkonur@yahoo.com" userId="0cb337efb386619d" providerId="LiveId" clId="{97F9A30E-0818-4A0C-9F92-F11403ED6F06}" dt="2019-03-31T00:01:26.024" v="1711"/>
        <pc:sldMkLst>
          <pc:docMk/>
          <pc:sldMk cId="3942996334" sldId="378"/>
        </pc:sldMkLst>
        <pc:spChg chg="mod">
          <ac:chgData name="dincerkonur@yahoo.com" userId="0cb337efb386619d" providerId="LiveId" clId="{97F9A30E-0818-4A0C-9F92-F11403ED6F06}" dt="2019-03-31T00:01:26.024" v="1711"/>
          <ac:spMkLst>
            <pc:docMk/>
            <pc:sldMk cId="3942996334" sldId="378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0T23:58:12.627" v="1663" actId="1076"/>
          <ac:picMkLst>
            <pc:docMk/>
            <pc:sldMk cId="3942996334" sldId="378"/>
            <ac:picMk id="4" creationId="{2B2CC056-BB3B-4AE5-9B21-F29EB0C6A2E7}"/>
          </ac:picMkLst>
        </pc:picChg>
        <pc:picChg chg="add mod">
          <ac:chgData name="dincerkonur@yahoo.com" userId="0cb337efb386619d" providerId="LiveId" clId="{97F9A30E-0818-4A0C-9F92-F11403ED6F06}" dt="2019-03-30T23:59:40.820" v="1699" actId="1076"/>
          <ac:picMkLst>
            <pc:docMk/>
            <pc:sldMk cId="3942996334" sldId="378"/>
            <ac:picMk id="5" creationId="{5A6046FC-1307-4D47-BA8F-9F1CCB3B90E3}"/>
          </ac:picMkLst>
        </pc:picChg>
        <pc:picChg chg="mod">
          <ac:chgData name="dincerkonur@yahoo.com" userId="0cb337efb386619d" providerId="LiveId" clId="{97F9A30E-0818-4A0C-9F92-F11403ED6F06}" dt="2019-03-30T23:57:42.105" v="1660" actId="1076"/>
          <ac:picMkLst>
            <pc:docMk/>
            <pc:sldMk cId="3942996334" sldId="378"/>
            <ac:picMk id="6" creationId="{81A16F36-ADCB-46D3-87A5-4189E22F318A}"/>
          </ac:picMkLst>
        </pc:picChg>
      </pc:sldChg>
      <pc:sldChg chg="addSp delSp modSp add">
        <pc:chgData name="dincerkonur@yahoo.com" userId="0cb337efb386619d" providerId="LiveId" clId="{97F9A30E-0818-4A0C-9F92-F11403ED6F06}" dt="2019-03-31T01:39:02.672" v="1776"/>
        <pc:sldMkLst>
          <pc:docMk/>
          <pc:sldMk cId="3506547791" sldId="379"/>
        </pc:sldMkLst>
        <pc:spChg chg="mod">
          <ac:chgData name="dincerkonur@yahoo.com" userId="0cb337efb386619d" providerId="LiveId" clId="{97F9A30E-0818-4A0C-9F92-F11403ED6F06}" dt="2019-03-31T01:39:02.672" v="1776"/>
          <ac:spMkLst>
            <pc:docMk/>
            <pc:sldMk cId="3506547791" sldId="379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00:02:10.060" v="1713" actId="478"/>
          <ac:picMkLst>
            <pc:docMk/>
            <pc:sldMk cId="3506547791" sldId="379"/>
            <ac:picMk id="4" creationId="{2B2CC056-BB3B-4AE5-9B21-F29EB0C6A2E7}"/>
          </ac:picMkLst>
        </pc:picChg>
        <pc:picChg chg="del">
          <ac:chgData name="dincerkonur@yahoo.com" userId="0cb337efb386619d" providerId="LiveId" clId="{97F9A30E-0818-4A0C-9F92-F11403ED6F06}" dt="2019-03-31T00:02:11.348" v="1714" actId="478"/>
          <ac:picMkLst>
            <pc:docMk/>
            <pc:sldMk cId="3506547791" sldId="379"/>
            <ac:picMk id="5" creationId="{5A6046FC-1307-4D47-BA8F-9F1CCB3B90E3}"/>
          </ac:picMkLst>
        </pc:picChg>
        <pc:picChg chg="del">
          <ac:chgData name="dincerkonur@yahoo.com" userId="0cb337efb386619d" providerId="LiveId" clId="{97F9A30E-0818-4A0C-9F92-F11403ED6F06}" dt="2019-03-31T00:03:06.072" v="1716" actId="478"/>
          <ac:picMkLst>
            <pc:docMk/>
            <pc:sldMk cId="3506547791" sldId="379"/>
            <ac:picMk id="6" creationId="{81A16F36-ADCB-46D3-87A5-4189E22F318A}"/>
          </ac:picMkLst>
        </pc:picChg>
        <pc:picChg chg="add mod">
          <ac:chgData name="dincerkonur@yahoo.com" userId="0cb337efb386619d" providerId="LiveId" clId="{97F9A30E-0818-4A0C-9F92-F11403ED6F06}" dt="2019-03-31T00:03:36.964" v="1721" actId="1076"/>
          <ac:picMkLst>
            <pc:docMk/>
            <pc:sldMk cId="3506547791" sldId="379"/>
            <ac:picMk id="7" creationId="{DB239A5A-917A-46B0-89DA-D7711210E6EE}"/>
          </ac:picMkLst>
        </pc:picChg>
      </pc:sldChg>
      <pc:sldChg chg="addSp delSp modSp add">
        <pc:chgData name="dincerkonur@yahoo.com" userId="0cb337efb386619d" providerId="LiveId" clId="{97F9A30E-0818-4A0C-9F92-F11403ED6F06}" dt="2019-03-31T01:43:39.350" v="1912"/>
        <pc:sldMkLst>
          <pc:docMk/>
          <pc:sldMk cId="3043097930" sldId="380"/>
        </pc:sldMkLst>
        <pc:spChg chg="mod">
          <ac:chgData name="dincerkonur@yahoo.com" userId="0cb337efb386619d" providerId="LiveId" clId="{97F9A30E-0818-4A0C-9F92-F11403ED6F06}" dt="2019-03-31T01:43:30.281" v="1909" actId="14100"/>
          <ac:spMkLst>
            <pc:docMk/>
            <pc:sldMk cId="3043097930" sldId="380"/>
            <ac:spMk id="3" creationId="{00000000-0000-0000-0000-000000000000}"/>
          </ac:spMkLst>
        </pc:spChg>
        <pc:spChg chg="add del mod">
          <ac:chgData name="dincerkonur@yahoo.com" userId="0cb337efb386619d" providerId="LiveId" clId="{97F9A30E-0818-4A0C-9F92-F11403ED6F06}" dt="2019-03-31T01:43:39.350" v="1912"/>
          <ac:spMkLst>
            <pc:docMk/>
            <pc:sldMk cId="3043097930" sldId="380"/>
            <ac:spMk id="5" creationId="{5489F3E4-5B87-47C3-8B88-5CC60892BA13}"/>
          </ac:spMkLst>
        </pc:spChg>
        <pc:picChg chg="add mod">
          <ac:chgData name="dincerkonur@yahoo.com" userId="0cb337efb386619d" providerId="LiveId" clId="{97F9A30E-0818-4A0C-9F92-F11403ED6F06}" dt="2019-03-31T01:43:33.403" v="1910" actId="1076"/>
          <ac:picMkLst>
            <pc:docMk/>
            <pc:sldMk cId="3043097930" sldId="380"/>
            <ac:picMk id="4" creationId="{0B27F86E-B661-4328-B95C-F41BB78C45FC}"/>
          </ac:picMkLst>
        </pc:picChg>
        <pc:picChg chg="del">
          <ac:chgData name="dincerkonur@yahoo.com" userId="0cb337efb386619d" providerId="LiveId" clId="{97F9A30E-0818-4A0C-9F92-F11403ED6F06}" dt="2019-03-31T01:37:32.695" v="1764" actId="478"/>
          <ac:picMkLst>
            <pc:docMk/>
            <pc:sldMk cId="3043097930" sldId="380"/>
            <ac:picMk id="7" creationId="{DB239A5A-917A-46B0-89DA-D7711210E6EE}"/>
          </ac:picMkLst>
        </pc:picChg>
      </pc:sldChg>
      <pc:sldChg chg="addSp delSp modSp add">
        <pc:chgData name="dincerkonur@yahoo.com" userId="0cb337efb386619d" providerId="LiveId" clId="{97F9A30E-0818-4A0C-9F92-F11403ED6F06}" dt="2019-03-31T01:56:28.714" v="2046" actId="6549"/>
        <pc:sldMkLst>
          <pc:docMk/>
          <pc:sldMk cId="2624888061" sldId="381"/>
        </pc:sldMkLst>
        <pc:spChg chg="mod">
          <ac:chgData name="dincerkonur@yahoo.com" userId="0cb337efb386619d" providerId="LiveId" clId="{97F9A30E-0818-4A0C-9F92-F11403ED6F06}" dt="2019-03-31T01:56:28.714" v="2046" actId="6549"/>
          <ac:spMkLst>
            <pc:docMk/>
            <pc:sldMk cId="2624888061" sldId="381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1T01:41:03.606" v="1804" actId="478"/>
          <ac:spMkLst>
            <pc:docMk/>
            <pc:sldMk cId="2624888061" sldId="381"/>
            <ac:spMk id="5" creationId="{5489F3E4-5B87-47C3-8B88-5CC60892BA13}"/>
          </ac:spMkLst>
        </pc:spChg>
        <pc:picChg chg="del">
          <ac:chgData name="dincerkonur@yahoo.com" userId="0cb337efb386619d" providerId="LiveId" clId="{97F9A30E-0818-4A0C-9F92-F11403ED6F06}" dt="2019-03-31T01:41:01.727" v="1803" actId="478"/>
          <ac:picMkLst>
            <pc:docMk/>
            <pc:sldMk cId="2624888061" sldId="381"/>
            <ac:picMk id="4" creationId="{0B27F86E-B661-4328-B95C-F41BB78C45FC}"/>
          </ac:picMkLst>
        </pc:picChg>
        <pc:picChg chg="add mod">
          <ac:chgData name="dincerkonur@yahoo.com" userId="0cb337efb386619d" providerId="LiveId" clId="{97F9A30E-0818-4A0C-9F92-F11403ED6F06}" dt="2019-03-31T01:47:49.022" v="1926" actId="1076"/>
          <ac:picMkLst>
            <pc:docMk/>
            <pc:sldMk cId="2624888061" sldId="381"/>
            <ac:picMk id="6" creationId="{B2033DE3-3FB2-4F6F-B70C-DB62B71F957E}"/>
          </ac:picMkLst>
        </pc:picChg>
        <pc:picChg chg="add mod">
          <ac:chgData name="dincerkonur@yahoo.com" userId="0cb337efb386619d" providerId="LiveId" clId="{97F9A30E-0818-4A0C-9F92-F11403ED6F06}" dt="2019-03-31T01:56:27.134" v="2045" actId="1076"/>
          <ac:picMkLst>
            <pc:docMk/>
            <pc:sldMk cId="2624888061" sldId="381"/>
            <ac:picMk id="7" creationId="{E92A5FDC-67B1-4EF7-B91D-A9F9C68A3245}"/>
          </ac:picMkLst>
        </pc:picChg>
      </pc:sldChg>
      <pc:sldChg chg="addSp delSp modSp add">
        <pc:chgData name="dincerkonur@yahoo.com" userId="0cb337efb386619d" providerId="LiveId" clId="{97F9A30E-0818-4A0C-9F92-F11403ED6F06}" dt="2019-03-31T02:00:39.201" v="2127" actId="14100"/>
        <pc:sldMkLst>
          <pc:docMk/>
          <pc:sldMk cId="1011321256" sldId="382"/>
        </pc:sldMkLst>
        <pc:spChg chg="mod">
          <ac:chgData name="dincerkonur@yahoo.com" userId="0cb337efb386619d" providerId="LiveId" clId="{97F9A30E-0818-4A0C-9F92-F11403ED6F06}" dt="2019-03-31T01:59:22.995" v="2118" actId="20577"/>
          <ac:spMkLst>
            <pc:docMk/>
            <pc:sldMk cId="1011321256" sldId="382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01:59:08.870" v="2092" actId="1076"/>
          <ac:picMkLst>
            <pc:docMk/>
            <pc:sldMk cId="1011321256" sldId="382"/>
            <ac:picMk id="4" creationId="{F3D023D7-13BB-40C7-8D45-A75543AE7EE4}"/>
          </ac:picMkLst>
        </pc:picChg>
        <pc:picChg chg="add mod">
          <ac:chgData name="dincerkonur@yahoo.com" userId="0cb337efb386619d" providerId="LiveId" clId="{97F9A30E-0818-4A0C-9F92-F11403ED6F06}" dt="2019-03-31T02:00:39.201" v="2127" actId="14100"/>
          <ac:picMkLst>
            <pc:docMk/>
            <pc:sldMk cId="1011321256" sldId="382"/>
            <ac:picMk id="5" creationId="{E15D98FA-0249-44B3-A551-E85299BF9B72}"/>
          </ac:picMkLst>
        </pc:picChg>
        <pc:picChg chg="del">
          <ac:chgData name="dincerkonur@yahoo.com" userId="0cb337efb386619d" providerId="LiveId" clId="{97F9A30E-0818-4A0C-9F92-F11403ED6F06}" dt="2019-03-31T01:58:13.923" v="2076" actId="478"/>
          <ac:picMkLst>
            <pc:docMk/>
            <pc:sldMk cId="1011321256" sldId="382"/>
            <ac:picMk id="6" creationId="{B2033DE3-3FB2-4F6F-B70C-DB62B71F957E}"/>
          </ac:picMkLst>
        </pc:picChg>
        <pc:picChg chg="del">
          <ac:chgData name="dincerkonur@yahoo.com" userId="0cb337efb386619d" providerId="LiveId" clId="{97F9A30E-0818-4A0C-9F92-F11403ED6F06}" dt="2019-03-31T01:56:41.867" v="2049" actId="478"/>
          <ac:picMkLst>
            <pc:docMk/>
            <pc:sldMk cId="1011321256" sldId="382"/>
            <ac:picMk id="7" creationId="{E92A5FDC-67B1-4EF7-B91D-A9F9C68A3245}"/>
          </ac:picMkLst>
        </pc:picChg>
        <pc:picChg chg="add mod">
          <ac:chgData name="dincerkonur@yahoo.com" userId="0cb337efb386619d" providerId="LiveId" clId="{97F9A30E-0818-4A0C-9F92-F11403ED6F06}" dt="2019-03-31T02:00:02.071" v="2121" actId="1076"/>
          <ac:picMkLst>
            <pc:docMk/>
            <pc:sldMk cId="1011321256" sldId="382"/>
            <ac:picMk id="8" creationId="{5D874767-18F0-44B0-B54E-996F89297440}"/>
          </ac:picMkLst>
        </pc:picChg>
        <pc:picChg chg="add mod">
          <ac:chgData name="dincerkonur@yahoo.com" userId="0cb337efb386619d" providerId="LiveId" clId="{97F9A30E-0818-4A0C-9F92-F11403ED6F06}" dt="2019-03-31T02:00:32.192" v="2125" actId="14100"/>
          <ac:picMkLst>
            <pc:docMk/>
            <pc:sldMk cId="1011321256" sldId="382"/>
            <ac:picMk id="9" creationId="{DBDC2469-91C1-4900-BB8B-0511A365A620}"/>
          </ac:picMkLst>
        </pc:picChg>
      </pc:sldChg>
      <pc:sldChg chg="addSp delSp modSp add">
        <pc:chgData name="dincerkonur@yahoo.com" userId="0cb337efb386619d" providerId="LiveId" clId="{97F9A30E-0818-4A0C-9F92-F11403ED6F06}" dt="2019-03-31T11:08:32.545" v="2165" actId="1076"/>
        <pc:sldMkLst>
          <pc:docMk/>
          <pc:sldMk cId="2561386429" sldId="383"/>
        </pc:sldMkLst>
        <pc:spChg chg="mod">
          <ac:chgData name="dincerkonur@yahoo.com" userId="0cb337efb386619d" providerId="LiveId" clId="{97F9A30E-0818-4A0C-9F92-F11403ED6F06}" dt="2019-03-31T02:05:25.782" v="2163" actId="14100"/>
          <ac:spMkLst>
            <pc:docMk/>
            <pc:sldMk cId="2561386429" sldId="383"/>
            <ac:spMk id="3" creationId="{00000000-0000-0000-0000-000000000000}"/>
          </ac:spMkLst>
        </pc:spChg>
        <pc:spChg chg="add mod">
          <ac:chgData name="dincerkonur@yahoo.com" userId="0cb337efb386619d" providerId="LiveId" clId="{97F9A30E-0818-4A0C-9F92-F11403ED6F06}" dt="2019-03-31T11:08:32.545" v="2165" actId="1076"/>
          <ac:spMkLst>
            <pc:docMk/>
            <pc:sldMk cId="2561386429" sldId="383"/>
            <ac:spMk id="6" creationId="{D12892AB-7709-490C-A2FA-FE097069BB83}"/>
          </ac:spMkLst>
        </pc:spChg>
        <pc:picChg chg="add mod">
          <ac:chgData name="dincerkonur@yahoo.com" userId="0cb337efb386619d" providerId="LiveId" clId="{97F9A30E-0818-4A0C-9F92-F11403ED6F06}" dt="2019-03-31T02:02:27.164" v="2134" actId="1076"/>
          <ac:picMkLst>
            <pc:docMk/>
            <pc:sldMk cId="2561386429" sldId="383"/>
            <ac:picMk id="4" creationId="{A023240E-EAF0-463C-9EEB-BEA3394543C6}"/>
          </ac:picMkLst>
        </pc:picChg>
        <pc:picChg chg="add mod">
          <ac:chgData name="dincerkonur@yahoo.com" userId="0cb337efb386619d" providerId="LiveId" clId="{97F9A30E-0818-4A0C-9F92-F11403ED6F06}" dt="2019-03-31T02:05:12.531" v="2157" actId="1076"/>
          <ac:picMkLst>
            <pc:docMk/>
            <pc:sldMk cId="2561386429" sldId="383"/>
            <ac:picMk id="5" creationId="{7F7E5945-7F1A-4D4A-B004-E765C7776720}"/>
          </ac:picMkLst>
        </pc:picChg>
        <pc:picChg chg="del">
          <ac:chgData name="dincerkonur@yahoo.com" userId="0cb337efb386619d" providerId="LiveId" clId="{97F9A30E-0818-4A0C-9F92-F11403ED6F06}" dt="2019-03-31T02:02:00.113" v="2131" actId="478"/>
          <ac:picMkLst>
            <pc:docMk/>
            <pc:sldMk cId="2561386429" sldId="383"/>
            <ac:picMk id="7" creationId="{DB239A5A-917A-46B0-89DA-D7711210E6EE}"/>
          </ac:picMkLst>
        </pc:picChg>
      </pc:sldChg>
      <pc:sldChg chg="add del">
        <pc:chgData name="dincerkonur@yahoo.com" userId="0cb337efb386619d" providerId="LiveId" clId="{97F9A30E-0818-4A0C-9F92-F11403ED6F06}" dt="2019-03-31T11:15:31.192" v="2167"/>
        <pc:sldMkLst>
          <pc:docMk/>
          <pc:sldMk cId="331517054" sldId="384"/>
        </pc:sldMkLst>
      </pc:sldChg>
      <pc:sldChg chg="delSp modSp add">
        <pc:chgData name="dincerkonur@yahoo.com" userId="0cb337efb386619d" providerId="LiveId" clId="{97F9A30E-0818-4A0C-9F92-F11403ED6F06}" dt="2019-03-31T11:43:20.586" v="2644" actId="20577"/>
        <pc:sldMkLst>
          <pc:docMk/>
          <pc:sldMk cId="1040168751" sldId="384"/>
        </pc:sldMkLst>
        <pc:spChg chg="mod">
          <ac:chgData name="dincerkonur@yahoo.com" userId="0cb337efb386619d" providerId="LiveId" clId="{97F9A30E-0818-4A0C-9F92-F11403ED6F06}" dt="2019-03-31T11:43:20.586" v="2644" actId="20577"/>
          <ac:spMkLst>
            <pc:docMk/>
            <pc:sldMk cId="1040168751" sldId="384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1T11:15:39.783" v="2170" actId="478"/>
          <ac:spMkLst>
            <pc:docMk/>
            <pc:sldMk cId="1040168751" sldId="384"/>
            <ac:spMk id="6" creationId="{D12892AB-7709-490C-A2FA-FE097069BB83}"/>
          </ac:spMkLst>
        </pc:spChg>
        <pc:picChg chg="del">
          <ac:chgData name="dincerkonur@yahoo.com" userId="0cb337efb386619d" providerId="LiveId" clId="{97F9A30E-0818-4A0C-9F92-F11403ED6F06}" dt="2019-03-31T11:15:41.293" v="2171" actId="478"/>
          <ac:picMkLst>
            <pc:docMk/>
            <pc:sldMk cId="1040168751" sldId="384"/>
            <ac:picMk id="4" creationId="{A023240E-EAF0-463C-9EEB-BEA3394543C6}"/>
          </ac:picMkLst>
        </pc:picChg>
        <pc:picChg chg="del">
          <ac:chgData name="dincerkonur@yahoo.com" userId="0cb337efb386619d" providerId="LiveId" clId="{97F9A30E-0818-4A0C-9F92-F11403ED6F06}" dt="2019-03-31T11:15:37.519" v="2169" actId="478"/>
          <ac:picMkLst>
            <pc:docMk/>
            <pc:sldMk cId="1040168751" sldId="384"/>
            <ac:picMk id="5" creationId="{7F7E5945-7F1A-4D4A-B004-E765C7776720}"/>
          </ac:picMkLst>
        </pc:picChg>
      </pc:sldChg>
      <pc:sldChg chg="addSp modSp add">
        <pc:chgData name="dincerkonur@yahoo.com" userId="0cb337efb386619d" providerId="LiveId" clId="{97F9A30E-0818-4A0C-9F92-F11403ED6F06}" dt="2019-03-31T12:05:06.649" v="3560" actId="207"/>
        <pc:sldMkLst>
          <pc:docMk/>
          <pc:sldMk cId="116310722" sldId="385"/>
        </pc:sldMkLst>
        <pc:spChg chg="mod">
          <ac:chgData name="dincerkonur@yahoo.com" userId="0cb337efb386619d" providerId="LiveId" clId="{97F9A30E-0818-4A0C-9F92-F11403ED6F06}" dt="2019-03-31T12:05:06.649" v="3560" actId="207"/>
          <ac:spMkLst>
            <pc:docMk/>
            <pc:sldMk cId="116310722" sldId="385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12:02:42.429" v="3463" actId="1076"/>
          <ac:picMkLst>
            <pc:docMk/>
            <pc:sldMk cId="116310722" sldId="385"/>
            <ac:picMk id="4" creationId="{7EAA86AF-BB2A-49D0-85F7-644F850FD8AB}"/>
          </ac:picMkLst>
        </pc:picChg>
      </pc:sldChg>
      <pc:sldChg chg="addSp delSp modSp add">
        <pc:chgData name="dincerkonur@yahoo.com" userId="0cb337efb386619d" providerId="LiveId" clId="{97F9A30E-0818-4A0C-9F92-F11403ED6F06}" dt="2019-03-31T12:42:45.395" v="4654" actId="20577"/>
        <pc:sldMkLst>
          <pc:docMk/>
          <pc:sldMk cId="3300091721" sldId="386"/>
        </pc:sldMkLst>
        <pc:spChg chg="mod">
          <ac:chgData name="dincerkonur@yahoo.com" userId="0cb337efb386619d" providerId="LiveId" clId="{97F9A30E-0818-4A0C-9F92-F11403ED6F06}" dt="2019-03-31T12:42:45.395" v="4654" actId="20577"/>
          <ac:spMkLst>
            <pc:docMk/>
            <pc:sldMk cId="3300091721" sldId="386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12:18:52.214" v="3562" actId="478"/>
          <ac:picMkLst>
            <pc:docMk/>
            <pc:sldMk cId="3300091721" sldId="386"/>
            <ac:picMk id="4" creationId="{7EAA86AF-BB2A-49D0-85F7-644F850FD8AB}"/>
          </ac:picMkLst>
        </pc:picChg>
        <pc:picChg chg="add mod">
          <ac:chgData name="dincerkonur@yahoo.com" userId="0cb337efb386619d" providerId="LiveId" clId="{97F9A30E-0818-4A0C-9F92-F11403ED6F06}" dt="2019-03-31T12:39:54.163" v="4553" actId="1076"/>
          <ac:picMkLst>
            <pc:docMk/>
            <pc:sldMk cId="3300091721" sldId="386"/>
            <ac:picMk id="5" creationId="{D2D5612C-A13E-44DE-9E26-0478500C3435}"/>
          </ac:picMkLst>
        </pc:picChg>
        <pc:picChg chg="add mod">
          <ac:chgData name="dincerkonur@yahoo.com" userId="0cb337efb386619d" providerId="LiveId" clId="{97F9A30E-0818-4A0C-9F92-F11403ED6F06}" dt="2019-03-31T12:40:01.371" v="4555" actId="1076"/>
          <ac:picMkLst>
            <pc:docMk/>
            <pc:sldMk cId="3300091721" sldId="386"/>
            <ac:picMk id="6" creationId="{28F1C465-7D5D-4B83-89DD-D68A3D160ADA}"/>
          </ac:picMkLst>
        </pc:picChg>
        <pc:picChg chg="add mod">
          <ac:chgData name="dincerkonur@yahoo.com" userId="0cb337efb386619d" providerId="LiveId" clId="{97F9A30E-0818-4A0C-9F92-F11403ED6F06}" dt="2019-03-31T12:40:04.738" v="4556" actId="1076"/>
          <ac:picMkLst>
            <pc:docMk/>
            <pc:sldMk cId="3300091721" sldId="386"/>
            <ac:picMk id="7" creationId="{6E813BF3-DD55-4903-B047-D0488E7A0267}"/>
          </ac:picMkLst>
        </pc:picChg>
        <pc:picChg chg="add mod">
          <ac:chgData name="dincerkonur@yahoo.com" userId="0cb337efb386619d" providerId="LiveId" clId="{97F9A30E-0818-4A0C-9F92-F11403ED6F06}" dt="2019-03-31T12:40:10.884" v="4557" actId="1076"/>
          <ac:picMkLst>
            <pc:docMk/>
            <pc:sldMk cId="3300091721" sldId="386"/>
            <ac:picMk id="8" creationId="{7CEFDFBA-233B-4B6F-89C5-5303502C6525}"/>
          </ac:picMkLst>
        </pc:picChg>
        <pc:picChg chg="add mod">
          <ac:chgData name="dincerkonur@yahoo.com" userId="0cb337efb386619d" providerId="LiveId" clId="{97F9A30E-0818-4A0C-9F92-F11403ED6F06}" dt="2019-03-31T12:40:15.309" v="4558" actId="1076"/>
          <ac:picMkLst>
            <pc:docMk/>
            <pc:sldMk cId="3300091721" sldId="386"/>
            <ac:picMk id="9" creationId="{2CDEECE9-9F9A-4DCD-8951-E9F2EFBC12D4}"/>
          </ac:picMkLst>
        </pc:picChg>
        <pc:picChg chg="add mod">
          <ac:chgData name="dincerkonur@yahoo.com" userId="0cb337efb386619d" providerId="LiveId" clId="{97F9A30E-0818-4A0C-9F92-F11403ED6F06}" dt="2019-03-31T12:42:41.205" v="4651" actId="1076"/>
          <ac:picMkLst>
            <pc:docMk/>
            <pc:sldMk cId="3300091721" sldId="386"/>
            <ac:picMk id="10" creationId="{55E41D93-83C6-4A0A-92FF-5680C1B14145}"/>
          </ac:picMkLst>
        </pc:picChg>
      </pc:sldChg>
      <pc:sldChg chg="addSp delSp modSp add">
        <pc:chgData name="dincerkonur@yahoo.com" userId="0cb337efb386619d" providerId="LiveId" clId="{97F9A30E-0818-4A0C-9F92-F11403ED6F06}" dt="2019-03-31T13:26:45.769" v="5710" actId="20577"/>
        <pc:sldMkLst>
          <pc:docMk/>
          <pc:sldMk cId="339431741" sldId="387"/>
        </pc:sldMkLst>
        <pc:spChg chg="mod">
          <ac:chgData name="dincerkonur@yahoo.com" userId="0cb337efb386619d" providerId="LiveId" clId="{97F9A30E-0818-4A0C-9F92-F11403ED6F06}" dt="2019-03-31T13:26:45.769" v="5710" actId="20577"/>
          <ac:spMkLst>
            <pc:docMk/>
            <pc:sldMk cId="339431741" sldId="387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13:20:27.200" v="5302" actId="1076"/>
          <ac:picMkLst>
            <pc:docMk/>
            <pc:sldMk cId="339431741" sldId="387"/>
            <ac:picMk id="4" creationId="{1A9798E9-2D58-4795-87A3-9630F0DCA3DE}"/>
          </ac:picMkLst>
        </pc:picChg>
        <pc:picChg chg="del">
          <ac:chgData name="dincerkonur@yahoo.com" userId="0cb337efb386619d" providerId="LiveId" clId="{97F9A30E-0818-4A0C-9F92-F11403ED6F06}" dt="2019-03-31T13:12:50.354" v="4657" actId="478"/>
          <ac:picMkLst>
            <pc:docMk/>
            <pc:sldMk cId="339431741" sldId="387"/>
            <ac:picMk id="5" creationId="{D2D5612C-A13E-44DE-9E26-0478500C3435}"/>
          </ac:picMkLst>
        </pc:picChg>
        <pc:picChg chg="del">
          <ac:chgData name="dincerkonur@yahoo.com" userId="0cb337efb386619d" providerId="LiveId" clId="{97F9A30E-0818-4A0C-9F92-F11403ED6F06}" dt="2019-03-31T13:12:53.948" v="4658" actId="478"/>
          <ac:picMkLst>
            <pc:docMk/>
            <pc:sldMk cId="339431741" sldId="387"/>
            <ac:picMk id="6" creationId="{28F1C465-7D5D-4B83-89DD-D68A3D160ADA}"/>
          </ac:picMkLst>
        </pc:picChg>
        <pc:picChg chg="del">
          <ac:chgData name="dincerkonur@yahoo.com" userId="0cb337efb386619d" providerId="LiveId" clId="{97F9A30E-0818-4A0C-9F92-F11403ED6F06}" dt="2019-03-31T13:12:53.948" v="4658" actId="478"/>
          <ac:picMkLst>
            <pc:docMk/>
            <pc:sldMk cId="339431741" sldId="387"/>
            <ac:picMk id="7" creationId="{6E813BF3-DD55-4903-B047-D0488E7A0267}"/>
          </ac:picMkLst>
        </pc:picChg>
        <pc:picChg chg="del">
          <ac:chgData name="dincerkonur@yahoo.com" userId="0cb337efb386619d" providerId="LiveId" clId="{97F9A30E-0818-4A0C-9F92-F11403ED6F06}" dt="2019-03-31T13:12:53.948" v="4658" actId="478"/>
          <ac:picMkLst>
            <pc:docMk/>
            <pc:sldMk cId="339431741" sldId="387"/>
            <ac:picMk id="8" creationId="{7CEFDFBA-233B-4B6F-89C5-5303502C6525}"/>
          </ac:picMkLst>
        </pc:picChg>
        <pc:picChg chg="del">
          <ac:chgData name="dincerkonur@yahoo.com" userId="0cb337efb386619d" providerId="LiveId" clId="{97F9A30E-0818-4A0C-9F92-F11403ED6F06}" dt="2019-03-31T13:12:53.948" v="4658" actId="478"/>
          <ac:picMkLst>
            <pc:docMk/>
            <pc:sldMk cId="339431741" sldId="387"/>
            <ac:picMk id="9" creationId="{2CDEECE9-9F9A-4DCD-8951-E9F2EFBC12D4}"/>
          </ac:picMkLst>
        </pc:picChg>
        <pc:picChg chg="del">
          <ac:chgData name="dincerkonur@yahoo.com" userId="0cb337efb386619d" providerId="LiveId" clId="{97F9A30E-0818-4A0C-9F92-F11403ED6F06}" dt="2019-03-31T13:12:53.948" v="4658" actId="478"/>
          <ac:picMkLst>
            <pc:docMk/>
            <pc:sldMk cId="339431741" sldId="387"/>
            <ac:picMk id="10" creationId="{55E41D93-83C6-4A0A-92FF-5680C1B14145}"/>
          </ac:picMkLst>
        </pc:picChg>
        <pc:picChg chg="add mod">
          <ac:chgData name="dincerkonur@yahoo.com" userId="0cb337efb386619d" providerId="LiveId" clId="{97F9A30E-0818-4A0C-9F92-F11403ED6F06}" dt="2019-03-31T13:21:27.736" v="5328" actId="1076"/>
          <ac:picMkLst>
            <pc:docMk/>
            <pc:sldMk cId="339431741" sldId="387"/>
            <ac:picMk id="11" creationId="{27B1041C-1C01-445F-BEAC-E22675CA341D}"/>
          </ac:picMkLst>
        </pc:picChg>
      </pc:sldChg>
      <pc:sldChg chg="addSp modSp add">
        <pc:chgData name="dincerkonur@yahoo.com" userId="0cb337efb386619d" providerId="LiveId" clId="{97F9A30E-0818-4A0C-9F92-F11403ED6F06}" dt="2019-03-31T14:17:11.157" v="6945" actId="113"/>
        <pc:sldMkLst>
          <pc:docMk/>
          <pc:sldMk cId="2963612282" sldId="388"/>
        </pc:sldMkLst>
        <pc:spChg chg="mod">
          <ac:chgData name="dincerkonur@yahoo.com" userId="0cb337efb386619d" providerId="LiveId" clId="{97F9A30E-0818-4A0C-9F92-F11403ED6F06}" dt="2019-03-31T14:17:11.157" v="6945" actId="113"/>
          <ac:spMkLst>
            <pc:docMk/>
            <pc:sldMk cId="2963612282" sldId="388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14:09:36.183" v="6717" actId="1076"/>
          <ac:picMkLst>
            <pc:docMk/>
            <pc:sldMk cId="2963612282" sldId="388"/>
            <ac:picMk id="4" creationId="{6F710FF2-A093-40CC-B0A5-6F789FCD9619}"/>
          </ac:picMkLst>
        </pc:picChg>
      </pc:sldChg>
      <pc:sldChg chg="addSp delSp modSp add">
        <pc:chgData name="dincerkonur@yahoo.com" userId="0cb337efb386619d" providerId="LiveId" clId="{97F9A30E-0818-4A0C-9F92-F11403ED6F06}" dt="2019-03-31T14:32:56.729" v="7577"/>
        <pc:sldMkLst>
          <pc:docMk/>
          <pc:sldMk cId="1608832281" sldId="389"/>
        </pc:sldMkLst>
        <pc:spChg chg="mod">
          <ac:chgData name="dincerkonur@yahoo.com" userId="0cb337efb386619d" providerId="LiveId" clId="{97F9A30E-0818-4A0C-9F92-F11403ED6F06}" dt="2019-03-31T14:32:26.561" v="7575" actId="20577"/>
          <ac:spMkLst>
            <pc:docMk/>
            <pc:sldMk cId="1608832281" sldId="389"/>
            <ac:spMk id="3" creationId="{00000000-0000-0000-0000-000000000000}"/>
          </ac:spMkLst>
        </pc:spChg>
        <pc:spChg chg="add del">
          <ac:chgData name="dincerkonur@yahoo.com" userId="0cb337efb386619d" providerId="LiveId" clId="{97F9A30E-0818-4A0C-9F92-F11403ED6F06}" dt="2019-03-31T14:32:56.729" v="7577"/>
          <ac:spMkLst>
            <pc:docMk/>
            <pc:sldMk cId="1608832281" sldId="389"/>
            <ac:spMk id="6" creationId="{4EF53CC2-9515-4031-92C3-387ECBFD9995}"/>
          </ac:spMkLst>
        </pc:spChg>
        <pc:picChg chg="mod ord">
          <ac:chgData name="dincerkonur@yahoo.com" userId="0cb337efb386619d" providerId="LiveId" clId="{97F9A30E-0818-4A0C-9F92-F11403ED6F06}" dt="2019-03-31T14:12:56.363" v="6798" actId="167"/>
          <ac:picMkLst>
            <pc:docMk/>
            <pc:sldMk cId="1608832281" sldId="389"/>
            <ac:picMk id="4" creationId="{6F710FF2-A093-40CC-B0A5-6F789FCD9619}"/>
          </ac:picMkLst>
        </pc:picChg>
        <pc:picChg chg="add mod">
          <ac:chgData name="dincerkonur@yahoo.com" userId="0cb337efb386619d" providerId="LiveId" clId="{97F9A30E-0818-4A0C-9F92-F11403ED6F06}" dt="2019-03-31T14:14:46.520" v="6868" actId="1076"/>
          <ac:picMkLst>
            <pc:docMk/>
            <pc:sldMk cId="1608832281" sldId="389"/>
            <ac:picMk id="5" creationId="{9BBAC447-2667-4B92-AA9A-88AA47BA5DBF}"/>
          </ac:picMkLst>
        </pc:picChg>
      </pc:sldChg>
      <pc:sldChg chg="addSp delSp modSp add">
        <pc:chgData name="dincerkonur@yahoo.com" userId="0cb337efb386619d" providerId="LiveId" clId="{97F9A30E-0818-4A0C-9F92-F11403ED6F06}" dt="2019-03-31T14:49:08.565" v="8189" actId="20577"/>
        <pc:sldMkLst>
          <pc:docMk/>
          <pc:sldMk cId="2910252879" sldId="390"/>
        </pc:sldMkLst>
        <pc:spChg chg="mod ord">
          <ac:chgData name="dincerkonur@yahoo.com" userId="0cb337efb386619d" providerId="LiveId" clId="{97F9A30E-0818-4A0C-9F92-F11403ED6F06}" dt="2019-03-31T14:41:03.135" v="7950" actId="20577"/>
          <ac:spMkLst>
            <pc:docMk/>
            <pc:sldMk cId="2910252879" sldId="390"/>
            <ac:spMk id="3" creationId="{00000000-0000-0000-0000-000000000000}"/>
          </ac:spMkLst>
        </pc:spChg>
        <pc:spChg chg="add mod">
          <ac:chgData name="dincerkonur@yahoo.com" userId="0cb337efb386619d" providerId="LiveId" clId="{97F9A30E-0818-4A0C-9F92-F11403ED6F06}" dt="2019-03-31T14:49:08.565" v="8189" actId="20577"/>
          <ac:spMkLst>
            <pc:docMk/>
            <pc:sldMk cId="2910252879" sldId="390"/>
            <ac:spMk id="9" creationId="{1F526FA5-AFC8-465D-A75A-EFF179B4089A}"/>
          </ac:spMkLst>
        </pc:spChg>
        <pc:picChg chg="del">
          <ac:chgData name="dincerkonur@yahoo.com" userId="0cb337efb386619d" providerId="LiveId" clId="{97F9A30E-0818-4A0C-9F92-F11403ED6F06}" dt="2019-03-31T14:35:11.433" v="7591" actId="478"/>
          <ac:picMkLst>
            <pc:docMk/>
            <pc:sldMk cId="2910252879" sldId="390"/>
            <ac:picMk id="4" creationId="{6F710FF2-A093-40CC-B0A5-6F789FCD9619}"/>
          </ac:picMkLst>
        </pc:picChg>
        <pc:picChg chg="del">
          <ac:chgData name="dincerkonur@yahoo.com" userId="0cb337efb386619d" providerId="LiveId" clId="{97F9A30E-0818-4A0C-9F92-F11403ED6F06}" dt="2019-03-31T14:33:05.999" v="7580" actId="478"/>
          <ac:picMkLst>
            <pc:docMk/>
            <pc:sldMk cId="2910252879" sldId="390"/>
            <ac:picMk id="5" creationId="{9BBAC447-2667-4B92-AA9A-88AA47BA5DBF}"/>
          </ac:picMkLst>
        </pc:picChg>
        <pc:picChg chg="add mod">
          <ac:chgData name="dincerkonur@yahoo.com" userId="0cb337efb386619d" providerId="LiveId" clId="{97F9A30E-0818-4A0C-9F92-F11403ED6F06}" dt="2019-03-31T14:39:06.735" v="7736" actId="1076"/>
          <ac:picMkLst>
            <pc:docMk/>
            <pc:sldMk cId="2910252879" sldId="390"/>
            <ac:picMk id="6" creationId="{08ACF07C-71AF-419E-A5F8-2DD79BB23D12}"/>
          </ac:picMkLst>
        </pc:picChg>
        <pc:picChg chg="add mod">
          <ac:chgData name="dincerkonur@yahoo.com" userId="0cb337efb386619d" providerId="LiveId" clId="{97F9A30E-0818-4A0C-9F92-F11403ED6F06}" dt="2019-03-31T14:39:54.355" v="7773" actId="1076"/>
          <ac:picMkLst>
            <pc:docMk/>
            <pc:sldMk cId="2910252879" sldId="390"/>
            <ac:picMk id="7" creationId="{D13312BD-B227-4570-A3AA-F8A2841F7165}"/>
          </ac:picMkLst>
        </pc:picChg>
        <pc:picChg chg="add mod">
          <ac:chgData name="dincerkonur@yahoo.com" userId="0cb337efb386619d" providerId="LiveId" clId="{97F9A30E-0818-4A0C-9F92-F11403ED6F06}" dt="2019-03-31T14:41:39.987" v="7953" actId="1076"/>
          <ac:picMkLst>
            <pc:docMk/>
            <pc:sldMk cId="2910252879" sldId="390"/>
            <ac:picMk id="8" creationId="{8A8F0F82-ACE7-469E-BEFE-497F4D68E60A}"/>
          </ac:picMkLst>
        </pc:picChg>
      </pc:sldChg>
      <pc:sldChg chg="addSp delSp modSp add">
        <pc:chgData name="dincerkonur@yahoo.com" userId="0cb337efb386619d" providerId="LiveId" clId="{97F9A30E-0818-4A0C-9F92-F11403ED6F06}" dt="2019-03-31T14:49:16.175" v="8194" actId="20577"/>
        <pc:sldMkLst>
          <pc:docMk/>
          <pc:sldMk cId="2583493958" sldId="391"/>
        </pc:sldMkLst>
        <pc:spChg chg="mod">
          <ac:chgData name="dincerkonur@yahoo.com" userId="0cb337efb386619d" providerId="LiveId" clId="{97F9A30E-0818-4A0C-9F92-F11403ED6F06}" dt="2019-03-31T14:48:05.796" v="8185" actId="20577"/>
          <ac:spMkLst>
            <pc:docMk/>
            <pc:sldMk cId="2583493958" sldId="391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1T14:43:25.944" v="8014" actId="478"/>
          <ac:spMkLst>
            <pc:docMk/>
            <pc:sldMk cId="2583493958" sldId="391"/>
            <ac:spMk id="9" creationId="{1F526FA5-AFC8-465D-A75A-EFF179B4089A}"/>
          </ac:spMkLst>
        </pc:spChg>
        <pc:spChg chg="add mod">
          <ac:chgData name="dincerkonur@yahoo.com" userId="0cb337efb386619d" providerId="LiveId" clId="{97F9A30E-0818-4A0C-9F92-F11403ED6F06}" dt="2019-03-31T14:49:16.175" v="8194" actId="20577"/>
          <ac:spMkLst>
            <pc:docMk/>
            <pc:sldMk cId="2583493958" sldId="391"/>
            <ac:spMk id="11" creationId="{56282CE8-BD4B-4D62-9337-73761FD17AC3}"/>
          </ac:spMkLst>
        </pc:spChg>
        <pc:picChg chg="add mod">
          <ac:chgData name="dincerkonur@yahoo.com" userId="0cb337efb386619d" providerId="LiveId" clId="{97F9A30E-0818-4A0C-9F92-F11403ED6F06}" dt="2019-03-31T14:45:25.376" v="8098" actId="1076"/>
          <ac:picMkLst>
            <pc:docMk/>
            <pc:sldMk cId="2583493958" sldId="391"/>
            <ac:picMk id="4" creationId="{34403CF7-9EEB-48CE-AB41-E0F2D51C82CF}"/>
          </ac:picMkLst>
        </pc:picChg>
        <pc:picChg chg="add mod">
          <ac:chgData name="dincerkonur@yahoo.com" userId="0cb337efb386619d" providerId="LiveId" clId="{97F9A30E-0818-4A0C-9F92-F11403ED6F06}" dt="2019-03-31T14:46:06.858" v="8121" actId="1076"/>
          <ac:picMkLst>
            <pc:docMk/>
            <pc:sldMk cId="2583493958" sldId="391"/>
            <ac:picMk id="5" creationId="{F9C70BD0-2E27-4D38-A3AB-E483B098E7C4}"/>
          </ac:picMkLst>
        </pc:picChg>
        <pc:picChg chg="del">
          <ac:chgData name="dincerkonur@yahoo.com" userId="0cb337efb386619d" providerId="LiveId" clId="{97F9A30E-0818-4A0C-9F92-F11403ED6F06}" dt="2019-03-31T14:43:30.530" v="8016" actId="478"/>
          <ac:picMkLst>
            <pc:docMk/>
            <pc:sldMk cId="2583493958" sldId="391"/>
            <ac:picMk id="6" creationId="{08ACF07C-71AF-419E-A5F8-2DD79BB23D12}"/>
          </ac:picMkLst>
        </pc:picChg>
        <pc:picChg chg="del">
          <ac:chgData name="dincerkonur@yahoo.com" userId="0cb337efb386619d" providerId="LiveId" clId="{97F9A30E-0818-4A0C-9F92-F11403ED6F06}" dt="2019-03-31T14:43:28.831" v="8015" actId="478"/>
          <ac:picMkLst>
            <pc:docMk/>
            <pc:sldMk cId="2583493958" sldId="391"/>
            <ac:picMk id="7" creationId="{D13312BD-B227-4570-A3AA-F8A2841F7165}"/>
          </ac:picMkLst>
        </pc:picChg>
        <pc:picChg chg="del">
          <ac:chgData name="dincerkonur@yahoo.com" userId="0cb337efb386619d" providerId="LiveId" clId="{97F9A30E-0818-4A0C-9F92-F11403ED6F06}" dt="2019-03-31T14:43:22.752" v="8013" actId="478"/>
          <ac:picMkLst>
            <pc:docMk/>
            <pc:sldMk cId="2583493958" sldId="391"/>
            <ac:picMk id="8" creationId="{8A8F0F82-ACE7-469E-BEFE-497F4D68E60A}"/>
          </ac:picMkLst>
        </pc:picChg>
        <pc:picChg chg="add mod">
          <ac:chgData name="dincerkonur@yahoo.com" userId="0cb337efb386619d" providerId="LiveId" clId="{97F9A30E-0818-4A0C-9F92-F11403ED6F06}" dt="2019-03-31T14:48:51.726" v="8188" actId="1076"/>
          <ac:picMkLst>
            <pc:docMk/>
            <pc:sldMk cId="2583493958" sldId="391"/>
            <ac:picMk id="10" creationId="{A966924F-67EF-448E-BAF5-4FA8AC771E66}"/>
          </ac:picMkLst>
        </pc:picChg>
      </pc:sldChg>
      <pc:sldChg chg="addSp delSp modSp add">
        <pc:chgData name="dincerkonur@yahoo.com" userId="0cb337efb386619d" providerId="LiveId" clId="{97F9A30E-0818-4A0C-9F92-F11403ED6F06}" dt="2019-03-31T15:09:19.590" v="8834" actId="1076"/>
        <pc:sldMkLst>
          <pc:docMk/>
          <pc:sldMk cId="420223239" sldId="392"/>
        </pc:sldMkLst>
        <pc:spChg chg="mod">
          <ac:chgData name="dincerkonur@yahoo.com" userId="0cb337efb386619d" providerId="LiveId" clId="{97F9A30E-0818-4A0C-9F92-F11403ED6F06}" dt="2019-03-31T15:09:17.441" v="8833" actId="14100"/>
          <ac:spMkLst>
            <pc:docMk/>
            <pc:sldMk cId="420223239" sldId="392"/>
            <ac:spMk id="3" creationId="{00000000-0000-0000-0000-000000000000}"/>
          </ac:spMkLst>
        </pc:spChg>
        <pc:spChg chg="del">
          <ac:chgData name="dincerkonur@yahoo.com" userId="0cb337efb386619d" providerId="LiveId" clId="{97F9A30E-0818-4A0C-9F92-F11403ED6F06}" dt="2019-03-31T14:50:16.654" v="8197" actId="478"/>
          <ac:spMkLst>
            <pc:docMk/>
            <pc:sldMk cId="420223239" sldId="392"/>
            <ac:spMk id="11" creationId="{56282CE8-BD4B-4D62-9337-73761FD17AC3}"/>
          </ac:spMkLst>
        </pc:spChg>
        <pc:picChg chg="del">
          <ac:chgData name="dincerkonur@yahoo.com" userId="0cb337efb386619d" providerId="LiveId" clId="{97F9A30E-0818-4A0C-9F92-F11403ED6F06}" dt="2019-03-31T14:50:19.675" v="8199" actId="478"/>
          <ac:picMkLst>
            <pc:docMk/>
            <pc:sldMk cId="420223239" sldId="392"/>
            <ac:picMk id="4" creationId="{34403CF7-9EEB-48CE-AB41-E0F2D51C82CF}"/>
          </ac:picMkLst>
        </pc:picChg>
        <pc:picChg chg="del">
          <ac:chgData name="dincerkonur@yahoo.com" userId="0cb337efb386619d" providerId="LiveId" clId="{97F9A30E-0818-4A0C-9F92-F11403ED6F06}" dt="2019-03-31T14:50:18.758" v="8198" actId="478"/>
          <ac:picMkLst>
            <pc:docMk/>
            <pc:sldMk cId="420223239" sldId="392"/>
            <ac:picMk id="5" creationId="{F9C70BD0-2E27-4D38-A3AB-E483B098E7C4}"/>
          </ac:picMkLst>
        </pc:picChg>
        <pc:picChg chg="add mod">
          <ac:chgData name="dincerkonur@yahoo.com" userId="0cb337efb386619d" providerId="LiveId" clId="{97F9A30E-0818-4A0C-9F92-F11403ED6F06}" dt="2019-03-31T15:09:19.590" v="8834" actId="1076"/>
          <ac:picMkLst>
            <pc:docMk/>
            <pc:sldMk cId="420223239" sldId="392"/>
            <ac:picMk id="6" creationId="{2A6F2563-5933-4193-9BEF-7A8B139C079A}"/>
          </ac:picMkLst>
        </pc:picChg>
        <pc:picChg chg="del">
          <ac:chgData name="dincerkonur@yahoo.com" userId="0cb337efb386619d" providerId="LiveId" clId="{97F9A30E-0818-4A0C-9F92-F11403ED6F06}" dt="2019-03-31T14:50:12.806" v="8196" actId="478"/>
          <ac:picMkLst>
            <pc:docMk/>
            <pc:sldMk cId="420223239" sldId="392"/>
            <ac:picMk id="10" creationId="{A966924F-67EF-448E-BAF5-4FA8AC771E66}"/>
          </ac:picMkLst>
        </pc:picChg>
      </pc:sldChg>
      <pc:sldChg chg="addSp delSp modSp add">
        <pc:chgData name="dincerkonur@yahoo.com" userId="0cb337efb386619d" providerId="LiveId" clId="{97F9A30E-0818-4A0C-9F92-F11403ED6F06}" dt="2019-03-31T15:16:19.132" v="9352" actId="1076"/>
        <pc:sldMkLst>
          <pc:docMk/>
          <pc:sldMk cId="2721125471" sldId="393"/>
        </pc:sldMkLst>
        <pc:spChg chg="mod">
          <ac:chgData name="dincerkonur@yahoo.com" userId="0cb337efb386619d" providerId="LiveId" clId="{97F9A30E-0818-4A0C-9F92-F11403ED6F06}" dt="2019-03-31T15:14:37.061" v="9345" actId="20577"/>
          <ac:spMkLst>
            <pc:docMk/>
            <pc:sldMk cId="2721125471" sldId="393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15:15:33.336" v="9349" actId="1076"/>
          <ac:picMkLst>
            <pc:docMk/>
            <pc:sldMk cId="2721125471" sldId="393"/>
            <ac:picMk id="5" creationId="{4A535CC3-A5AE-4E96-9225-6E4D71D0BC2D}"/>
          </ac:picMkLst>
        </pc:picChg>
        <pc:picChg chg="del">
          <ac:chgData name="dincerkonur@yahoo.com" userId="0cb337efb386619d" providerId="LiveId" clId="{97F9A30E-0818-4A0C-9F92-F11403ED6F06}" dt="2019-03-31T15:09:23.571" v="8835" actId="478"/>
          <ac:picMkLst>
            <pc:docMk/>
            <pc:sldMk cId="2721125471" sldId="393"/>
            <ac:picMk id="6" creationId="{2A6F2563-5933-4193-9BEF-7A8B139C079A}"/>
          </ac:picMkLst>
        </pc:picChg>
        <pc:picChg chg="add mod">
          <ac:chgData name="dincerkonur@yahoo.com" userId="0cb337efb386619d" providerId="LiveId" clId="{97F9A30E-0818-4A0C-9F92-F11403ED6F06}" dt="2019-03-31T15:16:19.132" v="9352" actId="1076"/>
          <ac:picMkLst>
            <pc:docMk/>
            <pc:sldMk cId="2721125471" sldId="393"/>
            <ac:picMk id="7" creationId="{AE2FFB2E-65C4-4830-A824-57C871C13A77}"/>
          </ac:picMkLst>
        </pc:picChg>
      </pc:sldChg>
      <pc:sldChg chg="delSp modSp add">
        <pc:chgData name="dincerkonur@yahoo.com" userId="0cb337efb386619d" providerId="LiveId" clId="{97F9A30E-0818-4A0C-9F92-F11403ED6F06}" dt="2019-03-31T17:41:37.570" v="10124" actId="207"/>
        <pc:sldMkLst>
          <pc:docMk/>
          <pc:sldMk cId="2012928832" sldId="394"/>
        </pc:sldMkLst>
        <pc:spChg chg="mod">
          <ac:chgData name="dincerkonur@yahoo.com" userId="0cb337efb386619d" providerId="LiveId" clId="{97F9A30E-0818-4A0C-9F92-F11403ED6F06}" dt="2019-03-31T17:41:37.570" v="10124" actId="207"/>
          <ac:spMkLst>
            <pc:docMk/>
            <pc:sldMk cId="2012928832" sldId="394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15:16:42.269" v="9355" actId="478"/>
          <ac:picMkLst>
            <pc:docMk/>
            <pc:sldMk cId="2012928832" sldId="394"/>
            <ac:picMk id="5" creationId="{4A535CC3-A5AE-4E96-9225-6E4D71D0BC2D}"/>
          </ac:picMkLst>
        </pc:picChg>
        <pc:picChg chg="del">
          <ac:chgData name="dincerkonur@yahoo.com" userId="0cb337efb386619d" providerId="LiveId" clId="{97F9A30E-0818-4A0C-9F92-F11403ED6F06}" dt="2019-03-31T15:16:43.026" v="9356" actId="478"/>
          <ac:picMkLst>
            <pc:docMk/>
            <pc:sldMk cId="2012928832" sldId="394"/>
            <ac:picMk id="7" creationId="{AE2FFB2E-65C4-4830-A824-57C871C13A77}"/>
          </ac:picMkLst>
        </pc:picChg>
      </pc:sldChg>
      <pc:sldChg chg="modSp add">
        <pc:chgData name="dincerkonur@yahoo.com" userId="0cb337efb386619d" providerId="LiveId" clId="{97F9A30E-0818-4A0C-9F92-F11403ED6F06}" dt="2019-03-31T17:42:06.637" v="10128" actId="207"/>
        <pc:sldMkLst>
          <pc:docMk/>
          <pc:sldMk cId="605074272" sldId="395"/>
        </pc:sldMkLst>
        <pc:spChg chg="mod">
          <ac:chgData name="dincerkonur@yahoo.com" userId="0cb337efb386619d" providerId="LiveId" clId="{97F9A30E-0818-4A0C-9F92-F11403ED6F06}" dt="2019-03-31T17:42:06.637" v="10128" actId="207"/>
          <ac:spMkLst>
            <pc:docMk/>
            <pc:sldMk cId="605074272" sldId="395"/>
            <ac:spMk id="3" creationId="{00000000-0000-0000-0000-000000000000}"/>
          </ac:spMkLst>
        </pc:spChg>
      </pc:sldChg>
      <pc:sldChg chg="modSp add">
        <pc:chgData name="dincerkonur@yahoo.com" userId="0cb337efb386619d" providerId="LiveId" clId="{97F9A30E-0818-4A0C-9F92-F11403ED6F06}" dt="2019-03-31T19:02:46.289" v="12309" actId="20577"/>
        <pc:sldMkLst>
          <pc:docMk/>
          <pc:sldMk cId="1264096533" sldId="396"/>
        </pc:sldMkLst>
        <pc:spChg chg="mod">
          <ac:chgData name="dincerkonur@yahoo.com" userId="0cb337efb386619d" providerId="LiveId" clId="{97F9A30E-0818-4A0C-9F92-F11403ED6F06}" dt="2019-03-31T18:36:29.029" v="10134"/>
          <ac:spMkLst>
            <pc:docMk/>
            <pc:sldMk cId="1264096533" sldId="396"/>
            <ac:spMk id="2" creationId="{00000000-0000-0000-0000-000000000000}"/>
          </ac:spMkLst>
        </pc:spChg>
        <pc:spChg chg="mod">
          <ac:chgData name="dincerkonur@yahoo.com" userId="0cb337efb386619d" providerId="LiveId" clId="{97F9A30E-0818-4A0C-9F92-F11403ED6F06}" dt="2019-03-31T19:02:46.289" v="12309" actId="20577"/>
          <ac:spMkLst>
            <pc:docMk/>
            <pc:sldMk cId="1264096533" sldId="396"/>
            <ac:spMk id="3" creationId="{00000000-0000-0000-0000-000000000000}"/>
          </ac:spMkLst>
        </pc:spChg>
      </pc:sldChg>
      <pc:sldChg chg="addSp modSp add">
        <pc:chgData name="dincerkonur@yahoo.com" userId="0cb337efb386619d" providerId="LiveId" clId="{97F9A30E-0818-4A0C-9F92-F11403ED6F06}" dt="2019-03-31T19:03:00.294" v="12311" actId="207"/>
        <pc:sldMkLst>
          <pc:docMk/>
          <pc:sldMk cId="2665880979" sldId="397"/>
        </pc:sldMkLst>
        <pc:spChg chg="mod">
          <ac:chgData name="dincerkonur@yahoo.com" userId="0cb337efb386619d" providerId="LiveId" clId="{97F9A30E-0818-4A0C-9F92-F11403ED6F06}" dt="2019-03-31T19:03:00.294" v="12311" actId="207"/>
          <ac:spMkLst>
            <pc:docMk/>
            <pc:sldMk cId="2665880979" sldId="397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18:54:33.181" v="11633" actId="1076"/>
          <ac:picMkLst>
            <pc:docMk/>
            <pc:sldMk cId="2665880979" sldId="397"/>
            <ac:picMk id="4" creationId="{92539854-4E08-4BD4-80C9-2D73EC46480D}"/>
          </ac:picMkLst>
        </pc:picChg>
        <pc:picChg chg="add mod">
          <ac:chgData name="dincerkonur@yahoo.com" userId="0cb337efb386619d" providerId="LiveId" clId="{97F9A30E-0818-4A0C-9F92-F11403ED6F06}" dt="2019-03-31T18:56:20.720" v="11827" actId="1076"/>
          <ac:picMkLst>
            <pc:docMk/>
            <pc:sldMk cId="2665880979" sldId="397"/>
            <ac:picMk id="5" creationId="{834380C2-CC7F-40DD-B7FC-0B61C618F043}"/>
          </ac:picMkLst>
        </pc:picChg>
      </pc:sldChg>
      <pc:sldChg chg="modSp add">
        <pc:chgData name="dincerkonur@yahoo.com" userId="0cb337efb386619d" providerId="LiveId" clId="{97F9A30E-0818-4A0C-9F92-F11403ED6F06}" dt="2019-03-31T19:03:23.106" v="12313" actId="207"/>
        <pc:sldMkLst>
          <pc:docMk/>
          <pc:sldMk cId="1038211469" sldId="398"/>
        </pc:sldMkLst>
        <pc:spChg chg="mod">
          <ac:chgData name="dincerkonur@yahoo.com" userId="0cb337efb386619d" providerId="LiveId" clId="{97F9A30E-0818-4A0C-9F92-F11403ED6F06}" dt="2019-03-31T19:03:23.106" v="12313" actId="207"/>
          <ac:spMkLst>
            <pc:docMk/>
            <pc:sldMk cId="1038211469" sldId="398"/>
            <ac:spMk id="3" creationId="{00000000-0000-0000-0000-000000000000}"/>
          </ac:spMkLst>
        </pc:spChg>
      </pc:sldChg>
      <pc:sldChg chg="addSp delSp modSp add">
        <pc:chgData name="dincerkonur@yahoo.com" userId="0cb337efb386619d" providerId="LiveId" clId="{97F9A30E-0818-4A0C-9F92-F11403ED6F06}" dt="2019-03-31T20:41:06.960" v="14014" actId="5793"/>
        <pc:sldMkLst>
          <pc:docMk/>
          <pc:sldMk cId="3548635421" sldId="399"/>
        </pc:sldMkLst>
        <pc:spChg chg="mod">
          <ac:chgData name="dincerkonur@yahoo.com" userId="0cb337efb386619d" providerId="LiveId" clId="{97F9A30E-0818-4A0C-9F92-F11403ED6F06}" dt="2019-03-31T19:15:03.643" v="12315"/>
          <ac:spMkLst>
            <pc:docMk/>
            <pc:sldMk cId="3548635421" sldId="399"/>
            <ac:spMk id="2" creationId="{00000000-0000-0000-0000-000000000000}"/>
          </ac:spMkLst>
        </pc:spChg>
        <pc:spChg chg="mod">
          <ac:chgData name="dincerkonur@yahoo.com" userId="0cb337efb386619d" providerId="LiveId" clId="{97F9A30E-0818-4A0C-9F92-F11403ED6F06}" dt="2019-03-31T20:41:06.960" v="14014" actId="5793"/>
          <ac:spMkLst>
            <pc:docMk/>
            <pc:sldMk cId="3548635421" sldId="399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19:16:30.412" v="12496" actId="478"/>
          <ac:picMkLst>
            <pc:docMk/>
            <pc:sldMk cId="3548635421" sldId="399"/>
            <ac:picMk id="4" creationId="{92539854-4E08-4BD4-80C9-2D73EC46480D}"/>
          </ac:picMkLst>
        </pc:picChg>
        <pc:picChg chg="del">
          <ac:chgData name="dincerkonur@yahoo.com" userId="0cb337efb386619d" providerId="LiveId" clId="{97F9A30E-0818-4A0C-9F92-F11403ED6F06}" dt="2019-03-31T19:16:31.770" v="12497" actId="478"/>
          <ac:picMkLst>
            <pc:docMk/>
            <pc:sldMk cId="3548635421" sldId="399"/>
            <ac:picMk id="5" creationId="{834380C2-CC7F-40DD-B7FC-0B61C618F043}"/>
          </ac:picMkLst>
        </pc:picChg>
        <pc:picChg chg="add del mod">
          <ac:chgData name="dincerkonur@yahoo.com" userId="0cb337efb386619d" providerId="LiveId" clId="{97F9A30E-0818-4A0C-9F92-F11403ED6F06}" dt="2019-03-31T20:39:23.996" v="13956"/>
          <ac:picMkLst>
            <pc:docMk/>
            <pc:sldMk cId="3548635421" sldId="399"/>
            <ac:picMk id="6" creationId="{AFFA5CF4-1806-48EC-A9DE-229C8047F6D0}"/>
          </ac:picMkLst>
        </pc:picChg>
        <pc:picChg chg="add del mod">
          <ac:chgData name="dincerkonur@yahoo.com" userId="0cb337efb386619d" providerId="LiveId" clId="{97F9A30E-0818-4A0C-9F92-F11403ED6F06}" dt="2019-03-31T20:39:23.996" v="13956"/>
          <ac:picMkLst>
            <pc:docMk/>
            <pc:sldMk cId="3548635421" sldId="399"/>
            <ac:picMk id="7" creationId="{7D27A118-D3CD-40DD-95D4-32EA8AFD9BA8}"/>
          </ac:picMkLst>
        </pc:picChg>
      </pc:sldChg>
      <pc:sldChg chg="addSp delSp modSp add">
        <pc:chgData name="dincerkonur@yahoo.com" userId="0cb337efb386619d" providerId="LiveId" clId="{97F9A30E-0818-4A0C-9F92-F11403ED6F06}" dt="2019-03-31T20:43:10.258" v="14082" actId="20577"/>
        <pc:sldMkLst>
          <pc:docMk/>
          <pc:sldMk cId="1234309972" sldId="400"/>
        </pc:sldMkLst>
        <pc:spChg chg="mod">
          <ac:chgData name="dincerkonur@yahoo.com" userId="0cb337efb386619d" providerId="LiveId" clId="{97F9A30E-0818-4A0C-9F92-F11403ED6F06}" dt="2019-03-31T20:43:10.258" v="14082" actId="20577"/>
          <ac:spMkLst>
            <pc:docMk/>
            <pc:sldMk cId="1234309972" sldId="400"/>
            <ac:spMk id="3" creationId="{00000000-0000-0000-0000-000000000000}"/>
          </ac:spMkLst>
        </pc:spChg>
        <pc:spChg chg="add mod">
          <ac:chgData name="dincerkonur@yahoo.com" userId="0cb337efb386619d" providerId="LiveId" clId="{97F9A30E-0818-4A0C-9F92-F11403ED6F06}" dt="2019-03-31T20:43:02.932" v="14081" actId="1076"/>
          <ac:spMkLst>
            <pc:docMk/>
            <pc:sldMk cId="1234309972" sldId="400"/>
            <ac:spMk id="11" creationId="{0F49C7A2-C630-47D7-98A9-635390A3B2DB}"/>
          </ac:spMkLst>
        </pc:spChg>
        <pc:picChg chg="add mod">
          <ac:chgData name="dincerkonur@yahoo.com" userId="0cb337efb386619d" providerId="LiveId" clId="{97F9A30E-0818-4A0C-9F92-F11403ED6F06}" dt="2019-03-31T20:42:10.865" v="14032" actId="1076"/>
          <ac:picMkLst>
            <pc:docMk/>
            <pc:sldMk cId="1234309972" sldId="400"/>
            <ac:picMk id="4" creationId="{66DEB4C0-2E9B-4EB0-94AE-391528D304B9}"/>
          </ac:picMkLst>
        </pc:picChg>
        <pc:picChg chg="add mod">
          <ac:chgData name="dincerkonur@yahoo.com" userId="0cb337efb386619d" providerId="LiveId" clId="{97F9A30E-0818-4A0C-9F92-F11403ED6F06}" dt="2019-03-31T20:41:37.260" v="14025" actId="1076"/>
          <ac:picMkLst>
            <pc:docMk/>
            <pc:sldMk cId="1234309972" sldId="400"/>
            <ac:picMk id="5" creationId="{A96CD7C9-C60B-46B2-A0D1-ED3233F369C4}"/>
          </ac:picMkLst>
        </pc:picChg>
        <pc:picChg chg="del">
          <ac:chgData name="dincerkonur@yahoo.com" userId="0cb337efb386619d" providerId="LiveId" clId="{97F9A30E-0818-4A0C-9F92-F11403ED6F06}" dt="2019-03-31T20:20:23.962" v="13367" actId="478"/>
          <ac:picMkLst>
            <pc:docMk/>
            <pc:sldMk cId="1234309972" sldId="400"/>
            <ac:picMk id="6" creationId="{AFFA5CF4-1806-48EC-A9DE-229C8047F6D0}"/>
          </ac:picMkLst>
        </pc:picChg>
        <pc:picChg chg="del">
          <ac:chgData name="dincerkonur@yahoo.com" userId="0cb337efb386619d" providerId="LiveId" clId="{97F9A30E-0818-4A0C-9F92-F11403ED6F06}" dt="2019-03-31T20:20:22.889" v="13366" actId="478"/>
          <ac:picMkLst>
            <pc:docMk/>
            <pc:sldMk cId="1234309972" sldId="400"/>
            <ac:picMk id="7" creationId="{7D27A118-D3CD-40DD-95D4-32EA8AFD9BA8}"/>
          </ac:picMkLst>
        </pc:picChg>
        <pc:picChg chg="add del mod">
          <ac:chgData name="dincerkonur@yahoo.com" userId="0cb337efb386619d" providerId="LiveId" clId="{97F9A30E-0818-4A0C-9F92-F11403ED6F06}" dt="2019-03-31T20:41:57.602" v="14029" actId="478"/>
          <ac:picMkLst>
            <pc:docMk/>
            <pc:sldMk cId="1234309972" sldId="400"/>
            <ac:picMk id="8" creationId="{C7043E7A-B8CE-4A4C-BCF1-B38CC52E97C6}"/>
          </ac:picMkLst>
        </pc:picChg>
        <pc:picChg chg="add mod">
          <ac:chgData name="dincerkonur@yahoo.com" userId="0cb337efb386619d" providerId="LiveId" clId="{97F9A30E-0818-4A0C-9F92-F11403ED6F06}" dt="2019-03-31T20:41:39.360" v="14026" actId="1076"/>
          <ac:picMkLst>
            <pc:docMk/>
            <pc:sldMk cId="1234309972" sldId="400"/>
            <ac:picMk id="9" creationId="{07AB0F8A-56CB-47BD-BADB-650989DBCCE2}"/>
          </ac:picMkLst>
        </pc:picChg>
        <pc:picChg chg="add mod">
          <ac:chgData name="dincerkonur@yahoo.com" userId="0cb337efb386619d" providerId="LiveId" clId="{97F9A30E-0818-4A0C-9F92-F11403ED6F06}" dt="2019-03-31T20:39:32.699" v="13958" actId="1076"/>
          <ac:picMkLst>
            <pc:docMk/>
            <pc:sldMk cId="1234309972" sldId="400"/>
            <ac:picMk id="10" creationId="{4358EB1E-CCE6-4D5B-938C-0B2B0D5FC45A}"/>
          </ac:picMkLst>
        </pc:picChg>
      </pc:sldChg>
      <pc:sldChg chg="addSp delSp modSp add">
        <pc:chgData name="dincerkonur@yahoo.com" userId="0cb337efb386619d" providerId="LiveId" clId="{97F9A30E-0818-4A0C-9F92-F11403ED6F06}" dt="2019-03-31T20:57:46.047" v="14511" actId="1076"/>
        <pc:sldMkLst>
          <pc:docMk/>
          <pc:sldMk cId="1938296276" sldId="401"/>
        </pc:sldMkLst>
        <pc:spChg chg="mod">
          <ac:chgData name="dincerkonur@yahoo.com" userId="0cb337efb386619d" providerId="LiveId" clId="{97F9A30E-0818-4A0C-9F92-F11403ED6F06}" dt="2019-03-31T20:57:39.254" v="14509" actId="20577"/>
          <ac:spMkLst>
            <pc:docMk/>
            <pc:sldMk cId="1938296276" sldId="401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20:36:12.871" v="13641" actId="478"/>
          <ac:picMkLst>
            <pc:docMk/>
            <pc:sldMk cId="1938296276" sldId="401"/>
            <ac:picMk id="4" creationId="{66DEB4C0-2E9B-4EB0-94AE-391528D304B9}"/>
          </ac:picMkLst>
        </pc:picChg>
        <pc:picChg chg="del">
          <ac:chgData name="dincerkonur@yahoo.com" userId="0cb337efb386619d" providerId="LiveId" clId="{97F9A30E-0818-4A0C-9F92-F11403ED6F06}" dt="2019-03-31T20:33:45.745" v="13631" actId="478"/>
          <ac:picMkLst>
            <pc:docMk/>
            <pc:sldMk cId="1938296276" sldId="401"/>
            <ac:picMk id="5" creationId="{A96CD7C9-C60B-46B2-A0D1-ED3233F369C4}"/>
          </ac:picMkLst>
        </pc:picChg>
        <pc:picChg chg="add mod">
          <ac:chgData name="dincerkonur@yahoo.com" userId="0cb337efb386619d" providerId="LiveId" clId="{97F9A30E-0818-4A0C-9F92-F11403ED6F06}" dt="2019-03-31T20:57:46.047" v="14511" actId="1076"/>
          <ac:picMkLst>
            <pc:docMk/>
            <pc:sldMk cId="1938296276" sldId="401"/>
            <ac:picMk id="6" creationId="{8D837182-B0C5-484B-B4B5-05386A497634}"/>
          </ac:picMkLst>
        </pc:picChg>
        <pc:picChg chg="add mod">
          <ac:chgData name="dincerkonur@yahoo.com" userId="0cb337efb386619d" providerId="LiveId" clId="{97F9A30E-0818-4A0C-9F92-F11403ED6F06}" dt="2019-03-31T20:57:43.231" v="14510" actId="1076"/>
          <ac:picMkLst>
            <pc:docMk/>
            <pc:sldMk cId="1938296276" sldId="401"/>
            <ac:picMk id="7" creationId="{46EB2D29-0448-46BB-A0FA-79D1A6AC1A9C}"/>
          </ac:picMkLst>
        </pc:picChg>
        <pc:picChg chg="del">
          <ac:chgData name="dincerkonur@yahoo.com" userId="0cb337efb386619d" providerId="LiveId" clId="{97F9A30E-0818-4A0C-9F92-F11403ED6F06}" dt="2019-03-31T20:33:47.069" v="13632" actId="478"/>
          <ac:picMkLst>
            <pc:docMk/>
            <pc:sldMk cId="1938296276" sldId="401"/>
            <ac:picMk id="8" creationId="{C7043E7A-B8CE-4A4C-BCF1-B38CC52E97C6}"/>
          </ac:picMkLst>
        </pc:picChg>
      </pc:sldChg>
      <pc:sldChg chg="addSp delSp modSp add">
        <pc:chgData name="dincerkonur@yahoo.com" userId="0cb337efb386619d" providerId="LiveId" clId="{97F9A30E-0818-4A0C-9F92-F11403ED6F06}" dt="2019-03-31T21:00:05.439" v="14605" actId="20577"/>
        <pc:sldMkLst>
          <pc:docMk/>
          <pc:sldMk cId="1336707702" sldId="402"/>
        </pc:sldMkLst>
        <pc:spChg chg="mod">
          <ac:chgData name="dincerkonur@yahoo.com" userId="0cb337efb386619d" providerId="LiveId" clId="{97F9A30E-0818-4A0C-9F92-F11403ED6F06}" dt="2019-03-31T21:00:05.439" v="14605" actId="20577"/>
          <ac:spMkLst>
            <pc:docMk/>
            <pc:sldMk cId="1336707702" sldId="402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20:59:47.046" v="14542" actId="1076"/>
          <ac:picMkLst>
            <pc:docMk/>
            <pc:sldMk cId="1336707702" sldId="402"/>
            <ac:picMk id="4" creationId="{BF891C3A-2E7A-4239-A154-E86FE6BD51A5}"/>
          </ac:picMkLst>
        </pc:picChg>
        <pc:picChg chg="add mod">
          <ac:chgData name="dincerkonur@yahoo.com" userId="0cb337efb386619d" providerId="LiveId" clId="{97F9A30E-0818-4A0C-9F92-F11403ED6F06}" dt="2019-03-31T20:59:48.887" v="14543" actId="1076"/>
          <ac:picMkLst>
            <pc:docMk/>
            <pc:sldMk cId="1336707702" sldId="402"/>
            <ac:picMk id="5" creationId="{326F8E84-0BD9-418E-8B04-6FDA0269ABC6}"/>
          </ac:picMkLst>
        </pc:picChg>
        <pc:picChg chg="del">
          <ac:chgData name="dincerkonur@yahoo.com" userId="0cb337efb386619d" providerId="LiveId" clId="{97F9A30E-0818-4A0C-9F92-F11403ED6F06}" dt="2019-03-31T20:57:55.504" v="14515" actId="478"/>
          <ac:picMkLst>
            <pc:docMk/>
            <pc:sldMk cId="1336707702" sldId="402"/>
            <ac:picMk id="6" creationId="{8D837182-B0C5-484B-B4B5-05386A497634}"/>
          </ac:picMkLst>
        </pc:picChg>
        <pc:picChg chg="del">
          <ac:chgData name="dincerkonur@yahoo.com" userId="0cb337efb386619d" providerId="LiveId" clId="{97F9A30E-0818-4A0C-9F92-F11403ED6F06}" dt="2019-03-31T20:57:52.357" v="14513" actId="478"/>
          <ac:picMkLst>
            <pc:docMk/>
            <pc:sldMk cId="1336707702" sldId="402"/>
            <ac:picMk id="7" creationId="{46EB2D29-0448-46BB-A0FA-79D1A6AC1A9C}"/>
          </ac:picMkLst>
        </pc:picChg>
      </pc:sldChg>
      <pc:sldChg chg="modSp add">
        <pc:chgData name="dincerkonur@yahoo.com" userId="0cb337efb386619d" providerId="LiveId" clId="{97F9A30E-0818-4A0C-9F92-F11403ED6F06}" dt="2019-03-31T21:00:48.796" v="14608" actId="207"/>
        <pc:sldMkLst>
          <pc:docMk/>
          <pc:sldMk cId="3862751159" sldId="403"/>
        </pc:sldMkLst>
        <pc:spChg chg="mod">
          <ac:chgData name="dincerkonur@yahoo.com" userId="0cb337efb386619d" providerId="LiveId" clId="{97F9A30E-0818-4A0C-9F92-F11403ED6F06}" dt="2019-03-31T21:00:48.796" v="14608" actId="207"/>
          <ac:spMkLst>
            <pc:docMk/>
            <pc:sldMk cId="3862751159" sldId="403"/>
            <ac:spMk id="3" creationId="{00000000-0000-0000-0000-000000000000}"/>
          </ac:spMkLst>
        </pc:spChg>
      </pc:sldChg>
      <pc:sldChg chg="addSp delSp modSp add">
        <pc:chgData name="dincerkonur@yahoo.com" userId="0cb337efb386619d" providerId="LiveId" clId="{97F9A30E-0818-4A0C-9F92-F11403ED6F06}" dt="2019-03-31T21:30:27.588" v="15098" actId="1076"/>
        <pc:sldMkLst>
          <pc:docMk/>
          <pc:sldMk cId="1178505972" sldId="404"/>
        </pc:sldMkLst>
        <pc:spChg chg="mod">
          <ac:chgData name="dincerkonur@yahoo.com" userId="0cb337efb386619d" providerId="LiveId" clId="{97F9A30E-0818-4A0C-9F92-F11403ED6F06}" dt="2019-03-31T21:01:10.905" v="14613"/>
          <ac:spMkLst>
            <pc:docMk/>
            <pc:sldMk cId="1178505972" sldId="404"/>
            <ac:spMk id="2" creationId="{00000000-0000-0000-0000-000000000000}"/>
          </ac:spMkLst>
        </pc:spChg>
        <pc:spChg chg="mod">
          <ac:chgData name="dincerkonur@yahoo.com" userId="0cb337efb386619d" providerId="LiveId" clId="{97F9A30E-0818-4A0C-9F92-F11403ED6F06}" dt="2019-03-31T21:29:37.842" v="15093" actId="20577"/>
          <ac:spMkLst>
            <pc:docMk/>
            <pc:sldMk cId="1178505972" sldId="404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21:00:56.886" v="14610" actId="478"/>
          <ac:picMkLst>
            <pc:docMk/>
            <pc:sldMk cId="1178505972" sldId="404"/>
            <ac:picMk id="4" creationId="{BF891C3A-2E7A-4239-A154-E86FE6BD51A5}"/>
          </ac:picMkLst>
        </pc:picChg>
        <pc:picChg chg="del">
          <ac:chgData name="dincerkonur@yahoo.com" userId="0cb337efb386619d" providerId="LiveId" clId="{97F9A30E-0818-4A0C-9F92-F11403ED6F06}" dt="2019-03-31T21:00:57.693" v="14611" actId="478"/>
          <ac:picMkLst>
            <pc:docMk/>
            <pc:sldMk cId="1178505972" sldId="404"/>
            <ac:picMk id="5" creationId="{326F8E84-0BD9-418E-8B04-6FDA0269ABC6}"/>
          </ac:picMkLst>
        </pc:picChg>
        <pc:picChg chg="add mod">
          <ac:chgData name="dincerkonur@yahoo.com" userId="0cb337efb386619d" providerId="LiveId" clId="{97F9A30E-0818-4A0C-9F92-F11403ED6F06}" dt="2019-03-31T21:30:03.760" v="15095" actId="1076"/>
          <ac:picMkLst>
            <pc:docMk/>
            <pc:sldMk cId="1178505972" sldId="404"/>
            <ac:picMk id="6" creationId="{F6BCA4CB-CEBA-4BF2-AD31-62916D10E2D5}"/>
          </ac:picMkLst>
        </pc:picChg>
        <pc:picChg chg="add mod">
          <ac:chgData name="dincerkonur@yahoo.com" userId="0cb337efb386619d" providerId="LiveId" clId="{97F9A30E-0818-4A0C-9F92-F11403ED6F06}" dt="2019-03-31T21:30:27.588" v="15098" actId="1076"/>
          <ac:picMkLst>
            <pc:docMk/>
            <pc:sldMk cId="1178505972" sldId="404"/>
            <ac:picMk id="7" creationId="{EF882E7A-93A3-47F2-B0C6-8EEFE9646FD4}"/>
          </ac:picMkLst>
        </pc:picChg>
      </pc:sldChg>
      <pc:sldChg chg="addSp delSp modSp add">
        <pc:chgData name="dincerkonur@yahoo.com" userId="0cb337efb386619d" providerId="LiveId" clId="{97F9A30E-0818-4A0C-9F92-F11403ED6F06}" dt="2019-03-31T21:32:16.126" v="15219" actId="1076"/>
        <pc:sldMkLst>
          <pc:docMk/>
          <pc:sldMk cId="732965076" sldId="405"/>
        </pc:sldMkLst>
        <pc:spChg chg="mod">
          <ac:chgData name="dincerkonur@yahoo.com" userId="0cb337efb386619d" providerId="LiveId" clId="{97F9A30E-0818-4A0C-9F92-F11403ED6F06}" dt="2019-03-31T21:31:44.966" v="15215" actId="20577"/>
          <ac:spMkLst>
            <pc:docMk/>
            <pc:sldMk cId="732965076" sldId="405"/>
            <ac:spMk id="3" creationId="{00000000-0000-0000-0000-000000000000}"/>
          </ac:spMkLst>
        </pc:spChg>
        <pc:picChg chg="add mod">
          <ac:chgData name="dincerkonur@yahoo.com" userId="0cb337efb386619d" providerId="LiveId" clId="{97F9A30E-0818-4A0C-9F92-F11403ED6F06}" dt="2019-03-31T21:32:16.126" v="15219" actId="1076"/>
          <ac:picMkLst>
            <pc:docMk/>
            <pc:sldMk cId="732965076" sldId="405"/>
            <ac:picMk id="4" creationId="{917B2205-56BA-4053-91CB-B23B92F0E6CB}"/>
          </ac:picMkLst>
        </pc:picChg>
        <pc:picChg chg="add mod">
          <ac:chgData name="dincerkonur@yahoo.com" userId="0cb337efb386619d" providerId="LiveId" clId="{97F9A30E-0818-4A0C-9F92-F11403ED6F06}" dt="2019-03-31T21:32:14.086" v="15218" actId="1076"/>
          <ac:picMkLst>
            <pc:docMk/>
            <pc:sldMk cId="732965076" sldId="405"/>
            <ac:picMk id="5" creationId="{D41BA419-D431-4979-90D6-CFC3FC674560}"/>
          </ac:picMkLst>
        </pc:picChg>
        <pc:picChg chg="del">
          <ac:chgData name="dincerkonur@yahoo.com" userId="0cb337efb386619d" providerId="LiveId" clId="{97F9A30E-0818-4A0C-9F92-F11403ED6F06}" dt="2019-03-31T21:30:43.072" v="15101" actId="478"/>
          <ac:picMkLst>
            <pc:docMk/>
            <pc:sldMk cId="732965076" sldId="405"/>
            <ac:picMk id="6" creationId="{F6BCA4CB-CEBA-4BF2-AD31-62916D10E2D5}"/>
          </ac:picMkLst>
        </pc:picChg>
        <pc:picChg chg="del">
          <ac:chgData name="dincerkonur@yahoo.com" userId="0cb337efb386619d" providerId="LiveId" clId="{97F9A30E-0818-4A0C-9F92-F11403ED6F06}" dt="2019-03-31T21:30:43.821" v="15102" actId="478"/>
          <ac:picMkLst>
            <pc:docMk/>
            <pc:sldMk cId="732965076" sldId="405"/>
            <ac:picMk id="7" creationId="{EF882E7A-93A3-47F2-B0C6-8EEFE9646FD4}"/>
          </ac:picMkLst>
        </pc:picChg>
      </pc:sldChg>
      <pc:sldChg chg="delSp modSp add">
        <pc:chgData name="dincerkonur@yahoo.com" userId="0cb337efb386619d" providerId="LiveId" clId="{97F9A30E-0818-4A0C-9F92-F11403ED6F06}" dt="2019-03-31T21:35:34.373" v="15882" actId="20577"/>
        <pc:sldMkLst>
          <pc:docMk/>
          <pc:sldMk cId="750879836" sldId="406"/>
        </pc:sldMkLst>
        <pc:spChg chg="mod">
          <ac:chgData name="dincerkonur@yahoo.com" userId="0cb337efb386619d" providerId="LiveId" clId="{97F9A30E-0818-4A0C-9F92-F11403ED6F06}" dt="2019-03-31T21:35:34.373" v="15882" actId="20577"/>
          <ac:spMkLst>
            <pc:docMk/>
            <pc:sldMk cId="750879836" sldId="406"/>
            <ac:spMk id="3" creationId="{00000000-0000-0000-0000-000000000000}"/>
          </ac:spMkLst>
        </pc:spChg>
        <pc:picChg chg="del">
          <ac:chgData name="dincerkonur@yahoo.com" userId="0cb337efb386619d" providerId="LiveId" clId="{97F9A30E-0818-4A0C-9F92-F11403ED6F06}" dt="2019-03-31T21:32:30.408" v="15221" actId="478"/>
          <ac:picMkLst>
            <pc:docMk/>
            <pc:sldMk cId="750879836" sldId="406"/>
            <ac:picMk id="4" creationId="{917B2205-56BA-4053-91CB-B23B92F0E6CB}"/>
          </ac:picMkLst>
        </pc:picChg>
        <pc:picChg chg="del">
          <ac:chgData name="dincerkonur@yahoo.com" userId="0cb337efb386619d" providerId="LiveId" clId="{97F9A30E-0818-4A0C-9F92-F11403ED6F06}" dt="2019-03-31T21:32:33.450" v="15222" actId="478"/>
          <ac:picMkLst>
            <pc:docMk/>
            <pc:sldMk cId="750879836" sldId="406"/>
            <ac:picMk id="5" creationId="{D41BA419-D431-4979-90D6-CFC3FC674560}"/>
          </ac:picMkLst>
        </pc:picChg>
      </pc:sldChg>
    </pc:docChg>
  </pc:docChgLst>
  <pc:docChgLst>
    <pc:chgData name="Sahan Konur, Sahika" userId="739a6e03-9a4a-49c6-a350-571b31db94be" providerId="ADAL" clId="{42B0C9B8-4E6B-4CC1-A67C-26F4FDC0CB13}"/>
    <pc:docChg chg="custSel modSld">
      <pc:chgData name="Sahan Konur, Sahika" userId="739a6e03-9a4a-49c6-a350-571b31db94be" providerId="ADAL" clId="{42B0C9B8-4E6B-4CC1-A67C-26F4FDC0CB13}" dt="2024-04-03T00:48:34.477" v="20" actId="404"/>
      <pc:docMkLst>
        <pc:docMk/>
      </pc:docMkLst>
      <pc:sldChg chg="delSp modSp mod">
        <pc:chgData name="Sahan Konur, Sahika" userId="739a6e03-9a4a-49c6-a350-571b31db94be" providerId="ADAL" clId="{42B0C9B8-4E6B-4CC1-A67C-26F4FDC0CB13}" dt="2024-04-03T00:48:34.477" v="20" actId="404"/>
        <pc:sldMkLst>
          <pc:docMk/>
          <pc:sldMk cId="2541942282" sldId="256"/>
        </pc:sldMkLst>
        <pc:spChg chg="mod">
          <ac:chgData name="Sahan Konur, Sahika" userId="739a6e03-9a4a-49c6-a350-571b31db94be" providerId="ADAL" clId="{42B0C9B8-4E6B-4CC1-A67C-26F4FDC0CB13}" dt="2024-04-03T00:48:34.477" v="20" actId="404"/>
          <ac:spMkLst>
            <pc:docMk/>
            <pc:sldMk cId="2541942282" sldId="256"/>
            <ac:spMk id="2" creationId="{00000000-0000-0000-0000-000000000000}"/>
          </ac:spMkLst>
        </pc:spChg>
        <pc:spChg chg="del">
          <ac:chgData name="Sahan Konur, Sahika" userId="739a6e03-9a4a-49c6-a350-571b31db94be" providerId="ADAL" clId="{42B0C9B8-4E6B-4CC1-A67C-26F4FDC0CB13}" dt="2024-04-03T00:48:15.231" v="12" actId="478"/>
          <ac:spMkLst>
            <pc:docMk/>
            <pc:sldMk cId="2541942282" sldId="256"/>
            <ac:spMk id="3" creationId="{00000000-0000-0000-0000-000000000000}"/>
          </ac:spMkLst>
        </pc:spChg>
      </pc:sldChg>
    </pc:docChg>
  </pc:docChgLst>
  <pc:docChgLst>
    <pc:chgData name="dincerkonur@yahoo.com" userId="0cb337efb386619d" providerId="LiveId" clId="{8861806D-F7E8-4E44-A038-AAC51D284870}"/>
    <pc:docChg chg="undo custSel addSld delSld modSld">
      <pc:chgData name="dincerkonur@yahoo.com" userId="0cb337efb386619d" providerId="LiveId" clId="{8861806D-F7E8-4E44-A038-AAC51D284870}" dt="2019-03-19T20:02:27.801" v="3721" actId="20577"/>
      <pc:docMkLst>
        <pc:docMk/>
      </pc:docMkLst>
      <pc:sldChg chg="modSp">
        <pc:chgData name="dincerkonur@yahoo.com" userId="0cb337efb386619d" providerId="LiveId" clId="{8861806D-F7E8-4E44-A038-AAC51D284870}" dt="2019-03-19T13:45:15.038" v="21" actId="20577"/>
        <pc:sldMkLst>
          <pc:docMk/>
          <pc:sldMk cId="2541942282" sldId="256"/>
        </pc:sldMkLst>
        <pc:spChg chg="mod">
          <ac:chgData name="dincerkonur@yahoo.com" userId="0cb337efb386619d" providerId="LiveId" clId="{8861806D-F7E8-4E44-A038-AAC51D284870}" dt="2019-03-19T13:45:15.038" v="21" actId="20577"/>
          <ac:spMkLst>
            <pc:docMk/>
            <pc:sldMk cId="2541942282" sldId="256"/>
            <ac:spMk id="2" creationId="{00000000-0000-0000-0000-000000000000}"/>
          </ac:spMkLst>
        </pc:spChg>
      </pc:sldChg>
      <pc:sldChg chg="modSp">
        <pc:chgData name="dincerkonur@yahoo.com" userId="0cb337efb386619d" providerId="LiveId" clId="{8861806D-F7E8-4E44-A038-AAC51D284870}" dt="2019-03-19T14:48:09.777" v="247" actId="20577"/>
        <pc:sldMkLst>
          <pc:docMk/>
          <pc:sldMk cId="2474569206" sldId="260"/>
        </pc:sldMkLst>
        <pc:spChg chg="mod">
          <ac:chgData name="dincerkonur@yahoo.com" userId="0cb337efb386619d" providerId="LiveId" clId="{8861806D-F7E8-4E44-A038-AAC51D284870}" dt="2019-03-19T14:48:09.777" v="247" actId="20577"/>
          <ac:spMkLst>
            <pc:docMk/>
            <pc:sldMk cId="2474569206" sldId="260"/>
            <ac:spMk id="3" creationId="{00000000-0000-0000-0000-000000000000}"/>
          </ac:spMkLst>
        </pc:spChg>
      </pc:sldChg>
      <pc:sldChg chg="addSp delSp modSp">
        <pc:chgData name="dincerkonur@yahoo.com" userId="0cb337efb386619d" providerId="LiveId" clId="{8861806D-F7E8-4E44-A038-AAC51D284870}" dt="2019-03-19T14:59:26.182" v="574" actId="478"/>
        <pc:sldMkLst>
          <pc:docMk/>
          <pc:sldMk cId="914106071" sldId="337"/>
        </pc:sldMkLst>
        <pc:spChg chg="mod">
          <ac:chgData name="dincerkonur@yahoo.com" userId="0cb337efb386619d" providerId="LiveId" clId="{8861806D-F7E8-4E44-A038-AAC51D284870}" dt="2019-03-19T14:50:52.790" v="255"/>
          <ac:spMkLst>
            <pc:docMk/>
            <pc:sldMk cId="914106071" sldId="337"/>
            <ac:spMk id="2" creationId="{00000000-0000-0000-0000-000000000000}"/>
          </ac:spMkLst>
        </pc:spChg>
        <pc:spChg chg="mod">
          <ac:chgData name="dincerkonur@yahoo.com" userId="0cb337efb386619d" providerId="LiveId" clId="{8861806D-F7E8-4E44-A038-AAC51D284870}" dt="2019-03-19T14:53:29.291" v="329" actId="20577"/>
          <ac:spMkLst>
            <pc:docMk/>
            <pc:sldMk cId="914106071" sldId="337"/>
            <ac:spMk id="3" creationId="{00000000-0000-0000-0000-000000000000}"/>
          </ac:spMkLst>
        </pc:spChg>
        <pc:spChg chg="add mod">
          <ac:chgData name="dincerkonur@yahoo.com" userId="0cb337efb386619d" providerId="LiveId" clId="{8861806D-F7E8-4E44-A038-AAC51D284870}" dt="2019-03-19T14:55:19.354" v="423" actId="1076"/>
          <ac:spMkLst>
            <pc:docMk/>
            <pc:sldMk cId="914106071" sldId="337"/>
            <ac:spMk id="5" creationId="{3D174346-2B56-441C-B46C-AD85AEEB122D}"/>
          </ac:spMkLst>
        </pc:spChg>
        <pc:picChg chg="add mod">
          <ac:chgData name="dincerkonur@yahoo.com" userId="0cb337efb386619d" providerId="LiveId" clId="{8861806D-F7E8-4E44-A038-AAC51D284870}" dt="2019-03-19T14:55:02.176" v="375" actId="1076"/>
          <ac:picMkLst>
            <pc:docMk/>
            <pc:sldMk cId="914106071" sldId="337"/>
            <ac:picMk id="4" creationId="{6E1EA4DB-02D3-48DE-9DF9-E50DECC12DA8}"/>
          </ac:picMkLst>
        </pc:picChg>
        <pc:picChg chg="add del mod">
          <ac:chgData name="dincerkonur@yahoo.com" userId="0cb337efb386619d" providerId="LiveId" clId="{8861806D-F7E8-4E44-A038-AAC51D284870}" dt="2019-03-19T14:59:26.182" v="574" actId="478"/>
          <ac:picMkLst>
            <pc:docMk/>
            <pc:sldMk cId="914106071" sldId="337"/>
            <ac:picMk id="6" creationId="{0B36D863-6317-4528-9BBB-F64B3C6E922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89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57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68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56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88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74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74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2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91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72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17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7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33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33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51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72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02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48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48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27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17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26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4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69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24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585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780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048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131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55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699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685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826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495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36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711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327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406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413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932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664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089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227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170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304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309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305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398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07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1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099-EF0D-4B9A-BBFF-09FBE6BF6054}" type="datetime1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B1E3B061-4FCE-4A21-AC74-81FE2BC5CF3E}" type="datetime1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9F54-5CF2-4FD0-836E-B479A78D51A3}" type="datetime1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33E6-EEC8-49F6-86B1-D403F7BCF2D7}" type="datetime1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C5F4-FF8A-4310-ACDA-118E50908757}" type="datetime1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CC70-ED3C-42E3-B9D4-4CDAF46FBF6D}" type="datetime1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83FA-2A64-4953-B019-1B95DE5F0E9D}" type="datetime1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9A69-C0C1-4748-81A5-B3EAE2845645}" type="datetime1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0C7C-8B0D-4808-9EE9-6B3127DD99F3}" type="datetime1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8BD7-923F-4248-A98A-25295194946A}" type="datetime1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94-316C-4F17-807F-67A425FEAD68}" type="datetime1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8F577-5F6A-4371-8B61-A5EB0D2162DC}" type="datetime1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ist_of_probability_distributio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rms.com/" TargetMode="External"/><Relationship Id="rId7" Type="http://schemas.openxmlformats.org/officeDocument/2006/relationships/hyperlink" Target="http://www.palisade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athwave.com/" TargetMode="External"/><Relationship Id="rId5" Type="http://schemas.openxmlformats.org/officeDocument/2006/relationships/hyperlink" Target="http://www.r-project.org/" TargetMode="External"/><Relationship Id="rId4" Type="http://schemas.openxmlformats.org/officeDocument/2006/relationships/hyperlink" Target="http://www.averill-law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oodness_of_fi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i-squared_test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en.wikipedia.org/wiki/Kolmogorov%E2%80%93Smirnov_test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425" y="2298659"/>
            <a:ext cx="11487150" cy="2387600"/>
          </a:xfrm>
        </p:spPr>
        <p:txBody>
          <a:bodyPr>
            <a:normAutofit/>
          </a:bodyPr>
          <a:lstStyle/>
          <a:p>
            <a:r>
              <a:rPr lang="en-US" sz="3200" dirty="0"/>
              <a:t>QMST 5335</a:t>
            </a:r>
            <a:br>
              <a:rPr lang="en-US" sz="3200" dirty="0"/>
            </a:br>
            <a:r>
              <a:rPr lang="en-US" sz="2400" dirty="0"/>
              <a:t>Module 3.2</a:t>
            </a:r>
            <a:br>
              <a:rPr lang="en-US" sz="5400" dirty="0"/>
            </a:br>
            <a:r>
              <a:rPr lang="en-US" b="1" dirty="0"/>
              <a:t>Input Analyses</a:t>
            </a:r>
            <a:br>
              <a:rPr lang="en-US" sz="5400" dirty="0"/>
            </a:br>
            <a:endParaRPr 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94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the basics of input requirements and input types</a:t>
            </a:r>
          </a:p>
          <a:p>
            <a:r>
              <a:rPr lang="en-US" dirty="0"/>
              <a:t>Learning basics of and some tools for distribution fitting </a:t>
            </a:r>
          </a:p>
          <a:p>
            <a:r>
              <a:rPr lang="en-US" dirty="0"/>
              <a:t>Learning basics of random number generation and random variates</a:t>
            </a:r>
          </a:p>
          <a:p>
            <a:r>
              <a:rPr lang="en-US" dirty="0"/>
              <a:t>Understanding the basics of simulation experimentation design input parameters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50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Analysis and Types of Input </a:t>
            </a:r>
          </a:p>
          <a:p>
            <a:r>
              <a:rPr lang="en-US" dirty="0"/>
              <a:t>Specifying Univariate Input Distributions </a:t>
            </a:r>
          </a:p>
          <a:p>
            <a:r>
              <a:rPr lang="en-US" dirty="0"/>
              <a:t>Distribution Fitting and Stat::Fit </a:t>
            </a:r>
          </a:p>
          <a:p>
            <a:r>
              <a:rPr lang="en-US" dirty="0"/>
              <a:t>Goodness of Fit and Fitting Issues </a:t>
            </a:r>
          </a:p>
          <a:p>
            <a:r>
              <a:rPr lang="en-US" dirty="0"/>
              <a:t>Random-Number Generators &amp; Random Variates 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/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49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Analysis and Types of Input </a:t>
            </a:r>
          </a:p>
          <a:p>
            <a:r>
              <a:rPr lang="en-US" dirty="0">
                <a:solidFill>
                  <a:schemeClr val="bg2"/>
                </a:solidFill>
              </a:rPr>
              <a:t>Specifying Univariate Input Distributions </a:t>
            </a:r>
          </a:p>
          <a:p>
            <a:r>
              <a:rPr lang="en-US" dirty="0">
                <a:solidFill>
                  <a:schemeClr val="bg2"/>
                </a:solidFill>
              </a:rPr>
              <a:t>Distribution Fitting and Stat::Fit </a:t>
            </a:r>
          </a:p>
          <a:p>
            <a:r>
              <a:rPr lang="en-US" dirty="0">
                <a:solidFill>
                  <a:schemeClr val="bg2"/>
                </a:solidFill>
              </a:rPr>
              <a:t>Goodness of Fit and Fitting Issues </a:t>
            </a:r>
          </a:p>
          <a:p>
            <a:r>
              <a:rPr lang="en-US" dirty="0">
                <a:solidFill>
                  <a:schemeClr val="bg2"/>
                </a:solidFill>
              </a:rPr>
              <a:t>Random-Number Generators &amp; Random Variates 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71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7990101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 the simulation process:</a:t>
            </a:r>
          </a:p>
          <a:p>
            <a:pPr lvl="1"/>
            <a:r>
              <a:rPr lang="en-US" dirty="0"/>
              <a:t>Input analysis is a key step!</a:t>
            </a:r>
          </a:p>
          <a:p>
            <a:r>
              <a:rPr lang="en-US" dirty="0"/>
              <a:t>Many systems we simulate include randomness, represented with probability distributions, and, typically, we generate values from these distributions</a:t>
            </a:r>
          </a:p>
          <a:p>
            <a:r>
              <a:rPr lang="en-US" dirty="0"/>
              <a:t>Two questions arise:</a:t>
            </a:r>
          </a:p>
          <a:p>
            <a:pPr lvl="1"/>
            <a:r>
              <a:rPr lang="en-US" dirty="0"/>
              <a:t>How do we specify the input distributions?</a:t>
            </a:r>
          </a:p>
          <a:p>
            <a:pPr lvl="1"/>
            <a:r>
              <a:rPr lang="en-US" dirty="0"/>
              <a:t>Once we know the input distributions, how do we generate values from these distributions to run the simulation model?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8168C-2C6C-4254-A010-8361CC04E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020" y="1326430"/>
            <a:ext cx="3491229" cy="3130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CDE290-204D-4BF8-AA1A-7BB4AAB53770}"/>
              </a:ext>
            </a:extLst>
          </p:cNvPr>
          <p:cNvSpPr/>
          <p:nvPr/>
        </p:nvSpPr>
        <p:spPr>
          <a:xfrm>
            <a:off x="8228020" y="2250906"/>
            <a:ext cx="1331050" cy="877305"/>
          </a:xfrm>
          <a:prstGeom prst="rect">
            <a:avLst/>
          </a:prstGeom>
          <a:solidFill>
            <a:srgbClr val="C00000">
              <a:alpha val="1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4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Deterministic vs. Stochastic</a:t>
            </a:r>
          </a:p>
          <a:p>
            <a:pPr lvl="1"/>
            <a:r>
              <a:rPr lang="en-US" dirty="0"/>
              <a:t>Deterministic input are constant, stochastic input are represented with distributions</a:t>
            </a:r>
          </a:p>
          <a:p>
            <a:pPr lvl="1"/>
            <a:r>
              <a:rPr lang="en-US" dirty="0"/>
              <a:t>Main question: which input should be modeled as deterministic vs. stochastic?</a:t>
            </a:r>
          </a:p>
          <a:p>
            <a:pPr lvl="2"/>
            <a:r>
              <a:rPr lang="en-US" dirty="0"/>
              <a:t>More of a conceptual/design question</a:t>
            </a:r>
          </a:p>
          <a:p>
            <a:pPr lvl="3"/>
            <a:r>
              <a:rPr lang="en-US" dirty="0"/>
              <a:t>Arrival times are typically random, how about scheduled arrivals? Still might include randomness</a:t>
            </a:r>
          </a:p>
          <a:p>
            <a:pPr lvl="3"/>
            <a:r>
              <a:rPr lang="en-US" dirty="0"/>
              <a:t>The number of items in a shipment? Deterministic? Stochastic?</a:t>
            </a:r>
          </a:p>
          <a:p>
            <a:pPr lvl="3"/>
            <a:r>
              <a:rPr lang="en-US" dirty="0"/>
              <a:t>It is important to check how sensitive the model is to the uncertainty of the specific input</a:t>
            </a:r>
          </a:p>
          <a:p>
            <a:pPr lvl="4"/>
            <a:r>
              <a:rPr lang="en-US" dirty="0"/>
              <a:t>One approach: If not much, and conceptually ok, then deterministic, otherwise, stochastic</a:t>
            </a:r>
          </a:p>
          <a:p>
            <a:pPr lvl="4"/>
            <a:r>
              <a:rPr lang="en-US" dirty="0"/>
              <a:t>Should match the real as much as possible</a:t>
            </a:r>
          </a:p>
          <a:p>
            <a:r>
              <a:rPr lang="en-US" dirty="0">
                <a:solidFill>
                  <a:srgbClr val="C00000"/>
                </a:solidFill>
              </a:rPr>
              <a:t>Scalar vs. Multivariate vs. Stochastic</a:t>
            </a:r>
          </a:p>
          <a:p>
            <a:pPr lvl="1"/>
            <a:r>
              <a:rPr lang="en-US" dirty="0"/>
              <a:t>If an input is a single parameter, be it deterministic or stochastic, it is a scalar value</a:t>
            </a:r>
          </a:p>
          <a:p>
            <a:pPr lvl="2"/>
            <a:r>
              <a:rPr lang="en-US" dirty="0"/>
              <a:t>For stochastic, also called as univariate</a:t>
            </a:r>
          </a:p>
          <a:p>
            <a:pPr lvl="1"/>
            <a:r>
              <a:rPr lang="en-US" dirty="0"/>
              <a:t>Sometimes, there might be relations between different inputs</a:t>
            </a:r>
          </a:p>
          <a:p>
            <a:pPr lvl="2"/>
            <a:r>
              <a:rPr lang="en-US" dirty="0"/>
              <a:t>In such a case, we should view them as components of an input vector (rather than scalars)</a:t>
            </a:r>
          </a:p>
          <a:p>
            <a:pPr lvl="2"/>
            <a:r>
              <a:rPr lang="en-US" dirty="0"/>
              <a:t>If some components are random, then random vector </a:t>
            </a:r>
            <a:r>
              <a:rPr lang="en-US" dirty="0">
                <a:sym typeface="Wingdings" panose="05000000000000000000" pitchFamily="2" charset="2"/>
              </a:rPr>
              <a:t> multivariate distribution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For instance, processing times and inspection times can be related  if processing time is large, inspection time is expected to be large as well because the part is big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Input</a:t>
            </a:r>
          </a:p>
        </p:txBody>
      </p:sp>
    </p:spTree>
    <p:extLst>
      <p:ext uri="{BB962C8B-B14F-4D97-AF65-F5344CB8AC3E}">
        <p14:creationId xmlns:p14="http://schemas.microsoft.com/office/powerpoint/2010/main" val="281477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Time-Varying Arrival Rates</a:t>
            </a:r>
          </a:p>
          <a:p>
            <a:pPr lvl="1"/>
            <a:r>
              <a:rPr lang="en-US" dirty="0"/>
              <a:t>In some cases, arrival rates might depend on time</a:t>
            </a:r>
          </a:p>
          <a:p>
            <a:pPr lvl="2"/>
            <a:r>
              <a:rPr lang="en-US" dirty="0"/>
              <a:t>Mondays are busier than Fridays?</a:t>
            </a:r>
          </a:p>
          <a:p>
            <a:pPr lvl="2"/>
            <a:r>
              <a:rPr lang="en-US" dirty="0"/>
              <a:t>During the day, traffic is denser morning/evening hours</a:t>
            </a:r>
          </a:p>
          <a:p>
            <a:pPr lvl="1"/>
            <a:r>
              <a:rPr lang="en-US" dirty="0"/>
              <a:t>Analytically, nonstationary Poisson process is used to model time-varying arrival rates</a:t>
            </a:r>
          </a:p>
          <a:p>
            <a:pPr lvl="2"/>
            <a:r>
              <a:rPr lang="en-US" dirty="0"/>
              <a:t>Arrival rate           is a function of time t</a:t>
            </a:r>
          </a:p>
          <a:p>
            <a:pPr lvl="2"/>
            <a:r>
              <a:rPr lang="en-US" dirty="0"/>
              <a:t>The number of arrivals during a time period [</a:t>
            </a:r>
            <a:r>
              <a:rPr lang="en-US" dirty="0" err="1"/>
              <a:t>a,b</a:t>
            </a:r>
            <a:r>
              <a:rPr lang="en-US" dirty="0"/>
              <a:t>] has a discrete Poisson dist. with mean  </a:t>
            </a:r>
          </a:p>
          <a:p>
            <a:pPr lvl="2"/>
            <a:r>
              <a:rPr lang="en-US" dirty="0"/>
              <a:t>How to handle that in simulation?</a:t>
            </a:r>
          </a:p>
          <a:p>
            <a:pPr lvl="3"/>
            <a:r>
              <a:rPr lang="en-US" dirty="0"/>
              <a:t>One direct approach is to use piece-wise approximation</a:t>
            </a:r>
          </a:p>
          <a:p>
            <a:pPr lvl="4"/>
            <a:r>
              <a:rPr lang="en-US" dirty="0"/>
              <a:t>For time intervals of a certain duration, the arrival rate is constant</a:t>
            </a:r>
          </a:p>
          <a:p>
            <a:pPr lvl="4"/>
            <a:r>
              <a:rPr lang="en-US" dirty="0"/>
              <a:t>Use data, count arrivals during the duration, then average over different days/periods</a:t>
            </a:r>
          </a:p>
          <a:p>
            <a:pPr lvl="1"/>
            <a:r>
              <a:rPr lang="en-US" dirty="0" err="1"/>
              <a:t>Simio</a:t>
            </a:r>
            <a:r>
              <a:rPr lang="en-US" dirty="0"/>
              <a:t> supports time-varying arrival rates</a:t>
            </a:r>
          </a:p>
          <a:p>
            <a:pPr lvl="2"/>
            <a:r>
              <a:rPr lang="en-US" dirty="0"/>
              <a:t>Need to specify the arrival mode of an entity to ‘Time Varying Arrival Rate’</a:t>
            </a:r>
          </a:p>
          <a:p>
            <a:pPr lvl="2"/>
            <a:r>
              <a:rPr lang="en-US" dirty="0"/>
              <a:t>Then use Rate tables…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39854-4E08-4BD4-80C9-2D73EC464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23" y="3022018"/>
            <a:ext cx="467804" cy="298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4380C2-CC7F-40DD-B7FC-0B61C618F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164" y="3271416"/>
            <a:ext cx="1119868" cy="43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4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Input Analysis and Types of Input </a:t>
            </a:r>
          </a:p>
          <a:p>
            <a:r>
              <a:rPr lang="en-US" dirty="0"/>
              <a:t>Specifying Univariate Input Distributions </a:t>
            </a:r>
          </a:p>
          <a:p>
            <a:r>
              <a:rPr lang="en-US" dirty="0">
                <a:solidFill>
                  <a:schemeClr val="bg2"/>
                </a:solidFill>
              </a:rPr>
              <a:t>Distribution Fitting and Stat::Fit </a:t>
            </a:r>
          </a:p>
          <a:p>
            <a:r>
              <a:rPr lang="en-US" dirty="0">
                <a:solidFill>
                  <a:schemeClr val="bg2"/>
                </a:solidFill>
              </a:rPr>
              <a:t>Goodness of Fit and Fitting Issues </a:t>
            </a:r>
          </a:p>
          <a:p>
            <a:r>
              <a:rPr lang="en-US" dirty="0">
                <a:solidFill>
                  <a:schemeClr val="bg2"/>
                </a:solidFill>
              </a:rPr>
              <a:t>Random-Number Generators &amp; Random Variates 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92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specify the distribution of a univariate random variable for input to a simulation?</a:t>
            </a:r>
          </a:p>
          <a:p>
            <a:pPr lvl="1">
              <a:spcBef>
                <a:spcPts val="300"/>
              </a:spcBef>
              <a:defRPr/>
            </a:pPr>
            <a:r>
              <a:rPr lang="en-US" i="1" dirty="0">
                <a:solidFill>
                  <a:srgbClr val="C00000"/>
                </a:solidFill>
              </a:rPr>
              <a:t>Univariate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distribution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a single (scalar) random input rather than a vectoral output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May have many across simulation (service time, interarrival time distributions…)</a:t>
            </a:r>
          </a:p>
          <a:p>
            <a:pPr lvl="2">
              <a:spcBef>
                <a:spcPts val="300"/>
              </a:spcBef>
              <a:defRPr/>
            </a:pPr>
            <a:r>
              <a:rPr lang="en-US" i="1" u="sng" dirty="0"/>
              <a:t>Typically</a:t>
            </a:r>
            <a:r>
              <a:rPr lang="en-US" dirty="0"/>
              <a:t> it is assumed that they’re independent</a:t>
            </a:r>
          </a:p>
          <a:p>
            <a:pPr lvl="3">
              <a:spcBef>
                <a:spcPts val="300"/>
              </a:spcBef>
              <a:defRPr/>
            </a:pPr>
            <a:r>
              <a:rPr lang="en-US" dirty="0"/>
              <a:t>But can be dependent (</a:t>
            </a:r>
            <a:r>
              <a:rPr lang="en-US" i="1" dirty="0"/>
              <a:t>a cashier seeing a long line might start working faster?</a:t>
            </a:r>
            <a:r>
              <a:rPr lang="en-US" dirty="0"/>
              <a:t>)</a:t>
            </a:r>
          </a:p>
          <a:p>
            <a:pPr>
              <a:spcBef>
                <a:spcPts val="300"/>
              </a:spcBef>
              <a:defRPr/>
            </a:pPr>
            <a:endParaRPr lang="en-US" dirty="0"/>
          </a:p>
          <a:p>
            <a:pPr>
              <a:spcBef>
                <a:spcPts val="300"/>
              </a:spcBef>
              <a:defRPr/>
            </a:pPr>
            <a:r>
              <a:rPr lang="en-US" dirty="0"/>
              <a:t>Typically, there is real-world observed data on a simulation input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Either available already or collected for running the simulation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We want to </a:t>
            </a:r>
            <a:r>
              <a:rPr lang="en-US" i="1" dirty="0"/>
              <a:t>fit</a:t>
            </a:r>
            <a:r>
              <a:rPr lang="en-US" dirty="0"/>
              <a:t> a probability distribution to the data 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Then </a:t>
            </a:r>
            <a:r>
              <a:rPr lang="en-US" i="1" dirty="0"/>
              <a:t>use</a:t>
            </a:r>
            <a:r>
              <a:rPr lang="en-US" dirty="0"/>
              <a:t> this fitted distribution to generate random variates to drive the simulation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0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dirty="0"/>
              <a:t>Why not just drive simulation with actual observed data?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Seems more direct than fitting/generating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Useful for validation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But there are problems: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Run simulations for very long runs and/or many replications, so we would exhaust data fast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Collected data will not be </a:t>
            </a:r>
            <a:r>
              <a:rPr lang="en-US" dirty="0" err="1"/>
              <a:t>compherensively</a:t>
            </a:r>
            <a:r>
              <a:rPr lang="en-US" dirty="0"/>
              <a:t> representative</a:t>
            </a:r>
          </a:p>
          <a:p>
            <a:pPr lvl="3">
              <a:spcBef>
                <a:spcPts val="300"/>
              </a:spcBef>
              <a:defRPr/>
            </a:pPr>
            <a:r>
              <a:rPr lang="en-US" dirty="0"/>
              <a:t>It only represents when the data were recorded, for instance the min and max values are just from the collected data</a:t>
            </a:r>
          </a:p>
          <a:p>
            <a:pPr lvl="3">
              <a:spcBef>
                <a:spcPts val="300"/>
              </a:spcBef>
              <a:defRPr/>
            </a:pPr>
            <a:r>
              <a:rPr lang="en-US" dirty="0"/>
              <a:t>So, if we only use the collected data, we rule out any other possible but unobserved value, which might have great effect on the performance of the simulated system</a:t>
            </a:r>
          </a:p>
          <a:p>
            <a:pPr>
              <a:spcBef>
                <a:spcPts val="300"/>
              </a:spcBef>
              <a:defRPr/>
            </a:pPr>
            <a:endParaRPr lang="en-US" dirty="0"/>
          </a:p>
          <a:p>
            <a:pPr>
              <a:spcBef>
                <a:spcPts val="300"/>
              </a:spcBef>
              <a:defRPr/>
            </a:pPr>
            <a:r>
              <a:rPr lang="en-US" dirty="0"/>
              <a:t>So, it is an important task to figure out which probability distribution best represents our collected data.</a:t>
            </a:r>
          </a:p>
        </p:txBody>
      </p:sp>
    </p:spTree>
    <p:extLst>
      <p:ext uri="{BB962C8B-B14F-4D97-AF65-F5344CB8AC3E}">
        <p14:creationId xmlns:p14="http://schemas.microsoft.com/office/powerpoint/2010/main" val="45623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7883929" cy="486453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There are many probability distributions; some common ones:</a:t>
            </a:r>
          </a:p>
          <a:p>
            <a:pPr lvl="1">
              <a:defRPr/>
            </a:pPr>
            <a:r>
              <a:rPr lang="en-US" dirty="0"/>
              <a:t>Continuous:  normal, exponential, continuous uniform, triangular…</a:t>
            </a:r>
          </a:p>
          <a:p>
            <a:pPr lvl="1">
              <a:defRPr/>
            </a:pPr>
            <a:r>
              <a:rPr lang="en-US" dirty="0"/>
              <a:t>Discrete:  discrete uniform, binomial, Poisson, geometric, negative binomial…</a:t>
            </a:r>
          </a:p>
          <a:p>
            <a:pPr>
              <a:defRPr/>
            </a:pPr>
            <a:r>
              <a:rPr lang="en-US" dirty="0"/>
              <a:t>Lists of probability distributions and their properties/relationships:</a:t>
            </a:r>
          </a:p>
          <a:p>
            <a:pPr lvl="1">
              <a:defRPr/>
            </a:pPr>
            <a:r>
              <a:rPr lang="en-US" dirty="0" err="1"/>
              <a:t>Simio</a:t>
            </a:r>
            <a:r>
              <a:rPr lang="en-US" dirty="0"/>
              <a:t> supports about 20 distributions (see Help)</a:t>
            </a:r>
            <a:endParaRPr lang="en-US" dirty="0">
              <a:sym typeface="Wingdings" pitchFamily="2" charset="2"/>
            </a:endParaRP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Many books and web sites (e.g. </a:t>
            </a:r>
            <a:r>
              <a:rPr lang="en-US" sz="2000" dirty="0">
                <a:hlinkClick r:id="rId3"/>
              </a:rPr>
              <a:t>http://en.wikipedia.org/wiki/List_of_probability_distributions</a:t>
            </a:r>
            <a:r>
              <a:rPr lang="en-US" dirty="0"/>
              <a:t>)</a:t>
            </a:r>
            <a:endParaRPr lang="en-US" dirty="0">
              <a:sym typeface="Wingdings" pitchFamily="2" charset="2"/>
            </a:endParaRPr>
          </a:p>
          <a:p>
            <a:pPr lvl="1">
              <a:defRPr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Beware: </a:t>
            </a:r>
            <a:r>
              <a:rPr lang="en-US" dirty="0">
                <a:sym typeface="Wingdings" pitchFamily="2" charset="2"/>
              </a:rPr>
              <a:t>different sources may parameterize the same distribution differently, important to mesh with </a:t>
            </a:r>
            <a:r>
              <a:rPr lang="en-US" dirty="0" err="1">
                <a:sym typeface="Wingdings" pitchFamily="2" charset="2"/>
              </a:rPr>
              <a:t>Simio’s</a:t>
            </a:r>
            <a:r>
              <a:rPr lang="en-US" dirty="0">
                <a:sym typeface="Wingdings" pitchFamily="2" charset="2"/>
              </a:rPr>
              <a:t>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6D4CA-3235-403C-AC29-C08B9FCB3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367" y="1441759"/>
            <a:ext cx="3952655" cy="410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4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choose one distribution from among hundreds?</a:t>
            </a:r>
          </a:p>
          <a:p>
            <a:r>
              <a:rPr lang="en-US" dirty="0">
                <a:solidFill>
                  <a:srgbClr val="C00000"/>
                </a:solidFill>
              </a:rPr>
              <a:t>Some qualitative criteria:</a:t>
            </a:r>
          </a:p>
          <a:p>
            <a:pPr lvl="1"/>
            <a:r>
              <a:rPr lang="en-US" dirty="0"/>
              <a:t>Continuous vs. discrete inputs – choose according to situation</a:t>
            </a:r>
          </a:p>
          <a:p>
            <a:pPr lvl="2"/>
            <a:r>
              <a:rPr lang="en-US" dirty="0"/>
              <a:t>For instance, batch size would be discrete while service time would be continuous</a:t>
            </a:r>
          </a:p>
          <a:p>
            <a:pPr lvl="1"/>
            <a:r>
              <a:rPr lang="en-US" dirty="0"/>
              <a:t>Range (a.k.a. support) of the distribution – finite on both ends or infinite on right or left ends?  Match with the real situation</a:t>
            </a:r>
          </a:p>
          <a:p>
            <a:pPr lvl="1"/>
            <a:r>
              <a:rPr lang="en-US" dirty="0"/>
              <a:t>Make a histogram of the observed data, match it to </a:t>
            </a:r>
            <a:r>
              <a:rPr lang="en-US" i="1" dirty="0"/>
              <a:t>shapes</a:t>
            </a:r>
            <a:r>
              <a:rPr lang="en-US" dirty="0"/>
              <a:t> of known density functions (continuous) or probability mass function (discrete)</a:t>
            </a:r>
          </a:p>
          <a:p>
            <a:endParaRPr lang="en-US" dirty="0"/>
          </a:p>
          <a:p>
            <a:r>
              <a:rPr lang="en-US" dirty="0"/>
              <a:t>Still there might be quite a few options and, still we need to estimate distribution parameters (“fit”) and test the fit </a:t>
            </a:r>
          </a:p>
        </p:txBody>
      </p:sp>
    </p:spTree>
    <p:extLst>
      <p:ext uri="{BB962C8B-B14F-4D97-AF65-F5344CB8AC3E}">
        <p14:creationId xmlns:p14="http://schemas.microsoft.com/office/powerpoint/2010/main" val="5459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choose one distribution from among hundreds?</a:t>
            </a:r>
          </a:p>
          <a:p>
            <a:r>
              <a:rPr lang="en-US" dirty="0">
                <a:solidFill>
                  <a:srgbClr val="C00000"/>
                </a:solidFill>
              </a:rPr>
              <a:t>Check the histograms!</a:t>
            </a:r>
          </a:p>
        </p:txBody>
      </p:sp>
      <p:pic>
        <p:nvPicPr>
          <p:cNvPr id="4" name="Picture 8" descr="d3.png">
            <a:extLst>
              <a:ext uri="{FF2B5EF4-FFF2-40B4-BE49-F238E27FC236}">
                <a16:creationId xmlns:a16="http://schemas.microsoft.com/office/drawing/2014/main" id="{83867741-33A3-48CE-AD61-E41A1633DC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207" y="2097565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d5.png">
            <a:extLst>
              <a:ext uri="{FF2B5EF4-FFF2-40B4-BE49-F238E27FC236}">
                <a16:creationId xmlns:a16="http://schemas.microsoft.com/office/drawing/2014/main" id="{2AB970B9-751B-48E1-92D8-B9F1EA95DC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1" y="4449255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d6.png">
            <a:extLst>
              <a:ext uri="{FF2B5EF4-FFF2-40B4-BE49-F238E27FC236}">
                <a16:creationId xmlns:a16="http://schemas.microsoft.com/office/drawing/2014/main" id="{66B74618-CE07-40BB-81E5-714EBD6C30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571" y="4601655"/>
            <a:ext cx="2844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2.png">
            <a:extLst>
              <a:ext uri="{FF2B5EF4-FFF2-40B4-BE49-F238E27FC236}">
                <a16:creationId xmlns:a16="http://schemas.microsoft.com/office/drawing/2014/main" id="{D22F3E8C-854F-4DF2-8098-6FCDAB05AE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007" y="2154715"/>
            <a:ext cx="28956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d1.png">
            <a:extLst>
              <a:ext uri="{FF2B5EF4-FFF2-40B4-BE49-F238E27FC236}">
                <a16:creationId xmlns:a16="http://schemas.microsoft.com/office/drawing/2014/main" id="{F5225FCA-2B03-44DC-A66A-61E7FF0610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468" y="2269015"/>
            <a:ext cx="2743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d4.png">
            <a:extLst>
              <a:ext uri="{FF2B5EF4-FFF2-40B4-BE49-F238E27FC236}">
                <a16:creationId xmlns:a16="http://schemas.microsoft.com/office/drawing/2014/main" id="{7B2F82C9-7D45-48DE-9A16-D59CC8F3F10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371" y="4354007"/>
            <a:ext cx="31242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397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choose one distribution from among hundreds?</a:t>
            </a:r>
          </a:p>
          <a:p>
            <a:r>
              <a:rPr lang="en-US" dirty="0">
                <a:solidFill>
                  <a:srgbClr val="C00000"/>
                </a:solidFill>
              </a:rPr>
              <a:t>Have some knowledge of the distributions!</a:t>
            </a:r>
          </a:p>
          <a:p>
            <a:pPr lvl="1">
              <a:defRPr/>
            </a:pPr>
            <a:r>
              <a:rPr lang="en-US" sz="2000" b="1" dirty="0"/>
              <a:t>Binomial</a:t>
            </a:r>
            <a:r>
              <a:rPr lang="en-US" sz="2000" dirty="0"/>
              <a:t> – Models the number of successes in </a:t>
            </a:r>
            <a:r>
              <a:rPr lang="en-US" sz="2000" i="1" dirty="0"/>
              <a:t>n</a:t>
            </a:r>
            <a:r>
              <a:rPr lang="en-US" sz="2000" dirty="0"/>
              <a:t> trials, when the trials are independent with common success probability, </a:t>
            </a:r>
            <a:r>
              <a:rPr lang="en-US" sz="2000" i="1" dirty="0"/>
              <a:t>p</a:t>
            </a:r>
            <a:r>
              <a:rPr lang="en-US" sz="2000" dirty="0"/>
              <a:t>; for example; the number of defective computer chips found in a lot of </a:t>
            </a:r>
            <a:r>
              <a:rPr lang="en-US" sz="2000" i="1" dirty="0"/>
              <a:t>n</a:t>
            </a:r>
            <a:r>
              <a:rPr lang="en-US" sz="2000" dirty="0"/>
              <a:t> chips.</a:t>
            </a:r>
          </a:p>
          <a:p>
            <a:pPr lvl="1">
              <a:defRPr/>
            </a:pPr>
            <a:r>
              <a:rPr lang="en-US" sz="2000" b="1" dirty="0"/>
              <a:t>Negative Binomial</a:t>
            </a:r>
            <a:r>
              <a:rPr lang="en-US" sz="2000" dirty="0"/>
              <a:t> – Models the number of trials required to achieve </a:t>
            </a:r>
            <a:r>
              <a:rPr lang="en-US" sz="2000" i="1" dirty="0"/>
              <a:t>k</a:t>
            </a:r>
            <a:r>
              <a:rPr lang="en-US" sz="2000" dirty="0"/>
              <a:t> successes; for example, the number of computer chips that we must inspect to find 4 defective chips.</a:t>
            </a:r>
          </a:p>
          <a:p>
            <a:pPr lvl="1">
              <a:defRPr/>
            </a:pPr>
            <a:r>
              <a:rPr lang="en-US" sz="2000" b="1" dirty="0"/>
              <a:t>Poisson</a:t>
            </a:r>
            <a:r>
              <a:rPr lang="en-US" sz="2000" dirty="0"/>
              <a:t> – Models the number of independent events that occur in a fixed amount of time or space; for example, the number of customers that arrive to a store during 1 hour, or the number of defects found in 30 square meters of sheet metal.</a:t>
            </a:r>
          </a:p>
          <a:p>
            <a:pPr lvl="1">
              <a:defRPr/>
            </a:pPr>
            <a:r>
              <a:rPr lang="en-US" sz="2000" b="1" dirty="0"/>
              <a:t>Normal</a:t>
            </a:r>
            <a:r>
              <a:rPr lang="en-US" sz="2000" dirty="0"/>
              <a:t> – Models the distribution of a process that can be thought of as the sum of a number of component processes; for example, a time to assemble a product that is the sum of times required for each assembly operation.</a:t>
            </a:r>
          </a:p>
          <a:p>
            <a:pPr lvl="1">
              <a:defRPr/>
            </a:pPr>
            <a:r>
              <a:rPr lang="en-US" sz="2000" b="1" dirty="0"/>
              <a:t>Lognormal</a:t>
            </a:r>
            <a:r>
              <a:rPr lang="en-US" sz="2000" dirty="0"/>
              <a:t> – Models the distribution of a process that can be thought of as the product of a number of component processes; for example, the rate of an investment, when interest is compounded, is the product of the returns for a number of periods.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6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choose one distribution from among hundreds?</a:t>
            </a:r>
          </a:p>
          <a:p>
            <a:r>
              <a:rPr lang="en-US" dirty="0">
                <a:solidFill>
                  <a:srgbClr val="C00000"/>
                </a:solidFill>
              </a:rPr>
              <a:t>Have some knowledge of the distributions!</a:t>
            </a:r>
          </a:p>
          <a:p>
            <a:pPr lvl="1">
              <a:defRPr/>
            </a:pPr>
            <a:r>
              <a:rPr lang="en-US" sz="2000" b="1" dirty="0"/>
              <a:t>Exponential</a:t>
            </a:r>
            <a:r>
              <a:rPr lang="en-US" sz="2000" dirty="0"/>
              <a:t> – Models the time between independent events, or a process time that is memoryless; for example, the times between the arrivals from a large population of potential customers who act independently of each other.  The exponential is a highly variable distribution; it is sometime overused because it often leads to mathematically tractable models.  Recall that, if the time between events is exponentially distributed, then the number of events in a fixed period of time is Poisson.</a:t>
            </a:r>
          </a:p>
          <a:p>
            <a:pPr lvl="1">
              <a:defRPr/>
            </a:pPr>
            <a:r>
              <a:rPr lang="en-US" sz="2000" b="1" dirty="0"/>
              <a:t>Gamma</a:t>
            </a:r>
            <a:r>
              <a:rPr lang="en-US" sz="2000" dirty="0"/>
              <a:t> – An extremely flexible distribution used to model nonnegative random variables (can be shifted away from 0 by adding a constant).</a:t>
            </a:r>
          </a:p>
          <a:p>
            <a:pPr lvl="1">
              <a:defRPr/>
            </a:pPr>
            <a:r>
              <a:rPr lang="en-US" sz="2000" b="1" dirty="0"/>
              <a:t>Beta</a:t>
            </a:r>
            <a:r>
              <a:rPr lang="en-US" sz="2000" dirty="0"/>
              <a:t> – An extremely flexible distribution used to model bounded random variables.  The beta can be shifted away from 0 by adding a constant and can be given a range larger than [0, 1] by multiplying by a constant.</a:t>
            </a:r>
          </a:p>
          <a:p>
            <a:pPr lvl="1">
              <a:defRPr/>
            </a:pPr>
            <a:r>
              <a:rPr lang="en-US" sz="2000" b="1" dirty="0"/>
              <a:t>Erlang</a:t>
            </a:r>
            <a:r>
              <a:rPr lang="en-US" sz="2000" dirty="0"/>
              <a:t> – Models processes that can be viewed as the sum of several exponentially distributed processes; for example, a computer network fails when a computer and two backup computers fail, and each has a TTF that is exponentially distributed.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6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choose one distribution from among hundreds?</a:t>
            </a:r>
          </a:p>
          <a:p>
            <a:r>
              <a:rPr lang="en-US" dirty="0">
                <a:solidFill>
                  <a:srgbClr val="C00000"/>
                </a:solidFill>
              </a:rPr>
              <a:t>Have some knowledge of the distributions!</a:t>
            </a:r>
          </a:p>
          <a:p>
            <a:pPr lvl="1">
              <a:defRPr/>
            </a:pPr>
            <a:r>
              <a:rPr lang="en-US" sz="2000" b="1" dirty="0"/>
              <a:t>Weibull</a:t>
            </a:r>
            <a:r>
              <a:rPr lang="en-US" sz="2000" dirty="0"/>
              <a:t> – Models the time to failure for components; for example, the time to failure for a disk drive.  The exponential is a special case of the Weibull.</a:t>
            </a:r>
          </a:p>
          <a:p>
            <a:pPr lvl="1">
              <a:defRPr/>
            </a:pPr>
            <a:r>
              <a:rPr lang="en-US" sz="2000" b="1" dirty="0"/>
              <a:t>Discrete or Continuous Uniform</a:t>
            </a:r>
            <a:r>
              <a:rPr lang="en-US" sz="2000" dirty="0"/>
              <a:t> – Models complete uncertainty:  All outcomes are equally likely.  This distribution is often used inappropriately, when there are no data.</a:t>
            </a:r>
          </a:p>
          <a:p>
            <a:pPr lvl="1">
              <a:defRPr/>
            </a:pPr>
            <a:r>
              <a:rPr lang="en-US" sz="2000" b="1" dirty="0"/>
              <a:t>Triangular</a:t>
            </a:r>
            <a:r>
              <a:rPr lang="en-US" sz="2000" dirty="0"/>
              <a:t> – Models a process for which only the minimum, most likely, and maximum values of the distribution are known; for example, the minimum, most likely, and maximum time required to test a product.  </a:t>
            </a:r>
          </a:p>
          <a:p>
            <a:pPr lvl="1">
              <a:defRPr/>
            </a:pPr>
            <a:r>
              <a:rPr lang="en-US" sz="2000" b="1" dirty="0"/>
              <a:t>Pert</a:t>
            </a:r>
            <a:r>
              <a:rPr lang="en-US" sz="2000" dirty="0"/>
              <a:t> – A special case of the Beta with minimum, most likely, and maximum values.  The pert provides a “smooth” alternative to the triangular in the absence of data.</a:t>
            </a:r>
          </a:p>
          <a:p>
            <a:pPr lvl="1">
              <a:defRPr/>
            </a:pPr>
            <a:r>
              <a:rPr lang="en-US" sz="2000" b="1" dirty="0"/>
              <a:t>Empirical</a:t>
            </a:r>
            <a:r>
              <a:rPr lang="en-US" sz="2000" dirty="0"/>
              <a:t> – Samples from the distribution of the actual data collected; often used when no theoretical distribution seems appropriate.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Univariate Input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choose one distribution from among hundreds?</a:t>
            </a:r>
          </a:p>
          <a:p>
            <a:r>
              <a:rPr lang="en-US" dirty="0">
                <a:solidFill>
                  <a:srgbClr val="C00000"/>
                </a:solidFill>
              </a:rPr>
              <a:t>Fitting Distributions to Observed Real-Word Data:</a:t>
            </a:r>
          </a:p>
          <a:p>
            <a:pPr lvl="1"/>
            <a:r>
              <a:rPr lang="en-US" dirty="0"/>
              <a:t>Basic steps to follow:</a:t>
            </a:r>
          </a:p>
          <a:p>
            <a:pPr lvl="2"/>
            <a:r>
              <a:rPr lang="en-US" sz="2400" dirty="0"/>
              <a:t>Select possible distribution form(s)</a:t>
            </a:r>
          </a:p>
          <a:p>
            <a:pPr lvl="2"/>
            <a:r>
              <a:rPr lang="en-US" sz="2400" dirty="0"/>
              <a:t>Estimate parameters</a:t>
            </a:r>
          </a:p>
          <a:p>
            <a:pPr lvl="2"/>
            <a:r>
              <a:rPr lang="en-US" sz="2400" dirty="0"/>
              <a:t>Test goodness of fit …</a:t>
            </a:r>
          </a:p>
          <a:p>
            <a:pPr lvl="2"/>
            <a:r>
              <a:rPr lang="en-US" sz="2400" dirty="0"/>
              <a:t>Repeat as necessary 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 simulation software comes with this capability (but </a:t>
            </a:r>
            <a:r>
              <a:rPr lang="en-US" dirty="0" err="1"/>
              <a:t>Simio</a:t>
            </a:r>
            <a:r>
              <a:rPr lang="en-US" dirty="0"/>
              <a:t> does not </a:t>
            </a:r>
            <a:r>
              <a:rPr lang="en-US" dirty="0">
                <a:sym typeface="Wingdings" panose="05000000000000000000" pitchFamily="2" charset="2"/>
              </a:rPr>
              <a:t>)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But we are not hopeless, we will use Stat::Fit</a:t>
            </a:r>
          </a:p>
        </p:txBody>
      </p:sp>
    </p:spTree>
    <p:extLst>
      <p:ext uri="{BB962C8B-B14F-4D97-AF65-F5344CB8AC3E}">
        <p14:creationId xmlns:p14="http://schemas.microsoft.com/office/powerpoint/2010/main" val="377858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Input Analysis and Types of Input </a:t>
            </a:r>
          </a:p>
          <a:p>
            <a:r>
              <a:rPr lang="en-US" dirty="0">
                <a:solidFill>
                  <a:schemeClr val="bg2"/>
                </a:solidFill>
              </a:rPr>
              <a:t>Specifying Univariate Input Distributions </a:t>
            </a:r>
          </a:p>
          <a:p>
            <a:r>
              <a:rPr lang="en-US" dirty="0"/>
              <a:t>Distribution Fitting and Stat::Fit </a:t>
            </a:r>
          </a:p>
          <a:p>
            <a:r>
              <a:rPr lang="en-US" dirty="0">
                <a:solidFill>
                  <a:schemeClr val="bg2"/>
                </a:solidFill>
              </a:rPr>
              <a:t>Goodness of Fit and Fitting Issues </a:t>
            </a:r>
          </a:p>
          <a:p>
            <a:r>
              <a:rPr lang="en-US" dirty="0">
                <a:solidFill>
                  <a:schemeClr val="bg2"/>
                </a:solidFill>
              </a:rPr>
              <a:t>Random-Number Generators &amp; Random Variates 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240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 the basic steps to follow for distribution fitting:</a:t>
            </a:r>
          </a:p>
          <a:p>
            <a:pPr lvl="1"/>
            <a:r>
              <a:rPr lang="en-US" sz="2000" dirty="0"/>
              <a:t>Select possible distribution form(s)</a:t>
            </a:r>
          </a:p>
          <a:p>
            <a:pPr lvl="1"/>
            <a:r>
              <a:rPr lang="en-US" sz="2000" dirty="0"/>
              <a:t>Estimate parameters</a:t>
            </a:r>
          </a:p>
          <a:p>
            <a:pPr lvl="1"/>
            <a:r>
              <a:rPr lang="en-US" sz="2000" dirty="0"/>
              <a:t>Test goodness of fit …</a:t>
            </a:r>
          </a:p>
          <a:p>
            <a:pPr lvl="1"/>
            <a:r>
              <a:rPr lang="en-US" sz="2000" dirty="0"/>
              <a:t>Repeat as necessary …</a:t>
            </a:r>
          </a:p>
          <a:p>
            <a:r>
              <a:rPr lang="en-US" dirty="0"/>
              <a:t>There are many possible software packages doing this</a:t>
            </a:r>
          </a:p>
          <a:p>
            <a:pPr lvl="1"/>
            <a:r>
              <a:rPr lang="en-US" sz="2000" dirty="0"/>
              <a:t>Simulation specific packages</a:t>
            </a:r>
          </a:p>
          <a:p>
            <a:pPr lvl="2"/>
            <a:r>
              <a:rPr lang="en-US" sz="1800" dirty="0"/>
              <a:t>Stat::Fit (</a:t>
            </a:r>
            <a:r>
              <a:rPr lang="en-US" sz="1800" i="1" dirty="0">
                <a:solidFill>
                  <a:srgbClr val="00B0F0"/>
                </a:solidFill>
                <a:hlinkClick r:id="rId3"/>
              </a:rPr>
              <a:t>www.geerms.com</a:t>
            </a:r>
            <a:r>
              <a:rPr lang="en-US" sz="1800" i="1" dirty="0"/>
              <a:t>)</a:t>
            </a:r>
          </a:p>
          <a:p>
            <a:pPr lvl="2"/>
            <a:r>
              <a:rPr lang="en-US" sz="1800" dirty="0" err="1"/>
              <a:t>ExpertFit</a:t>
            </a:r>
            <a:r>
              <a:rPr lang="en-US" sz="1800" i="1" dirty="0"/>
              <a:t> (</a:t>
            </a:r>
            <a:r>
              <a:rPr lang="en-US" sz="1800" i="1" dirty="0">
                <a:hlinkClick r:id="rId4"/>
              </a:rPr>
              <a:t>www.averill-law.com</a:t>
            </a:r>
            <a:r>
              <a:rPr lang="en-US" sz="1800" i="1" dirty="0"/>
              <a:t>)</a:t>
            </a:r>
          </a:p>
          <a:p>
            <a:pPr lvl="1"/>
            <a:r>
              <a:rPr lang="en-US" sz="2000" dirty="0"/>
              <a:t>General packages</a:t>
            </a:r>
          </a:p>
          <a:p>
            <a:pPr lvl="3"/>
            <a:r>
              <a:rPr lang="en-US" sz="1600" dirty="0"/>
              <a:t>R (</a:t>
            </a:r>
            <a:r>
              <a:rPr lang="en-US" sz="1600" dirty="0">
                <a:hlinkClick r:id="rId5"/>
              </a:rPr>
              <a:t>http://www.r-project.org/</a:t>
            </a:r>
            <a:r>
              <a:rPr lang="en-US" sz="1600" dirty="0"/>
              <a:t>)</a:t>
            </a:r>
          </a:p>
          <a:p>
            <a:pPr lvl="3"/>
            <a:r>
              <a:rPr lang="en-US" sz="1600" dirty="0" err="1"/>
              <a:t>EasyFit</a:t>
            </a:r>
            <a:r>
              <a:rPr lang="en-US" sz="1600" dirty="0"/>
              <a:t> (</a:t>
            </a:r>
            <a:r>
              <a:rPr lang="en-US" sz="1600" dirty="0">
                <a:hlinkClick r:id="rId6"/>
              </a:rPr>
              <a:t>www.mathwave.com</a:t>
            </a:r>
            <a:r>
              <a:rPr lang="en-US" sz="1600" dirty="0"/>
              <a:t>)</a:t>
            </a:r>
          </a:p>
          <a:p>
            <a:pPr lvl="3"/>
            <a:r>
              <a:rPr lang="en-US" sz="1600" dirty="0" err="1"/>
              <a:t>BestFit</a:t>
            </a:r>
            <a:r>
              <a:rPr lang="en-US" sz="1600" dirty="0"/>
              <a:t> (</a:t>
            </a:r>
            <a:r>
              <a:rPr lang="en-US" sz="1600" dirty="0">
                <a:hlinkClick r:id="rId7"/>
              </a:rPr>
              <a:t>http://www.palisade.com/</a:t>
            </a:r>
            <a:r>
              <a:rPr lang="en-US" sz="1600" dirty="0"/>
              <a:t>)</a:t>
            </a:r>
          </a:p>
          <a:p>
            <a:pPr lvl="3"/>
            <a:r>
              <a:rPr lang="en-US" sz="1600" dirty="0" err="1"/>
              <a:t>Matlab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20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ym typeface="Wingdings" panose="05000000000000000000" pitchFamily="2" charset="2"/>
              </a:rPr>
              <a:t>Start Stat::Fit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</a:t>
            </a:r>
            <a:r>
              <a:rPr lang="en-US" dirty="0" err="1">
                <a:sym typeface="Wingdings" panose="05000000000000000000" pitchFamily="2" charset="2"/>
              </a:rPr>
              <a:t>copy+paste</a:t>
            </a:r>
            <a:r>
              <a:rPr lang="en-US" dirty="0">
                <a:sym typeface="Wingdings" panose="05000000000000000000" pitchFamily="2" charset="2"/>
              </a:rPr>
              <a:t> the data directly from excel (need at least 10 data points!)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Free version is limited to 100 data points 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draw a histogram of the data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Go to: </a:t>
            </a:r>
            <a:r>
              <a:rPr lang="en-US" dirty="0" err="1">
                <a:sym typeface="Wingdings" panose="05000000000000000000" pitchFamily="2" charset="2"/>
              </a:rPr>
              <a:t>InputInput</a:t>
            </a:r>
            <a:r>
              <a:rPr lang="en-US" dirty="0">
                <a:sym typeface="Wingdings" panose="05000000000000000000" pitchFamily="2" charset="2"/>
              </a:rPr>
              <a:t> Graph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Or: click on the Input Graph button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By default, it has 7 intervals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change the number of intervals in the histogram 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InputOptions</a:t>
            </a:r>
            <a:r>
              <a:rPr lang="en-US" dirty="0">
                <a:sym typeface="Wingdings" panose="05000000000000000000" pitchFamily="2" charset="2"/>
              </a:rPr>
              <a:t> (or click on the Input Options button         ), then manually enter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You can view basic descriptive statistics of your data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Statistics  Descriptive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You can do more under Statistics , explore?!</a:t>
            </a:r>
            <a:endParaRPr lang="en-US" dirty="0"/>
          </a:p>
          <a:p>
            <a:pPr lvl="4"/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F8E2B-702E-47BA-8068-41A36988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128" y="3000375"/>
            <a:ext cx="485775" cy="428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EBB4FE-32AA-4402-AEEB-8853B7814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056" y="3995378"/>
            <a:ext cx="379839" cy="34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9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Stat::Fit</a:t>
            </a:r>
          </a:p>
          <a:p>
            <a:pPr lvl="1"/>
            <a:r>
              <a:rPr lang="en-US" dirty="0"/>
              <a:t>Histogram and descriptive statistics: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BB3397-AFB8-45A7-ABC8-76D4A16AB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24" y="2062690"/>
            <a:ext cx="5078376" cy="457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3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Stat::Fit details</a:t>
            </a:r>
          </a:p>
          <a:p>
            <a:pPr lvl="1"/>
            <a:r>
              <a:rPr lang="en-US" dirty="0"/>
              <a:t>Utilities </a:t>
            </a:r>
            <a:r>
              <a:rPr lang="en-US" dirty="0">
                <a:sym typeface="Wingdings" panose="05000000000000000000" pitchFamily="2" charset="2"/>
              </a:rPr>
              <a:t> Distribution Viewer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Views the pdf or </a:t>
            </a:r>
            <a:r>
              <a:rPr lang="en-US" dirty="0" err="1">
                <a:sym typeface="Wingdings" panose="05000000000000000000" pitchFamily="2" charset="2"/>
              </a:rPr>
              <a:t>pmf</a:t>
            </a:r>
            <a:r>
              <a:rPr lang="en-US" dirty="0">
                <a:sym typeface="Wingdings" panose="05000000000000000000" pitchFamily="2" charset="2"/>
              </a:rPr>
              <a:t> of the available distributions (free version has 7 distributions)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5E41F-4ADB-4C77-8F31-79270E372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376" y="2567195"/>
            <a:ext cx="5192219" cy="372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7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does Stat::Fit work?</a:t>
            </a:r>
          </a:p>
          <a:p>
            <a:pPr lvl="1"/>
            <a:r>
              <a:rPr lang="en-US" dirty="0"/>
              <a:t>Let’s solve an example: Data_to_Fit.xlsx </a:t>
            </a:r>
            <a:r>
              <a:rPr lang="en-US" dirty="0">
                <a:sym typeface="Wingdings" panose="05000000000000000000" pitchFamily="2" charset="2"/>
              </a:rPr>
              <a:t> 47 observations of service time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Service times, so want continuous distribution, no negative values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Stat::Fit:  exponential, lognormal, normal, uniform, and triangular are possibilities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>
                <a:sym typeface="Wingdings" panose="05000000000000000000" pitchFamily="2" charset="2"/>
              </a:rPr>
              <a:t>So, we will see which ones are good fits!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Fit </a:t>
            </a:r>
            <a:r>
              <a:rPr lang="en-US" dirty="0">
                <a:sym typeface="Wingdings" pitchFamily="2" charset="2"/>
              </a:rPr>
              <a:t> Setup, or Setup Calculations button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Distributions tab:  </a:t>
            </a:r>
          </a:p>
          <a:p>
            <a:pPr lvl="3">
              <a:spcBef>
                <a:spcPts val="300"/>
              </a:spcBef>
              <a:defRPr/>
            </a:pPr>
            <a:r>
              <a:rPr lang="en-US" sz="2000" dirty="0"/>
              <a:t>Click on desired distributions from Distribution List on left, they appear in Distributions Selected on right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/>
              <a:t>Calculations tab:  </a:t>
            </a:r>
          </a:p>
          <a:p>
            <a:pPr lvl="3">
              <a:spcBef>
                <a:spcPts val="300"/>
              </a:spcBef>
              <a:defRPr/>
            </a:pPr>
            <a:r>
              <a:rPr lang="en-US" sz="2000" dirty="0"/>
              <a:t>Choices for: Estimates, Tests, Lower Bound</a:t>
            </a:r>
          </a:p>
          <a:p>
            <a:pPr lvl="4">
              <a:spcBef>
                <a:spcPts val="300"/>
              </a:spcBef>
            </a:pPr>
            <a:r>
              <a:rPr lang="en-US" dirty="0"/>
              <a:t>Estimates:  Method to estimate parameters, MLE (Maximum Likelihood) is usually best</a:t>
            </a:r>
          </a:p>
          <a:p>
            <a:pPr lvl="4">
              <a:spcBef>
                <a:spcPts val="300"/>
              </a:spcBef>
            </a:pPr>
            <a:r>
              <a:rPr lang="en-US" dirty="0"/>
              <a:t>Tests:  Different goodness-of-fit hypothesis tests, sensitive to different kinds of deviations, usually (but not always) agree</a:t>
            </a:r>
          </a:p>
          <a:p>
            <a:pPr lvl="4">
              <a:spcBef>
                <a:spcPts val="300"/>
              </a:spcBef>
            </a:pPr>
            <a:r>
              <a:rPr lang="en-US" dirty="0"/>
              <a:t>Interval type:  Active if Chi Squared test is selected; Equal Probability usually best</a:t>
            </a:r>
          </a:p>
          <a:p>
            <a:pPr lvl="4">
              <a:spcBef>
                <a:spcPts val="300"/>
              </a:spcBef>
            </a:pPr>
            <a:r>
              <a:rPr lang="en-US" dirty="0"/>
              <a:t>Lower Bound:</a:t>
            </a:r>
          </a:p>
          <a:p>
            <a:pPr lvl="5">
              <a:spcBef>
                <a:spcPts val="300"/>
              </a:spcBef>
            </a:pPr>
            <a:r>
              <a:rPr lang="en-US" dirty="0"/>
              <a:t>Unknown:  Stat::Fit will “slide” distribution left/right to improve fit</a:t>
            </a:r>
          </a:p>
          <a:p>
            <a:pPr lvl="5">
              <a:spcBef>
                <a:spcPts val="300"/>
              </a:spcBef>
            </a:pPr>
            <a:r>
              <a:rPr lang="en-US" dirty="0"/>
              <a:t>Fixed:  Enter desired fixed lower bound in field below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1A16F36-ADCB-46D3-87A5-4189E22F3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476" y="2908570"/>
            <a:ext cx="381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30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00"/>
              </a:spcBef>
              <a:defRPr/>
            </a:pPr>
            <a:r>
              <a:rPr lang="en-US" dirty="0"/>
              <a:t>Fit </a:t>
            </a:r>
            <a:r>
              <a:rPr lang="en-US" dirty="0">
                <a:sym typeface="Wingdings" pitchFamily="2" charset="2"/>
              </a:rPr>
              <a:t> Setup, or Setup Calculations button</a:t>
            </a: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Click </a:t>
            </a:r>
            <a:r>
              <a:rPr lang="en-US" i="1" dirty="0"/>
              <a:t>Save Apply</a:t>
            </a:r>
            <a:r>
              <a:rPr lang="en-US" dirty="0"/>
              <a:t>, then close Setup Calculations dialog box</a:t>
            </a: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1A16F36-ADCB-46D3-87A5-4189E22F3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550" y="1398373"/>
            <a:ext cx="381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2CC056-BB3B-4AE5-9B21-F29EB0C6A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19" y="1858773"/>
            <a:ext cx="3444224" cy="27426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046FC-1307-4D47-BA8F-9F1CCB3B9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726" y="1807574"/>
            <a:ext cx="3498661" cy="281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9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To fit chosen distributions, Fit </a:t>
            </a:r>
            <a:r>
              <a:rPr lang="en-US" dirty="0">
                <a:sym typeface="Wingdings" pitchFamily="2" charset="2"/>
              </a:rPr>
              <a:t> Goodness of Fit, or Fit Data button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Goodness of Fit window contains results of fits and tests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Summary at top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Table with all distributions, all goodness-of-fit tests’ test statistics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Smaller test statistics </a:t>
            </a:r>
            <a:r>
              <a:rPr lang="en-US" dirty="0">
                <a:sym typeface="Symbol" pitchFamily="18" charset="2"/>
              </a:rPr>
              <a:t></a:t>
            </a:r>
            <a:r>
              <a:rPr lang="en-US" dirty="0">
                <a:sym typeface="Wingdings" pitchFamily="2" charset="2"/>
              </a:rPr>
              <a:t> better fit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For Chi Squared test, (degrees of freedom) given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Detail report on each chosen distribution, and each goodness-of-fit test applied to it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Most important part:  p-value of the goodness-of-fit test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“DO NOT REJECT” or “REJECT” recommendations for each test on each distribution (using p-value cutoff </a:t>
            </a:r>
            <a:r>
              <a:rPr lang="en-US" i="1" dirty="0">
                <a:latin typeface="Symbol" pitchFamily="18" charset="2"/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 in Summary at top)</a:t>
            </a: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B239A5A-917A-46B0-89DA-D7711210E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650" y="131243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654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7640367" cy="486453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Results report (a long report!)</a:t>
            </a:r>
          </a:p>
          <a:p>
            <a:pPr marL="742950" lvl="1" indent="-285750"/>
            <a:r>
              <a:rPr lang="en-US" dirty="0">
                <a:sym typeface="Wingdings" pitchFamily="2" charset="2"/>
              </a:rPr>
              <a:t>Note that distribution parameters are given under each distribution option</a:t>
            </a:r>
          </a:p>
          <a:p>
            <a:pPr marL="742950" lvl="1" indent="-285750"/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p-value</a:t>
            </a:r>
            <a:r>
              <a:rPr lang="en-US" dirty="0">
                <a:sym typeface="Wingdings" pitchFamily="2" charset="2"/>
              </a:rPr>
              <a:t> of the goodness-of-fit test:</a:t>
            </a:r>
          </a:p>
          <a:p>
            <a:pPr marL="1200150" lvl="2" indent="-285750"/>
            <a:r>
              <a:rPr lang="en-US" dirty="0">
                <a:sym typeface="Wingdings" pitchFamily="2" charset="2"/>
              </a:rPr>
              <a:t>Probability of getting a test result at least as favorable to the alternate hypothesis (bad fit in this case) as the test result you actually got</a:t>
            </a:r>
          </a:p>
          <a:p>
            <a:pPr marL="1200150" lvl="2" indent="-285750"/>
            <a:r>
              <a:rPr lang="en-US" dirty="0">
                <a:sym typeface="Wingdings" pitchFamily="2" charset="2"/>
              </a:rPr>
              <a:t>“Small” p-values (&lt; 0.01 or 0.05, usually) indicate a poor fit</a:t>
            </a:r>
          </a:p>
          <a:p>
            <a:pPr marL="1200150" lvl="2" indent="-285750"/>
            <a:r>
              <a:rPr lang="en-US" dirty="0">
                <a:sym typeface="Wingdings" pitchFamily="2" charset="2"/>
              </a:rPr>
              <a:t>“Large” p-values indicate no evidence of a poor fit (note that this is NOT “proof” of a good fit … just lack of evidence against this distribution)</a:t>
            </a:r>
          </a:p>
          <a:p>
            <a:pPr lvl="1"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7F86E-B661-4328-B95C-F41BB78C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05" y="1368001"/>
            <a:ext cx="3532807" cy="456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see fitted distributions, with parameters </a:t>
            </a:r>
          </a:p>
          <a:p>
            <a:pPr lvl="1"/>
            <a:r>
              <a:rPr lang="en-US" dirty="0"/>
              <a:t>Fit </a:t>
            </a:r>
            <a:r>
              <a:rPr lang="en-US" dirty="0">
                <a:sym typeface="Wingdings" panose="05000000000000000000" pitchFamily="2" charset="2"/>
              </a:rPr>
              <a:t> Auto::Fit, or Auto::fit button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Select continuous or discrete (sometimes it might pre-select depending on data), and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to manage lower bound (as before, select “lower bound” to allow Stat::Fit to choose it),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then OK</a:t>
            </a: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2033DE3-3FB2-4F6F-B70C-DB62B71F9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857" y="1710567"/>
            <a:ext cx="8477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A5FDC-67B1-4EF7-B91D-A9F9C68A3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712" y="2134286"/>
            <a:ext cx="2739228" cy="258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8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see fitted distributions, with parameters </a:t>
            </a:r>
          </a:p>
          <a:p>
            <a:pPr lvl="1"/>
            <a:r>
              <a:rPr lang="en-US" dirty="0"/>
              <a:t>Auto::Fit results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“Eyeball” test of fitted density over observed-data histogram (just click on a row)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023D7-13BB-40C7-8D45-A75543AE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808" y="2131697"/>
            <a:ext cx="5719745" cy="1888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5D98FA-0249-44B3-A551-E85299BF9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808" y="4782782"/>
            <a:ext cx="2677529" cy="1525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874767-18F0-44B0-B54E-996F89297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654" y="4785628"/>
            <a:ext cx="2682719" cy="1525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DC2469-91C1-4900-BB8B-0511A365A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9783" y="4782782"/>
            <a:ext cx="2655621" cy="152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Fitting and Stat::Fit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8230448" cy="525503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ym typeface="Wingdings" pitchFamily="2" charset="2"/>
              </a:rPr>
              <a:t>Export to clipboard in correct </a:t>
            </a:r>
            <a:r>
              <a:rPr lang="en-US" dirty="0" err="1">
                <a:sym typeface="Wingdings" pitchFamily="2" charset="2"/>
              </a:rPr>
              <a:t>Simio</a:t>
            </a:r>
            <a:r>
              <a:rPr lang="en-US" dirty="0">
                <a:sym typeface="Wingdings" pitchFamily="2" charset="2"/>
              </a:rPr>
              <a:t> syntax: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File  Export  Export Fit, or EXPORT FIT button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Choose </a:t>
            </a:r>
            <a:r>
              <a:rPr lang="en-US" dirty="0" err="1">
                <a:sym typeface="Wingdings" pitchFamily="2" charset="2"/>
              </a:rPr>
              <a:t>Simio</a:t>
            </a:r>
            <a:r>
              <a:rPr lang="en-US" dirty="0">
                <a:sym typeface="Wingdings" pitchFamily="2" charset="2"/>
              </a:rPr>
              <a:t> in Application pull-down (alphabetically listed)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Choose the distribution you want in Fitted Distribution pull-down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Precision is number of decimal places in parameters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“Shift” parameter in </a:t>
            </a:r>
            <a:r>
              <a:rPr lang="en-US" dirty="0" err="1">
                <a:sym typeface="Wingdings" pitchFamily="2" charset="2"/>
              </a:rPr>
              <a:t>Simio</a:t>
            </a:r>
            <a:r>
              <a:rPr lang="en-US" dirty="0">
                <a:sym typeface="Wingdings" pitchFamily="2" charset="2"/>
              </a:rPr>
              <a:t> syntax is added onto the front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Can send to the Windows Clipboard or to a file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From Clipboard can paste (CTRL-V) directly into the desired field in </a:t>
            </a:r>
            <a:r>
              <a:rPr lang="en-US" dirty="0" err="1">
                <a:sym typeface="Wingdings" pitchFamily="2" charset="2"/>
              </a:rPr>
              <a:t>Simio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Can save all your Stat::Tools work in this “session” to a file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File  Save As, choose location and filename (default extension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sfp</a:t>
            </a:r>
            <a:r>
              <a:rPr lang="en-US" dirty="0">
                <a:sym typeface="Wingdings" panose="05000000000000000000" pitchFamily="2" charset="2"/>
              </a:rPr>
              <a:t>, for Stat::Fit Project)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See ‘</a:t>
            </a:r>
            <a:r>
              <a:rPr lang="en-US" dirty="0" err="1">
                <a:sym typeface="Wingdings" panose="05000000000000000000" pitchFamily="2" charset="2"/>
              </a:rPr>
              <a:t>Data_Fitted.sfp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lvl="2">
              <a:defRPr/>
            </a:pPr>
            <a:endParaRPr lang="en-US" sz="2400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3240E-EAF0-463C-9EEB-BEA339454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282" y="1640667"/>
            <a:ext cx="847725" cy="400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7E5945-7F1A-4D4A-B004-E765C7776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03" y="2137578"/>
            <a:ext cx="3216166" cy="293843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12892AB-7709-490C-A2FA-FE097069BB83}"/>
              </a:ext>
            </a:extLst>
          </p:cNvPr>
          <p:cNvSpPr/>
          <p:nvPr/>
        </p:nvSpPr>
        <p:spPr>
          <a:xfrm>
            <a:off x="8148520" y="3876387"/>
            <a:ext cx="693683" cy="297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8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Input Analysis and Types of Input </a:t>
            </a:r>
          </a:p>
          <a:p>
            <a:r>
              <a:rPr lang="en-US" dirty="0">
                <a:solidFill>
                  <a:schemeClr val="bg2"/>
                </a:solidFill>
              </a:rPr>
              <a:t>Specifying Univariate Input Distributions </a:t>
            </a:r>
          </a:p>
          <a:p>
            <a:r>
              <a:rPr lang="en-US" dirty="0">
                <a:solidFill>
                  <a:schemeClr val="bg2"/>
                </a:solidFill>
              </a:rPr>
              <a:t>Distribution Fitting and Stat::Fit </a:t>
            </a:r>
          </a:p>
          <a:p>
            <a:r>
              <a:rPr lang="en-US" dirty="0"/>
              <a:t>Goodness of Fit and Fitting Issues </a:t>
            </a:r>
          </a:p>
          <a:p>
            <a:r>
              <a:rPr lang="en-US" dirty="0">
                <a:solidFill>
                  <a:schemeClr val="bg2"/>
                </a:solidFill>
              </a:rPr>
              <a:t>Random-Number Generators &amp; Random Variates 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007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Assessing Goodness of Fit:</a:t>
            </a:r>
          </a:p>
          <a:p>
            <a:pPr lvl="1">
              <a:defRPr/>
            </a:pPr>
            <a:r>
              <a:rPr lang="en-US" dirty="0"/>
              <a:t>How well the various candidate distributions do in terms of representing our data</a:t>
            </a:r>
          </a:p>
          <a:p>
            <a:pPr lvl="2">
              <a:defRPr/>
            </a:pPr>
            <a:r>
              <a:rPr lang="en-US" dirty="0"/>
              <a:t>Measures of goodness of fit typically summarize the discrepancy between observed values and the values expected under the model in question (</a:t>
            </a:r>
            <a:r>
              <a:rPr lang="en-US" dirty="0" err="1"/>
              <a:t>wikipedia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While using </a:t>
            </a:r>
            <a:r>
              <a:rPr lang="en-US" dirty="0" err="1">
                <a:sym typeface="Wingdings" pitchFamily="2" charset="2"/>
              </a:rPr>
              <a:t>Stat:Fit</a:t>
            </a:r>
            <a:r>
              <a:rPr lang="en-US" dirty="0">
                <a:sym typeface="Wingdings" pitchFamily="2" charset="2"/>
              </a:rPr>
              <a:t>, you can use three tests: 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Chi-Squared, KS (Kolmogorov-Smirnov), AD (Anderson-Darling) tests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There are many other tests as well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See </a:t>
            </a:r>
            <a:r>
              <a:rPr lang="en-US" dirty="0">
                <a:sym typeface="Wingdings" pitchFamily="2" charset="2"/>
                <a:hlinkClick r:id="rId3"/>
              </a:rPr>
              <a:t>https://en.wikipedia.org/wiki/Goodness_of_fit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We will review: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Chi-Squared goodness-of-fit test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Kolmogorov-Smirnov goodness-of-fit test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Some visual heuristics</a:t>
            </a:r>
          </a:p>
          <a:p>
            <a:pPr lvl="3">
              <a:defRPr/>
            </a:pPr>
            <a:r>
              <a:rPr lang="en-US" dirty="0">
                <a:sym typeface="Wingdings" pitchFamily="2" charset="2"/>
              </a:rPr>
              <a:t>Q-Q plots</a:t>
            </a:r>
          </a:p>
          <a:p>
            <a:pPr lvl="3">
              <a:defRPr/>
            </a:pPr>
            <a:r>
              <a:rPr lang="en-US" dirty="0">
                <a:sym typeface="Wingdings" pitchFamily="2" charset="2"/>
              </a:rPr>
              <a:t>P-P plots</a:t>
            </a:r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  <a:p>
            <a:pPr lvl="1">
              <a:spcBef>
                <a:spcPts val="300"/>
              </a:spcBef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D23706-6BBD-425C-A241-6DBCA0D20D27}"/>
              </a:ext>
            </a:extLst>
          </p:cNvPr>
          <p:cNvSpPr/>
          <p:nvPr/>
        </p:nvSpPr>
        <p:spPr>
          <a:xfrm>
            <a:off x="6094207" y="4134654"/>
            <a:ext cx="5079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Chi-squared goodness-of-fit focus on comparing the fitted PDF (or PMF in the discrete case) to an empirical PDF (or PMF) (i.e., a histogram)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6BCF2-F17C-46ED-8E8F-03C7AE2B7FDC}"/>
              </a:ext>
            </a:extLst>
          </p:cNvPr>
          <p:cNvSpPr/>
          <p:nvPr/>
        </p:nvSpPr>
        <p:spPr>
          <a:xfrm>
            <a:off x="6763965" y="5470648"/>
            <a:ext cx="40921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Kolmogorov-Smirnov (K-S) goodness-of-fit test compared the fitted CDF to a certain empirical CDF defined directly from the data</a:t>
            </a:r>
          </a:p>
        </p:txBody>
      </p:sp>
    </p:spTree>
    <p:extLst>
      <p:ext uri="{BB962C8B-B14F-4D97-AF65-F5344CB8AC3E}">
        <p14:creationId xmlns:p14="http://schemas.microsoft.com/office/powerpoint/2010/main" val="104016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Chi-Squared goodness-of-fit test: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Chi-squared goodness-of-fit focus on comparing the fitted PDF (or PMF in the discrete case) to an empirical PDF (or PMF) (i.e., a histogram)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be the number of real-world observed data points (in our example,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was 47)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be the number of intervals defining the histogram (in our example,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was 7)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For now, let assume that the intervals have equal lengths (not a requirement, more later)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be the left end-points of the intervals </a:t>
                </a:r>
              </a:p>
              <a:p>
                <a:pPr lvl="3">
                  <a:defRPr/>
                </a:pPr>
                <a:r>
                  <a:rPr lang="en-US" b="0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be the right end-point of interval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(last interval)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So the </a:t>
                </a:r>
                <a:r>
                  <a:rPr lang="en-US" dirty="0" err="1">
                    <a:sym typeface="Wingdings" pitchFamily="2" charset="2"/>
                  </a:rPr>
                  <a:t>jth</a:t>
                </a:r>
                <a:r>
                  <a:rPr lang="en-US" dirty="0">
                    <a:sym typeface="Wingdings" pitchFamily="2" charset="2"/>
                  </a:rPr>
                  <a:t> interval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for j=1,2,3,…,k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of our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observations fall in the </a:t>
                </a:r>
                <a:r>
                  <a:rPr lang="en-US" dirty="0" err="1">
                    <a:sym typeface="Wingdings" pitchFamily="2" charset="2"/>
                  </a:rPr>
                  <a:t>jth</a:t>
                </a:r>
                <a:r>
                  <a:rPr lang="en-US" dirty="0">
                    <a:sym typeface="Wingdings" pitchFamily="2" charset="2"/>
                  </a:rPr>
                  <a:t> interval,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is the proportion of data falling into the </a:t>
                </a:r>
                <a:r>
                  <a:rPr lang="en-US" dirty="0" err="1">
                    <a:sym typeface="Wingdings" pitchFamily="2" charset="2"/>
                  </a:rPr>
                  <a:t>jth</a:t>
                </a:r>
                <a:r>
                  <a:rPr lang="en-US" dirty="0">
                    <a:sym typeface="Wingdings" pitchFamily="2" charset="2"/>
                  </a:rPr>
                  <a:t> interval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Now 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be the pdf of the distribution under consideration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The probability that a data point is in the </a:t>
                </a:r>
                <a:r>
                  <a:rPr lang="en-US" dirty="0" err="1">
                    <a:sym typeface="Wingdings" pitchFamily="2" charset="2"/>
                  </a:rPr>
                  <a:t>jth</a:t>
                </a:r>
                <a:r>
                  <a:rPr lang="en-US" dirty="0">
                    <a:sym typeface="Wingdings" pitchFamily="2" charset="2"/>
                  </a:rPr>
                  <a:t>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is:</a:t>
                </a: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8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1">
                  <a:defRPr/>
                </a:pP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So, if this is a good fit, we expect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≈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𝑶</m:t>
                        </m:r>
                      </m:e>
                      <m:sub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𝒋</m:t>
                        </m:r>
                      </m:sub>
                    </m:sSub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/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𝒏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for all intervals</a:t>
                </a: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1">
                  <a:spcBef>
                    <a:spcPts val="300"/>
                  </a:spcBef>
                  <a:defRPr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3"/>
                <a:stretch>
                  <a:fillRect l="-956" t="-2552" r="-1275" b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EAA86AF-BB2A-49D0-85F7-644F850FD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223" y="5081386"/>
            <a:ext cx="2334024" cy="92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Chi-Squared goodness-of-fit test: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Even in the case of really good fit, we do not expect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𝑂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/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 for all intervals because </a:t>
                </a:r>
                <a:r>
                  <a:rPr lang="en-US" dirty="0">
                    <a:sym typeface="Wingdings" pitchFamily="2" charset="2"/>
                  </a:rPr>
                  <a:t>of natural fluctuation in random sampling</a:t>
                </a:r>
              </a:p>
              <a:p>
                <a:pPr lvl="1">
                  <a:defRPr/>
                </a:pP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The formalized chi-squared test statistic:</a:t>
                </a:r>
              </a:p>
              <a:p>
                <a:pPr lvl="1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1">
                  <a:defRPr/>
                </a:pPr>
                <a:endParaRPr lang="en-US" dirty="0">
                  <a:solidFill>
                    <a:schemeClr val="tx1"/>
                  </a:solidFill>
                  <a:sym typeface="Wingdings" pitchFamily="2" charset="2"/>
                </a:endParaRPr>
              </a:p>
              <a:p>
                <a:pPr lvl="2">
                  <a:defRPr/>
                </a:pP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Under the null hypothesis that the observed data follow the fitted distribution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,              has approximately (i.e.,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chi-squared distribution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 degrees of freedom</a:t>
                </a:r>
              </a:p>
              <a:p>
                <a:pPr lvl="3">
                  <a:defRPr/>
                </a:pPr>
                <a:r>
                  <a:rPr lang="en-US" sz="2000" dirty="0">
                    <a:sym typeface="Wingdings" pitchFamily="2" charset="2"/>
                  </a:rPr>
                  <a:t>So, we’d reject the null hypothesis of a good fit if the test statistic              is “too big”</a:t>
                </a:r>
              </a:p>
              <a:p>
                <a:pPr lvl="3">
                  <a:defRPr/>
                </a:pPr>
                <a:r>
                  <a:rPr lang="en-US" sz="2000" dirty="0">
                    <a:solidFill>
                      <a:schemeClr val="tx1"/>
                    </a:solidFill>
                    <a:sym typeface="Wingdings" pitchFamily="2" charset="2"/>
                  </a:rPr>
                  <a:t>How big is “too big” is determined by the chi-squared tables</a:t>
                </a:r>
              </a:p>
              <a:p>
                <a:pPr lvl="4">
                  <a:defRPr/>
                </a:pPr>
                <a:r>
                  <a:rPr lang="en-US" sz="2000" dirty="0">
                    <a:sym typeface="Wingdings" pitchFamily="2" charset="2"/>
                  </a:rPr>
                  <a:t>For a given size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Wingdings" pitchFamily="2" charset="2"/>
                  </a:rPr>
                  <a:t> of the test, we reject the null hypothesis if </a:t>
                </a:r>
              </a:p>
              <a:p>
                <a:pPr lvl="4">
                  <a:defRPr/>
                </a:pPr>
                <a:r>
                  <a:rPr lang="en-US" sz="2000" dirty="0">
                    <a:sym typeface="Wingdings" pitchFamily="2" charset="2"/>
                  </a:rPr>
                  <a:t>Where                 is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above which is the probability in the chi-squared distribution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degrees of freedom</a:t>
                </a:r>
              </a:p>
              <a:p>
                <a:pPr lvl="3">
                  <a:defRPr/>
                </a:pPr>
                <a:r>
                  <a:rPr lang="en-US" sz="2000" dirty="0">
                    <a:sym typeface="Wingdings" pitchFamily="2" charset="2"/>
                  </a:rPr>
                  <a:t>That is, we reject the null hypothesis at level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if and only if the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p-value</a:t>
                </a:r>
                <a:r>
                  <a:rPr lang="en-US" sz="2000" dirty="0">
                    <a:sym typeface="Wingdings" pitchFamily="2" charset="2"/>
                  </a:rPr>
                  <a:t> is less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</m:oMath>
                </a14:m>
                <a:endParaRPr lang="en-US" sz="2000" dirty="0">
                  <a:sym typeface="Wingdings" pitchFamily="2" charset="2"/>
                </a:endParaRPr>
              </a:p>
              <a:p>
                <a:pPr lvl="4">
                  <a:defRPr/>
                </a:pPr>
                <a:r>
                  <a:rPr lang="en-US" sz="2000" dirty="0">
                    <a:sym typeface="Wingdings" pitchFamily="2" charset="2"/>
                  </a:rPr>
                  <a:t>p-value of the test is the probability above the test statistic            in the chi-squared distribution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degrees of freedom</a:t>
                </a:r>
              </a:p>
              <a:p>
                <a:pPr lvl="1">
                  <a:spcBef>
                    <a:spcPts val="300"/>
                  </a:spcBef>
                  <a:defRPr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3"/>
                <a:stretch>
                  <a:fillRect l="-956" t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2D5612C-A13E-44DE-9E26-0478500C3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850" y="2487871"/>
            <a:ext cx="2962815" cy="941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F1C465-7D5D-4B83-89DD-D68A3D160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8096" y="3347740"/>
            <a:ext cx="701916" cy="393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813BF3-DD55-4903-B047-D0488E7A0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776" y="4000135"/>
            <a:ext cx="558525" cy="312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EFDFBA-233B-4B6F-89C5-5303502C6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053" y="4604439"/>
            <a:ext cx="1752296" cy="305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DEECE9-9F9A-4DCD-8951-E9F2EFBC12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803" y="4909545"/>
            <a:ext cx="860793" cy="2975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E41D93-83C6-4A0A-92FF-5680C1B14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513" y="5803929"/>
            <a:ext cx="558525" cy="3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9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Chi-Squared goodness-of-fit test: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Note that the test statistic, and even the conclusion, will depend on the choice of intervals. How to choose these intervals?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There is lots of research on that, and no generally accepted “right” answer</a:t>
                </a:r>
              </a:p>
              <a:p>
                <a:pPr lvl="2">
                  <a:defRPr/>
                </a:pPr>
                <a:r>
                  <a:rPr lang="en-US" u="sng" dirty="0">
                    <a:sym typeface="Wingdings" pitchFamily="2" charset="2"/>
                  </a:rPr>
                  <a:t>Consensus 1: </a:t>
                </a:r>
                <a:r>
                  <a:rPr lang="en-US" dirty="0">
                    <a:sym typeface="Wingdings" pitchFamily="2" charset="2"/>
                  </a:rPr>
                  <a:t>the intervals should be chosen so that the probability of the intervals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  <a:r>
                  <a:rPr lang="en-US" dirty="0">
                    <a:sym typeface="Wingdings" pitchFamily="2" charset="2"/>
                  </a:rPr>
                  <a:t>are equal to each other (at least approximately so) 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equiprobably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How to find the end points?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One way is to use the CDF of the fitted distribution and letting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That is, solve                                       (which might not be straightforward always, and one might need to use approximation algorithms such as secant or Newton’s method)</a:t>
                </a:r>
              </a:p>
              <a:p>
                <a:pPr lvl="2">
                  <a:defRPr/>
                </a:pPr>
                <a:r>
                  <a:rPr lang="en-US" u="sng" dirty="0">
                    <a:sym typeface="Wingdings" pitchFamily="2" charset="2"/>
                  </a:rPr>
                  <a:t>Consensus 2: </a:t>
                </a:r>
                <a:r>
                  <a:rPr lang="en-US" dirty="0">
                    <a:sym typeface="Wingdings" pitchFamily="2" charset="2"/>
                  </a:rPr>
                  <a:t>the intervals should be chosen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is at least 5 for all intervals (this is to discourage using of the chi-squared goodness-of-fit test if the sample size is small)</a:t>
                </a:r>
              </a:p>
              <a:p>
                <a:pPr lvl="1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Chi-squared goodness-of-fit test can be used for fitting discrete distribution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Just replace the integral with sum for 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values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Read for further info: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  <a:hlinkClick r:id="rId3"/>
                  </a:rPr>
                  <a:t>https://en.wikipedia.org/wiki/Chi-squared_test</a:t>
                </a:r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4"/>
                <a:stretch>
                  <a:fillRect l="-956" t="-2552" r="-690" b="-3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A9798E9-2D58-4795-87A3-9630F0DCA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914" y="3489433"/>
            <a:ext cx="1325771" cy="289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B1041C-1C01-445F-BEAC-E22675CA3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777" y="3779219"/>
            <a:ext cx="1850172" cy="33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Kolmogorov-Smirnov goodness-of-fit test: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Kolmogorov-Smirnov (K-S) goodness-of-fit test compares the fitted CDF to a certain empirical CDF defined directly from the data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There are different ways to define the empirical CDF 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One can define intervals (increasing values) and calculate CDF accordingly 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We will use the following</a:t>
                </a:r>
              </a:p>
              <a:p>
                <a:pPr lvl="4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𝑒𝑚𝑝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𝑝𝑟𝑜𝑝𝑜𝑟𝑡𝑖𝑜𝑛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𝑜𝑏𝑠𝑒𝑟𝑣𝑒𝑑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𝑎𝑟𝑒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for all x</a:t>
                </a:r>
              </a:p>
              <a:p>
                <a:pPr lvl="4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𝑒𝑚𝑝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will be a step function continuous from the right with a step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occurring at each of the ordered data values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K-S test statistic is the largest vertical discrepancy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𝑒𝑚𝑝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along the entire range of possible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So, if we have good fit, we expect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 to be small </a:t>
                </a: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(ideally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≈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)</a:t>
                </a:r>
              </a:p>
              <a:p>
                <a:pPr lvl="1">
                  <a:spcBef>
                    <a:spcPts val="300"/>
                  </a:spcBef>
                  <a:defRPr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3"/>
                <a:stretch>
                  <a:fillRect l="-956" t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F710FF2-A093-40CC-B0A5-6F789FCD9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682" y="4630692"/>
            <a:ext cx="3933144" cy="77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1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710FF2-A093-40CC-B0A5-6F789FCD9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785" y="1668285"/>
            <a:ext cx="2727046" cy="5343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Kolmogorov-Smirnov goodness-of-fit test: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Kolmogorov-Smirnov (K-S) statistic: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denote the observed sample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Then K-S statistic is equal to:</a:t>
                </a: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To decide how small is small enough, we need tables and reference distributions for critical values of the test for given test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 or to determine the p-values of the test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Unlike chi-squared test, the K-S test needs different tables for different hypothesized distributions and different sample sizes n (a disadvantage of K-S test)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Unlike chi-squared test, the K-S test does not need arbitrary interval choices (K-S uses the observed data values) and  it is accurate for small sample sizes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Read for further info: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  <a:hlinkClick r:id="rId4"/>
                  </a:rPr>
                  <a:t>https://en.wikipedia.org/wiki/Kolmogorov%E2%80%93Smirnov_test</a:t>
                </a:r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5"/>
                <a:stretch>
                  <a:fillRect l="-956" t="-2552" r="-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BBAC447-2667-4B92-AA9A-88AA47BA5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439" y="2752806"/>
            <a:ext cx="6282183" cy="67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3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P-P plots: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A heuristic approach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denote the observed sample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≤…≤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should be close to the empirical proportion of data points at or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So, we expect 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To check, then plot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Since both coordinates are probabilities, the plot is probability-probability (P-P) plot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If the plot is close to diagonal between (0,0) and (1,1), we have a good fit! </a:t>
                </a:r>
              </a:p>
              <a:p>
                <a:pPr lvl="1">
                  <a:spcBef>
                    <a:spcPts val="300"/>
                  </a:spcBef>
                  <a:defRPr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3"/>
                <a:stretch>
                  <a:fillRect l="-956" t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ACF07C-71AF-419E-A5F8-2DD79BB23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335" y="2756760"/>
            <a:ext cx="3320518" cy="284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312BD-B227-4570-A3AA-F8A2841F7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617" y="3041156"/>
            <a:ext cx="2956879" cy="311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8F0F82-ACE7-469E-BEFE-497F4D68E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296" y="4109119"/>
            <a:ext cx="4308557" cy="2427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526FA5-AFC8-465D-A75A-EFF179B4089A}"/>
              </a:ext>
            </a:extLst>
          </p:cNvPr>
          <p:cNvSpPr txBox="1"/>
          <p:nvPr/>
        </p:nvSpPr>
        <p:spPr>
          <a:xfrm>
            <a:off x="7098987" y="4485483"/>
            <a:ext cx="3382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Stat::Fit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Fit</a:t>
            </a:r>
            <a:r>
              <a:rPr lang="en-US" dirty="0" err="1">
                <a:sym typeface="Wingdings" panose="05000000000000000000" pitchFamily="2" charset="2"/>
              </a:rPr>
              <a:t>Result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GraphsPP</a:t>
            </a:r>
            <a:r>
              <a:rPr lang="en-US" dirty="0">
                <a:sym typeface="Wingdings" panose="05000000000000000000" pitchFamily="2" charset="2"/>
              </a:rPr>
              <a:t> 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25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rgbClr val="C00000"/>
                    </a:solidFill>
                    <a:sym typeface="Wingdings" pitchFamily="2" charset="2"/>
                  </a:rPr>
                  <a:t>Q-Q plots: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A heuristic approach, similar to P-P plots</a:t>
                </a:r>
              </a:p>
              <a:p>
                <a:pPr lvl="1">
                  <a:defRPr/>
                </a:pPr>
                <a:r>
                  <a:rPr lang="en-US" dirty="0">
                    <a:sym typeface="Wingdings" pitchFamily="2" charset="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denote the observed sample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≤…≤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is good fit, we expect </a:t>
                </a:r>
              </a:p>
              <a:p>
                <a:pPr lvl="2">
                  <a:defRPr/>
                </a:pPr>
                <a:r>
                  <a:rPr lang="en-US" dirty="0">
                    <a:sym typeface="Wingdings" pitchFamily="2" charset="2"/>
                  </a:rPr>
                  <a:t>We plot the points 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Since both coordinates are quantiles, the plot is quantile-quantile (Q-Q) plot</a:t>
                </a:r>
              </a:p>
              <a:p>
                <a:pPr lvl="3">
                  <a:defRPr/>
                </a:pPr>
                <a:r>
                  <a:rPr lang="en-US" dirty="0">
                    <a:sym typeface="Wingdings" pitchFamily="2" charset="2"/>
                  </a:rPr>
                  <a:t>If the plot is close to diagonal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we have a good fit! </a:t>
                </a:r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3"/>
                <a:stretch>
                  <a:fillRect l="-956" t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03CF7-9EEB-48CE-AB41-E0F2D51C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557" y="2374481"/>
            <a:ext cx="2494635" cy="431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70BD0-2E27-4D38-A3AB-E483B098E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545" y="2741900"/>
            <a:ext cx="1728999" cy="3426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66924F-67EF-448E-BAF5-4FA8AC771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8349" y="3867701"/>
            <a:ext cx="4773198" cy="2666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282CE8-BD4B-4D62-9337-73761FD17AC3}"/>
              </a:ext>
            </a:extLst>
          </p:cNvPr>
          <p:cNvSpPr txBox="1"/>
          <p:nvPr/>
        </p:nvSpPr>
        <p:spPr>
          <a:xfrm>
            <a:off x="7098987" y="4485483"/>
            <a:ext cx="3382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Stat::Fit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Fit</a:t>
            </a:r>
            <a:r>
              <a:rPr lang="en-US" dirty="0" err="1">
                <a:sym typeface="Wingdings" panose="05000000000000000000" pitchFamily="2" charset="2"/>
              </a:rPr>
              <a:t>Result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GraphsQQ</a:t>
            </a:r>
            <a:r>
              <a:rPr lang="en-US" dirty="0">
                <a:sym typeface="Wingdings" panose="05000000000000000000" pitchFamily="2" charset="2"/>
              </a:rPr>
              <a:t> 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49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7982704" cy="525503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Distribution Fitting Issues:</a:t>
            </a:r>
          </a:p>
          <a:p>
            <a:pPr lvl="1"/>
            <a:r>
              <a:rPr lang="en-US" dirty="0"/>
              <a:t>What if nothing fits?</a:t>
            </a:r>
          </a:p>
          <a:p>
            <a:pPr lvl="2"/>
            <a:r>
              <a:rPr lang="en-US" dirty="0"/>
              <a:t>We can use empirical distribution in most Simulation packages, </a:t>
            </a:r>
            <a:r>
              <a:rPr lang="en-US" dirty="0" err="1"/>
              <a:t>Simio</a:t>
            </a:r>
            <a:r>
              <a:rPr lang="en-US" dirty="0"/>
              <a:t> allows that</a:t>
            </a:r>
          </a:p>
          <a:p>
            <a:pPr lvl="3"/>
            <a:r>
              <a:rPr lang="en-US" dirty="0" err="1"/>
              <a:t>Random.Discrete</a:t>
            </a:r>
            <a:r>
              <a:rPr lang="en-US" dirty="0"/>
              <a:t>(v1, c1, v2, c2, …)</a:t>
            </a:r>
          </a:p>
          <a:p>
            <a:pPr lvl="3"/>
            <a:r>
              <a:rPr lang="en-US" dirty="0" err="1"/>
              <a:t>Random.Continuous</a:t>
            </a:r>
            <a:r>
              <a:rPr lang="en-US" dirty="0"/>
              <a:t>(v1, c1, v2, c2, …)</a:t>
            </a:r>
          </a:p>
          <a:p>
            <a:pPr lvl="3"/>
            <a:r>
              <a:rPr lang="en-US" dirty="0" err="1"/>
              <a:t>Simio</a:t>
            </a:r>
            <a:r>
              <a:rPr lang="en-US" dirty="0"/>
              <a:t> will connect the dots and can generate random draws accordingly (depending on discrete or continuous)</a:t>
            </a:r>
          </a:p>
          <a:p>
            <a:pPr lvl="3"/>
            <a:r>
              <a:rPr lang="en-US" dirty="0"/>
              <a:t>In either case, it is assumed that the support is a bounded range, i.e., finite lower and upper values (min and max from the data)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Stat::Fit can produce this</a:t>
            </a:r>
          </a:p>
          <a:p>
            <a:pPr lvl="3"/>
            <a:r>
              <a:rPr lang="en-US" dirty="0" err="1"/>
              <a:t>File</a:t>
            </a:r>
            <a:r>
              <a:rPr lang="en-US" dirty="0" err="1">
                <a:sym typeface="Wingdings" panose="05000000000000000000" pitchFamily="2" charset="2"/>
              </a:rPr>
              <a:t>ExportExport</a:t>
            </a:r>
            <a:r>
              <a:rPr lang="en-US" dirty="0">
                <a:sym typeface="Wingdings" panose="05000000000000000000" pitchFamily="2" charset="2"/>
              </a:rPr>
              <a:t> Empirical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Select Cumulative rather than density for </a:t>
            </a:r>
            <a:r>
              <a:rPr lang="en-US" dirty="0" err="1"/>
              <a:t>Simio</a:t>
            </a:r>
            <a:endParaRPr lang="en-US" dirty="0"/>
          </a:p>
          <a:p>
            <a:pPr lvl="3"/>
            <a:r>
              <a:rPr lang="en-US" dirty="0"/>
              <a:t>Will copy onto Windows clipboard a sequence of vi ci values, </a:t>
            </a:r>
            <a:r>
              <a:rPr lang="en-US" dirty="0" err="1"/>
              <a:t>vi</a:t>
            </a:r>
            <a:r>
              <a:rPr lang="en-US" dirty="0" err="1">
                <a:sym typeface="Wingdings" panose="05000000000000000000" pitchFamily="2" charset="2"/>
              </a:rPr>
              <a:t>value</a:t>
            </a:r>
            <a:r>
              <a:rPr lang="en-US" dirty="0">
                <a:sym typeface="Wingdings" panose="05000000000000000000" pitchFamily="2" charset="2"/>
              </a:rPr>
              <a:t>, ci cumulative probability at vi</a:t>
            </a:r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F2563-5933-4193-9BEF-7A8B139C0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636" y="3851816"/>
            <a:ext cx="2466366" cy="255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Distribution Fitting Issues:</a:t>
            </a:r>
          </a:p>
          <a:p>
            <a:pPr lvl="1"/>
            <a:r>
              <a:rPr lang="en-US" dirty="0"/>
              <a:t>No data?</a:t>
            </a:r>
          </a:p>
          <a:p>
            <a:pPr lvl="2"/>
            <a:r>
              <a:rPr lang="en-US" dirty="0"/>
              <a:t>Estimate, then test</a:t>
            </a:r>
          </a:p>
          <a:p>
            <a:pPr lvl="2"/>
            <a:r>
              <a:rPr lang="en-US" dirty="0"/>
              <a:t>Ask experts about a lower and upper limit (which define a uniform distribution already)</a:t>
            </a:r>
          </a:p>
          <a:p>
            <a:pPr lvl="2"/>
            <a:r>
              <a:rPr lang="en-US" dirty="0"/>
              <a:t>If uniform is weighing the ends too much, maybe use a triangular distribution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r>
              <a:rPr lang="en-US" dirty="0"/>
              <a:t>Dincer Konur and </a:t>
            </a:r>
            <a:r>
              <a:rPr lang="en-US" dirty="0" err="1"/>
              <a:t>Mihalis</a:t>
            </a:r>
            <a:r>
              <a:rPr lang="en-US" dirty="0"/>
              <a:t> </a:t>
            </a:r>
            <a:r>
              <a:rPr lang="en-US" dirty="0" err="1"/>
              <a:t>Golias</a:t>
            </a:r>
            <a:r>
              <a:rPr lang="en-US" dirty="0"/>
              <a:t>. 2013. </a:t>
            </a:r>
            <a:r>
              <a:rPr lang="en-US" i="1" dirty="0"/>
              <a:t>Cost-stable truck scheduling at a cross-dock facility with unknown truck arrivals: A meta-heuristic approach</a:t>
            </a:r>
            <a:r>
              <a:rPr lang="en-US" dirty="0"/>
              <a:t>. Transportation Research Part E.</a:t>
            </a:r>
          </a:p>
          <a:p>
            <a:pPr lvl="4"/>
            <a:r>
              <a:rPr lang="en-US" dirty="0"/>
              <a:t>Trucks arrive at cross-dock facility, we do know the time-window, but not sure about the distribution within the time window, we used different triangular distributions to model early, on-time, and late arrival behaviors</a:t>
            </a:r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35CC3-A5AE-4E96-9225-6E4D71D0B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463" y="3209768"/>
            <a:ext cx="2031312" cy="1376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FFB2E-65C4-4830-A824-57C871C13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727" y="3119162"/>
            <a:ext cx="5462376" cy="15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Distribution Fitting Issues:</a:t>
            </a:r>
          </a:p>
          <a:p>
            <a:pPr lvl="1"/>
            <a:r>
              <a:rPr lang="en-US" dirty="0"/>
              <a:t>Too much data?</a:t>
            </a:r>
          </a:p>
          <a:p>
            <a:pPr lvl="2"/>
            <a:r>
              <a:rPr lang="en-US" dirty="0"/>
              <a:t>“False” rejection </a:t>
            </a:r>
            <a:r>
              <a:rPr lang="en-US" dirty="0">
                <a:sym typeface="Wingdings" panose="05000000000000000000" pitchFamily="2" charset="2"/>
              </a:rPr>
              <a:t> more likely to reject distributions</a:t>
            </a:r>
            <a:endParaRPr lang="en-US" dirty="0"/>
          </a:p>
          <a:p>
            <a:pPr lvl="2"/>
            <a:r>
              <a:rPr lang="en-US" dirty="0"/>
              <a:t>Right amount of data?</a:t>
            </a:r>
          </a:p>
          <a:p>
            <a:pPr lvl="3"/>
            <a:r>
              <a:rPr lang="en-US" dirty="0"/>
              <a:t>No global answer to this</a:t>
            </a:r>
          </a:p>
          <a:p>
            <a:pPr lvl="3"/>
            <a:r>
              <a:rPr lang="en-US" dirty="0"/>
              <a:t>Build your model, with some distributions, to see how sensitive you’re the key things you want to evaluate to a specific distribution</a:t>
            </a:r>
          </a:p>
          <a:p>
            <a:pPr lvl="3"/>
            <a:r>
              <a:rPr lang="en-US" dirty="0"/>
              <a:t>If too sensitive, then collect more data, make rigorous analyses on that specific input!</a:t>
            </a:r>
          </a:p>
          <a:p>
            <a:r>
              <a:rPr lang="en-US" dirty="0">
                <a:solidFill>
                  <a:srgbClr val="C00000"/>
                </a:solidFill>
              </a:rPr>
              <a:t>What is the right answer?</a:t>
            </a:r>
          </a:p>
          <a:p>
            <a:pPr lvl="1"/>
            <a:r>
              <a:rPr lang="en-US" dirty="0"/>
              <a:t>Distribution fitting is subject to statistical error!</a:t>
            </a:r>
          </a:p>
          <a:p>
            <a:pPr lvl="2"/>
            <a:r>
              <a:rPr lang="en-US" dirty="0"/>
              <a:t>Different tests might indicate different distributions</a:t>
            </a:r>
          </a:p>
          <a:p>
            <a:pPr lvl="2"/>
            <a:r>
              <a:rPr lang="en-US" dirty="0"/>
              <a:t>Or different distributions might have the same goodness of fit</a:t>
            </a:r>
          </a:p>
          <a:p>
            <a:pPr lvl="2"/>
            <a:r>
              <a:rPr lang="en-US" dirty="0"/>
              <a:t>Consider secondary criteria</a:t>
            </a:r>
          </a:p>
          <a:p>
            <a:pPr lvl="3"/>
            <a:r>
              <a:rPr lang="en-US" dirty="0"/>
              <a:t>Ease of manipulation of the distributions, maybe, so that you make things easier test with simulation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 and Fitting Issues</a:t>
            </a:r>
          </a:p>
        </p:txBody>
      </p:sp>
    </p:spTree>
    <p:extLst>
      <p:ext uri="{BB962C8B-B14F-4D97-AF65-F5344CB8AC3E}">
        <p14:creationId xmlns:p14="http://schemas.microsoft.com/office/powerpoint/2010/main" val="201292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Input Analysis and Types of Input </a:t>
            </a:r>
          </a:p>
          <a:p>
            <a:r>
              <a:rPr lang="en-US" dirty="0">
                <a:solidFill>
                  <a:schemeClr val="bg2"/>
                </a:solidFill>
              </a:rPr>
              <a:t>Specifying Univariate Input Distributions </a:t>
            </a:r>
          </a:p>
          <a:p>
            <a:r>
              <a:rPr lang="en-US" dirty="0">
                <a:solidFill>
                  <a:schemeClr val="bg2"/>
                </a:solidFill>
              </a:rPr>
              <a:t>Distribution Fitting and Stat::Fit </a:t>
            </a:r>
          </a:p>
          <a:p>
            <a:r>
              <a:rPr lang="en-US" dirty="0">
                <a:solidFill>
                  <a:schemeClr val="bg2"/>
                </a:solidFill>
              </a:rPr>
              <a:t>Goodness of Fit and Fitting Issues </a:t>
            </a:r>
          </a:p>
          <a:p>
            <a:r>
              <a:rPr lang="en-US" dirty="0"/>
              <a:t>Random-Number Generators &amp; Random Variates 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792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Random-Number-Generator:</a:t>
            </a:r>
          </a:p>
          <a:p>
            <a:pPr lvl="1"/>
            <a:r>
              <a:rPr lang="en-US" dirty="0"/>
              <a:t>Once we characterize the stochastic input to our simulation model, to run it, we need to generate random numbers from the specified distributions</a:t>
            </a:r>
          </a:p>
          <a:p>
            <a:pPr lvl="1"/>
            <a:r>
              <a:rPr lang="en-US" dirty="0"/>
              <a:t>Every simulation model with stochastic input must start with generating random numbers</a:t>
            </a:r>
          </a:p>
          <a:p>
            <a:pPr lvl="2"/>
            <a:r>
              <a:rPr lang="en-US" dirty="0"/>
              <a:t>What we mean by random numbers here is “observations uniformly and continuous distribution between 0 and 1”</a:t>
            </a:r>
          </a:p>
          <a:p>
            <a:pPr lvl="3"/>
            <a:r>
              <a:rPr lang="en-US" dirty="0"/>
              <a:t>We will use those to generate draws from other distributions later</a:t>
            </a:r>
          </a:p>
          <a:p>
            <a:pPr lvl="2"/>
            <a:r>
              <a:rPr lang="en-US" dirty="0"/>
              <a:t>Generating really random numbers is impossible (still an open problem)</a:t>
            </a:r>
          </a:p>
          <a:p>
            <a:pPr lvl="2"/>
            <a:r>
              <a:rPr lang="en-US" dirty="0"/>
              <a:t>There are algorithms that generate values that appear random (pseudo-random)</a:t>
            </a:r>
          </a:p>
          <a:p>
            <a:pPr lvl="2"/>
            <a:r>
              <a:rPr lang="en-US" dirty="0"/>
              <a:t>These algorithms are known as </a:t>
            </a:r>
            <a:r>
              <a:rPr lang="en-US" dirty="0">
                <a:solidFill>
                  <a:srgbClr val="C00000"/>
                </a:solidFill>
              </a:rPr>
              <a:t>random-number-generators</a:t>
            </a:r>
            <a:r>
              <a:rPr lang="en-US" dirty="0"/>
              <a:t> (RNGs)</a:t>
            </a:r>
          </a:p>
          <a:p>
            <a:pPr lvl="3"/>
            <a:r>
              <a:rPr lang="en-US" sz="2000" dirty="0"/>
              <a:t>Developing RNGs is technically challenging</a:t>
            </a:r>
          </a:p>
          <a:p>
            <a:pPr marL="13716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Random-Number Generators &amp; Random Variates</a:t>
            </a:r>
          </a:p>
        </p:txBody>
      </p:sp>
    </p:spTree>
    <p:extLst>
      <p:ext uri="{BB962C8B-B14F-4D97-AF65-F5344CB8AC3E}">
        <p14:creationId xmlns:p14="http://schemas.microsoft.com/office/powerpoint/2010/main" val="35486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One classical method is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linear congruential generator </a:t>
                </a:r>
                <a:r>
                  <a:rPr lang="en-US" sz="2400" dirty="0"/>
                  <a:t>(LCG)</a:t>
                </a:r>
              </a:p>
              <a:p>
                <a:pPr lvl="1"/>
                <a:r>
                  <a:rPr lang="en-US" sz="2000" dirty="0"/>
                  <a:t>Generates a sequence of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based on the recurrence relation: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2000" dirty="0"/>
                  <a:t>    where a&gt;0, c, and m&gt;0 are integer constants and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    starts with specifying a seed value </a:t>
                </a:r>
              </a:p>
              <a:p>
                <a:pPr lvl="1"/>
                <a:endParaRPr lang="en-US" sz="2000" dirty="0"/>
              </a:p>
              <a:p>
                <a:pPr lvl="1"/>
                <a:r>
                  <a:rPr lang="en-US" sz="2000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will be between 0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000" dirty="0"/>
                  <a:t>Since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to be between 0 and 1, we let</a:t>
                </a:r>
              </a:p>
              <a:p>
                <a:pPr lvl="2"/>
                <a:r>
                  <a:rPr lang="en-US" sz="1800" dirty="0"/>
                  <a:t>Equally, divide by m-1 as m will be very large in practice</a:t>
                </a:r>
              </a:p>
              <a:p>
                <a:endParaRPr lang="en-US" sz="2400" dirty="0"/>
              </a:p>
              <a:p>
                <a:r>
                  <a:rPr lang="en-US" sz="2400" dirty="0" err="1"/>
                  <a:t>Simio</a:t>
                </a:r>
                <a:r>
                  <a:rPr lang="en-US" sz="2400" dirty="0"/>
                  <a:t> uses another method, called Mersenne twister</a:t>
                </a:r>
              </a:p>
              <a:p>
                <a:endParaRPr lang="en-US" sz="2400" dirty="0"/>
              </a:p>
              <a:p>
                <a:pPr lvl="2">
                  <a:defRPr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255031"/>
              </a:xfrm>
              <a:blipFill>
                <a:blip r:embed="rId3"/>
                <a:stretch>
                  <a:fillRect l="-690" t="-2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Random-Number Generators &amp; Random Variates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EB4C0-2E9B-4EB0-94AE-391528D30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715" y="3858160"/>
            <a:ext cx="1206508" cy="282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CD7C9-C60B-46B2-A0D1-ED3233F36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935" y="1355833"/>
            <a:ext cx="3361239" cy="4785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AB0F8A-56CB-47BD-BADB-650989DBC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581" y="2028025"/>
            <a:ext cx="3204904" cy="4269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58EB1E-CCE6-4D5B-938C-0B2B0D5FC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160" y="2919501"/>
            <a:ext cx="2334140" cy="2770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49C7A2-C630-47D7-98A9-635390A3B2DB}"/>
              </a:ext>
            </a:extLst>
          </p:cNvPr>
          <p:cNvSpPr txBox="1"/>
          <p:nvPr/>
        </p:nvSpPr>
        <p:spPr>
          <a:xfrm>
            <a:off x="8105508" y="6292771"/>
            <a:ext cx="468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‘Model_LCG.xlsx’ for the excel file.</a:t>
            </a:r>
          </a:p>
        </p:txBody>
      </p:sp>
    </p:spTree>
    <p:extLst>
      <p:ext uri="{BB962C8B-B14F-4D97-AF65-F5344CB8AC3E}">
        <p14:creationId xmlns:p14="http://schemas.microsoft.com/office/powerpoint/2010/main" val="123430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Random-variate-generation:</a:t>
            </a:r>
          </a:p>
          <a:p>
            <a:pPr lvl="1"/>
            <a:r>
              <a:rPr lang="en-US" dirty="0"/>
              <a:t>We know how to generate random numbers from uniform distribution between 0 and 1 using random-number-generators (RNGs)</a:t>
            </a:r>
          </a:p>
          <a:p>
            <a:pPr lvl="1"/>
            <a:r>
              <a:rPr lang="en-US" dirty="0"/>
              <a:t>Using RNGs, the process of generating random numbers from other distributions is called </a:t>
            </a:r>
            <a:r>
              <a:rPr lang="en-US" dirty="0">
                <a:solidFill>
                  <a:srgbClr val="C00000"/>
                </a:solidFill>
              </a:rPr>
              <a:t>random-variate-generation</a:t>
            </a:r>
          </a:p>
          <a:p>
            <a:pPr lvl="2"/>
            <a:r>
              <a:rPr lang="en-US" dirty="0" err="1"/>
              <a:t>Simio</a:t>
            </a:r>
            <a:r>
              <a:rPr lang="en-US" dirty="0"/>
              <a:t> takes care of random-variate-generation for us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We will discuss the very basics of random-variate-generation</a:t>
            </a:r>
          </a:p>
          <a:p>
            <a:pPr lvl="2"/>
            <a:r>
              <a:rPr lang="en-US" dirty="0"/>
              <a:t>A basic principle is to use the cumulative distribution function CDF, F(x)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r>
              <a:rPr lang="en-US" dirty="0"/>
              <a:t>Generate a random number U between 0 and 1</a:t>
            </a:r>
          </a:p>
          <a:p>
            <a:pPr lvl="3"/>
            <a:r>
              <a:rPr lang="en-US" dirty="0"/>
              <a:t>Try to solve for F(x)=U </a:t>
            </a:r>
            <a:r>
              <a:rPr lang="en-US" dirty="0">
                <a:sym typeface="Wingdings" panose="05000000000000000000" pitchFamily="2" charset="2"/>
              </a:rPr>
              <a:t> x is the random draw from the specified distribution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Solving F(x)=U  </a:t>
            </a: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Random-Number Generators &amp; Random Variates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37182-B0C5-484B-B4B5-05386A497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312" y="4433185"/>
            <a:ext cx="2181788" cy="332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EB2D29-0448-46BB-A0FA-79D1A6AC1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279" y="5482774"/>
            <a:ext cx="1438369" cy="33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9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Random-variate-generation:</a:t>
            </a:r>
          </a:p>
          <a:p>
            <a:pPr lvl="1"/>
            <a:r>
              <a:rPr lang="en-US" dirty="0"/>
              <a:t>A basic principle is to use the cumulative distribution function CDF, F(x)</a:t>
            </a:r>
          </a:p>
          <a:p>
            <a:pPr lvl="2"/>
            <a:r>
              <a:rPr lang="en-US" dirty="0"/>
              <a:t>Why does it work?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Random-Number Generators &amp; Random Variates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91C3A-2E7A-4239-A154-E86FE6BD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55" y="2648528"/>
            <a:ext cx="5921829" cy="19500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F8E84-0BD9-418E-8B04-6FDA0269A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173" y="3870867"/>
            <a:ext cx="4705632" cy="251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0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Input Analysis and Types of Input </a:t>
            </a:r>
          </a:p>
          <a:p>
            <a:r>
              <a:rPr lang="en-US" dirty="0">
                <a:solidFill>
                  <a:schemeClr val="bg2"/>
                </a:solidFill>
              </a:rPr>
              <a:t>Specifying Univariate Input Distributions </a:t>
            </a:r>
          </a:p>
          <a:p>
            <a:r>
              <a:rPr lang="en-US" dirty="0">
                <a:solidFill>
                  <a:schemeClr val="bg2"/>
                </a:solidFill>
              </a:rPr>
              <a:t>Distribution Fitting and Stat::Fit </a:t>
            </a:r>
          </a:p>
          <a:p>
            <a:r>
              <a:rPr lang="en-US" dirty="0">
                <a:solidFill>
                  <a:schemeClr val="bg2"/>
                </a:solidFill>
              </a:rPr>
              <a:t>Goodness of Fit and Fitting Issues </a:t>
            </a:r>
          </a:p>
          <a:p>
            <a:r>
              <a:rPr lang="en-US" dirty="0">
                <a:solidFill>
                  <a:schemeClr val="bg2"/>
                </a:solidFill>
              </a:rPr>
              <a:t>Random-Number Generators &amp; Random Variates </a:t>
            </a:r>
            <a:r>
              <a:rPr lang="en-US" dirty="0"/>
              <a:t>			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/>
              <a:t>Review and Simulation Experimentation Input</a:t>
            </a:r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875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Input analysis has two main goals:</a:t>
            </a:r>
          </a:p>
          <a:p>
            <a:pPr lvl="1"/>
            <a:r>
              <a:rPr lang="en-US" dirty="0"/>
              <a:t>Characterize the input</a:t>
            </a:r>
          </a:p>
          <a:p>
            <a:pPr lvl="1"/>
            <a:r>
              <a:rPr lang="en-US" dirty="0"/>
              <a:t>Develop methods to generate random draws for stochastic input</a:t>
            </a:r>
          </a:p>
          <a:p>
            <a:r>
              <a:rPr lang="en-US" dirty="0"/>
              <a:t>Characterizing the input:</a:t>
            </a:r>
          </a:p>
          <a:p>
            <a:pPr lvl="1"/>
            <a:r>
              <a:rPr lang="en-US" dirty="0"/>
              <a:t>Input types: deterministic vs. stochastic, scalar vs. multivariate vs. univariate</a:t>
            </a:r>
          </a:p>
          <a:p>
            <a:pPr lvl="1"/>
            <a:r>
              <a:rPr lang="en-US" dirty="0"/>
              <a:t>Distribution fitting</a:t>
            </a:r>
          </a:p>
          <a:p>
            <a:pPr lvl="2"/>
            <a:r>
              <a:rPr lang="en-US" dirty="0"/>
              <a:t>Qualitative analysis</a:t>
            </a:r>
          </a:p>
          <a:p>
            <a:pPr lvl="2"/>
            <a:r>
              <a:rPr lang="en-US" dirty="0"/>
              <a:t>Quantitative analyses, goodness of fit, fitting issues</a:t>
            </a:r>
          </a:p>
          <a:p>
            <a:pPr lvl="2"/>
            <a:r>
              <a:rPr lang="en-US" dirty="0"/>
              <a:t>Stat::Fit</a:t>
            </a:r>
          </a:p>
          <a:p>
            <a:pPr lvl="3"/>
            <a:r>
              <a:rPr lang="en-US" dirty="0"/>
              <a:t>QQ plots, PP plots, there is also box-plot</a:t>
            </a:r>
          </a:p>
          <a:p>
            <a:r>
              <a:rPr lang="en-US" dirty="0"/>
              <a:t>Methods to generate random observations:</a:t>
            </a:r>
          </a:p>
          <a:p>
            <a:pPr lvl="1"/>
            <a:r>
              <a:rPr lang="en-US" dirty="0"/>
              <a:t>Random number generators and random variates</a:t>
            </a:r>
          </a:p>
          <a:p>
            <a:pPr lvl="1"/>
            <a:r>
              <a:rPr lang="en-US" dirty="0"/>
              <a:t>Read SS Chapter 6.3-6.4 and 6.5 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72784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addition to input about the system, we need to also give input to the experimental design</a:t>
            </a:r>
          </a:p>
          <a:p>
            <a:pPr lvl="1"/>
            <a:r>
              <a:rPr lang="en-US" dirty="0"/>
              <a:t>How long should the warm-up period be?</a:t>
            </a:r>
          </a:p>
          <a:p>
            <a:pPr lvl="2"/>
            <a:r>
              <a:rPr lang="en-US" dirty="0"/>
              <a:t>Not a direct answer, observe the output statistic over time, plot it, and see if it is appearing stable</a:t>
            </a:r>
          </a:p>
          <a:p>
            <a:pPr lvl="1"/>
            <a:r>
              <a:rPr lang="en-US" dirty="0"/>
              <a:t>How many replications we should run?</a:t>
            </a:r>
          </a:p>
          <a:p>
            <a:pPr lvl="2"/>
            <a:r>
              <a:rPr lang="en-US" dirty="0"/>
              <a:t>Depends on the confidence interval</a:t>
            </a:r>
          </a:p>
          <a:p>
            <a:pPr lvl="2"/>
            <a:r>
              <a:rPr lang="en-US" dirty="0"/>
              <a:t>Recall that we talked about half-width</a:t>
            </a:r>
          </a:p>
          <a:p>
            <a:pPr lvl="2"/>
            <a:r>
              <a:rPr lang="en-US" dirty="0"/>
              <a:t>For n replications, 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Experimentation Input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CA4CB-CEBA-4BF2-AD31-62916D10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95" y="4149484"/>
            <a:ext cx="3733800" cy="1438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882E7A-93A3-47F2-B0C6-8EEFE9646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925" y="4130675"/>
            <a:ext cx="6278647" cy="175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0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addition to input about the system, we need to also give input to the experimental design</a:t>
            </a:r>
          </a:p>
          <a:p>
            <a:pPr lvl="1"/>
            <a:r>
              <a:rPr lang="en-US" dirty="0"/>
              <a:t>How many replications we should run?</a:t>
            </a:r>
          </a:p>
          <a:p>
            <a:pPr lvl="2"/>
            <a:r>
              <a:rPr lang="en-US" dirty="0"/>
              <a:t>The required number of replications for a specific level of confidence, given m initial replications: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Experimentation Input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B2205-56BA-4053-91CB-B23B92F0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128" y="3162348"/>
            <a:ext cx="3981450" cy="1695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1BA419-D431-4979-90D6-CFC3FC674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107" y="3021324"/>
            <a:ext cx="6160305" cy="263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6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50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addition to input about the system, we need to also give input to the experimental design</a:t>
            </a:r>
          </a:p>
          <a:p>
            <a:pPr lvl="1"/>
            <a:r>
              <a:rPr lang="en-US" dirty="0"/>
              <a:t>How long we should run the simulation (one replication)?</a:t>
            </a:r>
          </a:p>
          <a:p>
            <a:pPr lvl="2"/>
            <a:r>
              <a:rPr lang="en-US" dirty="0"/>
              <a:t>We want to make sure that we have enough draws from each stochastic input</a:t>
            </a:r>
          </a:p>
          <a:p>
            <a:pPr lvl="2"/>
            <a:r>
              <a:rPr lang="en-US" dirty="0"/>
              <a:t>So, we can simply use the number of draws needed similar to the number of replications from each stochastic input </a:t>
            </a:r>
            <a:r>
              <a:rPr lang="en-US" dirty="0">
                <a:sym typeface="Wingdings" panose="05000000000000000000" pitchFamily="2" charset="2"/>
              </a:rPr>
              <a:t> like, you need 1000 interarrivals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Then you can calculate the run length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Remarks: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 can use distribution fitting methods for understanding the behavior of the output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Because our simulation run will return observations!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 not forget, simulation results are subject to statistical errors due to sampling!</a:t>
            </a: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>
              <a:defRPr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Experimentation Input</a:t>
            </a:r>
          </a:p>
        </p:txBody>
      </p:sp>
    </p:spTree>
    <p:extLst>
      <p:ext uri="{BB962C8B-B14F-4D97-AF65-F5344CB8AC3E}">
        <p14:creationId xmlns:p14="http://schemas.microsoft.com/office/powerpoint/2010/main" val="75087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8131</TotalTime>
  <Words>5201</Words>
  <Application>Microsoft Office PowerPoint</Application>
  <PresentationFormat>Widescreen</PresentationFormat>
  <Paragraphs>624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Office Theme</vt:lpstr>
      <vt:lpstr>QMST 5335 Module 3.2 Input Analyses </vt:lpstr>
      <vt:lpstr>Learning Objectives</vt:lpstr>
      <vt:lpstr>Outline</vt:lpstr>
      <vt:lpstr>Outline</vt:lpstr>
      <vt:lpstr>Input Analyses</vt:lpstr>
      <vt:lpstr>Types of Input</vt:lpstr>
      <vt:lpstr>Types of Input</vt:lpstr>
      <vt:lpstr>Outline</vt:lpstr>
      <vt:lpstr>Specifying Univariate Input Distributions</vt:lpstr>
      <vt:lpstr>Specifying Univariate Input Distributions</vt:lpstr>
      <vt:lpstr>Specifying Univariate Input Distributions</vt:lpstr>
      <vt:lpstr>Specifying Univariate Input Distributions</vt:lpstr>
      <vt:lpstr>Specifying Univariate Input Distributions</vt:lpstr>
      <vt:lpstr>Specifying Univariate Input Distributions</vt:lpstr>
      <vt:lpstr>Specifying Univariate Input Distributions</vt:lpstr>
      <vt:lpstr>Specifying Univariate Input Distributions</vt:lpstr>
      <vt:lpstr>Specifying Univariate Input Distributions</vt:lpstr>
      <vt:lpstr>Outline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Distribution Fitting and Stat::Fit</vt:lpstr>
      <vt:lpstr>Outline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Goodness of Fit and Fitting Issues</vt:lpstr>
      <vt:lpstr>Outline</vt:lpstr>
      <vt:lpstr>Random-Number Generators &amp; Random Variates</vt:lpstr>
      <vt:lpstr>Random-Number Generators &amp; Random Variates</vt:lpstr>
      <vt:lpstr>Random-Number Generators &amp; Random Variates</vt:lpstr>
      <vt:lpstr>Random-Number Generators &amp; Random Variates</vt:lpstr>
      <vt:lpstr>Outline</vt:lpstr>
      <vt:lpstr>Review</vt:lpstr>
      <vt:lpstr>Simulation Experimentation Input</vt:lpstr>
      <vt:lpstr>Simulation Experimentation Input</vt:lpstr>
      <vt:lpstr>Simulation Experimentation Input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Konur, Dincer</dc:creator>
  <cp:lastModifiedBy>Sahan Konur, Sahika</cp:lastModifiedBy>
  <cp:revision>333</cp:revision>
  <dcterms:created xsi:type="dcterms:W3CDTF">2018-08-17T02:14:39Z</dcterms:created>
  <dcterms:modified xsi:type="dcterms:W3CDTF">2024-04-03T00:48:43Z</dcterms:modified>
</cp:coreProperties>
</file>