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5T20:35:09.6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38 6801,'-55'-13'2497,"23"-11"-1985,42 61-2232,17 22 1248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5T20:35:11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12315,'53'131'4153,"-55"-139"-2945,-36 32-1936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16F570-550C-4ACF-BA04-46BF6BB3F4BB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70F46D-C264-4982-92DE-81956B650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70F46D-C264-4982-92DE-81956B650D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068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F028-84A5-FD68-641B-8E54D9783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EE0ED-D606-247B-0FEF-D67D91656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B09F4-6909-7925-DA57-CE2DBD74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91C76-32D2-4EFA-8062-7B1823A43275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98537-FDED-2FB8-7AA4-A6522B58D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CE00F-3F9F-A863-2790-4E2996B86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4D51-F94A-4852-836E-7F5AFD8A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26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24E52-93A1-EFA2-7F33-ECE001D02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7D8A6-985D-EF5C-C147-B0553F7F9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AEA89-2CB1-4277-2E81-DC8EF57AA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91C76-32D2-4EFA-8062-7B1823A43275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25F85-F726-928F-2C41-B53E36E7A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1947D-FEEB-2311-68A3-2B5EA17F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4D51-F94A-4852-836E-7F5AFD8A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269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BDD0-F0FA-EF81-C28A-2359CC50A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6EB0B-933E-7E62-9BF9-B8B103202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5ABC6-3DC8-8FE7-1CA3-72DC81F81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91C76-32D2-4EFA-8062-7B1823A43275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F731B-F0F3-7CB7-67D0-A5A0537A0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FB666-FB0F-A5C9-F595-A7FA94D24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4D51-F94A-4852-836E-7F5AFD8A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57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A9950-7116-3DF5-5737-53E3D9592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A2EE6-B7FB-8CFF-4083-B67C504EDE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A3B72-F623-6AF2-CA4A-A7B497BFB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53135-03CD-ADAB-CA34-96F4354EB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91C76-32D2-4EFA-8062-7B1823A43275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56108-E7F1-C457-A26E-082EFB74D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01D37-C83F-8D16-3BD2-6F3294E0D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4D51-F94A-4852-836E-7F5AFD8A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713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032F0-9BA3-6072-2539-1D7E8E5A1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A8995-679F-6E17-A4A1-8D021869C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99B139-1367-D34E-09AE-D1CC16969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EA3087-F9D3-758A-CCE7-57A5AFBFF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C073AE-869D-466F-584C-6C6F400FC2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D7F51E-A9CE-D418-22EB-DAEA48EB5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91C76-32D2-4EFA-8062-7B1823A43275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D972CF-E329-8B1E-47CF-82CAFDA49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31E6FB-69DD-F377-7592-773D20895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4D51-F94A-4852-836E-7F5AFD8A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5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C96E4-BDBF-3C96-73A8-01B942AE5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FE15DD-E810-F547-CD9A-39075E976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91C76-32D2-4EFA-8062-7B1823A43275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38FE9B-FD53-FF21-2C65-230101849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933FB-54E4-728F-F6CA-FF7C40AA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4D51-F94A-4852-836E-7F5AFD8A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77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DC3A96-6A1C-1397-0ACB-7A41F2721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91C76-32D2-4EFA-8062-7B1823A43275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CF80F7-9388-19BE-D385-8B0DA8B1E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C64E5-62CE-5EBC-318D-3E4BEEC81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4D51-F94A-4852-836E-7F5AFD8A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86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2E41F-5072-D870-FCAC-BEA6D0C8F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CDF66-36C9-D00C-F482-7623BE485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1EE22-7415-0FE9-770A-89E5AF3C3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A5609-6D8F-51FE-CD37-DDE27818E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91C76-32D2-4EFA-8062-7B1823A43275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E31F9-4408-5D2C-2902-5AB41FF10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59148-839C-7996-2F82-5045E6497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4D51-F94A-4852-836E-7F5AFD8A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36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175F1-9237-F350-2E8C-C69E0768E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015AC7-16EB-2474-A5DC-92DB7679BD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13510-8B36-7196-40B7-BA970447A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B3DAA-657F-ACA7-CC7D-C7C0D1AAE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91C76-32D2-4EFA-8062-7B1823A43275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8D901-B9A3-5C7A-CE16-1DB0698E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961882-2012-1B4E-3C7A-B837B1E98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4D51-F94A-4852-836E-7F5AFD8A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3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EE61-DD64-D1FD-878B-5F9ABF96B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9E096-93BD-181A-8026-52C536D89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71D9A-1F7E-CA37-5CB9-DEC5BB7FD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91C76-32D2-4EFA-8062-7B1823A43275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B97CA-D96E-CDD5-BF3A-54A385BC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D232C-14EA-61C6-11D5-24BE1DCA9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4D51-F94A-4852-836E-7F5AFD8A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06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A31D2D-2968-5F77-D962-87E794FDD9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7BB9D-E55A-35BA-3071-5171DA446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544F9-5421-32D1-E1AD-01F2458AC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91C76-32D2-4EFA-8062-7B1823A43275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FE5B7-606C-8F97-7BC0-5C108CB1D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C590F-7D01-01CA-0F07-FBB01DF6A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D4D51-F94A-4852-836E-7F5AFD8A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16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A5BDC-1D8E-4D0E-4FA1-5A17D78B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ADAE1-F54D-9AEA-3E86-43DD6C8CA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5E57D-646A-0AEF-5775-10AD8C2F7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B91C76-32D2-4EFA-8062-7B1823A43275}" type="datetimeFigureOut">
              <a:rPr lang="en-US" smtClean="0"/>
              <a:t>4/15/2024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F055C-66E9-3AFA-CDB6-3BC57D62DD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9F211-9425-98D2-27E0-67DF4F627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ED4D51-F94A-4852-836E-7F5AFD8AA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41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ustomXml" Target="../ink/ink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214FEE3C-D119-2F6B-FB14-6D027C9F9E8B}"/>
                  </a:ext>
                </a:extLst>
              </p14:cNvPr>
              <p14:cNvContentPartPr/>
              <p14:nvPr/>
            </p14:nvContentPartPr>
            <p14:xfrm>
              <a:off x="-1054260" y="1381800"/>
              <a:ext cx="32040" cy="34920"/>
            </p14:xfrm>
          </p:contentPart>
        </mc:Choice>
        <mc:Fallback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214FEE3C-D119-2F6B-FB14-6D027C9F9E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058580" y="1377480"/>
                <a:ext cx="406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C0A3C898-383D-74B1-4792-4DB29B75108C}"/>
                  </a:ext>
                </a:extLst>
              </p14:cNvPr>
              <p14:cNvContentPartPr/>
              <p14:nvPr/>
            </p14:nvContentPartPr>
            <p14:xfrm>
              <a:off x="14281020" y="1794720"/>
              <a:ext cx="19440" cy="53280"/>
            </p14:xfrm>
          </p:contentPart>
        </mc:Choice>
        <mc:Fallback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C0A3C898-383D-74B1-4792-4DB29B7510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276700" y="1790400"/>
                <a:ext cx="28080" cy="6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8355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Garza, Max</dc:creator>
  <cp:lastModifiedBy>Kevin Maxwell Garza</cp:lastModifiedBy>
  <cp:revision>1</cp:revision>
  <dcterms:created xsi:type="dcterms:W3CDTF">2024-04-15T20:13:53Z</dcterms:created>
  <dcterms:modified xsi:type="dcterms:W3CDTF">2024-04-15T21:13:20Z</dcterms:modified>
</cp:coreProperties>
</file>