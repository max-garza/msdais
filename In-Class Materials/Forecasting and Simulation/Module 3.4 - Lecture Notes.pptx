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7" r:id="rId3"/>
    <p:sldId id="303" r:id="rId4"/>
    <p:sldId id="317" r:id="rId5"/>
    <p:sldId id="273" r:id="rId6"/>
    <p:sldId id="285" r:id="rId7"/>
    <p:sldId id="312" r:id="rId8"/>
    <p:sldId id="287" r:id="rId9"/>
    <p:sldId id="288" r:id="rId10"/>
    <p:sldId id="289" r:id="rId11"/>
    <p:sldId id="293" r:id="rId12"/>
    <p:sldId id="290" r:id="rId13"/>
    <p:sldId id="291" r:id="rId14"/>
    <p:sldId id="292" r:id="rId15"/>
    <p:sldId id="318" r:id="rId16"/>
    <p:sldId id="281" r:id="rId17"/>
    <p:sldId id="296" r:id="rId18"/>
    <p:sldId id="297" r:id="rId19"/>
    <p:sldId id="2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cerkonur@yahoo.com" userId="0cb337efb386619d" providerId="LiveId" clId="{35607EE2-D103-444C-B6E1-AF6D5FD10F11}"/>
    <pc:docChg chg="undo redo custSel addSld delSld modSld sldOrd">
      <pc:chgData name="dincerkonur@yahoo.com" userId="0cb337efb386619d" providerId="LiveId" clId="{35607EE2-D103-444C-B6E1-AF6D5FD10F11}" dt="2019-04-07T21:28:53.242" v="10129"/>
      <pc:docMkLst>
        <pc:docMk/>
      </pc:docMkLst>
      <pc:sldChg chg="modSp">
        <pc:chgData name="dincerkonur@yahoo.com" userId="0cb337efb386619d" providerId="LiveId" clId="{35607EE2-D103-444C-B6E1-AF6D5FD10F11}" dt="2019-04-07T20:10:02.078" v="6308" actId="20577"/>
        <pc:sldMkLst>
          <pc:docMk/>
          <pc:sldMk cId="1872432867" sldId="257"/>
        </pc:sldMkLst>
        <pc:spChg chg="mod">
          <ac:chgData name="dincerkonur@yahoo.com" userId="0cb337efb386619d" providerId="LiveId" clId="{35607EE2-D103-444C-B6E1-AF6D5FD10F11}" dt="2019-04-07T20:10:02.078" v="6308" actId="20577"/>
          <ac:spMkLst>
            <pc:docMk/>
            <pc:sldMk cId="1872432867" sldId="257"/>
            <ac:spMk id="3" creationId="{00000000-0000-0000-0000-000000000000}"/>
          </ac:spMkLst>
        </pc:spChg>
      </pc:sldChg>
      <pc:sldChg chg="modSp">
        <pc:chgData name="dincerkonur@yahoo.com" userId="0cb337efb386619d" providerId="LiveId" clId="{35607EE2-D103-444C-B6E1-AF6D5FD10F11}" dt="2019-04-07T18:11:29.393" v="3614"/>
        <pc:sldMkLst>
          <pc:docMk/>
          <pc:sldMk cId="219115890" sldId="267"/>
        </pc:sldMkLst>
        <pc:spChg chg="mod">
          <ac:chgData name="dincerkonur@yahoo.com" userId="0cb337efb386619d" providerId="LiveId" clId="{35607EE2-D103-444C-B6E1-AF6D5FD10F11}" dt="2019-04-07T18:11:29.393" v="3614"/>
          <ac:spMkLst>
            <pc:docMk/>
            <pc:sldMk cId="219115890" sldId="267"/>
            <ac:spMk id="2" creationId="{00000000-0000-0000-0000-000000000000}"/>
          </ac:spMkLst>
        </pc:spChg>
        <pc:spChg chg="mod">
          <ac:chgData name="dincerkonur@yahoo.com" userId="0cb337efb386619d" providerId="LiveId" clId="{35607EE2-D103-444C-B6E1-AF6D5FD10F11}" dt="2019-04-07T17:29:11.667" v="1949" actId="20577"/>
          <ac:spMkLst>
            <pc:docMk/>
            <pc:sldMk cId="219115890" sldId="267"/>
            <ac:spMk id="3" creationId="{00000000-0000-0000-0000-000000000000}"/>
          </ac:spMkLst>
        </pc:spChg>
      </pc:sldChg>
      <pc:sldChg chg="modSp ord">
        <pc:chgData name="dincerkonur@yahoo.com" userId="0cb337efb386619d" providerId="LiveId" clId="{35607EE2-D103-444C-B6E1-AF6D5FD10F11}" dt="2019-04-07T18:11:22.844" v="3613" actId="20577"/>
        <pc:sldMkLst>
          <pc:docMk/>
          <pc:sldMk cId="2821461973" sldId="269"/>
        </pc:sldMkLst>
        <pc:spChg chg="mod">
          <ac:chgData name="dincerkonur@yahoo.com" userId="0cb337efb386619d" providerId="LiveId" clId="{35607EE2-D103-444C-B6E1-AF6D5FD10F11}" dt="2019-04-07T18:11:22.844" v="3613" actId="20577"/>
          <ac:spMkLst>
            <pc:docMk/>
            <pc:sldMk cId="2821461973" sldId="269"/>
            <ac:spMk id="2" creationId="{00000000-0000-0000-0000-000000000000}"/>
          </ac:spMkLst>
        </pc:spChg>
        <pc:spChg chg="mod">
          <ac:chgData name="dincerkonur@yahoo.com" userId="0cb337efb386619d" providerId="LiveId" clId="{35607EE2-D103-444C-B6E1-AF6D5FD10F11}" dt="2019-04-07T17:28:03.998" v="1858" actId="6549"/>
          <ac:spMkLst>
            <pc:docMk/>
            <pc:sldMk cId="2821461973" sldId="269"/>
            <ac:spMk id="3" creationId="{00000000-0000-0000-0000-000000000000}"/>
          </ac:spMkLst>
        </pc:spChg>
      </pc:sldChg>
      <pc:sldChg chg="delSp modSp">
        <pc:chgData name="dincerkonur@yahoo.com" userId="0cb337efb386619d" providerId="LiveId" clId="{35607EE2-D103-444C-B6E1-AF6D5FD10F11}" dt="2019-04-07T18:11:39.153" v="3615"/>
        <pc:sldMkLst>
          <pc:docMk/>
          <pc:sldMk cId="3886637883" sldId="270"/>
        </pc:sldMkLst>
        <pc:spChg chg="mod">
          <ac:chgData name="dincerkonur@yahoo.com" userId="0cb337efb386619d" providerId="LiveId" clId="{35607EE2-D103-444C-B6E1-AF6D5FD10F11}" dt="2019-04-07T18:11:39.153" v="3615"/>
          <ac:spMkLst>
            <pc:docMk/>
            <pc:sldMk cId="3886637883" sldId="270"/>
            <ac:spMk id="2" creationId="{00000000-0000-0000-0000-000000000000}"/>
          </ac:spMkLst>
        </pc:spChg>
        <pc:spChg chg="mod">
          <ac:chgData name="dincerkonur@yahoo.com" userId="0cb337efb386619d" providerId="LiveId" clId="{35607EE2-D103-444C-B6E1-AF6D5FD10F11}" dt="2019-04-07T17:57:31.144" v="2616"/>
          <ac:spMkLst>
            <pc:docMk/>
            <pc:sldMk cId="3886637883" sldId="270"/>
            <ac:spMk id="3" creationId="{00000000-0000-0000-0000-000000000000}"/>
          </ac:spMkLst>
        </pc:spChg>
        <pc:spChg chg="del">
          <ac:chgData name="dincerkonur@yahoo.com" userId="0cb337efb386619d" providerId="LiveId" clId="{35607EE2-D103-444C-B6E1-AF6D5FD10F11}" dt="2019-04-07T17:49:04.311" v="2568" actId="478"/>
          <ac:spMkLst>
            <pc:docMk/>
            <pc:sldMk cId="3886637883" sldId="270"/>
            <ac:spMk id="4" creationId="{03CAD839-236E-4226-8E00-B4756CA6506E}"/>
          </ac:spMkLst>
        </pc:spChg>
        <pc:spChg chg="del">
          <ac:chgData name="dincerkonur@yahoo.com" userId="0cb337efb386619d" providerId="LiveId" clId="{35607EE2-D103-444C-B6E1-AF6D5FD10F11}" dt="2019-04-07T17:49:01.935" v="2567" actId="478"/>
          <ac:spMkLst>
            <pc:docMk/>
            <pc:sldMk cId="3886637883" sldId="270"/>
            <ac:spMk id="5" creationId="{086CFFFD-C2A0-46C6-A871-A28885BD1F6E}"/>
          </ac:spMkLst>
        </pc:spChg>
      </pc:sldChg>
      <pc:sldChg chg="addSp delSp modSp add">
        <pc:chgData name="dincerkonur@yahoo.com" userId="0cb337efb386619d" providerId="LiveId" clId="{35607EE2-D103-444C-B6E1-AF6D5FD10F11}" dt="2019-04-07T21:28:53.242" v="10129"/>
        <pc:sldMkLst>
          <pc:docMk/>
          <pc:sldMk cId="1539210744" sldId="271"/>
        </pc:sldMkLst>
        <pc:spChg chg="mod">
          <ac:chgData name="dincerkonur@yahoo.com" userId="0cb337efb386619d" providerId="LiveId" clId="{35607EE2-D103-444C-B6E1-AF6D5FD10F11}" dt="2019-04-07T17:56:55.820" v="2613" actId="20577"/>
          <ac:spMkLst>
            <pc:docMk/>
            <pc:sldMk cId="1539210744" sldId="271"/>
            <ac:spMk id="2" creationId="{00000000-0000-0000-0000-000000000000}"/>
          </ac:spMkLst>
        </pc:spChg>
        <pc:spChg chg="mod">
          <ac:chgData name="dincerkonur@yahoo.com" userId="0cb337efb386619d" providerId="LiveId" clId="{35607EE2-D103-444C-B6E1-AF6D5FD10F11}" dt="2019-04-07T18:06:13.192" v="3160" actId="404"/>
          <ac:spMkLst>
            <pc:docMk/>
            <pc:sldMk cId="1539210744" sldId="271"/>
            <ac:spMk id="3" creationId="{00000000-0000-0000-0000-000000000000}"/>
          </ac:spMkLst>
        </pc:spChg>
        <pc:spChg chg="del">
          <ac:chgData name="dincerkonur@yahoo.com" userId="0cb337efb386619d" providerId="LiveId" clId="{35607EE2-D103-444C-B6E1-AF6D5FD10F11}" dt="2019-04-07T17:57:12.024" v="2615" actId="478"/>
          <ac:spMkLst>
            <pc:docMk/>
            <pc:sldMk cId="1539210744" sldId="271"/>
            <ac:spMk id="4" creationId="{03CAD839-236E-4226-8E00-B4756CA6506E}"/>
          </ac:spMkLst>
        </pc:spChg>
        <pc:spChg chg="del">
          <ac:chgData name="dincerkonur@yahoo.com" userId="0cb337efb386619d" providerId="LiveId" clId="{35607EE2-D103-444C-B6E1-AF6D5FD10F11}" dt="2019-04-07T17:57:08.226" v="2614" actId="478"/>
          <ac:spMkLst>
            <pc:docMk/>
            <pc:sldMk cId="1539210744" sldId="271"/>
            <ac:spMk id="5" creationId="{086CFFFD-C2A0-46C6-A871-A28885BD1F6E}"/>
          </ac:spMkLst>
        </pc:spChg>
        <pc:spChg chg="add">
          <ac:chgData name="dincerkonur@yahoo.com" userId="0cb337efb386619d" providerId="LiveId" clId="{35607EE2-D103-444C-B6E1-AF6D5FD10F11}" dt="2019-04-07T21:28:53.242" v="10129"/>
          <ac:spMkLst>
            <pc:docMk/>
            <pc:sldMk cId="1539210744" sldId="271"/>
            <ac:spMk id="5" creationId="{9997CCED-E000-4942-8C13-593170639522}"/>
          </ac:spMkLst>
        </pc:spChg>
        <pc:spChg chg="add del mod">
          <ac:chgData name="dincerkonur@yahoo.com" userId="0cb337efb386619d" providerId="LiveId" clId="{35607EE2-D103-444C-B6E1-AF6D5FD10F11}" dt="2019-04-07T21:28:52.100" v="10128" actId="478"/>
          <ac:spMkLst>
            <pc:docMk/>
            <pc:sldMk cId="1539210744" sldId="271"/>
            <ac:spMk id="6" creationId="{10D46902-AA2A-4FC0-9D94-972D2D373691}"/>
          </ac:spMkLst>
        </pc:spChg>
      </pc:sldChg>
      <pc:sldChg chg="addSp delSp modSp add">
        <pc:chgData name="dincerkonur@yahoo.com" userId="0cb337efb386619d" providerId="LiveId" clId="{35607EE2-D103-444C-B6E1-AF6D5FD10F11}" dt="2019-04-07T20:11:04.243" v="6337" actId="6549"/>
        <pc:sldMkLst>
          <pc:docMk/>
          <pc:sldMk cId="1126123642" sldId="273"/>
        </pc:sldMkLst>
        <pc:spChg chg="mod">
          <ac:chgData name="dincerkonur@yahoo.com" userId="0cb337efb386619d" providerId="LiveId" clId="{35607EE2-D103-444C-B6E1-AF6D5FD10F11}" dt="2019-04-07T20:11:00.472" v="6336" actId="20577"/>
          <ac:spMkLst>
            <pc:docMk/>
            <pc:sldMk cId="1126123642" sldId="273"/>
            <ac:spMk id="2" creationId="{00000000-0000-0000-0000-000000000000}"/>
          </ac:spMkLst>
        </pc:spChg>
        <pc:spChg chg="mod">
          <ac:chgData name="dincerkonur@yahoo.com" userId="0cb337efb386619d" providerId="LiveId" clId="{35607EE2-D103-444C-B6E1-AF6D5FD10F11}" dt="2019-04-07T20:11:04.243" v="6337" actId="6549"/>
          <ac:spMkLst>
            <pc:docMk/>
            <pc:sldMk cId="1126123642" sldId="273"/>
            <ac:spMk id="3" creationId="{00000000-0000-0000-0000-000000000000}"/>
          </ac:spMkLst>
        </pc:spChg>
        <pc:spChg chg="add del">
          <ac:chgData name="dincerkonur@yahoo.com" userId="0cb337efb386619d" providerId="LiveId" clId="{35607EE2-D103-444C-B6E1-AF6D5FD10F11}" dt="2019-04-07T18:30:28.085" v="5178"/>
          <ac:spMkLst>
            <pc:docMk/>
            <pc:sldMk cId="1126123642" sldId="273"/>
            <ac:spMk id="4" creationId="{4195BE62-064B-491E-8376-FC84D8CB3B53}"/>
          </ac:spMkLst>
        </pc:spChg>
        <pc:spChg chg="del">
          <ac:chgData name="dincerkonur@yahoo.com" userId="0cb337efb386619d" providerId="LiveId" clId="{35607EE2-D103-444C-B6E1-AF6D5FD10F11}" dt="2019-04-07T18:17:15.896" v="3618" actId="478"/>
          <ac:spMkLst>
            <pc:docMk/>
            <pc:sldMk cId="1126123642" sldId="273"/>
            <ac:spMk id="6" creationId="{10D46902-AA2A-4FC0-9D94-972D2D373691}"/>
          </ac:spMkLst>
        </pc:spChg>
      </pc:sldChg>
      <pc:sldChg chg="modSp add">
        <pc:chgData name="dincerkonur@yahoo.com" userId="0cb337efb386619d" providerId="LiveId" clId="{35607EE2-D103-444C-B6E1-AF6D5FD10F11}" dt="2019-04-07T20:24:52.339" v="7030" actId="20577"/>
        <pc:sldMkLst>
          <pc:docMk/>
          <pc:sldMk cId="2945172330" sldId="275"/>
        </pc:sldMkLst>
        <pc:spChg chg="mod">
          <ac:chgData name="dincerkonur@yahoo.com" userId="0cb337efb386619d" providerId="LiveId" clId="{35607EE2-D103-444C-B6E1-AF6D5FD10F11}" dt="2019-04-07T20:06:00.706" v="6008" actId="20577"/>
          <ac:spMkLst>
            <pc:docMk/>
            <pc:sldMk cId="2945172330" sldId="275"/>
            <ac:spMk id="2" creationId="{00000000-0000-0000-0000-000000000000}"/>
          </ac:spMkLst>
        </pc:spChg>
        <pc:spChg chg="mod">
          <ac:chgData name="dincerkonur@yahoo.com" userId="0cb337efb386619d" providerId="LiveId" clId="{35607EE2-D103-444C-B6E1-AF6D5FD10F11}" dt="2019-04-07T20:09:28.182" v="6259" actId="20577"/>
          <ac:spMkLst>
            <pc:docMk/>
            <pc:sldMk cId="2945172330" sldId="275"/>
            <ac:spMk id="3" creationId="{00000000-0000-0000-0000-000000000000}"/>
          </ac:spMkLst>
        </pc:spChg>
        <pc:spChg chg="mod">
          <ac:chgData name="dincerkonur@yahoo.com" userId="0cb337efb386619d" providerId="LiveId" clId="{35607EE2-D103-444C-B6E1-AF6D5FD10F11}" dt="2019-04-07T20:24:52.339" v="7030" actId="20577"/>
          <ac:spMkLst>
            <pc:docMk/>
            <pc:sldMk cId="2945172330" sldId="275"/>
            <ac:spMk id="6" creationId="{10D46902-AA2A-4FC0-9D94-972D2D373691}"/>
          </ac:spMkLst>
        </pc:spChg>
      </pc:sldChg>
      <pc:sldChg chg="modSp add">
        <pc:chgData name="dincerkonur@yahoo.com" userId="0cb337efb386619d" providerId="LiveId" clId="{35607EE2-D103-444C-B6E1-AF6D5FD10F11}" dt="2019-04-07T21:27:37.043" v="10127" actId="20577"/>
        <pc:sldMkLst>
          <pc:docMk/>
          <pc:sldMk cId="15732854" sldId="281"/>
        </pc:sldMkLst>
        <pc:spChg chg="mod">
          <ac:chgData name="dincerkonur@yahoo.com" userId="0cb337efb386619d" providerId="LiveId" clId="{35607EE2-D103-444C-B6E1-AF6D5FD10F11}" dt="2019-04-07T21:27:37.043" v="10127" actId="20577"/>
          <ac:spMkLst>
            <pc:docMk/>
            <pc:sldMk cId="15732854" sldId="281"/>
            <ac:spMk id="3" creationId="{00000000-0000-0000-0000-000000000000}"/>
          </ac:spMkLst>
        </pc:spChg>
      </pc:sldChg>
    </pc:docChg>
  </pc:docChgLst>
  <pc:docChgLst>
    <pc:chgData name="Sahan Konur, Sahika" userId="739a6e03-9a4a-49c6-a350-571b31db94be" providerId="ADAL" clId="{DDA84D02-FB47-44A3-93EB-CD532DED8A10}"/>
    <pc:docChg chg="custSel modSld">
      <pc:chgData name="Sahan Konur, Sahika" userId="739a6e03-9a4a-49c6-a350-571b31db94be" providerId="ADAL" clId="{DDA84D02-FB47-44A3-93EB-CD532DED8A10}" dt="2024-04-22T16:23:09.531" v="2" actId="1076"/>
      <pc:docMkLst>
        <pc:docMk/>
      </pc:docMkLst>
      <pc:sldChg chg="delSp modSp mod">
        <pc:chgData name="Sahan Konur, Sahika" userId="739a6e03-9a4a-49c6-a350-571b31db94be" providerId="ADAL" clId="{DDA84D02-FB47-44A3-93EB-CD532DED8A10}" dt="2024-04-22T16:23:09.531" v="2" actId="1076"/>
        <pc:sldMkLst>
          <pc:docMk/>
          <pc:sldMk cId="698425873" sldId="266"/>
        </pc:sldMkLst>
        <pc:spChg chg="mod">
          <ac:chgData name="Sahan Konur, Sahika" userId="739a6e03-9a4a-49c6-a350-571b31db94be" providerId="ADAL" clId="{DDA84D02-FB47-44A3-93EB-CD532DED8A10}" dt="2024-04-22T16:23:09.531" v="2" actId="1076"/>
          <ac:spMkLst>
            <pc:docMk/>
            <pc:sldMk cId="698425873" sldId="266"/>
            <ac:spMk id="2" creationId="{00000000-0000-0000-0000-000000000000}"/>
          </ac:spMkLst>
        </pc:spChg>
        <pc:spChg chg="del">
          <ac:chgData name="Sahan Konur, Sahika" userId="739a6e03-9a4a-49c6-a350-571b31db94be" providerId="ADAL" clId="{DDA84D02-FB47-44A3-93EB-CD532DED8A10}" dt="2024-04-22T16:22:57.640" v="1" actId="478"/>
          <ac:spMkLst>
            <pc:docMk/>
            <pc:sldMk cId="698425873" sldId="266"/>
            <ac:spMk id="3" creationId="{00000000-0000-0000-0000-000000000000}"/>
          </ac:spMkLst>
        </pc:spChg>
      </pc:sldChg>
    </pc:docChg>
  </pc:docChgLst>
  <pc:docChgLst>
    <pc:chgData name="dincerkonur@yahoo.com" userId="0cb337efb386619d" providerId="LiveId" clId="{2ED3B950-42AF-43DA-8DEB-8BD296C84A58}"/>
    <pc:docChg chg="undo custSel addSld delSld modSld sldOrd">
      <pc:chgData name="dincerkonur@yahoo.com" userId="0cb337efb386619d" providerId="LiveId" clId="{2ED3B950-42AF-43DA-8DEB-8BD296C84A58}" dt="2019-04-15T04:22:10.837" v="5429" actId="20577"/>
      <pc:docMkLst>
        <pc:docMk/>
      </pc:docMkLst>
      <pc:sldChg chg="modSp">
        <pc:chgData name="dincerkonur@yahoo.com" userId="0cb337efb386619d" providerId="LiveId" clId="{2ED3B950-42AF-43DA-8DEB-8BD296C84A58}" dt="2019-04-15T04:22:10.837" v="5429" actId="20577"/>
        <pc:sldMkLst>
          <pc:docMk/>
          <pc:sldMk cId="1872432867" sldId="257"/>
        </pc:sldMkLst>
        <pc:spChg chg="mod">
          <ac:chgData name="dincerkonur@yahoo.com" userId="0cb337efb386619d" providerId="LiveId" clId="{2ED3B950-42AF-43DA-8DEB-8BD296C84A58}" dt="2019-04-15T04:22:10.837" v="5429" actId="20577"/>
          <ac:spMkLst>
            <pc:docMk/>
            <pc:sldMk cId="1872432867" sldId="257"/>
            <ac:spMk id="3" creationId="{00000000-0000-0000-0000-000000000000}"/>
          </ac:spMkLst>
        </pc:spChg>
      </pc:sldChg>
      <pc:sldChg chg="modSp">
        <pc:chgData name="dincerkonur@yahoo.com" userId="0cb337efb386619d" providerId="LiveId" clId="{2ED3B950-42AF-43DA-8DEB-8BD296C84A58}" dt="2019-04-15T03:01:58.457" v="4159" actId="20577"/>
        <pc:sldMkLst>
          <pc:docMk/>
          <pc:sldMk cId="698425873" sldId="266"/>
        </pc:sldMkLst>
        <pc:spChg chg="mod">
          <ac:chgData name="dincerkonur@yahoo.com" userId="0cb337efb386619d" providerId="LiveId" clId="{2ED3B950-42AF-43DA-8DEB-8BD296C84A58}" dt="2019-04-15T03:01:58.457" v="4159" actId="20577"/>
          <ac:spMkLst>
            <pc:docMk/>
            <pc:sldMk cId="698425873" sldId="266"/>
            <ac:spMk id="2" creationId="{00000000-0000-0000-0000-000000000000}"/>
          </ac:spMkLst>
        </pc:spChg>
      </pc:sldChg>
      <pc:sldChg chg="addSp delSp modSp delAnim modAnim">
        <pc:chgData name="dincerkonur@yahoo.com" userId="0cb337efb386619d" providerId="LiveId" clId="{2ED3B950-42AF-43DA-8DEB-8BD296C84A58}" dt="2019-04-14T19:42:06.092" v="498"/>
        <pc:sldMkLst>
          <pc:docMk/>
          <pc:sldMk cId="219115890" sldId="267"/>
        </pc:sldMkLst>
        <pc:spChg chg="mod">
          <ac:chgData name="dincerkonur@yahoo.com" userId="0cb337efb386619d" providerId="LiveId" clId="{2ED3B950-42AF-43DA-8DEB-8BD296C84A58}" dt="2019-04-14T19:30:27.073" v="162" actId="20577"/>
          <ac:spMkLst>
            <pc:docMk/>
            <pc:sldMk cId="219115890" sldId="267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4T19:39:58.547" v="394" actId="20577"/>
          <ac:spMkLst>
            <pc:docMk/>
            <pc:sldMk cId="219115890" sldId="267"/>
            <ac:spMk id="3" creationId="{00000000-0000-0000-0000-000000000000}"/>
          </ac:spMkLst>
        </pc:spChg>
        <pc:spChg chg="add mod">
          <ac:chgData name="dincerkonur@yahoo.com" userId="0cb337efb386619d" providerId="LiveId" clId="{2ED3B950-42AF-43DA-8DEB-8BD296C84A58}" dt="2019-04-14T19:41:07.771" v="497" actId="1076"/>
          <ac:spMkLst>
            <pc:docMk/>
            <pc:sldMk cId="219115890" sldId="267"/>
            <ac:spMk id="9" creationId="{E4BDFD23-D0ED-437D-BFA5-645566C7A242}"/>
          </ac:spMkLst>
        </pc:spChg>
        <pc:picChg chg="add mod">
          <ac:chgData name="dincerkonur@yahoo.com" userId="0cb337efb386619d" providerId="LiveId" clId="{2ED3B950-42AF-43DA-8DEB-8BD296C84A58}" dt="2019-04-14T19:36:32.255" v="356" actId="1076"/>
          <ac:picMkLst>
            <pc:docMk/>
            <pc:sldMk cId="219115890" sldId="267"/>
            <ac:picMk id="4" creationId="{4AAB062E-5833-4DE1-9F00-94411DE91D72}"/>
          </ac:picMkLst>
        </pc:picChg>
        <pc:picChg chg="add mod">
          <ac:chgData name="dincerkonur@yahoo.com" userId="0cb337efb386619d" providerId="LiveId" clId="{2ED3B950-42AF-43DA-8DEB-8BD296C84A58}" dt="2019-04-14T19:39:36.291" v="393" actId="1076"/>
          <ac:picMkLst>
            <pc:docMk/>
            <pc:sldMk cId="219115890" sldId="267"/>
            <ac:picMk id="5" creationId="{02770500-3BCF-4186-B604-2B979E8BD43B}"/>
          </ac:picMkLst>
        </pc:picChg>
        <pc:picChg chg="add mod">
          <ac:chgData name="dincerkonur@yahoo.com" userId="0cb337efb386619d" providerId="LiveId" clId="{2ED3B950-42AF-43DA-8DEB-8BD296C84A58}" dt="2019-04-14T19:38:56.479" v="364" actId="1076"/>
          <ac:picMkLst>
            <pc:docMk/>
            <pc:sldMk cId="219115890" sldId="267"/>
            <ac:picMk id="6" creationId="{315106E8-B8CE-424E-8C9E-A40FC17BF42C}"/>
          </ac:picMkLst>
        </pc:picChg>
        <pc:picChg chg="add mod">
          <ac:chgData name="dincerkonur@yahoo.com" userId="0cb337efb386619d" providerId="LiveId" clId="{2ED3B950-42AF-43DA-8DEB-8BD296C84A58}" dt="2019-04-14T19:40:00.715" v="395" actId="1076"/>
          <ac:picMkLst>
            <pc:docMk/>
            <pc:sldMk cId="219115890" sldId="267"/>
            <ac:picMk id="7" creationId="{E0C24DB1-47F3-4299-80EA-9C1F4E76FD04}"/>
          </ac:picMkLst>
        </pc:picChg>
        <pc:picChg chg="add del mod">
          <ac:chgData name="dincerkonur@yahoo.com" userId="0cb337efb386619d" providerId="LiveId" clId="{2ED3B950-42AF-43DA-8DEB-8BD296C84A58}" dt="2019-04-14T19:39:25.786" v="390" actId="478"/>
          <ac:picMkLst>
            <pc:docMk/>
            <pc:sldMk cId="219115890" sldId="267"/>
            <ac:picMk id="8" creationId="{C11F0639-E7EF-42C4-8A73-381433223548}"/>
          </ac:picMkLst>
        </pc:picChg>
      </pc:sldChg>
      <pc:sldChg chg="addSp modSp">
        <pc:chgData name="dincerkonur@yahoo.com" userId="0cb337efb386619d" providerId="LiveId" clId="{2ED3B950-42AF-43DA-8DEB-8BD296C84A58}" dt="2019-04-14T19:29:31.221" v="151" actId="14100"/>
        <pc:sldMkLst>
          <pc:docMk/>
          <pc:sldMk cId="2821461973" sldId="269"/>
        </pc:sldMkLst>
        <pc:spChg chg="mod">
          <ac:chgData name="dincerkonur@yahoo.com" userId="0cb337efb386619d" providerId="LiveId" clId="{2ED3B950-42AF-43DA-8DEB-8BD296C84A58}" dt="2019-04-14T19:24:56" v="73" actId="20577"/>
          <ac:spMkLst>
            <pc:docMk/>
            <pc:sldMk cId="2821461973" sldId="269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4T19:28:26.630" v="147" actId="20577"/>
          <ac:spMkLst>
            <pc:docMk/>
            <pc:sldMk cId="2821461973" sldId="269"/>
            <ac:spMk id="3" creationId="{00000000-0000-0000-0000-000000000000}"/>
          </ac:spMkLst>
        </pc:spChg>
        <pc:spChg chg="add mod">
          <ac:chgData name="dincerkonur@yahoo.com" userId="0cb337efb386619d" providerId="LiveId" clId="{2ED3B950-42AF-43DA-8DEB-8BD296C84A58}" dt="2019-04-14T19:27:03.413" v="96" actId="1076"/>
          <ac:spMkLst>
            <pc:docMk/>
            <pc:sldMk cId="2821461973" sldId="269"/>
            <ac:spMk id="4" creationId="{7A4D073B-C15F-4452-AE76-E48087144C64}"/>
          </ac:spMkLst>
        </pc:spChg>
        <pc:spChg chg="add mod">
          <ac:chgData name="dincerkonur@yahoo.com" userId="0cb337efb386619d" providerId="LiveId" clId="{2ED3B950-42AF-43DA-8DEB-8BD296C84A58}" dt="2019-04-14T19:27:03.413" v="96" actId="1076"/>
          <ac:spMkLst>
            <pc:docMk/>
            <pc:sldMk cId="2821461973" sldId="269"/>
            <ac:spMk id="5" creationId="{F3F40356-1963-41D8-B808-C5C75F94DE81}"/>
          </ac:spMkLst>
        </pc:spChg>
        <pc:spChg chg="add mod">
          <ac:chgData name="dincerkonur@yahoo.com" userId="0cb337efb386619d" providerId="LiveId" clId="{2ED3B950-42AF-43DA-8DEB-8BD296C84A58}" dt="2019-04-14T19:27:03.413" v="96" actId="1076"/>
          <ac:spMkLst>
            <pc:docMk/>
            <pc:sldMk cId="2821461973" sldId="269"/>
            <ac:spMk id="6" creationId="{C75F10E9-20BA-4D44-8A80-D8189E04B5AF}"/>
          </ac:spMkLst>
        </pc:spChg>
        <pc:spChg chg="add mod">
          <ac:chgData name="dincerkonur@yahoo.com" userId="0cb337efb386619d" providerId="LiveId" clId="{2ED3B950-42AF-43DA-8DEB-8BD296C84A58}" dt="2019-04-14T19:27:03.413" v="96" actId="1076"/>
          <ac:spMkLst>
            <pc:docMk/>
            <pc:sldMk cId="2821461973" sldId="269"/>
            <ac:spMk id="7" creationId="{2114F3A2-8D2C-4E8A-AB38-1896BE89F3D4}"/>
          </ac:spMkLst>
        </pc:spChg>
        <pc:spChg chg="add mod">
          <ac:chgData name="dincerkonur@yahoo.com" userId="0cb337efb386619d" providerId="LiveId" clId="{2ED3B950-42AF-43DA-8DEB-8BD296C84A58}" dt="2019-04-14T19:27:03.413" v="96" actId="1076"/>
          <ac:spMkLst>
            <pc:docMk/>
            <pc:sldMk cId="2821461973" sldId="269"/>
            <ac:spMk id="8" creationId="{860FE8ED-6951-43A6-8347-C9CB2F110D07}"/>
          </ac:spMkLst>
        </pc:spChg>
        <pc:picChg chg="add mod">
          <ac:chgData name="dincerkonur@yahoo.com" userId="0cb337efb386619d" providerId="LiveId" clId="{2ED3B950-42AF-43DA-8DEB-8BD296C84A58}" dt="2019-04-14T19:29:31.221" v="151" actId="14100"/>
          <ac:picMkLst>
            <pc:docMk/>
            <pc:sldMk cId="2821461973" sldId="269"/>
            <ac:picMk id="9" creationId="{9FE72BCE-9AD8-429E-8093-A8A9383021D1}"/>
          </ac:picMkLst>
        </pc:picChg>
      </pc:sldChg>
      <pc:sldChg chg="addSp modSp">
        <pc:chgData name="dincerkonur@yahoo.com" userId="0cb337efb386619d" providerId="LiveId" clId="{2ED3B950-42AF-43DA-8DEB-8BD296C84A58}" dt="2019-04-14T22:07:01.907" v="2086" actId="20577"/>
        <pc:sldMkLst>
          <pc:docMk/>
          <pc:sldMk cId="3886637883" sldId="270"/>
        </pc:sldMkLst>
        <pc:spChg chg="mod">
          <ac:chgData name="dincerkonur@yahoo.com" userId="0cb337efb386619d" providerId="LiveId" clId="{2ED3B950-42AF-43DA-8DEB-8BD296C84A58}" dt="2019-04-14T19:42:14.194" v="517" actId="20577"/>
          <ac:spMkLst>
            <pc:docMk/>
            <pc:sldMk cId="3886637883" sldId="270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4T22:07:01.907" v="2086" actId="20577"/>
          <ac:spMkLst>
            <pc:docMk/>
            <pc:sldMk cId="3886637883" sldId="270"/>
            <ac:spMk id="3" creationId="{00000000-0000-0000-0000-000000000000}"/>
          </ac:spMkLst>
        </pc:spChg>
        <pc:spChg chg="add mod">
          <ac:chgData name="dincerkonur@yahoo.com" userId="0cb337efb386619d" providerId="LiveId" clId="{2ED3B950-42AF-43DA-8DEB-8BD296C84A58}" dt="2019-04-14T19:44:23.282" v="541" actId="1076"/>
          <ac:spMkLst>
            <pc:docMk/>
            <pc:sldMk cId="3886637883" sldId="270"/>
            <ac:spMk id="5" creationId="{1C403E45-B166-40C9-88B5-C4E5EFABACC1}"/>
          </ac:spMkLst>
        </pc:spChg>
        <pc:spChg chg="add mod">
          <ac:chgData name="dincerkonur@yahoo.com" userId="0cb337efb386619d" providerId="LiveId" clId="{2ED3B950-42AF-43DA-8DEB-8BD296C84A58}" dt="2019-04-14T19:44:23.282" v="541" actId="1076"/>
          <ac:spMkLst>
            <pc:docMk/>
            <pc:sldMk cId="3886637883" sldId="270"/>
            <ac:spMk id="6" creationId="{C915684D-E320-4ABB-AA88-6BA4EB7D7787}"/>
          </ac:spMkLst>
        </pc:spChg>
        <pc:graphicFrameChg chg="add mod">
          <ac:chgData name="dincerkonur@yahoo.com" userId="0cb337efb386619d" providerId="LiveId" clId="{2ED3B950-42AF-43DA-8DEB-8BD296C84A58}" dt="2019-04-14T19:44:23.282" v="541" actId="1076"/>
          <ac:graphicFrameMkLst>
            <pc:docMk/>
            <pc:sldMk cId="3886637883" sldId="270"/>
            <ac:graphicFrameMk id="4" creationId="{606FB8AD-5F1F-4CD5-8653-3D4C05BD0046}"/>
          </ac:graphicFrameMkLst>
        </pc:graphicFrameChg>
      </pc:sldChg>
      <pc:sldChg chg="addSp delSp modSp">
        <pc:chgData name="dincerkonur@yahoo.com" userId="0cb337efb386619d" providerId="LiveId" clId="{2ED3B950-42AF-43DA-8DEB-8BD296C84A58}" dt="2019-04-14T19:47:37.430" v="615" actId="113"/>
        <pc:sldMkLst>
          <pc:docMk/>
          <pc:sldMk cId="1539210744" sldId="271"/>
        </pc:sldMkLst>
        <pc:spChg chg="mod">
          <ac:chgData name="dincerkonur@yahoo.com" userId="0cb337efb386619d" providerId="LiveId" clId="{2ED3B950-42AF-43DA-8DEB-8BD296C84A58}" dt="2019-04-14T19:45:03.471" v="555" actId="20577"/>
          <ac:spMkLst>
            <pc:docMk/>
            <pc:sldMk cId="1539210744" sldId="271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4T19:47:37.430" v="615" actId="113"/>
          <ac:spMkLst>
            <pc:docMk/>
            <pc:sldMk cId="1539210744" sldId="271"/>
            <ac:spMk id="3" creationId="{00000000-0000-0000-0000-000000000000}"/>
          </ac:spMkLst>
        </pc:spChg>
        <pc:spChg chg="del">
          <ac:chgData name="dincerkonur@yahoo.com" userId="0cb337efb386619d" providerId="LiveId" clId="{2ED3B950-42AF-43DA-8DEB-8BD296C84A58}" dt="2019-04-14T19:45:16.583" v="557" actId="478"/>
          <ac:spMkLst>
            <pc:docMk/>
            <pc:sldMk cId="1539210744" sldId="271"/>
            <ac:spMk id="5" creationId="{9997CCED-E000-4942-8C13-593170639522}"/>
          </ac:spMkLst>
        </pc:spChg>
        <pc:picChg chg="add mod">
          <ac:chgData name="dincerkonur@yahoo.com" userId="0cb337efb386619d" providerId="LiveId" clId="{2ED3B950-42AF-43DA-8DEB-8BD296C84A58}" dt="2019-04-14T19:47:13.031" v="575" actId="1076"/>
          <ac:picMkLst>
            <pc:docMk/>
            <pc:sldMk cId="1539210744" sldId="271"/>
            <ac:picMk id="6" creationId="{1D3A6344-F6BC-44EB-9660-D161AFB923B6}"/>
          </ac:picMkLst>
        </pc:picChg>
      </pc:sldChg>
      <pc:sldChg chg="modSp ord">
        <pc:chgData name="dincerkonur@yahoo.com" userId="0cb337efb386619d" providerId="LiveId" clId="{2ED3B950-42AF-43DA-8DEB-8BD296C84A58}" dt="2019-04-14T22:27:32.148" v="2134" actId="15"/>
        <pc:sldMkLst>
          <pc:docMk/>
          <pc:sldMk cId="1126123642" sldId="273"/>
        </pc:sldMkLst>
        <pc:spChg chg="mod">
          <ac:chgData name="dincerkonur@yahoo.com" userId="0cb337efb386619d" providerId="LiveId" clId="{2ED3B950-42AF-43DA-8DEB-8BD296C84A58}" dt="2019-04-14T22:07:24.339" v="2103" actId="20577"/>
          <ac:spMkLst>
            <pc:docMk/>
            <pc:sldMk cId="1126123642" sldId="273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4T22:27:32.148" v="2134" actId="15"/>
          <ac:spMkLst>
            <pc:docMk/>
            <pc:sldMk cId="1126123642" sldId="273"/>
            <ac:spMk id="3" creationId="{00000000-0000-0000-0000-000000000000}"/>
          </ac:spMkLst>
        </pc:spChg>
      </pc:sldChg>
      <pc:sldChg chg="del">
        <pc:chgData name="dincerkonur@yahoo.com" userId="0cb337efb386619d" providerId="LiveId" clId="{2ED3B950-42AF-43DA-8DEB-8BD296C84A58}" dt="2019-04-15T02:21:19.945" v="3593" actId="2696"/>
        <pc:sldMkLst>
          <pc:docMk/>
          <pc:sldMk cId="3681695494" sldId="274"/>
        </pc:sldMkLst>
      </pc:sldChg>
      <pc:sldChg chg="addSp delSp modSp">
        <pc:chgData name="dincerkonur@yahoo.com" userId="0cb337efb386619d" providerId="LiveId" clId="{2ED3B950-42AF-43DA-8DEB-8BD296C84A58}" dt="2019-04-14T22:00:03.976" v="2081" actId="1076"/>
        <pc:sldMkLst>
          <pc:docMk/>
          <pc:sldMk cId="2945172330" sldId="275"/>
        </pc:sldMkLst>
        <pc:spChg chg="mod">
          <ac:chgData name="dincerkonur@yahoo.com" userId="0cb337efb386619d" providerId="LiveId" clId="{2ED3B950-42AF-43DA-8DEB-8BD296C84A58}" dt="2019-04-14T19:52:48.663" v="641" actId="20577"/>
          <ac:spMkLst>
            <pc:docMk/>
            <pc:sldMk cId="2945172330" sldId="275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4T20:09:25.148" v="1293" actId="20577"/>
          <ac:spMkLst>
            <pc:docMk/>
            <pc:sldMk cId="2945172330" sldId="275"/>
            <ac:spMk id="3" creationId="{00000000-0000-0000-0000-000000000000}"/>
          </ac:spMkLst>
        </pc:spChg>
        <pc:spChg chg="del">
          <ac:chgData name="dincerkonur@yahoo.com" userId="0cb337efb386619d" providerId="LiveId" clId="{2ED3B950-42AF-43DA-8DEB-8BD296C84A58}" dt="2019-04-14T19:54:07.544" v="686" actId="478"/>
          <ac:spMkLst>
            <pc:docMk/>
            <pc:sldMk cId="2945172330" sldId="275"/>
            <ac:spMk id="6" creationId="{10D46902-AA2A-4FC0-9D94-972D2D373691}"/>
          </ac:spMkLst>
        </pc:spChg>
        <pc:spChg chg="add del mod">
          <ac:chgData name="dincerkonur@yahoo.com" userId="0cb337efb386619d" providerId="LiveId" clId="{2ED3B950-42AF-43DA-8DEB-8BD296C84A58}" dt="2019-04-14T20:06:32.251" v="927" actId="478"/>
          <ac:spMkLst>
            <pc:docMk/>
            <pc:sldMk cId="2945172330" sldId="275"/>
            <ac:spMk id="7" creationId="{49D884FB-1FF4-41EC-9F1F-C02032EEA087}"/>
          </ac:spMkLst>
        </pc:spChg>
        <pc:spChg chg="add mod">
          <ac:chgData name="dincerkonur@yahoo.com" userId="0cb337efb386619d" providerId="LiveId" clId="{2ED3B950-42AF-43DA-8DEB-8BD296C84A58}" dt="2019-04-14T22:00:03.976" v="2081" actId="1076"/>
          <ac:spMkLst>
            <pc:docMk/>
            <pc:sldMk cId="2945172330" sldId="275"/>
            <ac:spMk id="8" creationId="{22C64FAE-BC00-464B-95BF-9346747ACDBF}"/>
          </ac:spMkLst>
        </pc:spChg>
        <pc:picChg chg="add mod">
          <ac:chgData name="dincerkonur@yahoo.com" userId="0cb337efb386619d" providerId="LiveId" clId="{2ED3B950-42AF-43DA-8DEB-8BD296C84A58}" dt="2019-04-14T20:05:34.181" v="888" actId="14100"/>
          <ac:picMkLst>
            <pc:docMk/>
            <pc:sldMk cId="2945172330" sldId="275"/>
            <ac:picMk id="4" creationId="{FDC53736-D807-44E8-8B8B-79A316A276D5}"/>
          </ac:picMkLst>
        </pc:picChg>
        <pc:picChg chg="add mod">
          <ac:chgData name="dincerkonur@yahoo.com" userId="0cb337efb386619d" providerId="LiveId" clId="{2ED3B950-42AF-43DA-8DEB-8BD296C84A58}" dt="2019-04-14T20:06:34.819" v="928" actId="1076"/>
          <ac:picMkLst>
            <pc:docMk/>
            <pc:sldMk cId="2945172330" sldId="275"/>
            <ac:picMk id="5" creationId="{D18028E7-E964-4314-A86C-CCA1568545F2}"/>
          </ac:picMkLst>
        </pc:picChg>
      </pc:sldChg>
      <pc:sldChg chg="del">
        <pc:chgData name="dincerkonur@yahoo.com" userId="0cb337efb386619d" providerId="LiveId" clId="{2ED3B950-42AF-43DA-8DEB-8BD296C84A58}" dt="2019-04-14T19:24:07.631" v="62" actId="2696"/>
        <pc:sldMkLst>
          <pc:docMk/>
          <pc:sldMk cId="2159178497" sldId="276"/>
        </pc:sldMkLst>
      </pc:sldChg>
      <pc:sldChg chg="del">
        <pc:chgData name="dincerkonur@yahoo.com" userId="0cb337efb386619d" providerId="LiveId" clId="{2ED3B950-42AF-43DA-8DEB-8BD296C84A58}" dt="2019-04-14T19:44:54.922" v="542" actId="2696"/>
        <pc:sldMkLst>
          <pc:docMk/>
          <pc:sldMk cId="3098526902" sldId="277"/>
        </pc:sldMkLst>
      </pc:sldChg>
      <pc:sldChg chg="del">
        <pc:chgData name="dincerkonur@yahoo.com" userId="0cb337efb386619d" providerId="LiveId" clId="{2ED3B950-42AF-43DA-8DEB-8BD296C84A58}" dt="2019-04-15T03:02:51.626" v="4199" actId="2696"/>
        <pc:sldMkLst>
          <pc:docMk/>
          <pc:sldMk cId="633002870" sldId="278"/>
        </pc:sldMkLst>
      </pc:sldChg>
      <pc:sldChg chg="del">
        <pc:chgData name="dincerkonur@yahoo.com" userId="0cb337efb386619d" providerId="LiveId" clId="{2ED3B950-42AF-43DA-8DEB-8BD296C84A58}" dt="2019-04-15T02:21:20.501" v="3594" actId="2696"/>
        <pc:sldMkLst>
          <pc:docMk/>
          <pc:sldMk cId="2621805652" sldId="279"/>
        </pc:sldMkLst>
      </pc:sldChg>
      <pc:sldChg chg="del">
        <pc:chgData name="dincerkonur@yahoo.com" userId="0cb337efb386619d" providerId="LiveId" clId="{2ED3B950-42AF-43DA-8DEB-8BD296C84A58}" dt="2019-04-15T02:21:21.724" v="3595" actId="2696"/>
        <pc:sldMkLst>
          <pc:docMk/>
          <pc:sldMk cId="1294380598" sldId="280"/>
        </pc:sldMkLst>
      </pc:sldChg>
      <pc:sldChg chg="addSp modSp">
        <pc:chgData name="dincerkonur@yahoo.com" userId="0cb337efb386619d" providerId="LiveId" clId="{2ED3B950-42AF-43DA-8DEB-8BD296C84A58}" dt="2019-04-15T03:07:42.218" v="4351" actId="20577"/>
        <pc:sldMkLst>
          <pc:docMk/>
          <pc:sldMk cId="15732854" sldId="281"/>
        </pc:sldMkLst>
        <pc:spChg chg="mod">
          <ac:chgData name="dincerkonur@yahoo.com" userId="0cb337efb386619d" providerId="LiveId" clId="{2ED3B950-42AF-43DA-8DEB-8BD296C84A58}" dt="2019-04-15T02:24:41.868" v="3616" actId="20577"/>
          <ac:spMkLst>
            <pc:docMk/>
            <pc:sldMk cId="15732854" sldId="281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3:07:42.218" v="4351" actId="20577"/>
          <ac:spMkLst>
            <pc:docMk/>
            <pc:sldMk cId="15732854" sldId="281"/>
            <ac:spMk id="3" creationId="{00000000-0000-0000-0000-000000000000}"/>
          </ac:spMkLst>
        </pc:spChg>
        <pc:picChg chg="add mod">
          <ac:chgData name="dincerkonur@yahoo.com" userId="0cb337efb386619d" providerId="LiveId" clId="{2ED3B950-42AF-43DA-8DEB-8BD296C84A58}" dt="2019-04-15T03:01:00.252" v="4026" actId="1076"/>
          <ac:picMkLst>
            <pc:docMk/>
            <pc:sldMk cId="15732854" sldId="281"/>
            <ac:picMk id="4" creationId="{A5FF870D-5C26-419D-9B85-4EF3E1804CB9}"/>
          </ac:picMkLst>
        </pc:picChg>
        <pc:picChg chg="add mod">
          <ac:chgData name="dincerkonur@yahoo.com" userId="0cb337efb386619d" providerId="LiveId" clId="{2ED3B950-42AF-43DA-8DEB-8BD296C84A58}" dt="2019-04-15T03:06:02.713" v="4225" actId="1076"/>
          <ac:picMkLst>
            <pc:docMk/>
            <pc:sldMk cId="15732854" sldId="281"/>
            <ac:picMk id="5" creationId="{E3D8A998-4BB9-44B7-85EF-DEBEB355FB42}"/>
          </ac:picMkLst>
        </pc:picChg>
      </pc:sldChg>
      <pc:sldChg chg="addSp delSp modSp add">
        <pc:chgData name="dincerkonur@yahoo.com" userId="0cb337efb386619d" providerId="LiveId" clId="{2ED3B950-42AF-43DA-8DEB-8BD296C84A58}" dt="2019-04-14T21:43:49.959" v="1500" actId="20577"/>
        <pc:sldMkLst>
          <pc:docMk/>
          <pc:sldMk cId="1734410697" sldId="282"/>
        </pc:sldMkLst>
        <pc:spChg chg="mod">
          <ac:chgData name="dincerkonur@yahoo.com" userId="0cb337efb386619d" providerId="LiveId" clId="{2ED3B950-42AF-43DA-8DEB-8BD296C84A58}" dt="2019-04-14T21:43:49.959" v="1500" actId="20577"/>
          <ac:spMkLst>
            <pc:docMk/>
            <pc:sldMk cId="1734410697" sldId="282"/>
            <ac:spMk id="3" creationId="{00000000-0000-0000-0000-000000000000}"/>
          </ac:spMkLst>
        </pc:spChg>
        <pc:spChg chg="add mod">
          <ac:chgData name="dincerkonur@yahoo.com" userId="0cb337efb386619d" providerId="LiveId" clId="{2ED3B950-42AF-43DA-8DEB-8BD296C84A58}" dt="2019-04-14T21:42:02.071" v="1339" actId="11529"/>
          <ac:spMkLst>
            <pc:docMk/>
            <pc:sldMk cId="1734410697" sldId="282"/>
            <ac:spMk id="8" creationId="{C11855F6-E437-4A7B-A99B-843F097BC0D7}"/>
          </ac:spMkLst>
        </pc:spChg>
        <pc:picChg chg="del">
          <ac:chgData name="dincerkonur@yahoo.com" userId="0cb337efb386619d" providerId="LiveId" clId="{2ED3B950-42AF-43DA-8DEB-8BD296C84A58}" dt="2019-04-14T20:13:03.174" v="1296" actId="478"/>
          <ac:picMkLst>
            <pc:docMk/>
            <pc:sldMk cId="1734410697" sldId="282"/>
            <ac:picMk id="4" creationId="{FDC53736-D807-44E8-8B8B-79A316A276D5}"/>
          </ac:picMkLst>
        </pc:picChg>
        <pc:picChg chg="del">
          <ac:chgData name="dincerkonur@yahoo.com" userId="0cb337efb386619d" providerId="LiveId" clId="{2ED3B950-42AF-43DA-8DEB-8BD296C84A58}" dt="2019-04-14T20:13:00.091" v="1295" actId="478"/>
          <ac:picMkLst>
            <pc:docMk/>
            <pc:sldMk cId="1734410697" sldId="282"/>
            <ac:picMk id="5" creationId="{D18028E7-E964-4314-A86C-CCA1568545F2}"/>
          </ac:picMkLst>
        </pc:picChg>
        <pc:picChg chg="add mod">
          <ac:chgData name="dincerkonur@yahoo.com" userId="0cb337efb386619d" providerId="LiveId" clId="{2ED3B950-42AF-43DA-8DEB-8BD296C84A58}" dt="2019-04-14T21:41:45.486" v="1335" actId="14100"/>
          <ac:picMkLst>
            <pc:docMk/>
            <pc:sldMk cId="1734410697" sldId="282"/>
            <ac:picMk id="6" creationId="{8AFF3588-1949-459E-A647-BC859075220B}"/>
          </ac:picMkLst>
        </pc:picChg>
        <pc:picChg chg="add mod">
          <ac:chgData name="dincerkonur@yahoo.com" userId="0cb337efb386619d" providerId="LiveId" clId="{2ED3B950-42AF-43DA-8DEB-8BD296C84A58}" dt="2019-04-14T21:41:54.077" v="1338" actId="1076"/>
          <ac:picMkLst>
            <pc:docMk/>
            <pc:sldMk cId="1734410697" sldId="282"/>
            <ac:picMk id="7" creationId="{975ECEFC-4A00-46DE-897B-BF05C5B0B5E5}"/>
          </ac:picMkLst>
        </pc:picChg>
      </pc:sldChg>
      <pc:sldChg chg="addSp delSp modSp add">
        <pc:chgData name="dincerkonur@yahoo.com" userId="0cb337efb386619d" providerId="LiveId" clId="{2ED3B950-42AF-43DA-8DEB-8BD296C84A58}" dt="2019-04-14T21:51:47.082" v="1715" actId="20577"/>
        <pc:sldMkLst>
          <pc:docMk/>
          <pc:sldMk cId="4039564955" sldId="283"/>
        </pc:sldMkLst>
        <pc:spChg chg="mod">
          <ac:chgData name="dincerkonur@yahoo.com" userId="0cb337efb386619d" providerId="LiveId" clId="{2ED3B950-42AF-43DA-8DEB-8BD296C84A58}" dt="2019-04-14T21:51:47.082" v="1715" actId="20577"/>
          <ac:spMkLst>
            <pc:docMk/>
            <pc:sldMk cId="4039564955" sldId="283"/>
            <ac:spMk id="3" creationId="{00000000-0000-0000-0000-000000000000}"/>
          </ac:spMkLst>
        </pc:spChg>
        <pc:spChg chg="del">
          <ac:chgData name="dincerkonur@yahoo.com" userId="0cb337efb386619d" providerId="LiveId" clId="{2ED3B950-42AF-43DA-8DEB-8BD296C84A58}" dt="2019-04-14T21:44:02.759" v="1504" actId="478"/>
          <ac:spMkLst>
            <pc:docMk/>
            <pc:sldMk cId="4039564955" sldId="283"/>
            <ac:spMk id="8" creationId="{C11855F6-E437-4A7B-A99B-843F097BC0D7}"/>
          </ac:spMkLst>
        </pc:spChg>
        <pc:picChg chg="add mod">
          <ac:chgData name="dincerkonur@yahoo.com" userId="0cb337efb386619d" providerId="LiveId" clId="{2ED3B950-42AF-43DA-8DEB-8BD296C84A58}" dt="2019-04-14T21:46:12.924" v="1709" actId="1076"/>
          <ac:picMkLst>
            <pc:docMk/>
            <pc:sldMk cId="4039564955" sldId="283"/>
            <ac:picMk id="4" creationId="{ABFC7370-A3E7-4FDF-9D77-622782A9606A}"/>
          </ac:picMkLst>
        </pc:picChg>
        <pc:picChg chg="del">
          <ac:chgData name="dincerkonur@yahoo.com" userId="0cb337efb386619d" providerId="LiveId" clId="{2ED3B950-42AF-43DA-8DEB-8BD296C84A58}" dt="2019-04-14T21:43:59.456" v="1502" actId="478"/>
          <ac:picMkLst>
            <pc:docMk/>
            <pc:sldMk cId="4039564955" sldId="283"/>
            <ac:picMk id="6" creationId="{8AFF3588-1949-459E-A647-BC859075220B}"/>
          </ac:picMkLst>
        </pc:picChg>
        <pc:picChg chg="del">
          <ac:chgData name="dincerkonur@yahoo.com" userId="0cb337efb386619d" providerId="LiveId" clId="{2ED3B950-42AF-43DA-8DEB-8BD296C84A58}" dt="2019-04-14T21:44:00.047" v="1503" actId="478"/>
          <ac:picMkLst>
            <pc:docMk/>
            <pc:sldMk cId="4039564955" sldId="283"/>
            <ac:picMk id="7" creationId="{975ECEFC-4A00-46DE-897B-BF05C5B0B5E5}"/>
          </ac:picMkLst>
        </pc:picChg>
      </pc:sldChg>
      <pc:sldChg chg="addSp delSp modSp add">
        <pc:chgData name="dincerkonur@yahoo.com" userId="0cb337efb386619d" providerId="LiveId" clId="{2ED3B950-42AF-43DA-8DEB-8BD296C84A58}" dt="2019-04-14T21:59:08.420" v="2053" actId="14100"/>
        <pc:sldMkLst>
          <pc:docMk/>
          <pc:sldMk cId="3356533067" sldId="284"/>
        </pc:sldMkLst>
        <pc:spChg chg="mod">
          <ac:chgData name="dincerkonur@yahoo.com" userId="0cb337efb386619d" providerId="LiveId" clId="{2ED3B950-42AF-43DA-8DEB-8BD296C84A58}" dt="2019-04-14T21:56:53.603" v="2021" actId="20577"/>
          <ac:spMkLst>
            <pc:docMk/>
            <pc:sldMk cId="3356533067" sldId="284"/>
            <ac:spMk id="3" creationId="{00000000-0000-0000-0000-000000000000}"/>
          </ac:spMkLst>
        </pc:spChg>
        <pc:spChg chg="add del mod">
          <ac:chgData name="dincerkonur@yahoo.com" userId="0cb337efb386619d" providerId="LiveId" clId="{2ED3B950-42AF-43DA-8DEB-8BD296C84A58}" dt="2019-04-14T21:58:16.115" v="2036" actId="11529"/>
          <ac:spMkLst>
            <pc:docMk/>
            <pc:sldMk cId="3356533067" sldId="284"/>
            <ac:spMk id="10" creationId="{4C0B38D7-48C9-4A96-840E-825518B1D340}"/>
          </ac:spMkLst>
        </pc:spChg>
        <pc:spChg chg="add mod">
          <ac:chgData name="dincerkonur@yahoo.com" userId="0cb337efb386619d" providerId="LiveId" clId="{2ED3B950-42AF-43DA-8DEB-8BD296C84A58}" dt="2019-04-14T21:58:50.880" v="2046" actId="1076"/>
          <ac:spMkLst>
            <pc:docMk/>
            <pc:sldMk cId="3356533067" sldId="284"/>
            <ac:spMk id="11" creationId="{A14D5F5F-D912-494C-89A1-D9A58D2049B0}"/>
          </ac:spMkLst>
        </pc:spChg>
        <pc:spChg chg="add del">
          <ac:chgData name="dincerkonur@yahoo.com" userId="0cb337efb386619d" providerId="LiveId" clId="{2ED3B950-42AF-43DA-8DEB-8BD296C84A58}" dt="2019-04-14T21:58:40.340" v="2043"/>
          <ac:spMkLst>
            <pc:docMk/>
            <pc:sldMk cId="3356533067" sldId="284"/>
            <ac:spMk id="12" creationId="{8717D3DA-029F-476B-81AB-2A5FC3866FF2}"/>
          </ac:spMkLst>
        </pc:spChg>
        <pc:spChg chg="add mod">
          <ac:chgData name="dincerkonur@yahoo.com" userId="0cb337efb386619d" providerId="LiveId" clId="{2ED3B950-42AF-43DA-8DEB-8BD296C84A58}" dt="2019-04-14T21:59:08.420" v="2053" actId="14100"/>
          <ac:spMkLst>
            <pc:docMk/>
            <pc:sldMk cId="3356533067" sldId="284"/>
            <ac:spMk id="13" creationId="{2C3A1D22-7291-4DE0-AC5A-86324A5128FE}"/>
          </ac:spMkLst>
        </pc:spChg>
        <pc:picChg chg="del">
          <ac:chgData name="dincerkonur@yahoo.com" userId="0cb337efb386619d" providerId="LiveId" clId="{2ED3B950-42AF-43DA-8DEB-8BD296C84A58}" dt="2019-04-14T21:51:57.861" v="1718" actId="478"/>
          <ac:picMkLst>
            <pc:docMk/>
            <pc:sldMk cId="3356533067" sldId="284"/>
            <ac:picMk id="4" creationId="{ABFC7370-A3E7-4FDF-9D77-622782A9606A}"/>
          </ac:picMkLst>
        </pc:picChg>
        <pc:picChg chg="add mod">
          <ac:chgData name="dincerkonur@yahoo.com" userId="0cb337efb386619d" providerId="LiveId" clId="{2ED3B950-42AF-43DA-8DEB-8BD296C84A58}" dt="2019-04-14T21:58:38.071" v="2042" actId="1076"/>
          <ac:picMkLst>
            <pc:docMk/>
            <pc:sldMk cId="3356533067" sldId="284"/>
            <ac:picMk id="5" creationId="{2004670F-8C28-493D-8569-5386DDEFB271}"/>
          </ac:picMkLst>
        </pc:picChg>
        <pc:picChg chg="add del mod">
          <ac:chgData name="dincerkonur@yahoo.com" userId="0cb337efb386619d" providerId="LiveId" clId="{2ED3B950-42AF-43DA-8DEB-8BD296C84A58}" dt="2019-04-14T21:55:22.930" v="1860" actId="478"/>
          <ac:picMkLst>
            <pc:docMk/>
            <pc:sldMk cId="3356533067" sldId="284"/>
            <ac:picMk id="6" creationId="{7EDEB49C-D9FE-48A0-8BC3-8D1143DAAD1A}"/>
          </ac:picMkLst>
        </pc:picChg>
        <pc:picChg chg="add mod">
          <ac:chgData name="dincerkonur@yahoo.com" userId="0cb337efb386619d" providerId="LiveId" clId="{2ED3B950-42AF-43DA-8DEB-8BD296C84A58}" dt="2019-04-14T21:56:04.480" v="1868" actId="1076"/>
          <ac:picMkLst>
            <pc:docMk/>
            <pc:sldMk cId="3356533067" sldId="284"/>
            <ac:picMk id="7" creationId="{9878E115-A90E-4F7A-8FB5-AD997DAFC242}"/>
          </ac:picMkLst>
        </pc:picChg>
        <pc:picChg chg="add mod">
          <ac:chgData name="dincerkonur@yahoo.com" userId="0cb337efb386619d" providerId="LiveId" clId="{2ED3B950-42AF-43DA-8DEB-8BD296C84A58}" dt="2019-04-14T21:57:56.929" v="2033" actId="1076"/>
          <ac:picMkLst>
            <pc:docMk/>
            <pc:sldMk cId="3356533067" sldId="284"/>
            <ac:picMk id="8" creationId="{EA965B06-BAE9-491A-B593-686E91BFA484}"/>
          </ac:picMkLst>
        </pc:picChg>
        <pc:picChg chg="add mod">
          <ac:chgData name="dincerkonur@yahoo.com" userId="0cb337efb386619d" providerId="LiveId" clId="{2ED3B950-42AF-43DA-8DEB-8BD296C84A58}" dt="2019-04-14T21:59:00.665" v="2051" actId="1076"/>
          <ac:picMkLst>
            <pc:docMk/>
            <pc:sldMk cId="3356533067" sldId="284"/>
            <ac:picMk id="9" creationId="{92CBAFD5-1088-406D-AE40-01E74C0D95A1}"/>
          </ac:picMkLst>
        </pc:picChg>
      </pc:sldChg>
      <pc:sldChg chg="modSp add">
        <pc:chgData name="dincerkonur@yahoo.com" userId="0cb337efb386619d" providerId="LiveId" clId="{2ED3B950-42AF-43DA-8DEB-8BD296C84A58}" dt="2019-04-14T22:28:02.254" v="2136"/>
        <pc:sldMkLst>
          <pc:docMk/>
          <pc:sldMk cId="1923836553" sldId="285"/>
        </pc:sldMkLst>
        <pc:spChg chg="mod">
          <ac:chgData name="dincerkonur@yahoo.com" userId="0cb337efb386619d" providerId="LiveId" clId="{2ED3B950-42AF-43DA-8DEB-8BD296C84A58}" dt="2019-04-14T22:28:02.254" v="2136"/>
          <ac:spMkLst>
            <pc:docMk/>
            <pc:sldMk cId="1923836553" sldId="285"/>
            <ac:spMk id="3" creationId="{00000000-0000-0000-0000-000000000000}"/>
          </ac:spMkLst>
        </pc:spChg>
      </pc:sldChg>
      <pc:sldChg chg="delSp modSp add del">
        <pc:chgData name="dincerkonur@yahoo.com" userId="0cb337efb386619d" providerId="LiveId" clId="{2ED3B950-42AF-43DA-8DEB-8BD296C84A58}" dt="2019-04-14T21:59:17.292" v="2054" actId="2696"/>
        <pc:sldMkLst>
          <pc:docMk/>
          <pc:sldMk cId="3868002492" sldId="285"/>
        </pc:sldMkLst>
        <pc:picChg chg="del mod">
          <ac:chgData name="dincerkonur@yahoo.com" userId="0cb337efb386619d" providerId="LiveId" clId="{2ED3B950-42AF-43DA-8DEB-8BD296C84A58}" dt="2019-04-14T21:56:58.977" v="2023"/>
          <ac:picMkLst>
            <pc:docMk/>
            <pc:sldMk cId="3868002492" sldId="285"/>
            <ac:picMk id="6" creationId="{7EDEB49C-D9FE-48A0-8BC3-8D1143DAAD1A}"/>
          </ac:picMkLst>
        </pc:picChg>
      </pc:sldChg>
      <pc:sldChg chg="modSp add">
        <pc:chgData name="dincerkonur@yahoo.com" userId="0cb337efb386619d" providerId="LiveId" clId="{2ED3B950-42AF-43DA-8DEB-8BD296C84A58}" dt="2019-04-15T01:04:09.567" v="2170" actId="20577"/>
        <pc:sldMkLst>
          <pc:docMk/>
          <pc:sldMk cId="1377784689" sldId="286"/>
        </pc:sldMkLst>
        <pc:spChg chg="mod">
          <ac:chgData name="dincerkonur@yahoo.com" userId="0cb337efb386619d" providerId="LiveId" clId="{2ED3B950-42AF-43DA-8DEB-8BD296C84A58}" dt="2019-04-15T01:04:09.567" v="2170" actId="20577"/>
          <ac:spMkLst>
            <pc:docMk/>
            <pc:sldMk cId="1377784689" sldId="286"/>
            <ac:spMk id="3" creationId="{00000000-0000-0000-0000-000000000000}"/>
          </ac:spMkLst>
        </pc:spChg>
      </pc:sldChg>
      <pc:sldChg chg="addSp delSp modSp add ord">
        <pc:chgData name="dincerkonur@yahoo.com" userId="0cb337efb386619d" providerId="LiveId" clId="{2ED3B950-42AF-43DA-8DEB-8BD296C84A58}" dt="2019-04-15T01:57:24.243" v="3143" actId="20577"/>
        <pc:sldMkLst>
          <pc:docMk/>
          <pc:sldMk cId="1577406927" sldId="287"/>
        </pc:sldMkLst>
        <pc:spChg chg="mod">
          <ac:chgData name="dincerkonur@yahoo.com" userId="0cb337efb386619d" providerId="LiveId" clId="{2ED3B950-42AF-43DA-8DEB-8BD296C84A58}" dt="2019-04-15T01:57:24.243" v="3143" actId="20577"/>
          <ac:spMkLst>
            <pc:docMk/>
            <pc:sldMk cId="1577406927" sldId="287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1:34:48.961" v="3048" actId="20577"/>
          <ac:spMkLst>
            <pc:docMk/>
            <pc:sldMk cId="1577406927" sldId="287"/>
            <ac:spMk id="3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1:05:11.976" v="2198" actId="1076"/>
          <ac:spMkLst>
            <pc:docMk/>
            <pc:sldMk cId="1577406927" sldId="287"/>
            <ac:spMk id="8" creationId="{22C64FAE-BC00-464B-95BF-9346747ACDBF}"/>
          </ac:spMkLst>
        </pc:spChg>
        <pc:picChg chg="del">
          <ac:chgData name="dincerkonur@yahoo.com" userId="0cb337efb386619d" providerId="LiveId" clId="{2ED3B950-42AF-43DA-8DEB-8BD296C84A58}" dt="2019-04-15T01:04:45.504" v="2185" actId="478"/>
          <ac:picMkLst>
            <pc:docMk/>
            <pc:sldMk cId="1577406927" sldId="287"/>
            <ac:picMk id="4" creationId="{FDC53736-D807-44E8-8B8B-79A316A276D5}"/>
          </ac:picMkLst>
        </pc:picChg>
        <pc:picChg chg="del">
          <ac:chgData name="dincerkonur@yahoo.com" userId="0cb337efb386619d" providerId="LiveId" clId="{2ED3B950-42AF-43DA-8DEB-8BD296C84A58}" dt="2019-04-15T01:04:47.901" v="2186" actId="478"/>
          <ac:picMkLst>
            <pc:docMk/>
            <pc:sldMk cId="1577406927" sldId="287"/>
            <ac:picMk id="5" creationId="{D18028E7-E964-4314-A86C-CCA1568545F2}"/>
          </ac:picMkLst>
        </pc:picChg>
        <pc:picChg chg="add mod">
          <ac:chgData name="dincerkonur@yahoo.com" userId="0cb337efb386619d" providerId="LiveId" clId="{2ED3B950-42AF-43DA-8DEB-8BD296C84A58}" dt="2019-04-15T01:35:14.993" v="3052" actId="1076"/>
          <ac:picMkLst>
            <pc:docMk/>
            <pc:sldMk cId="1577406927" sldId="287"/>
            <ac:picMk id="6" creationId="{DDD6FF85-6A19-4C47-8C9F-A19AE990AC33}"/>
          </ac:picMkLst>
        </pc:picChg>
        <pc:picChg chg="add mod">
          <ac:chgData name="dincerkonur@yahoo.com" userId="0cb337efb386619d" providerId="LiveId" clId="{2ED3B950-42AF-43DA-8DEB-8BD296C84A58}" dt="2019-04-15T01:34:52.025" v="3049" actId="1076"/>
          <ac:picMkLst>
            <pc:docMk/>
            <pc:sldMk cId="1577406927" sldId="287"/>
            <ac:picMk id="7" creationId="{81A5F18E-2BE5-45FD-B208-D1791E2D6AB6}"/>
          </ac:picMkLst>
        </pc:picChg>
      </pc:sldChg>
      <pc:sldChg chg="addSp delSp modSp add">
        <pc:chgData name="dincerkonur@yahoo.com" userId="0cb337efb386619d" providerId="LiveId" clId="{2ED3B950-42AF-43DA-8DEB-8BD296C84A58}" dt="2019-04-15T01:57:31.549" v="3144"/>
        <pc:sldMkLst>
          <pc:docMk/>
          <pc:sldMk cId="458867198" sldId="288"/>
        </pc:sldMkLst>
        <pc:spChg chg="mod">
          <ac:chgData name="dincerkonur@yahoo.com" userId="0cb337efb386619d" providerId="LiveId" clId="{2ED3B950-42AF-43DA-8DEB-8BD296C84A58}" dt="2019-04-15T01:57:31.549" v="3144"/>
          <ac:spMkLst>
            <pc:docMk/>
            <pc:sldMk cId="458867198" sldId="288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1:27:47.815" v="2865" actId="114"/>
          <ac:spMkLst>
            <pc:docMk/>
            <pc:sldMk cId="458867198" sldId="288"/>
            <ac:spMk id="3" creationId="{00000000-0000-0000-0000-000000000000}"/>
          </ac:spMkLst>
        </pc:spChg>
        <pc:spChg chg="del">
          <ac:chgData name="dincerkonur@yahoo.com" userId="0cb337efb386619d" providerId="LiveId" clId="{2ED3B950-42AF-43DA-8DEB-8BD296C84A58}" dt="2019-04-15T01:17:58.628" v="2296" actId="478"/>
          <ac:spMkLst>
            <pc:docMk/>
            <pc:sldMk cId="458867198" sldId="288"/>
            <ac:spMk id="8" creationId="{22C64FAE-BC00-464B-95BF-9346747ACDBF}"/>
          </ac:spMkLst>
        </pc:spChg>
        <pc:picChg chg="add mod">
          <ac:chgData name="dincerkonur@yahoo.com" userId="0cb337efb386619d" providerId="LiveId" clId="{2ED3B950-42AF-43DA-8DEB-8BD296C84A58}" dt="2019-04-15T01:19:14.933" v="2402" actId="1076"/>
          <ac:picMkLst>
            <pc:docMk/>
            <pc:sldMk cId="458867198" sldId="288"/>
            <ac:picMk id="4" creationId="{D8F875BD-65D9-41B0-BDBD-72405A93F1A9}"/>
          </ac:picMkLst>
        </pc:picChg>
        <pc:picChg chg="add mod">
          <ac:chgData name="dincerkonur@yahoo.com" userId="0cb337efb386619d" providerId="LiveId" clId="{2ED3B950-42AF-43DA-8DEB-8BD296C84A58}" dt="2019-04-15T01:27:43.940" v="2864" actId="1076"/>
          <ac:picMkLst>
            <pc:docMk/>
            <pc:sldMk cId="458867198" sldId="288"/>
            <ac:picMk id="5" creationId="{A597299F-0AE8-4629-A302-4976DC686DC2}"/>
          </ac:picMkLst>
        </pc:picChg>
        <pc:picChg chg="del">
          <ac:chgData name="dincerkonur@yahoo.com" userId="0cb337efb386619d" providerId="LiveId" clId="{2ED3B950-42AF-43DA-8DEB-8BD296C84A58}" dt="2019-04-15T01:13:12.553" v="2294" actId="478"/>
          <ac:picMkLst>
            <pc:docMk/>
            <pc:sldMk cId="458867198" sldId="288"/>
            <ac:picMk id="7" creationId="{81A5F18E-2BE5-45FD-B208-D1791E2D6AB6}"/>
          </ac:picMkLst>
        </pc:picChg>
      </pc:sldChg>
      <pc:sldChg chg="addSp delSp modSp add">
        <pc:chgData name="dincerkonur@yahoo.com" userId="0cb337efb386619d" providerId="LiveId" clId="{2ED3B950-42AF-43DA-8DEB-8BD296C84A58}" dt="2019-04-15T01:57:35.577" v="3145"/>
        <pc:sldMkLst>
          <pc:docMk/>
          <pc:sldMk cId="2813228297" sldId="289"/>
        </pc:sldMkLst>
        <pc:spChg chg="mod">
          <ac:chgData name="dincerkonur@yahoo.com" userId="0cb337efb386619d" providerId="LiveId" clId="{2ED3B950-42AF-43DA-8DEB-8BD296C84A58}" dt="2019-04-15T01:57:35.577" v="3145"/>
          <ac:spMkLst>
            <pc:docMk/>
            <pc:sldMk cId="2813228297" sldId="289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1:45:38.044" v="3131" actId="20577"/>
          <ac:spMkLst>
            <pc:docMk/>
            <pc:sldMk cId="2813228297" sldId="289"/>
            <ac:spMk id="3" creationId="{00000000-0000-0000-0000-000000000000}"/>
          </ac:spMkLst>
        </pc:spChg>
        <pc:picChg chg="del">
          <ac:chgData name="dincerkonur@yahoo.com" userId="0cb337efb386619d" providerId="LiveId" clId="{2ED3B950-42AF-43DA-8DEB-8BD296C84A58}" dt="2019-04-15T01:30:05.589" v="2869" actId="478"/>
          <ac:picMkLst>
            <pc:docMk/>
            <pc:sldMk cId="2813228297" sldId="289"/>
            <ac:picMk id="4" creationId="{D8F875BD-65D9-41B0-BDBD-72405A93F1A9}"/>
          </ac:picMkLst>
        </pc:picChg>
        <pc:picChg chg="del">
          <ac:chgData name="dincerkonur@yahoo.com" userId="0cb337efb386619d" providerId="LiveId" clId="{2ED3B950-42AF-43DA-8DEB-8BD296C84A58}" dt="2019-04-15T01:29:53.162" v="2867" actId="478"/>
          <ac:picMkLst>
            <pc:docMk/>
            <pc:sldMk cId="2813228297" sldId="289"/>
            <ac:picMk id="5" creationId="{A597299F-0AE8-4629-A302-4976DC686DC2}"/>
          </ac:picMkLst>
        </pc:picChg>
        <pc:picChg chg="add mod">
          <ac:chgData name="dincerkonur@yahoo.com" userId="0cb337efb386619d" providerId="LiveId" clId="{2ED3B950-42AF-43DA-8DEB-8BD296C84A58}" dt="2019-04-15T01:45:43.105" v="3133" actId="1076"/>
          <ac:picMkLst>
            <pc:docMk/>
            <pc:sldMk cId="2813228297" sldId="289"/>
            <ac:picMk id="6" creationId="{94DAF8A4-F320-4C75-A685-99E7EBE61258}"/>
          </ac:picMkLst>
        </pc:picChg>
        <pc:picChg chg="add mod">
          <ac:chgData name="dincerkonur@yahoo.com" userId="0cb337efb386619d" providerId="LiveId" clId="{2ED3B950-42AF-43DA-8DEB-8BD296C84A58}" dt="2019-04-15T01:45:40.915" v="3132" actId="1076"/>
          <ac:picMkLst>
            <pc:docMk/>
            <pc:sldMk cId="2813228297" sldId="289"/>
            <ac:picMk id="7" creationId="{D13D94B7-3CB5-4C09-B4AC-8EE724388535}"/>
          </ac:picMkLst>
        </pc:picChg>
      </pc:sldChg>
      <pc:sldChg chg="addSp delSp modSp add">
        <pc:chgData name="dincerkonur@yahoo.com" userId="0cb337efb386619d" providerId="LiveId" clId="{2ED3B950-42AF-43DA-8DEB-8BD296C84A58}" dt="2019-04-15T02:11:03.522" v="3223" actId="1076"/>
        <pc:sldMkLst>
          <pc:docMk/>
          <pc:sldMk cId="561757743" sldId="290"/>
        </pc:sldMkLst>
        <pc:spChg chg="mod">
          <ac:chgData name="dincerkonur@yahoo.com" userId="0cb337efb386619d" providerId="LiveId" clId="{2ED3B950-42AF-43DA-8DEB-8BD296C84A58}" dt="2019-04-15T01:58:19.377" v="3153" actId="20577"/>
          <ac:spMkLst>
            <pc:docMk/>
            <pc:sldMk cId="561757743" sldId="290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2:05:55.550" v="3203" actId="20577"/>
          <ac:spMkLst>
            <pc:docMk/>
            <pc:sldMk cId="561757743" sldId="290"/>
            <ac:spMk id="3" creationId="{00000000-0000-0000-0000-000000000000}"/>
          </ac:spMkLst>
        </pc:spChg>
        <pc:picChg chg="add mod">
          <ac:chgData name="dincerkonur@yahoo.com" userId="0cb337efb386619d" providerId="LiveId" clId="{2ED3B950-42AF-43DA-8DEB-8BD296C84A58}" dt="2019-04-15T02:05:31.358" v="3172" actId="1076"/>
          <ac:picMkLst>
            <pc:docMk/>
            <pc:sldMk cId="561757743" sldId="290"/>
            <ac:picMk id="4" creationId="{6A1976CF-1EEC-4167-9207-619C8EC886A9}"/>
          </ac:picMkLst>
        </pc:picChg>
        <pc:picChg chg="add del mod">
          <ac:chgData name="dincerkonur@yahoo.com" userId="0cb337efb386619d" providerId="LiveId" clId="{2ED3B950-42AF-43DA-8DEB-8BD296C84A58}" dt="2019-04-15T02:10:56.623" v="3220" actId="478"/>
          <ac:picMkLst>
            <pc:docMk/>
            <pc:sldMk cId="561757743" sldId="290"/>
            <ac:picMk id="5" creationId="{7B73B6F3-600A-41EC-85A6-0D465B4B6373}"/>
          </ac:picMkLst>
        </pc:picChg>
        <pc:picChg chg="add mod">
          <ac:chgData name="dincerkonur@yahoo.com" userId="0cb337efb386619d" providerId="LiveId" clId="{2ED3B950-42AF-43DA-8DEB-8BD296C84A58}" dt="2019-04-15T02:11:03.522" v="3223" actId="1076"/>
          <ac:picMkLst>
            <pc:docMk/>
            <pc:sldMk cId="561757743" sldId="290"/>
            <ac:picMk id="6" creationId="{2257A3AB-40EB-4D36-91C1-E0BCD4159709}"/>
          </ac:picMkLst>
        </pc:picChg>
      </pc:sldChg>
      <pc:sldChg chg="add del">
        <pc:chgData name="dincerkonur@yahoo.com" userId="0cb337efb386619d" providerId="LiveId" clId="{2ED3B950-42AF-43DA-8DEB-8BD296C84A58}" dt="2019-04-15T02:08:54.138" v="3208"/>
        <pc:sldMkLst>
          <pc:docMk/>
          <pc:sldMk cId="2127036497" sldId="291"/>
        </pc:sldMkLst>
      </pc:sldChg>
      <pc:sldChg chg="addSp delSp modSp add">
        <pc:chgData name="dincerkonur@yahoo.com" userId="0cb337efb386619d" providerId="LiveId" clId="{2ED3B950-42AF-43DA-8DEB-8BD296C84A58}" dt="2019-04-15T02:12:24.718" v="3227"/>
        <pc:sldMkLst>
          <pc:docMk/>
          <pc:sldMk cId="3346886492" sldId="291"/>
        </pc:sldMkLst>
        <pc:spChg chg="mod">
          <ac:chgData name="dincerkonur@yahoo.com" userId="0cb337efb386619d" providerId="LiveId" clId="{2ED3B950-42AF-43DA-8DEB-8BD296C84A58}" dt="2019-04-15T02:10:12.451" v="3218" actId="20577"/>
          <ac:spMkLst>
            <pc:docMk/>
            <pc:sldMk cId="3346886492" sldId="291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2:11:40.032" v="3224"/>
          <ac:spMkLst>
            <pc:docMk/>
            <pc:sldMk cId="3346886492" sldId="291"/>
            <ac:spMk id="3" creationId="{00000000-0000-0000-0000-000000000000}"/>
          </ac:spMkLst>
        </pc:spChg>
        <pc:spChg chg="add del">
          <ac:chgData name="dincerkonur@yahoo.com" userId="0cb337efb386619d" providerId="LiveId" clId="{2ED3B950-42AF-43DA-8DEB-8BD296C84A58}" dt="2019-04-15T02:12:24.718" v="3227"/>
          <ac:spMkLst>
            <pc:docMk/>
            <pc:sldMk cId="3346886492" sldId="291"/>
            <ac:spMk id="6" creationId="{EE3A63BB-6E6F-4623-A596-AFB02E00A191}"/>
          </ac:spMkLst>
        </pc:spChg>
        <pc:picChg chg="del">
          <ac:chgData name="dincerkonur@yahoo.com" userId="0cb337efb386619d" providerId="LiveId" clId="{2ED3B950-42AF-43DA-8DEB-8BD296C84A58}" dt="2019-04-15T02:11:42.200" v="3225" actId="478"/>
          <ac:picMkLst>
            <pc:docMk/>
            <pc:sldMk cId="3346886492" sldId="291"/>
            <ac:picMk id="4" creationId="{D8F875BD-65D9-41B0-BDBD-72405A93F1A9}"/>
          </ac:picMkLst>
        </pc:picChg>
        <pc:picChg chg="del">
          <ac:chgData name="dincerkonur@yahoo.com" userId="0cb337efb386619d" providerId="LiveId" clId="{2ED3B950-42AF-43DA-8DEB-8BD296C84A58}" dt="2019-04-15T02:10:15.881" v="3219" actId="478"/>
          <ac:picMkLst>
            <pc:docMk/>
            <pc:sldMk cId="3346886492" sldId="291"/>
            <ac:picMk id="5" creationId="{A597299F-0AE8-4629-A302-4976DC686DC2}"/>
          </ac:picMkLst>
        </pc:picChg>
      </pc:sldChg>
      <pc:sldChg chg="addSp modSp add">
        <pc:chgData name="dincerkonur@yahoo.com" userId="0cb337efb386619d" providerId="LiveId" clId="{2ED3B950-42AF-43DA-8DEB-8BD296C84A58}" dt="2019-04-15T02:14:41.051" v="3278" actId="113"/>
        <pc:sldMkLst>
          <pc:docMk/>
          <pc:sldMk cId="3747351153" sldId="292"/>
        </pc:sldMkLst>
        <pc:spChg chg="mod">
          <ac:chgData name="dincerkonur@yahoo.com" userId="0cb337efb386619d" providerId="LiveId" clId="{2ED3B950-42AF-43DA-8DEB-8BD296C84A58}" dt="2019-04-15T02:14:41.051" v="3278" actId="113"/>
          <ac:spMkLst>
            <pc:docMk/>
            <pc:sldMk cId="3747351153" sldId="292"/>
            <ac:spMk id="3" creationId="{00000000-0000-0000-0000-000000000000}"/>
          </ac:spMkLst>
        </pc:spChg>
        <pc:picChg chg="add mod">
          <ac:chgData name="dincerkonur@yahoo.com" userId="0cb337efb386619d" providerId="LiveId" clId="{2ED3B950-42AF-43DA-8DEB-8BD296C84A58}" dt="2019-04-15T02:13:24.758" v="3232" actId="1076"/>
          <ac:picMkLst>
            <pc:docMk/>
            <pc:sldMk cId="3747351153" sldId="292"/>
            <ac:picMk id="4" creationId="{2D6ECDE2-2BD3-4203-8E3E-8C2B6DF243F9}"/>
          </ac:picMkLst>
        </pc:picChg>
      </pc:sldChg>
      <pc:sldChg chg="delSp modSp add">
        <pc:chgData name="dincerkonur@yahoo.com" userId="0cb337efb386619d" providerId="LiveId" clId="{2ED3B950-42AF-43DA-8DEB-8BD296C84A58}" dt="2019-04-15T02:21:02.247" v="3592" actId="20577"/>
        <pc:sldMkLst>
          <pc:docMk/>
          <pc:sldMk cId="424896722" sldId="293"/>
        </pc:sldMkLst>
        <pc:spChg chg="mod">
          <ac:chgData name="dincerkonur@yahoo.com" userId="0cb337efb386619d" providerId="LiveId" clId="{2ED3B950-42AF-43DA-8DEB-8BD296C84A58}" dt="2019-04-15T02:21:02.247" v="3592" actId="20577"/>
          <ac:spMkLst>
            <pc:docMk/>
            <pc:sldMk cId="424896722" sldId="293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2:20:54.815" v="3581" actId="207"/>
          <ac:spMkLst>
            <pc:docMk/>
            <pc:sldMk cId="424896722" sldId="293"/>
            <ac:spMk id="3" creationId="{00000000-0000-0000-0000-000000000000}"/>
          </ac:spMkLst>
        </pc:spChg>
        <pc:picChg chg="del">
          <ac:chgData name="dincerkonur@yahoo.com" userId="0cb337efb386619d" providerId="LiveId" clId="{2ED3B950-42AF-43DA-8DEB-8BD296C84A58}" dt="2019-04-15T02:15:00.918" v="3281" actId="478"/>
          <ac:picMkLst>
            <pc:docMk/>
            <pc:sldMk cId="424896722" sldId="293"/>
            <ac:picMk id="4" creationId="{2D6ECDE2-2BD3-4203-8E3E-8C2B6DF243F9}"/>
          </ac:picMkLst>
        </pc:picChg>
      </pc:sldChg>
      <pc:sldChg chg="modSp add">
        <pc:chgData name="dincerkonur@yahoo.com" userId="0cb337efb386619d" providerId="LiveId" clId="{2ED3B950-42AF-43DA-8DEB-8BD296C84A58}" dt="2019-04-15T03:02:42.009" v="4197" actId="207"/>
        <pc:sldMkLst>
          <pc:docMk/>
          <pc:sldMk cId="2713873718" sldId="294"/>
        </pc:sldMkLst>
        <pc:spChg chg="mod">
          <ac:chgData name="dincerkonur@yahoo.com" userId="0cb337efb386619d" providerId="LiveId" clId="{2ED3B950-42AF-43DA-8DEB-8BD296C84A58}" dt="2019-04-15T03:02:42.009" v="4197" actId="207"/>
          <ac:spMkLst>
            <pc:docMk/>
            <pc:sldMk cId="2713873718" sldId="294"/>
            <ac:spMk id="3" creationId="{00000000-0000-0000-0000-000000000000}"/>
          </ac:spMkLst>
        </pc:spChg>
      </pc:sldChg>
      <pc:sldChg chg="modSp add">
        <pc:chgData name="dincerkonur@yahoo.com" userId="0cb337efb386619d" providerId="LiveId" clId="{2ED3B950-42AF-43DA-8DEB-8BD296C84A58}" dt="2019-04-15T03:03:26.221" v="4201" actId="207"/>
        <pc:sldMkLst>
          <pc:docMk/>
          <pc:sldMk cId="3858251932" sldId="295"/>
        </pc:sldMkLst>
        <pc:spChg chg="mod">
          <ac:chgData name="dincerkonur@yahoo.com" userId="0cb337efb386619d" providerId="LiveId" clId="{2ED3B950-42AF-43DA-8DEB-8BD296C84A58}" dt="2019-04-15T03:03:26.221" v="4201" actId="207"/>
          <ac:spMkLst>
            <pc:docMk/>
            <pc:sldMk cId="3858251932" sldId="295"/>
            <ac:spMk id="3" creationId="{00000000-0000-0000-0000-000000000000}"/>
          </ac:spMkLst>
        </pc:spChg>
      </pc:sldChg>
      <pc:sldChg chg="addSp delSp modSp add">
        <pc:chgData name="dincerkonur@yahoo.com" userId="0cb337efb386619d" providerId="LiveId" clId="{2ED3B950-42AF-43DA-8DEB-8BD296C84A58}" dt="2019-04-15T03:21:30.861" v="4735" actId="20577"/>
        <pc:sldMkLst>
          <pc:docMk/>
          <pc:sldMk cId="4258901878" sldId="296"/>
        </pc:sldMkLst>
        <pc:spChg chg="mod">
          <ac:chgData name="dincerkonur@yahoo.com" userId="0cb337efb386619d" providerId="LiveId" clId="{2ED3B950-42AF-43DA-8DEB-8BD296C84A58}" dt="2019-04-15T03:21:30.861" v="4735" actId="20577"/>
          <ac:spMkLst>
            <pc:docMk/>
            <pc:sldMk cId="4258901878" sldId="296"/>
            <ac:spMk id="3" creationId="{00000000-0000-0000-0000-000000000000}"/>
          </ac:spMkLst>
        </pc:spChg>
        <pc:spChg chg="add mod">
          <ac:chgData name="dincerkonur@yahoo.com" userId="0cb337efb386619d" providerId="LiveId" clId="{2ED3B950-42AF-43DA-8DEB-8BD296C84A58}" dt="2019-04-15T03:19:28.673" v="4540" actId="1076"/>
          <ac:spMkLst>
            <pc:docMk/>
            <pc:sldMk cId="4258901878" sldId="296"/>
            <ac:spMk id="8" creationId="{A174487E-31C0-4319-AA01-35AEBE1D2549}"/>
          </ac:spMkLst>
        </pc:spChg>
        <pc:picChg chg="del">
          <ac:chgData name="dincerkonur@yahoo.com" userId="0cb337efb386619d" providerId="LiveId" clId="{2ED3B950-42AF-43DA-8DEB-8BD296C84A58}" dt="2019-04-15T03:08:51.437" v="4354" actId="478"/>
          <ac:picMkLst>
            <pc:docMk/>
            <pc:sldMk cId="4258901878" sldId="296"/>
            <ac:picMk id="4" creationId="{A5FF870D-5C26-419D-9B85-4EF3E1804CB9}"/>
          </ac:picMkLst>
        </pc:picChg>
        <pc:picChg chg="del">
          <ac:chgData name="dincerkonur@yahoo.com" userId="0cb337efb386619d" providerId="LiveId" clId="{2ED3B950-42AF-43DA-8DEB-8BD296C84A58}" dt="2019-04-15T03:08:50.374" v="4353" actId="478"/>
          <ac:picMkLst>
            <pc:docMk/>
            <pc:sldMk cId="4258901878" sldId="296"/>
            <ac:picMk id="5" creationId="{E3D8A998-4BB9-44B7-85EF-DEBEB355FB42}"/>
          </ac:picMkLst>
        </pc:picChg>
        <pc:picChg chg="add mod">
          <ac:chgData name="dincerkonur@yahoo.com" userId="0cb337efb386619d" providerId="LiveId" clId="{2ED3B950-42AF-43DA-8DEB-8BD296C84A58}" dt="2019-04-15T03:19:25.788" v="4539" actId="1076"/>
          <ac:picMkLst>
            <pc:docMk/>
            <pc:sldMk cId="4258901878" sldId="296"/>
            <ac:picMk id="6" creationId="{694886E8-724C-4C16-87A8-175F8054801B}"/>
          </ac:picMkLst>
        </pc:picChg>
        <pc:picChg chg="add mod">
          <ac:chgData name="dincerkonur@yahoo.com" userId="0cb337efb386619d" providerId="LiveId" clId="{2ED3B950-42AF-43DA-8DEB-8BD296C84A58}" dt="2019-04-15T03:19:30.955" v="4541" actId="1076"/>
          <ac:picMkLst>
            <pc:docMk/>
            <pc:sldMk cId="4258901878" sldId="296"/>
            <ac:picMk id="7" creationId="{FAE8E227-F985-4376-BE33-8C4F1C14D83B}"/>
          </ac:picMkLst>
        </pc:picChg>
        <pc:picChg chg="add mod">
          <ac:chgData name="dincerkonur@yahoo.com" userId="0cb337efb386619d" providerId="LiveId" clId="{2ED3B950-42AF-43DA-8DEB-8BD296C84A58}" dt="2019-04-15T03:20:41.764" v="4670" actId="1076"/>
          <ac:picMkLst>
            <pc:docMk/>
            <pc:sldMk cId="4258901878" sldId="296"/>
            <ac:picMk id="9" creationId="{792352D3-8407-428B-9851-76CE346A880C}"/>
          </ac:picMkLst>
        </pc:picChg>
      </pc:sldChg>
      <pc:sldChg chg="addSp delSp modSp add">
        <pc:chgData name="dincerkonur@yahoo.com" userId="0cb337efb386619d" providerId="LiveId" clId="{2ED3B950-42AF-43DA-8DEB-8BD296C84A58}" dt="2019-04-15T03:33:15.168" v="4914"/>
        <pc:sldMkLst>
          <pc:docMk/>
          <pc:sldMk cId="4144504667" sldId="297"/>
        </pc:sldMkLst>
        <pc:spChg chg="mod">
          <ac:chgData name="dincerkonur@yahoo.com" userId="0cb337efb386619d" providerId="LiveId" clId="{2ED3B950-42AF-43DA-8DEB-8BD296C84A58}" dt="2019-04-15T03:32:43.114" v="4912" actId="20577"/>
          <ac:spMkLst>
            <pc:docMk/>
            <pc:sldMk cId="4144504667" sldId="297"/>
            <ac:spMk id="3" creationId="{00000000-0000-0000-0000-000000000000}"/>
          </ac:spMkLst>
        </pc:spChg>
        <pc:spChg chg="del">
          <ac:chgData name="dincerkonur@yahoo.com" userId="0cb337efb386619d" providerId="LiveId" clId="{2ED3B950-42AF-43DA-8DEB-8BD296C84A58}" dt="2019-04-15T03:24:30.435" v="4740" actId="478"/>
          <ac:spMkLst>
            <pc:docMk/>
            <pc:sldMk cId="4144504667" sldId="297"/>
            <ac:spMk id="8" creationId="{A174487E-31C0-4319-AA01-35AEBE1D2549}"/>
          </ac:spMkLst>
        </pc:spChg>
        <pc:picChg chg="add mod">
          <ac:chgData name="dincerkonur@yahoo.com" userId="0cb337efb386619d" providerId="LiveId" clId="{2ED3B950-42AF-43DA-8DEB-8BD296C84A58}" dt="2019-04-15T03:32:29.271" v="4900" actId="1076"/>
          <ac:picMkLst>
            <pc:docMk/>
            <pc:sldMk cId="4144504667" sldId="297"/>
            <ac:picMk id="4" creationId="{7E2C9398-F168-4C85-A3C5-F9219D1094DE}"/>
          </ac:picMkLst>
        </pc:picChg>
        <pc:picChg chg="add mod">
          <ac:chgData name="dincerkonur@yahoo.com" userId="0cb337efb386619d" providerId="LiveId" clId="{2ED3B950-42AF-43DA-8DEB-8BD296C84A58}" dt="2019-04-15T03:32:32.227" v="4901" actId="1076"/>
          <ac:picMkLst>
            <pc:docMk/>
            <pc:sldMk cId="4144504667" sldId="297"/>
            <ac:picMk id="5" creationId="{E02E087E-B84F-44FD-96CC-96BC4564035D}"/>
          </ac:picMkLst>
        </pc:picChg>
        <pc:picChg chg="del">
          <ac:chgData name="dincerkonur@yahoo.com" userId="0cb337efb386619d" providerId="LiveId" clId="{2ED3B950-42AF-43DA-8DEB-8BD296C84A58}" dt="2019-04-15T03:24:29.070" v="4739" actId="478"/>
          <ac:picMkLst>
            <pc:docMk/>
            <pc:sldMk cId="4144504667" sldId="297"/>
            <ac:picMk id="6" creationId="{694886E8-724C-4C16-87A8-175F8054801B}"/>
          </ac:picMkLst>
        </pc:picChg>
        <pc:picChg chg="del">
          <ac:chgData name="dincerkonur@yahoo.com" userId="0cb337efb386619d" providerId="LiveId" clId="{2ED3B950-42AF-43DA-8DEB-8BD296C84A58}" dt="2019-04-15T03:24:28.396" v="4738" actId="478"/>
          <ac:picMkLst>
            <pc:docMk/>
            <pc:sldMk cId="4144504667" sldId="297"/>
            <ac:picMk id="7" creationId="{FAE8E227-F985-4376-BE33-8C4F1C14D83B}"/>
          </ac:picMkLst>
        </pc:picChg>
        <pc:picChg chg="del">
          <ac:chgData name="dincerkonur@yahoo.com" userId="0cb337efb386619d" providerId="LiveId" clId="{2ED3B950-42AF-43DA-8DEB-8BD296C84A58}" dt="2019-04-15T03:24:27.230" v="4737" actId="478"/>
          <ac:picMkLst>
            <pc:docMk/>
            <pc:sldMk cId="4144504667" sldId="297"/>
            <ac:picMk id="9" creationId="{792352D3-8407-428B-9851-76CE346A880C}"/>
          </ac:picMkLst>
        </pc:picChg>
        <pc:picChg chg="add del">
          <ac:chgData name="dincerkonur@yahoo.com" userId="0cb337efb386619d" providerId="LiveId" clId="{2ED3B950-42AF-43DA-8DEB-8BD296C84A58}" dt="2019-04-15T03:33:15.168" v="4914"/>
          <ac:picMkLst>
            <pc:docMk/>
            <pc:sldMk cId="4144504667" sldId="297"/>
            <ac:picMk id="10" creationId="{622A8668-27D1-416C-9952-2E8DEE519A30}"/>
          </ac:picMkLst>
        </pc:picChg>
      </pc:sldChg>
      <pc:sldChg chg="addSp delSp modSp add">
        <pc:chgData name="dincerkonur@yahoo.com" userId="0cb337efb386619d" providerId="LiveId" clId="{2ED3B950-42AF-43DA-8DEB-8BD296C84A58}" dt="2019-04-15T03:41:06.438" v="5157" actId="20577"/>
        <pc:sldMkLst>
          <pc:docMk/>
          <pc:sldMk cId="4046803290" sldId="298"/>
        </pc:sldMkLst>
        <pc:spChg chg="mod">
          <ac:chgData name="dincerkonur@yahoo.com" userId="0cb337efb386619d" providerId="LiveId" clId="{2ED3B950-42AF-43DA-8DEB-8BD296C84A58}" dt="2019-04-15T03:41:06.438" v="5157" actId="20577"/>
          <ac:spMkLst>
            <pc:docMk/>
            <pc:sldMk cId="4046803290" sldId="298"/>
            <ac:spMk id="3" creationId="{00000000-0000-0000-0000-000000000000}"/>
          </ac:spMkLst>
        </pc:spChg>
        <pc:picChg chg="del">
          <ac:chgData name="dincerkonur@yahoo.com" userId="0cb337efb386619d" providerId="LiveId" clId="{2ED3B950-42AF-43DA-8DEB-8BD296C84A58}" dt="2019-04-15T03:33:55.130" v="4942" actId="478"/>
          <ac:picMkLst>
            <pc:docMk/>
            <pc:sldMk cId="4046803290" sldId="298"/>
            <ac:picMk id="4" creationId="{7E2C9398-F168-4C85-A3C5-F9219D1094DE}"/>
          </ac:picMkLst>
        </pc:picChg>
        <pc:picChg chg="del">
          <ac:chgData name="dincerkonur@yahoo.com" userId="0cb337efb386619d" providerId="LiveId" clId="{2ED3B950-42AF-43DA-8DEB-8BD296C84A58}" dt="2019-04-15T03:33:56.648" v="4943" actId="478"/>
          <ac:picMkLst>
            <pc:docMk/>
            <pc:sldMk cId="4046803290" sldId="298"/>
            <ac:picMk id="5" creationId="{E02E087E-B84F-44FD-96CC-96BC4564035D}"/>
          </ac:picMkLst>
        </pc:picChg>
        <pc:picChg chg="add mod">
          <ac:chgData name="dincerkonur@yahoo.com" userId="0cb337efb386619d" providerId="LiveId" clId="{2ED3B950-42AF-43DA-8DEB-8BD296C84A58}" dt="2019-04-15T03:35:06.958" v="5045" actId="1076"/>
          <ac:picMkLst>
            <pc:docMk/>
            <pc:sldMk cId="4046803290" sldId="298"/>
            <ac:picMk id="6" creationId="{5E0DC28C-C050-407A-A1DC-B8A4D89AA126}"/>
          </ac:picMkLst>
        </pc:picChg>
      </pc:sldChg>
      <pc:sldChg chg="delSp modSp add">
        <pc:chgData name="dincerkonur@yahoo.com" userId="0cb337efb386619d" providerId="LiveId" clId="{2ED3B950-42AF-43DA-8DEB-8BD296C84A58}" dt="2019-04-15T04:21:12.208" v="5354" actId="20577"/>
        <pc:sldMkLst>
          <pc:docMk/>
          <pc:sldMk cId="3476482875" sldId="299"/>
        </pc:sldMkLst>
        <pc:spChg chg="mod">
          <ac:chgData name="dincerkonur@yahoo.com" userId="0cb337efb386619d" providerId="LiveId" clId="{2ED3B950-42AF-43DA-8DEB-8BD296C84A58}" dt="2019-04-15T03:41:45.500" v="5194" actId="5793"/>
          <ac:spMkLst>
            <pc:docMk/>
            <pc:sldMk cId="3476482875" sldId="299"/>
            <ac:spMk id="2" creationId="{00000000-0000-0000-0000-000000000000}"/>
          </ac:spMkLst>
        </pc:spChg>
        <pc:spChg chg="mod">
          <ac:chgData name="dincerkonur@yahoo.com" userId="0cb337efb386619d" providerId="LiveId" clId="{2ED3B950-42AF-43DA-8DEB-8BD296C84A58}" dt="2019-04-15T04:21:12.208" v="5354" actId="20577"/>
          <ac:spMkLst>
            <pc:docMk/>
            <pc:sldMk cId="3476482875" sldId="299"/>
            <ac:spMk id="3" creationId="{00000000-0000-0000-0000-000000000000}"/>
          </ac:spMkLst>
        </pc:spChg>
        <pc:picChg chg="del">
          <ac:chgData name="dincerkonur@yahoo.com" userId="0cb337efb386619d" providerId="LiveId" clId="{2ED3B950-42AF-43DA-8DEB-8BD296C84A58}" dt="2019-04-15T03:41:37.162" v="5174" actId="478"/>
          <ac:picMkLst>
            <pc:docMk/>
            <pc:sldMk cId="3476482875" sldId="299"/>
            <ac:picMk id="6" creationId="{5E0DC28C-C050-407A-A1DC-B8A4D89AA1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099-EF0D-4B9A-BBFF-09FBE6BF6054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1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B1E3B061-4FCE-4A21-AC74-81FE2BC5CF3E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81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9F54-5CF2-4FD0-836E-B479A78D51A3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1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33E6-EEC8-49F6-86B1-D403F7BCF2D7}" type="datetime1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C5F4-FF8A-4310-ACDA-118E50908757}" type="datetime1">
              <a:rPr lang="en-US" smtClean="0"/>
              <a:t>4/22/2024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7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CC70-ED3C-42E3-B9D4-4CDAF46FBF6D}" type="datetime1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83FA-2A64-4953-B019-1B95DE5F0E9D}" type="datetime1">
              <a:rPr lang="en-US" smtClean="0"/>
              <a:t>4/22/2024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5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9A69-C0C1-4748-81A5-B3EAE2845645}" type="datetime1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4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0C7C-8B0D-4808-9EE9-6B3127DD99F3}" type="datetime1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8BD7-923F-4248-A98A-25295194946A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5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BA94-316C-4F17-807F-67A425FEAD68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3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8F577-5F6A-4371-8B61-A5EB0D2162DC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2425" y="2235200"/>
            <a:ext cx="11487150" cy="23876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QMST 5335</a:t>
            </a:r>
            <a:br>
              <a:rPr lang="en-US" sz="5400" dirty="0"/>
            </a:br>
            <a:r>
              <a:rPr lang="en-US" sz="5400" b="1" dirty="0"/>
              <a:t>More </a:t>
            </a:r>
            <a:r>
              <a:rPr lang="en-US" sz="5400" b="1" dirty="0" err="1"/>
              <a:t>Simio</a:t>
            </a:r>
            <a:r>
              <a:rPr lang="en-US" sz="5400" b="1" dirty="0"/>
              <a:t> Data Tables and Basic Animation</a:t>
            </a:r>
            <a:br>
              <a:rPr lang="en-US" sz="5400" dirty="0"/>
            </a:br>
            <a:endParaRPr 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42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basic Data tables in </a:t>
            </a:r>
            <a:r>
              <a:rPr lang="en-US" dirty="0" err="1"/>
              <a:t>Simio</a:t>
            </a:r>
            <a:r>
              <a:rPr lang="en-US" dirty="0"/>
              <a:t> (SS Chapter 7)</a:t>
            </a:r>
          </a:p>
          <a:p>
            <a:r>
              <a:rPr lang="en-US" dirty="0"/>
              <a:t>Applying basic Animation tools in </a:t>
            </a:r>
            <a:r>
              <a:rPr lang="en-US" dirty="0" err="1"/>
              <a:t>Simio</a:t>
            </a:r>
            <a:r>
              <a:rPr lang="en-US" dirty="0"/>
              <a:t> (SS Chapter 4.8)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3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More Tables in </a:t>
            </a:r>
            <a:r>
              <a:rPr lang="en-US" dirty="0" err="1"/>
              <a:t>Simio</a:t>
            </a:r>
            <a:endParaRPr lang="en-US" dirty="0"/>
          </a:p>
          <a:p>
            <a:r>
              <a:rPr lang="en-US" dirty="0"/>
              <a:t>Basic Animation </a:t>
            </a:r>
          </a:p>
        </p:txBody>
      </p:sp>
    </p:spTree>
    <p:extLst>
      <p:ext uri="{BB962C8B-B14F-4D97-AF65-F5344CB8AC3E}">
        <p14:creationId xmlns:p14="http://schemas.microsoft.com/office/powerpoint/2010/main" val="39494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More Tables in </a:t>
            </a:r>
            <a:r>
              <a:rPr lang="en-US" dirty="0" err="1"/>
              <a:t>Simio</a:t>
            </a:r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Basic Animation </a:t>
            </a:r>
          </a:p>
        </p:txBody>
      </p:sp>
    </p:spTree>
    <p:extLst>
      <p:ext uri="{BB962C8B-B14F-4D97-AF65-F5344CB8AC3E}">
        <p14:creationId xmlns:p14="http://schemas.microsoft.com/office/powerpoint/2010/main" val="214696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Entities and vehicles frequently need to follow a particular path:</a:t>
            </a:r>
          </a:p>
          <a:p>
            <a:pPr lvl="1">
              <a:defRPr/>
            </a:pPr>
            <a:r>
              <a:rPr lang="en-US" dirty="0"/>
              <a:t>Registration – Triage – Exam – Treatment</a:t>
            </a:r>
          </a:p>
          <a:p>
            <a:pPr lvl="1">
              <a:defRPr/>
            </a:pPr>
            <a:r>
              <a:rPr lang="en-US" dirty="0"/>
              <a:t>Downtown – Midtown – Uptown (repeat)</a:t>
            </a:r>
          </a:p>
          <a:p>
            <a:pPr>
              <a:defRPr/>
            </a:pPr>
            <a:r>
              <a:rPr lang="en-US" dirty="0"/>
              <a:t>Path may vary by entity/vehicle</a:t>
            </a:r>
          </a:p>
          <a:p>
            <a:pPr lvl="1">
              <a:defRPr/>
            </a:pPr>
            <a:r>
              <a:rPr lang="en-US" dirty="0"/>
              <a:t>Patient severity</a:t>
            </a:r>
          </a:p>
          <a:p>
            <a:pPr lvl="1">
              <a:defRPr/>
            </a:pPr>
            <a:r>
              <a:rPr lang="en-US" dirty="0"/>
              <a:t>Vehicle zone, or local/express</a:t>
            </a:r>
          </a:p>
          <a:p>
            <a:pPr>
              <a:defRPr/>
            </a:pPr>
            <a:r>
              <a:rPr lang="en-US" dirty="0"/>
              <a:t>Need a data table with a destination column for specifying the routing destination.</a:t>
            </a:r>
          </a:p>
          <a:p>
            <a:pPr lvl="1">
              <a:defRPr/>
            </a:pPr>
            <a:r>
              <a:rPr lang="en-US" dirty="0"/>
              <a:t>Used when routing from a node is “</a:t>
            </a:r>
            <a:r>
              <a:rPr lang="en-US" i="1" dirty="0"/>
              <a:t>By Sequence</a:t>
            </a:r>
            <a:r>
              <a:rPr lang="en-US" dirty="0"/>
              <a:t>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12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Sequence Table</a:t>
            </a:r>
            <a:r>
              <a:rPr lang="en-US" dirty="0"/>
              <a:t> is a special type of data table used to specify a sequence of destinations for an entity.</a:t>
            </a:r>
          </a:p>
          <a:p>
            <a:pPr lvl="1"/>
            <a:r>
              <a:rPr lang="en-US" i="1" dirty="0"/>
              <a:t>Add Sequence Table </a:t>
            </a:r>
            <a:r>
              <a:rPr lang="en-US" dirty="0"/>
              <a:t>button will create a table and automatically add a column named Sequence for specifying a routing sequence for an entity.</a:t>
            </a:r>
          </a:p>
          <a:p>
            <a:pPr lvl="1"/>
            <a:r>
              <a:rPr lang="en-US" dirty="0"/>
              <a:t>Each simple sequence table defines one routing plan (e.g., a list of node visitations).</a:t>
            </a:r>
          </a:p>
          <a:p>
            <a:pPr lvl="1"/>
            <a:r>
              <a:rPr lang="en-US" dirty="0"/>
              <a:t>Each row in the sequence table corresponds to a specific location. </a:t>
            </a:r>
          </a:p>
          <a:p>
            <a:pPr lvl="1"/>
            <a:r>
              <a:rPr lang="en-US" dirty="0"/>
              <a:t>Other data in row is usually used for location-specific properties, for example the processing time, priority, or other properties required at a particular location.</a:t>
            </a:r>
          </a:p>
          <a:p>
            <a:endParaRPr lang="en-US" dirty="0"/>
          </a:p>
          <a:p>
            <a:r>
              <a:rPr lang="en-US" dirty="0"/>
              <a:t>Let’s solve an example!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83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– Revisited:</a:t>
            </a:r>
          </a:p>
          <a:p>
            <a:pPr lvl="1"/>
            <a:r>
              <a:rPr lang="en-US" dirty="0"/>
              <a:t>Recall that there are 4 patient types: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Patient Mix: Routine 40%, Moderate 31%, Severe 24%, Urgent 5%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Arrival rate of patients: 15/hour  </a:t>
            </a:r>
            <a:r>
              <a:rPr lang="en-US" dirty="0" err="1">
                <a:sym typeface="Wingdings" panose="05000000000000000000" pitchFamily="2" charset="2"/>
              </a:rPr>
              <a:t>Random.Exponential</a:t>
            </a:r>
            <a:r>
              <a:rPr lang="en-US" dirty="0">
                <a:sym typeface="Wingdings" panose="05000000000000000000" pitchFamily="2" charset="2"/>
              </a:rPr>
              <a:t>(4)</a:t>
            </a:r>
          </a:p>
          <a:p>
            <a:pPr lvl="1"/>
            <a:r>
              <a:rPr lang="en-US" dirty="0"/>
              <a:t>Five servers (ED areas) each with specified capacity</a:t>
            </a:r>
          </a:p>
          <a:p>
            <a:pPr lvl="2"/>
            <a:r>
              <a:rPr lang="en-US" dirty="0"/>
              <a:t>Sign In (1), Registration (3), Exam Rooms (6), Treatment Rooms (6), Trauma Rooms (2)</a:t>
            </a:r>
          </a:p>
          <a:p>
            <a:pPr lvl="2"/>
            <a:r>
              <a:rPr lang="en-US" dirty="0"/>
              <a:t>Service time at each server station will be different depending on the patient type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Each patient type follows a specific sequence of treatments (e.g. room visitations)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Routine: </a:t>
            </a:r>
            <a:r>
              <a:rPr lang="en-US" dirty="0"/>
              <a:t>Sign In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Registration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Exam Room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Normal Exit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Moderate: </a:t>
            </a:r>
            <a:r>
              <a:rPr lang="en-US" dirty="0"/>
              <a:t>Sign In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Registration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Exam Room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Treatment Room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Normal Exit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Severe: </a:t>
            </a:r>
            <a:r>
              <a:rPr lang="en-US" dirty="0"/>
              <a:t>Sign In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Registration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Exam Room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Treatment Room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Normal Exit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Urgent: </a:t>
            </a:r>
            <a:r>
              <a:rPr lang="en-US" dirty="0"/>
              <a:t>Sign In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Trauma Room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Treatment Room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Trauma Exit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Respect patient priority in treatment</a:t>
            </a:r>
          </a:p>
          <a:p>
            <a:pPr lvl="1"/>
            <a:endParaRPr lang="en-US" dirty="0"/>
          </a:p>
          <a:p>
            <a:pPr lvl="3"/>
            <a:endParaRPr lang="en-US" sz="16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6904A-4FF9-4671-A581-64C81469E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460" y="1312433"/>
            <a:ext cx="2057598" cy="12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7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– Revisited:</a:t>
            </a:r>
          </a:p>
          <a:p>
            <a:pPr lvl="1"/>
            <a:r>
              <a:rPr lang="en-US" dirty="0"/>
              <a:t>First, create the model</a:t>
            </a:r>
          </a:p>
          <a:p>
            <a:pPr lvl="2"/>
            <a:r>
              <a:rPr lang="en-US" dirty="0"/>
              <a:t>5 server objects (each has different capacity)</a:t>
            </a:r>
          </a:p>
          <a:p>
            <a:pPr lvl="2"/>
            <a:r>
              <a:rPr lang="en-US" dirty="0"/>
              <a:t>2 sinks</a:t>
            </a:r>
          </a:p>
          <a:p>
            <a:pPr lvl="2"/>
            <a:r>
              <a:rPr lang="en-US" dirty="0"/>
              <a:t>1 source</a:t>
            </a:r>
          </a:p>
          <a:p>
            <a:pPr lvl="3"/>
            <a:r>
              <a:rPr lang="en-US" dirty="0"/>
              <a:t>4 entities!!</a:t>
            </a:r>
          </a:p>
          <a:p>
            <a:pPr lvl="3"/>
            <a:endParaRPr lang="en-US" sz="16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C64FAE-BC00-464B-95BF-9346747ACDBF}"/>
              </a:ext>
            </a:extLst>
          </p:cNvPr>
          <p:cNvSpPr txBox="1"/>
          <p:nvPr/>
        </p:nvSpPr>
        <p:spPr>
          <a:xfrm>
            <a:off x="9228526" y="4330697"/>
            <a:ext cx="2066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‘Emergency Department - </a:t>
            </a:r>
            <a:r>
              <a:rPr lang="en-US" dirty="0" err="1"/>
              <a:t>Revisited.spfx</a:t>
            </a:r>
            <a:r>
              <a:rPr lang="en-US" dirty="0"/>
              <a:t>’.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6FF85-6A19-4C47-8C9F-A19AE990A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525" y="1662879"/>
            <a:ext cx="3095906" cy="1407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576D3-D055-4A8B-82DD-235A4F81E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26" y="3496195"/>
            <a:ext cx="7335731" cy="28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0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– Revisited: </a:t>
            </a:r>
          </a:p>
          <a:p>
            <a:pPr lvl="1"/>
            <a:r>
              <a:rPr lang="en-US" dirty="0"/>
              <a:t>We have a data table, </a:t>
            </a:r>
            <a:r>
              <a:rPr lang="en-US" dirty="0" err="1"/>
              <a:t>PatientData</a:t>
            </a:r>
            <a:r>
              <a:rPr lang="en-US" dirty="0"/>
              <a:t>, already</a:t>
            </a:r>
          </a:p>
          <a:p>
            <a:pPr lvl="2"/>
            <a:r>
              <a:rPr lang="en-US" dirty="0"/>
              <a:t>Make </a:t>
            </a:r>
            <a:r>
              <a:rPr lang="en-US" dirty="0" err="1"/>
              <a:t>PatientType</a:t>
            </a:r>
            <a:r>
              <a:rPr lang="en-US" dirty="0"/>
              <a:t> column as the Key Column</a:t>
            </a:r>
          </a:p>
          <a:p>
            <a:pPr lvl="3"/>
            <a:r>
              <a:rPr lang="en-US" dirty="0"/>
              <a:t>We will reference to </a:t>
            </a:r>
            <a:r>
              <a:rPr lang="en-US" dirty="0" err="1"/>
              <a:t>PatientType</a:t>
            </a:r>
            <a:r>
              <a:rPr lang="en-US" dirty="0"/>
              <a:t> column</a:t>
            </a:r>
          </a:p>
          <a:p>
            <a:pPr lvl="2"/>
            <a:r>
              <a:rPr lang="en-US" dirty="0"/>
              <a:t>Also, remove </a:t>
            </a:r>
            <a:r>
              <a:rPr lang="en-US" dirty="0" err="1"/>
              <a:t>TreatmentTime</a:t>
            </a:r>
            <a:r>
              <a:rPr lang="en-US" dirty="0"/>
              <a:t> column</a:t>
            </a:r>
          </a:p>
          <a:p>
            <a:pPr lvl="3"/>
            <a:r>
              <a:rPr lang="en-US" dirty="0"/>
              <a:t>Treatment times will depend on location and patient type!</a:t>
            </a: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Add Sequence Table, name it </a:t>
            </a:r>
            <a:r>
              <a:rPr lang="en-US" sz="2200" i="1" dirty="0">
                <a:sym typeface="Wingdings" panose="05000000000000000000" pitchFamily="2" charset="2"/>
              </a:rPr>
              <a:t>Treatments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There will be one column Sequence already by default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Add ‘Foreign Key Property’, name it </a:t>
            </a:r>
            <a:r>
              <a:rPr lang="en-US" sz="1800" i="1" dirty="0" err="1">
                <a:sym typeface="Wingdings" panose="05000000000000000000" pitchFamily="2" charset="2"/>
              </a:rPr>
              <a:t>TreatmentType</a:t>
            </a:r>
            <a:endParaRPr lang="en-US" sz="1800" i="1" dirty="0">
              <a:sym typeface="Wingdings" panose="05000000000000000000" pitchFamily="2" charset="2"/>
            </a:endParaRP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Since it is Foreign Key, it gets its values from somewhere else</a:t>
            </a:r>
          </a:p>
          <a:p>
            <a:pPr lvl="3"/>
            <a:endParaRPr lang="en-US" sz="1600" dirty="0">
              <a:sym typeface="Wingdings" panose="05000000000000000000" pitchFamily="2" charset="2"/>
            </a:endParaRP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Finally, add a standard property Expression, name </a:t>
            </a:r>
            <a:r>
              <a:rPr lang="en-US" sz="1800" i="1" dirty="0">
                <a:sym typeface="Wingdings" panose="05000000000000000000" pitchFamily="2" charset="2"/>
              </a:rPr>
              <a:t>Service Time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875BD-65D9-41B0-BDBD-72405A93F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349" y="1828456"/>
            <a:ext cx="563670" cy="542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97299F-0AE8-4629-A302-4976DC68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19" y="3566255"/>
            <a:ext cx="3827958" cy="170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6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– Revisited: </a:t>
            </a:r>
          </a:p>
          <a:p>
            <a:pPr lvl="1"/>
            <a:r>
              <a:rPr lang="en-US" dirty="0"/>
              <a:t>Sequence column</a:t>
            </a:r>
          </a:p>
          <a:p>
            <a:pPr lvl="2"/>
            <a:r>
              <a:rPr lang="en-US" dirty="0"/>
              <a:t>It lists the nodes, but all nodes</a:t>
            </a:r>
          </a:p>
          <a:p>
            <a:pPr lvl="2"/>
            <a:r>
              <a:rPr lang="en-US" dirty="0"/>
              <a:t>Simplify, Accepts Any Node </a:t>
            </a:r>
            <a:r>
              <a:rPr lang="en-US" dirty="0">
                <a:sym typeface="Wingdings" panose="05000000000000000000" pitchFamily="2" charset="2"/>
              </a:rPr>
              <a:t> False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Then fill out the table!!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Refer to the tables in the Facility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Registration server: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DAF8A4-F320-4C75-A685-99E7EBE61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391" y="1663507"/>
            <a:ext cx="3183317" cy="3361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D94B7-3CB5-4C09-B4AC-8EE724388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567" y="4294335"/>
            <a:ext cx="4591050" cy="23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2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Data, More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Rate Tables</a:t>
            </a:r>
          </a:p>
          <a:p>
            <a:pPr lvl="1"/>
            <a:r>
              <a:rPr lang="en-US" dirty="0"/>
              <a:t>If arrivals are independent and random, they follow a Poisson process.</a:t>
            </a:r>
          </a:p>
          <a:p>
            <a:pPr lvl="2"/>
            <a:r>
              <a:rPr lang="en-US" dirty="0"/>
              <a:t>The number of arrivals in a fixed time is Poisson.</a:t>
            </a:r>
          </a:p>
          <a:p>
            <a:pPr lvl="2"/>
            <a:r>
              <a:rPr lang="en-US" dirty="0"/>
              <a:t>The time between arrivals is exponential.</a:t>
            </a:r>
          </a:p>
          <a:p>
            <a:pPr lvl="1"/>
            <a:r>
              <a:rPr lang="en-US" dirty="0"/>
              <a:t>In some cases the arrival rate may vary over time – </a:t>
            </a:r>
            <a:r>
              <a:rPr lang="en-US" dirty="0" err="1"/>
              <a:t>Simio</a:t>
            </a:r>
            <a:r>
              <a:rPr lang="en-US" dirty="0"/>
              <a:t> supports step-wise linear arrival rates using a Rate Table.</a:t>
            </a:r>
          </a:p>
          <a:p>
            <a:pPr lvl="1"/>
            <a:r>
              <a:rPr lang="en-US" dirty="0"/>
              <a:t>Read SS Chapter 7.3!</a:t>
            </a:r>
          </a:p>
          <a:p>
            <a:r>
              <a:rPr lang="en-US" dirty="0">
                <a:solidFill>
                  <a:srgbClr val="C00000"/>
                </a:solidFill>
              </a:rPr>
              <a:t>Lookup Tables</a:t>
            </a:r>
          </a:p>
          <a:p>
            <a:pPr lvl="1"/>
            <a:r>
              <a:rPr lang="en-US" dirty="0"/>
              <a:t>Sometimes, a value depends on other values!</a:t>
            </a:r>
            <a:endParaRPr lang="en-US" sz="2800" dirty="0"/>
          </a:p>
          <a:p>
            <a:pPr lvl="2"/>
            <a:r>
              <a:rPr lang="en-US" dirty="0"/>
              <a:t>Sometimes, can be done with expressions</a:t>
            </a:r>
          </a:p>
          <a:p>
            <a:pPr lvl="1"/>
            <a:r>
              <a:rPr lang="en-US" dirty="0"/>
              <a:t>Read SS Chapter 7.4!</a:t>
            </a:r>
          </a:p>
          <a:p>
            <a:r>
              <a:rPr lang="en-US" dirty="0">
                <a:solidFill>
                  <a:srgbClr val="C00000"/>
                </a:solidFill>
              </a:rPr>
              <a:t>And more…</a:t>
            </a:r>
          </a:p>
          <a:p>
            <a:pPr lvl="1"/>
            <a:r>
              <a:rPr lang="en-US" dirty="0"/>
              <a:t>Lists and Changeovers, see SS Chapter 7.5</a:t>
            </a:r>
          </a:p>
          <a:p>
            <a:pPr lvl="1"/>
            <a:r>
              <a:rPr lang="en-US" dirty="0"/>
              <a:t>State Arrays, see SS Chapter 7.6</a:t>
            </a:r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7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Arrival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6989162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table containing specific arrivals.</a:t>
            </a:r>
          </a:p>
          <a:p>
            <a:pPr lvl="1"/>
            <a:r>
              <a:rPr lang="en-US" dirty="0"/>
              <a:t>Used to generate entities with specific known arrival times.</a:t>
            </a:r>
          </a:p>
          <a:p>
            <a:pPr lvl="1"/>
            <a:r>
              <a:rPr lang="en-US" dirty="0"/>
              <a:t>Can represent individual entities or batches.</a:t>
            </a:r>
          </a:p>
          <a:p>
            <a:pPr lvl="1"/>
            <a:r>
              <a:rPr lang="en-US" dirty="0"/>
              <a:t>Deterministic mode useful for model validation and scheduling applications.</a:t>
            </a:r>
          </a:p>
          <a:p>
            <a:pPr lvl="1"/>
            <a:r>
              <a:rPr lang="en-US" dirty="0"/>
              <a:t>Stochastic mode useful for scheduled arrivals like a doctor’s office.</a:t>
            </a:r>
          </a:p>
          <a:p>
            <a:endParaRPr lang="en-US" dirty="0"/>
          </a:p>
          <a:p>
            <a:r>
              <a:rPr lang="en-US" dirty="0"/>
              <a:t>Read SS Chapter 7.1.5</a:t>
            </a:r>
          </a:p>
          <a:p>
            <a:endParaRPr lang="en-US" dirty="0"/>
          </a:p>
          <a:p>
            <a:r>
              <a:rPr lang="en-US" dirty="0" err="1"/>
              <a:t>SimBits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AppointmentArrivals</a:t>
            </a:r>
            <a:r>
              <a:rPr lang="en-US" dirty="0"/>
              <a:t>,</a:t>
            </a:r>
          </a:p>
          <a:p>
            <a:pPr lvl="1"/>
            <a:r>
              <a:rPr lang="en-US" dirty="0" err="1"/>
              <a:t>UsingRelationalTables</a:t>
            </a:r>
            <a:endParaRPr lang="en-US" sz="3200" dirty="0"/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A1976CF-1EEC-4167-9207-619C8EC88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1" t="12539" b="29996"/>
          <a:stretch/>
        </p:blipFill>
        <p:spPr bwMode="auto">
          <a:xfrm>
            <a:off x="6137500" y="4088781"/>
            <a:ext cx="3514725" cy="1746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7A3AB-40EB-4D36-91C1-E0BCD4159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248" y="1231227"/>
            <a:ext cx="3413507" cy="28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7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Any object can be a resource and have a capacity that may possibly vary over time.</a:t>
            </a:r>
          </a:p>
          <a:p>
            <a:r>
              <a:rPr lang="en-US" dirty="0"/>
              <a:t>Many objects support following a Work Schedule that allows capacity to change automatically over time.</a:t>
            </a:r>
          </a:p>
          <a:p>
            <a:r>
              <a:rPr lang="en-US" dirty="0"/>
              <a:t>The numerical capacity is also used to determine if a resource is in the </a:t>
            </a:r>
            <a:r>
              <a:rPr lang="en-US" b="1" dirty="0"/>
              <a:t>On-Shift state </a:t>
            </a:r>
            <a:r>
              <a:rPr lang="en-US" dirty="0"/>
              <a:t>(capacity &gt; 0) or </a:t>
            </a:r>
            <a:r>
              <a:rPr lang="en-US" b="1" dirty="0"/>
              <a:t>Off-Shift state</a:t>
            </a:r>
            <a:r>
              <a:rPr lang="en-US" dirty="0"/>
              <a:t> (capacity = 0). </a:t>
            </a:r>
          </a:p>
          <a:p>
            <a:pPr lvl="1"/>
            <a:r>
              <a:rPr lang="en-US" dirty="0"/>
              <a:t>For some objects (Worker, Workstation) capacity can be only either 0 (off-shift) or 1 (on-shift). </a:t>
            </a:r>
          </a:p>
          <a:p>
            <a:pPr lvl="1"/>
            <a:r>
              <a:rPr lang="en-US" dirty="0"/>
              <a:t>For most objects a schedule can represent a variable capacity (e.g., five for 8 hours, then four for 2 hours, then zero for 14 hours).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1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/>
              <a:t>Work Schedule </a:t>
            </a:r>
            <a:r>
              <a:rPr lang="en-US" dirty="0"/>
              <a:t>is a repeating set of </a:t>
            </a:r>
            <a:r>
              <a:rPr lang="en-US" b="1" dirty="0"/>
              <a:t>Day Patterns</a:t>
            </a:r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Read SS Chapter 7.2!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ECDE2-2BD3-4203-8E3E-8C2B6DF24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1" y="1717871"/>
            <a:ext cx="6821632" cy="405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77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2"/>
                </a:solidFill>
              </a:rPr>
              <a:t>More Tables in </a:t>
            </a:r>
            <a:r>
              <a:rPr lang="en-US" dirty="0" err="1">
                <a:solidFill>
                  <a:schemeClr val="bg2"/>
                </a:solidFill>
              </a:rPr>
              <a:t>Simio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/>
              <a:t>Basic Animation </a:t>
            </a:r>
          </a:p>
        </p:txBody>
      </p:sp>
    </p:spTree>
    <p:extLst>
      <p:ext uri="{BB962C8B-B14F-4D97-AF65-F5344CB8AC3E}">
        <p14:creationId xmlns:p14="http://schemas.microsoft.com/office/powerpoint/2010/main" val="4225401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Model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sym typeface="Wingdings" panose="05000000000000000000" pitchFamily="2" charset="2"/>
              </a:rPr>
              <a:t>We will review some basic animation tools</a:t>
            </a:r>
          </a:p>
          <a:p>
            <a:r>
              <a:rPr lang="en-US" sz="2600" dirty="0">
                <a:sym typeface="Wingdings" panose="05000000000000000000" pitchFamily="2" charset="2"/>
              </a:rPr>
              <a:t>We will use the ATM Model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Symbols: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By selecting an entity/object, Symbols become active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You can add additional symbols for an entity with different colors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By default, </a:t>
            </a:r>
            <a:r>
              <a:rPr lang="en-US" sz="1800" dirty="0" err="1">
                <a:sym typeface="Wingdings" panose="05000000000000000000" pitchFamily="2" charset="2"/>
              </a:rPr>
              <a:t>Simio</a:t>
            </a:r>
            <a:r>
              <a:rPr lang="en-US" sz="1800" dirty="0">
                <a:sym typeface="Wingdings" panose="05000000000000000000" pitchFamily="2" charset="2"/>
              </a:rPr>
              <a:t> uses the first one</a:t>
            </a: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After adding additional symbol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Change ‘Random Symbol’ to true</a:t>
            </a:r>
          </a:p>
          <a:p>
            <a:pPr lvl="2"/>
            <a:r>
              <a:rPr lang="en-US" sz="1800" dirty="0" err="1">
                <a:sym typeface="Wingdings" panose="05000000000000000000" pitchFamily="2" charset="2"/>
              </a:rPr>
              <a:t>Simio</a:t>
            </a:r>
            <a:r>
              <a:rPr lang="en-US" sz="1800" dirty="0">
                <a:sym typeface="Wingdings" panose="05000000000000000000" pitchFamily="2" charset="2"/>
              </a:rPr>
              <a:t> will randomly select from the active symbols </a:t>
            </a: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Go to Model Entity (on the right)</a:t>
            </a:r>
          </a:p>
          <a:p>
            <a:pPr lvl="2"/>
            <a:r>
              <a:rPr lang="en-US" sz="1800" dirty="0" err="1">
                <a:sym typeface="Wingdings" panose="05000000000000000000" pitchFamily="2" charset="2"/>
              </a:rPr>
              <a:t>DefinitionsStates</a:t>
            </a:r>
            <a:endParaRPr lang="en-US" sz="1800" dirty="0">
              <a:sym typeface="Wingdings" panose="05000000000000000000" pitchFamily="2" charset="2"/>
            </a:endParaRP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Picture</a:t>
            </a:r>
          </a:p>
          <a:p>
            <a:pPr lvl="4"/>
            <a:r>
              <a:rPr lang="en-US" sz="1600" dirty="0">
                <a:sym typeface="Wingdings" panose="05000000000000000000" pitchFamily="2" charset="2"/>
              </a:rPr>
              <a:t>Set </a:t>
            </a:r>
            <a:r>
              <a:rPr lang="en-US" sz="1600" b="1" dirty="0">
                <a:sym typeface="Wingdings" panose="05000000000000000000" pitchFamily="2" charset="2"/>
              </a:rPr>
              <a:t>Initial State Value </a:t>
            </a:r>
            <a:r>
              <a:rPr lang="en-US" sz="1600" dirty="0">
                <a:sym typeface="Wingdings" panose="05000000000000000000" pitchFamily="2" charset="2"/>
              </a:rPr>
              <a:t>to whichever symbol wanted (0? 1? 2?..)</a:t>
            </a:r>
          </a:p>
          <a:p>
            <a:pPr lvl="4"/>
            <a:r>
              <a:rPr lang="en-US" sz="1600" dirty="0">
                <a:sym typeface="Wingdings" panose="05000000000000000000" pitchFamily="2" charset="2"/>
              </a:rPr>
              <a:t>Make Random Symbol False to see the affect</a:t>
            </a: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F870D-5C26-419D-9B85-4EF3E1804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069" y="2674972"/>
            <a:ext cx="2752566" cy="8341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D8A998-4BB9-44B7-85EF-DEBEB355F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069" y="3806214"/>
            <a:ext cx="2530073" cy="237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Model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Symbols: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Let’s say we have two symbols (green and red) and initial value is 0 (green)!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After a customer is done with ATM, the entity picture turns red. How to do that?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When the server object is busy, it turns red?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Just pick the server and change color for state 1 (Processing) symbol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You can change the color when it is idle as well (the same way!)</a:t>
            </a: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886E8-724C-4C16-87A8-175F80548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410" y="2466625"/>
            <a:ext cx="2054261" cy="2189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E8E227-F985-4376-BE33-8C4F1C14D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567" y="2546520"/>
            <a:ext cx="2983436" cy="194965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174487E-31C0-4319-AA01-35AEBE1D2549}"/>
              </a:ext>
            </a:extLst>
          </p:cNvPr>
          <p:cNvSpPr/>
          <p:nvPr/>
        </p:nvSpPr>
        <p:spPr>
          <a:xfrm>
            <a:off x="3249671" y="3347357"/>
            <a:ext cx="1080415" cy="2141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2352D3-8407-428B-9851-76CE346A8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041" y="4835085"/>
            <a:ext cx="2230127" cy="91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0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Model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Symbols: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Suppose there are 2 ATM machines in the ATM station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ATM server object: grey when both idle, green when 1 is idle, blue when none is idle!</a:t>
            </a: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C9398-F168-4C85-A3C5-F9219D109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26" y="2490520"/>
            <a:ext cx="1458900" cy="20073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2E087E-B84F-44FD-96CC-96BC45640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664" y="2490520"/>
            <a:ext cx="3544662" cy="283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0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Model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Symbols: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Other than triangles?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&gt;300 symbols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27 categories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Apply Symbol button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You can use Domain, Type, Action for searching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can upload pictures, draw pictures!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can use them just as the other symbols</a:t>
            </a: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0DC28C-C050-407A-A1DC-B8A4D89AA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753" y="1611475"/>
            <a:ext cx="3506522" cy="388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0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19c134a-14c9-4d4c-af65-c420f94c8cbb}" enabled="0" method="" siteId="{b19c134a-14c9-4d4c-af65-c420f94c8cb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3327</TotalTime>
  <Words>1140</Words>
  <Application>Microsoft Office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1_Office Theme</vt:lpstr>
      <vt:lpstr>QMST 5335 More Simio Data Tables and Basic Animation </vt:lpstr>
      <vt:lpstr>Learning Objectives</vt:lpstr>
      <vt:lpstr>Outline</vt:lpstr>
      <vt:lpstr>Outline</vt:lpstr>
      <vt:lpstr>Sequence Tables</vt:lpstr>
      <vt:lpstr>Sequence Tables</vt:lpstr>
      <vt:lpstr>Sequence Tables</vt:lpstr>
      <vt:lpstr>Sequence Tables</vt:lpstr>
      <vt:lpstr>Sequence Tables</vt:lpstr>
      <vt:lpstr>Sequence Tables</vt:lpstr>
      <vt:lpstr>More Data, More Tables</vt:lpstr>
      <vt:lpstr>Arrival Tables</vt:lpstr>
      <vt:lpstr>Schedules</vt:lpstr>
      <vt:lpstr>Schedules</vt:lpstr>
      <vt:lpstr>Outline</vt:lpstr>
      <vt:lpstr>Basic Model Animation</vt:lpstr>
      <vt:lpstr>Basic Model Animation</vt:lpstr>
      <vt:lpstr>Basic Model Animation</vt:lpstr>
      <vt:lpstr>Basic Model Animation</vt:lpstr>
    </vt:vector>
  </TitlesOfParts>
  <Company>Missouri S&amp;T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konurdlocal</dc:creator>
  <cp:lastModifiedBy>Sahan Konur, Sahika</cp:lastModifiedBy>
  <cp:revision>67</cp:revision>
  <dcterms:created xsi:type="dcterms:W3CDTF">2019-01-16T01:46:19Z</dcterms:created>
  <dcterms:modified xsi:type="dcterms:W3CDTF">2024-04-22T16:23:20Z</dcterms:modified>
</cp:coreProperties>
</file>