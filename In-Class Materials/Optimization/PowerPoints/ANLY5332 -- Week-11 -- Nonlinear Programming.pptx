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701" r:id="rId2"/>
    <p:sldId id="260" r:id="rId3"/>
    <p:sldId id="728" r:id="rId4"/>
    <p:sldId id="584" r:id="rId5"/>
    <p:sldId id="644" r:id="rId6"/>
    <p:sldId id="645" r:id="rId7"/>
    <p:sldId id="646" r:id="rId8"/>
    <p:sldId id="647" r:id="rId9"/>
    <p:sldId id="648" r:id="rId10"/>
    <p:sldId id="649" r:id="rId11"/>
    <p:sldId id="652" r:id="rId12"/>
    <p:sldId id="653" r:id="rId13"/>
    <p:sldId id="655" r:id="rId14"/>
    <p:sldId id="658" r:id="rId15"/>
    <p:sldId id="659" r:id="rId16"/>
    <p:sldId id="729" r:id="rId17"/>
    <p:sldId id="660" r:id="rId18"/>
    <p:sldId id="661" r:id="rId19"/>
    <p:sldId id="664" r:id="rId20"/>
    <p:sldId id="662" r:id="rId21"/>
    <p:sldId id="665" r:id="rId22"/>
    <p:sldId id="668" r:id="rId23"/>
    <p:sldId id="669" r:id="rId24"/>
    <p:sldId id="730" r:id="rId25"/>
    <p:sldId id="671" r:id="rId26"/>
    <p:sldId id="678" r:id="rId27"/>
    <p:sldId id="674" r:id="rId28"/>
    <p:sldId id="675" r:id="rId29"/>
    <p:sldId id="679" r:id="rId30"/>
    <p:sldId id="677" r:id="rId31"/>
    <p:sldId id="731" r:id="rId32"/>
    <p:sldId id="738" r:id="rId33"/>
    <p:sldId id="736" r:id="rId34"/>
    <p:sldId id="737" r:id="rId35"/>
    <p:sldId id="739" r:id="rId36"/>
    <p:sldId id="740" r:id="rId37"/>
    <p:sldId id="741" r:id="rId38"/>
    <p:sldId id="742" r:id="rId39"/>
    <p:sldId id="743" r:id="rId40"/>
    <p:sldId id="744" r:id="rId41"/>
    <p:sldId id="745" r:id="rId42"/>
    <p:sldId id="732" r:id="rId43"/>
    <p:sldId id="681" r:id="rId44"/>
    <p:sldId id="690" r:id="rId45"/>
    <p:sldId id="691" r:id="rId46"/>
    <p:sldId id="692" r:id="rId47"/>
    <p:sldId id="693" r:id="rId48"/>
    <p:sldId id="694" r:id="rId49"/>
    <p:sldId id="687" r:id="rId50"/>
    <p:sldId id="688" r:id="rId51"/>
    <p:sldId id="689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7D6B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16177A-AEF1-4BDD-B702-9C3147C293E8}" v="1257" dt="2023-10-30T23:10:22.1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84354" autoAdjust="0"/>
  </p:normalViewPr>
  <p:slideViewPr>
    <p:cSldViewPr snapToGrid="0">
      <p:cViewPr>
        <p:scale>
          <a:sx n="114" d="100"/>
          <a:sy n="114" d="100"/>
        </p:scale>
        <p:origin x="1112" y="-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cer Konur" userId="0cb337efb386619d" providerId="LiveId" clId="{1BE7F59B-223B-433C-B97B-A4CDF73A1E02}"/>
    <pc:docChg chg="undo custSel delSld modSld">
      <pc:chgData name="Dincer Konur" userId="0cb337efb386619d" providerId="LiveId" clId="{1BE7F59B-223B-433C-B97B-A4CDF73A1E02}" dt="2019-07-26T20:15:02.734" v="90" actId="20577"/>
      <pc:docMkLst>
        <pc:docMk/>
      </pc:docMkLst>
      <pc:sldChg chg="modSp">
        <pc:chgData name="Dincer Konur" userId="0cb337efb386619d" providerId="LiveId" clId="{1BE7F59B-223B-433C-B97B-A4CDF73A1E02}" dt="2019-07-26T20:15:02.734" v="90" actId="20577"/>
        <pc:sldMkLst>
          <pc:docMk/>
          <pc:sldMk cId="2474569206" sldId="260"/>
        </pc:sldMkLst>
        <pc:spChg chg="mod">
          <ac:chgData name="Dincer Konur" userId="0cb337efb386619d" providerId="LiveId" clId="{1BE7F59B-223B-433C-B97B-A4CDF73A1E02}" dt="2019-07-26T20:15:02.734" v="90" actId="20577"/>
          <ac:spMkLst>
            <pc:docMk/>
            <pc:sldMk cId="2474569206" sldId="260"/>
            <ac:spMk id="3" creationId="{00000000-0000-0000-0000-000000000000}"/>
          </ac:spMkLst>
        </pc:spChg>
      </pc:sldChg>
    </pc:docChg>
  </pc:docChgLst>
  <pc:docChgLst>
    <pc:chgData name="Dincer Konur" userId="0cb337efb386619d" providerId="LiveId" clId="{5BD569B1-74C3-4593-9EC2-60C3C8760E52}"/>
    <pc:docChg chg="undo custSel addSld delSld modSld sldOrd">
      <pc:chgData name="Dincer Konur" userId="0cb337efb386619d" providerId="LiveId" clId="{5BD569B1-74C3-4593-9EC2-60C3C8760E52}" dt="2019-08-03T01:23:53.883" v="4460"/>
      <pc:docMkLst>
        <pc:docMk/>
      </pc:docMkLst>
      <pc:sldChg chg="addSp modSp">
        <pc:chgData name="Dincer Konur" userId="0cb337efb386619d" providerId="LiveId" clId="{5BD569B1-74C3-4593-9EC2-60C3C8760E52}" dt="2019-07-30T16:29:09.011" v="128" actId="20577"/>
        <pc:sldMkLst>
          <pc:docMk/>
          <pc:sldMk cId="2474569206" sldId="260"/>
        </pc:sldMkLst>
        <pc:spChg chg="mod">
          <ac:chgData name="Dincer Konur" userId="0cb337efb386619d" providerId="LiveId" clId="{5BD569B1-74C3-4593-9EC2-60C3C8760E52}" dt="2019-07-30T16:21:59.619" v="8" actId="20577"/>
          <ac:spMkLst>
            <pc:docMk/>
            <pc:sldMk cId="2474569206" sldId="260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4:11.744" v="27" actId="14100"/>
          <ac:spMkLst>
            <pc:docMk/>
            <pc:sldMk cId="2474569206" sldId="260"/>
            <ac:spMk id="5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4:21.835" v="30" actId="14100"/>
          <ac:spMkLst>
            <pc:docMk/>
            <pc:sldMk cId="2474569206" sldId="260"/>
            <ac:spMk id="6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9:03.326" v="117" actId="20577"/>
          <ac:spMkLst>
            <pc:docMk/>
            <pc:sldMk cId="2474569206" sldId="260"/>
            <ac:spMk id="7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9:09.011" v="128" actId="20577"/>
          <ac:spMkLst>
            <pc:docMk/>
            <pc:sldMk cId="2474569206" sldId="260"/>
            <ac:spMk id="8" creationId="{00000000-0000-0000-0000-000000000000}"/>
          </ac:spMkLst>
        </pc:spChg>
        <pc:spChg chg="add mod">
          <ac:chgData name="Dincer Konur" userId="0cb337efb386619d" providerId="LiveId" clId="{5BD569B1-74C3-4593-9EC2-60C3C8760E52}" dt="2019-07-30T16:24:48.302" v="34" actId="14100"/>
          <ac:spMkLst>
            <pc:docMk/>
            <pc:sldMk cId="2474569206" sldId="260"/>
            <ac:spMk id="9" creationId="{3162BF6F-75FF-4673-A9CB-0DA9F6BB1552}"/>
          </ac:spMkLst>
        </pc:spChg>
        <pc:spChg chg="add mod">
          <ac:chgData name="Dincer Konur" userId="0cb337efb386619d" providerId="LiveId" clId="{5BD569B1-74C3-4593-9EC2-60C3C8760E52}" dt="2019-07-30T16:24:51.355" v="35" actId="1076"/>
          <ac:spMkLst>
            <pc:docMk/>
            <pc:sldMk cId="2474569206" sldId="260"/>
            <ac:spMk id="10" creationId="{F19FBB87-98B6-499F-8329-DAEE1513B32D}"/>
          </ac:spMkLst>
        </pc:spChg>
      </pc:sldChg>
      <pc:sldChg chg="modSp">
        <pc:chgData name="Dincer Konur" userId="0cb337efb386619d" providerId="LiveId" clId="{5BD569B1-74C3-4593-9EC2-60C3C8760E52}" dt="2019-07-31T19:17:34.385" v="669" actId="20577"/>
        <pc:sldMkLst>
          <pc:docMk/>
          <pc:sldMk cId="3790253861" sldId="660"/>
        </pc:sldMkLst>
        <pc:spChg chg="mod">
          <ac:chgData name="Dincer Konur" userId="0cb337efb386619d" providerId="LiveId" clId="{5BD569B1-74C3-4593-9EC2-60C3C8760E52}" dt="2019-07-31T19:17:34.385" v="669" actId="20577"/>
          <ac:spMkLst>
            <pc:docMk/>
            <pc:sldMk cId="3790253861" sldId="660"/>
            <ac:spMk id="3" creationId="{00000000-0000-0000-0000-000000000000}"/>
          </ac:spMkLst>
        </pc:spChg>
      </pc:sldChg>
      <pc:sldChg chg="modSp">
        <pc:chgData name="Dincer Konur" userId="0cb337efb386619d" providerId="LiveId" clId="{5BD569B1-74C3-4593-9EC2-60C3C8760E52}" dt="2019-07-31T19:17:17.978" v="655" actId="20577"/>
        <pc:sldMkLst>
          <pc:docMk/>
          <pc:sldMk cId="3899922744" sldId="665"/>
        </pc:sldMkLst>
        <pc:spChg chg="mod">
          <ac:chgData name="Dincer Konur" userId="0cb337efb386619d" providerId="LiveId" clId="{5BD569B1-74C3-4593-9EC2-60C3C8760E52}" dt="2019-07-31T19:17:17.978" v="655" actId="20577"/>
          <ac:spMkLst>
            <pc:docMk/>
            <pc:sldMk cId="3899922744" sldId="665"/>
            <ac:spMk id="3" creationId="{00000000-0000-0000-0000-000000000000}"/>
          </ac:spMkLst>
        </pc:spChg>
      </pc:sldChg>
      <pc:sldChg chg="modSp">
        <pc:chgData name="Dincer Konur" userId="0cb337efb386619d" providerId="LiveId" clId="{5BD569B1-74C3-4593-9EC2-60C3C8760E52}" dt="2019-07-31T19:18:36.750" v="683" actId="20577"/>
        <pc:sldMkLst>
          <pc:docMk/>
          <pc:sldMk cId="143377859" sldId="671"/>
        </pc:sldMkLst>
        <pc:spChg chg="mod">
          <ac:chgData name="Dincer Konur" userId="0cb337efb386619d" providerId="LiveId" clId="{5BD569B1-74C3-4593-9EC2-60C3C8760E52}" dt="2019-07-31T19:18:36.750" v="683" actId="20577"/>
          <ac:spMkLst>
            <pc:docMk/>
            <pc:sldMk cId="143377859" sldId="671"/>
            <ac:spMk id="3" creationId="{00000000-0000-0000-0000-000000000000}"/>
          </ac:spMkLst>
        </pc:spChg>
      </pc:sldChg>
      <pc:sldChg chg="modSp">
        <pc:chgData name="Dincer Konur" userId="0cb337efb386619d" providerId="LiveId" clId="{5BD569B1-74C3-4593-9EC2-60C3C8760E52}" dt="2019-07-31T19:18:50.026" v="697" actId="20577"/>
        <pc:sldMkLst>
          <pc:docMk/>
          <pc:sldMk cId="3613807806" sldId="678"/>
        </pc:sldMkLst>
        <pc:spChg chg="mod">
          <ac:chgData name="Dincer Konur" userId="0cb337efb386619d" providerId="LiveId" clId="{5BD569B1-74C3-4593-9EC2-60C3C8760E52}" dt="2019-07-31T19:18:50.026" v="697" actId="20577"/>
          <ac:spMkLst>
            <pc:docMk/>
            <pc:sldMk cId="3613807806" sldId="678"/>
            <ac:spMk id="3" creationId="{00000000-0000-0000-0000-000000000000}"/>
          </ac:spMkLst>
        </pc:spChg>
      </pc:sldChg>
      <pc:sldChg chg="delSp modSp add">
        <pc:chgData name="Dincer Konur" userId="0cb337efb386619d" providerId="LiveId" clId="{5BD569B1-74C3-4593-9EC2-60C3C8760E52}" dt="2019-07-30T16:29:17.122" v="134" actId="20577"/>
        <pc:sldMkLst>
          <pc:docMk/>
          <pc:sldMk cId="1134060834" sldId="702"/>
        </pc:sldMkLst>
        <pc:spChg chg="mod">
          <ac:chgData name="Dincer Konur" userId="0cb337efb386619d" providerId="LiveId" clId="{5BD569B1-74C3-4593-9EC2-60C3C8760E52}" dt="2019-07-30T16:25:25.072" v="55" actId="20577"/>
          <ac:spMkLst>
            <pc:docMk/>
            <pc:sldMk cId="1134060834" sldId="702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5:34.896" v="57" actId="20577"/>
          <ac:spMkLst>
            <pc:docMk/>
            <pc:sldMk cId="1134060834" sldId="702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5:32.567" v="56" actId="478"/>
          <ac:spMkLst>
            <pc:docMk/>
            <pc:sldMk cId="1134060834" sldId="702"/>
            <ac:spMk id="6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9:17.122" v="134" actId="20577"/>
          <ac:spMkLst>
            <pc:docMk/>
            <pc:sldMk cId="1134060834" sldId="702"/>
            <ac:spMk id="7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5:32.567" v="56" actId="478"/>
          <ac:spMkLst>
            <pc:docMk/>
            <pc:sldMk cId="1134060834" sldId="702"/>
            <ac:spMk id="8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5:32.567" v="56" actId="478"/>
          <ac:spMkLst>
            <pc:docMk/>
            <pc:sldMk cId="1134060834" sldId="702"/>
            <ac:spMk id="9" creationId="{3162BF6F-75FF-4673-A9CB-0DA9F6BB1552}"/>
          </ac:spMkLst>
        </pc:spChg>
        <pc:spChg chg="del">
          <ac:chgData name="Dincer Konur" userId="0cb337efb386619d" providerId="LiveId" clId="{5BD569B1-74C3-4593-9EC2-60C3C8760E52}" dt="2019-07-30T16:25:32.567" v="56" actId="478"/>
          <ac:spMkLst>
            <pc:docMk/>
            <pc:sldMk cId="1134060834" sldId="702"/>
            <ac:spMk id="10" creationId="{F19FBB87-98B6-499F-8329-DAEE1513B32D}"/>
          </ac:spMkLst>
        </pc:spChg>
      </pc:sldChg>
      <pc:sldChg chg="delSp modSp add">
        <pc:chgData name="Dincer Konur" userId="0cb337efb386619d" providerId="LiveId" clId="{5BD569B1-74C3-4593-9EC2-60C3C8760E52}" dt="2019-07-30T16:26:35.770" v="77" actId="207"/>
        <pc:sldMkLst>
          <pc:docMk/>
          <pc:sldMk cId="3879332444" sldId="703"/>
        </pc:sldMkLst>
        <pc:spChg chg="mod">
          <ac:chgData name="Dincer Konur" userId="0cb337efb386619d" providerId="LiveId" clId="{5BD569B1-74C3-4593-9EC2-60C3C8760E52}" dt="2019-07-30T16:26:02.214" v="65" actId="20577"/>
          <ac:spMkLst>
            <pc:docMk/>
            <pc:sldMk cId="3879332444" sldId="703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6:35.770" v="77" actId="207"/>
          <ac:spMkLst>
            <pc:docMk/>
            <pc:sldMk cId="3879332444" sldId="703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6:07.166" v="67" actId="478"/>
          <ac:spMkLst>
            <pc:docMk/>
            <pc:sldMk cId="3879332444" sldId="703"/>
            <ac:spMk id="5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6:05.975" v="66" actId="478"/>
          <ac:spMkLst>
            <pc:docMk/>
            <pc:sldMk cId="3879332444" sldId="703"/>
            <ac:spMk id="7" creationId="{00000000-0000-0000-0000-000000000000}"/>
          </ac:spMkLst>
        </pc:spChg>
      </pc:sldChg>
      <pc:sldChg chg="modSp add ord">
        <pc:chgData name="Dincer Konur" userId="0cb337efb386619d" providerId="LiveId" clId="{5BD569B1-74C3-4593-9EC2-60C3C8760E52}" dt="2019-07-30T16:27:36.037" v="84"/>
        <pc:sldMkLst>
          <pc:docMk/>
          <pc:sldMk cId="4272088725" sldId="704"/>
        </pc:sldMkLst>
        <pc:spChg chg="mod">
          <ac:chgData name="Dincer Konur" userId="0cb337efb386619d" providerId="LiveId" clId="{5BD569B1-74C3-4593-9EC2-60C3C8760E52}" dt="2019-07-30T16:26:14.712" v="72" actId="20577"/>
          <ac:spMkLst>
            <pc:docMk/>
            <pc:sldMk cId="4272088725" sldId="704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6:45.752" v="79" actId="207"/>
          <ac:spMkLst>
            <pc:docMk/>
            <pc:sldMk cId="4272088725" sldId="704"/>
            <ac:spMk id="3" creationId="{00000000-0000-0000-0000-000000000000}"/>
          </ac:spMkLst>
        </pc:spChg>
      </pc:sldChg>
      <pc:sldChg chg="modSp add ord">
        <pc:chgData name="Dincer Konur" userId="0cb337efb386619d" providerId="LiveId" clId="{5BD569B1-74C3-4593-9EC2-60C3C8760E52}" dt="2019-07-30T16:27:50.897" v="86"/>
        <pc:sldMkLst>
          <pc:docMk/>
          <pc:sldMk cId="555784850" sldId="705"/>
        </pc:sldMkLst>
        <pc:spChg chg="mod">
          <ac:chgData name="Dincer Konur" userId="0cb337efb386619d" providerId="LiveId" clId="{5BD569B1-74C3-4593-9EC2-60C3C8760E52}" dt="2019-07-30T16:26:18.652" v="74" actId="20577"/>
          <ac:spMkLst>
            <pc:docMk/>
            <pc:sldMk cId="555784850" sldId="705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6:53.880" v="81" actId="207"/>
          <ac:spMkLst>
            <pc:docMk/>
            <pc:sldMk cId="555784850" sldId="705"/>
            <ac:spMk id="3" creationId="{00000000-0000-0000-0000-000000000000}"/>
          </ac:spMkLst>
        </pc:spChg>
      </pc:sldChg>
      <pc:sldChg chg="modSp add ord">
        <pc:chgData name="Dincer Konur" userId="0cb337efb386619d" providerId="LiveId" clId="{5BD569B1-74C3-4593-9EC2-60C3C8760E52}" dt="2019-07-30T16:27:58.381" v="88"/>
        <pc:sldMkLst>
          <pc:docMk/>
          <pc:sldMk cId="1955152198" sldId="706"/>
        </pc:sldMkLst>
        <pc:spChg chg="mod">
          <ac:chgData name="Dincer Konur" userId="0cb337efb386619d" providerId="LiveId" clId="{5BD569B1-74C3-4593-9EC2-60C3C8760E52}" dt="2019-07-30T16:26:22.624" v="76" actId="20577"/>
          <ac:spMkLst>
            <pc:docMk/>
            <pc:sldMk cId="1955152198" sldId="706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6:58.216" v="82" actId="207"/>
          <ac:spMkLst>
            <pc:docMk/>
            <pc:sldMk cId="1955152198" sldId="706"/>
            <ac:spMk id="3" creationId="{00000000-0000-0000-0000-000000000000}"/>
          </ac:spMkLst>
        </pc:spChg>
      </pc:sldChg>
      <pc:sldChg chg="addSp delSp modSp add modAnim">
        <pc:chgData name="Dincer Konur" userId="0cb337efb386619d" providerId="LiveId" clId="{5BD569B1-74C3-4593-9EC2-60C3C8760E52}" dt="2019-08-03T00:40:30.366" v="4370"/>
        <pc:sldMkLst>
          <pc:docMk/>
          <pc:sldMk cId="1519410439" sldId="707"/>
        </pc:sldMkLst>
        <pc:spChg chg="mod">
          <ac:chgData name="Dincer Konur" userId="0cb337efb386619d" providerId="LiveId" clId="{5BD569B1-74C3-4593-9EC2-60C3C8760E52}" dt="2019-07-31T19:11:57.722" v="435" actId="20577"/>
          <ac:spMkLst>
            <pc:docMk/>
            <pc:sldMk cId="1519410439" sldId="707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1T19:11:32.696" v="419" actId="14"/>
          <ac:spMkLst>
            <pc:docMk/>
            <pc:sldMk cId="1519410439" sldId="707"/>
            <ac:spMk id="3" creationId="{00000000-0000-0000-0000-000000000000}"/>
          </ac:spMkLst>
        </pc:spChg>
        <pc:spChg chg="add mod">
          <ac:chgData name="Dincer Konur" userId="0cb337efb386619d" providerId="LiveId" clId="{5BD569B1-74C3-4593-9EC2-60C3C8760E52}" dt="2019-07-31T19:12:36.208" v="441" actId="113"/>
          <ac:spMkLst>
            <pc:docMk/>
            <pc:sldMk cId="1519410439" sldId="707"/>
            <ac:spMk id="6" creationId="{E72266EF-1900-4A02-9104-925BF84B6A87}"/>
          </ac:spMkLst>
        </pc:spChg>
        <pc:picChg chg="del">
          <ac:chgData name="Dincer Konur" userId="0cb337efb386619d" providerId="LiveId" clId="{5BD569B1-74C3-4593-9EC2-60C3C8760E52}" dt="2019-07-31T19:06:47.357" v="217" actId="478"/>
          <ac:picMkLst>
            <pc:docMk/>
            <pc:sldMk cId="1519410439" sldId="707"/>
            <ac:picMk id="4" creationId="{00000000-0000-0000-0000-000000000000}"/>
          </ac:picMkLst>
        </pc:picChg>
        <pc:picChg chg="add mod">
          <ac:chgData name="Dincer Konur" userId="0cb337efb386619d" providerId="LiveId" clId="{5BD569B1-74C3-4593-9EC2-60C3C8760E52}" dt="2019-07-31T19:11:40.925" v="421" actId="1076"/>
          <ac:picMkLst>
            <pc:docMk/>
            <pc:sldMk cId="1519410439" sldId="707"/>
            <ac:picMk id="5" creationId="{D4433F63-473F-4520-A908-59DF0BAD8F55}"/>
          </ac:picMkLst>
        </pc:picChg>
      </pc:sldChg>
      <pc:sldChg chg="delSp modSp add">
        <pc:chgData name="Dincer Konur" userId="0cb337efb386619d" providerId="LiveId" clId="{5BD569B1-74C3-4593-9EC2-60C3C8760E52}" dt="2019-07-30T16:31:15.942" v="177" actId="20577"/>
        <pc:sldMkLst>
          <pc:docMk/>
          <pc:sldMk cId="2366715501" sldId="708"/>
        </pc:sldMkLst>
        <pc:spChg chg="mod">
          <ac:chgData name="Dincer Konur" userId="0cb337efb386619d" providerId="LiveId" clId="{5BD569B1-74C3-4593-9EC2-60C3C8760E52}" dt="2019-07-30T16:31:15.942" v="177" actId="20577"/>
          <ac:spMkLst>
            <pc:docMk/>
            <pc:sldMk cId="2366715501" sldId="708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30:13.825" v="150" actId="20577"/>
          <ac:spMkLst>
            <pc:docMk/>
            <pc:sldMk cId="2366715501" sldId="708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9:53.288" v="136" actId="478"/>
          <ac:spMkLst>
            <pc:docMk/>
            <pc:sldMk cId="2366715501" sldId="708"/>
            <ac:spMk id="5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9:52.006" v="135" actId="478"/>
          <ac:spMkLst>
            <pc:docMk/>
            <pc:sldMk cId="2366715501" sldId="708"/>
            <ac:spMk id="7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30:34.734" v="160" actId="20577"/>
          <ac:spMkLst>
            <pc:docMk/>
            <pc:sldMk cId="2366715501" sldId="708"/>
            <ac:spMk id="8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9:56.117" v="138" actId="478"/>
          <ac:spMkLst>
            <pc:docMk/>
            <pc:sldMk cId="2366715501" sldId="708"/>
            <ac:spMk id="9" creationId="{3162BF6F-75FF-4673-A9CB-0DA9F6BB1552}"/>
          </ac:spMkLst>
        </pc:spChg>
        <pc:spChg chg="del">
          <ac:chgData name="Dincer Konur" userId="0cb337efb386619d" providerId="LiveId" clId="{5BD569B1-74C3-4593-9EC2-60C3C8760E52}" dt="2019-07-30T16:29:54.750" v="137" actId="478"/>
          <ac:spMkLst>
            <pc:docMk/>
            <pc:sldMk cId="2366715501" sldId="708"/>
            <ac:spMk id="10" creationId="{F19FBB87-98B6-499F-8329-DAEE1513B32D}"/>
          </ac:spMkLst>
        </pc:spChg>
      </pc:sldChg>
      <pc:sldChg chg="delSp modSp add">
        <pc:chgData name="Dincer Konur" userId="0cb337efb386619d" providerId="LiveId" clId="{5BD569B1-74C3-4593-9EC2-60C3C8760E52}" dt="2019-07-30T16:31:30.868" v="182" actId="207"/>
        <pc:sldMkLst>
          <pc:docMk/>
          <pc:sldMk cId="231179015" sldId="709"/>
        </pc:sldMkLst>
        <pc:spChg chg="mod">
          <ac:chgData name="Dincer Konur" userId="0cb337efb386619d" providerId="LiveId" clId="{5BD569B1-74C3-4593-9EC2-60C3C8760E52}" dt="2019-07-30T16:31:30.868" v="182" actId="207"/>
          <ac:spMkLst>
            <pc:docMk/>
            <pc:sldMk cId="231179015" sldId="709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31:28.114" v="181" actId="478"/>
          <ac:spMkLst>
            <pc:docMk/>
            <pc:sldMk cId="231179015" sldId="709"/>
            <ac:spMk id="6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31:27.096" v="180" actId="478"/>
          <ac:spMkLst>
            <pc:docMk/>
            <pc:sldMk cId="231179015" sldId="709"/>
            <ac:spMk id="8" creationId="{00000000-0000-0000-0000-000000000000}"/>
          </ac:spMkLst>
        </pc:spChg>
      </pc:sldChg>
      <pc:sldChg chg="modSp add">
        <pc:chgData name="Dincer Konur" userId="0cb337efb386619d" providerId="LiveId" clId="{5BD569B1-74C3-4593-9EC2-60C3C8760E52}" dt="2019-07-30T16:31:50.711" v="185" actId="207"/>
        <pc:sldMkLst>
          <pc:docMk/>
          <pc:sldMk cId="2129707818" sldId="710"/>
        </pc:sldMkLst>
        <pc:spChg chg="mod">
          <ac:chgData name="Dincer Konur" userId="0cb337efb386619d" providerId="LiveId" clId="{5BD569B1-74C3-4593-9EC2-60C3C8760E52}" dt="2019-07-30T16:31:50.711" v="185" actId="207"/>
          <ac:spMkLst>
            <pc:docMk/>
            <pc:sldMk cId="2129707818" sldId="710"/>
            <ac:spMk id="3" creationId="{00000000-0000-0000-0000-000000000000}"/>
          </ac:spMkLst>
        </pc:spChg>
      </pc:sldChg>
      <pc:sldChg chg="delSp modSp add">
        <pc:chgData name="Dincer Konur" userId="0cb337efb386619d" providerId="LiveId" clId="{5BD569B1-74C3-4593-9EC2-60C3C8760E52}" dt="2019-07-30T16:32:47.618" v="215" actId="14"/>
        <pc:sldMkLst>
          <pc:docMk/>
          <pc:sldMk cId="992934062" sldId="711"/>
        </pc:sldMkLst>
        <pc:spChg chg="mod">
          <ac:chgData name="Dincer Konur" userId="0cb337efb386619d" providerId="LiveId" clId="{5BD569B1-74C3-4593-9EC2-60C3C8760E52}" dt="2019-07-30T16:32:47.618" v="215" actId="14"/>
          <ac:spMkLst>
            <pc:docMk/>
            <pc:sldMk cId="992934062" sldId="711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32:34.894" v="200" actId="478"/>
          <ac:spMkLst>
            <pc:docMk/>
            <pc:sldMk cId="992934062" sldId="711"/>
            <ac:spMk id="5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32:34.894" v="200" actId="478"/>
          <ac:spMkLst>
            <pc:docMk/>
            <pc:sldMk cId="992934062" sldId="711"/>
            <ac:spMk id="6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32:34.894" v="200" actId="478"/>
          <ac:spMkLst>
            <pc:docMk/>
            <pc:sldMk cId="992934062" sldId="711"/>
            <ac:spMk id="7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32:34.894" v="200" actId="478"/>
          <ac:spMkLst>
            <pc:docMk/>
            <pc:sldMk cId="992934062" sldId="711"/>
            <ac:spMk id="8" creationId="{00000000-0000-0000-0000-000000000000}"/>
          </ac:spMkLst>
        </pc:spChg>
      </pc:sldChg>
      <pc:sldChg chg="addSp delSp modSp add modAnim">
        <pc:chgData name="Dincer Konur" userId="0cb337efb386619d" providerId="LiveId" clId="{5BD569B1-74C3-4593-9EC2-60C3C8760E52}" dt="2019-07-31T20:54:16.057" v="2921"/>
        <pc:sldMkLst>
          <pc:docMk/>
          <pc:sldMk cId="517848383" sldId="712"/>
        </pc:sldMkLst>
        <pc:spChg chg="mod">
          <ac:chgData name="Dincer Konur" userId="0cb337efb386619d" providerId="LiveId" clId="{5BD569B1-74C3-4593-9EC2-60C3C8760E52}" dt="2019-07-30T16:32:27.670" v="199" actId="20577"/>
          <ac:spMkLst>
            <pc:docMk/>
            <pc:sldMk cId="517848383" sldId="712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1T20:54:16.057" v="2921"/>
          <ac:spMkLst>
            <pc:docMk/>
            <pc:sldMk cId="517848383" sldId="712"/>
            <ac:spMk id="3" creationId="{00000000-0000-0000-0000-000000000000}"/>
          </ac:spMkLst>
        </pc:spChg>
        <pc:spChg chg="add del mod">
          <ac:chgData name="Dincer Konur" userId="0cb337efb386619d" providerId="LiveId" clId="{5BD569B1-74C3-4593-9EC2-60C3C8760E52}" dt="2019-07-31T20:52:31.234" v="2815"/>
          <ac:spMkLst>
            <pc:docMk/>
            <pc:sldMk cId="517848383" sldId="712"/>
            <ac:spMk id="4" creationId="{9C187AFC-5013-4D8B-8996-FF634417804D}"/>
          </ac:spMkLst>
        </pc:spChg>
        <pc:picChg chg="del">
          <ac:chgData name="Dincer Konur" userId="0cb337efb386619d" providerId="LiveId" clId="{5BD569B1-74C3-4593-9EC2-60C3C8760E52}" dt="2019-07-31T20:42:05.298" v="2413" actId="478"/>
          <ac:picMkLst>
            <pc:docMk/>
            <pc:sldMk cId="517848383" sldId="712"/>
            <ac:picMk id="13314" creationId="{00000000-0000-0000-0000-000000000000}"/>
          </ac:picMkLst>
        </pc:picChg>
        <pc:picChg chg="del">
          <ac:chgData name="Dincer Konur" userId="0cb337efb386619d" providerId="LiveId" clId="{5BD569B1-74C3-4593-9EC2-60C3C8760E52}" dt="2019-07-31T20:42:07.826" v="2415" actId="478"/>
          <ac:picMkLst>
            <pc:docMk/>
            <pc:sldMk cId="517848383" sldId="712"/>
            <ac:picMk id="13315" creationId="{00000000-0000-0000-0000-000000000000}"/>
          </ac:picMkLst>
        </pc:picChg>
      </pc:sldChg>
      <pc:sldChg chg="addSp delSp modSp add delAnim modAnim">
        <pc:chgData name="Dincer Konur" userId="0cb337efb386619d" providerId="LiveId" clId="{5BD569B1-74C3-4593-9EC2-60C3C8760E52}" dt="2019-08-03T00:45:30.927" v="4377"/>
        <pc:sldMkLst>
          <pc:docMk/>
          <pc:sldMk cId="3667583221" sldId="713"/>
        </pc:sldMkLst>
        <pc:spChg chg="mod">
          <ac:chgData name="Dincer Konur" userId="0cb337efb386619d" providerId="LiveId" clId="{5BD569B1-74C3-4593-9EC2-60C3C8760E52}" dt="2019-07-31T19:15:05.996" v="631" actId="20577"/>
          <ac:spMkLst>
            <pc:docMk/>
            <pc:sldMk cId="3667583221" sldId="713"/>
            <ac:spMk id="3" creationId="{00000000-0000-0000-0000-000000000000}"/>
          </ac:spMkLst>
        </pc:spChg>
        <pc:spChg chg="add del">
          <ac:chgData name="Dincer Konur" userId="0cb337efb386619d" providerId="LiveId" clId="{5BD569B1-74C3-4593-9EC2-60C3C8760E52}" dt="2019-07-31T19:13:07.423" v="444"/>
          <ac:spMkLst>
            <pc:docMk/>
            <pc:sldMk cId="3667583221" sldId="713"/>
            <ac:spMk id="4" creationId="{796C2C22-772A-463C-8CCF-C023F3EC311C}"/>
          </ac:spMkLst>
        </pc:spChg>
        <pc:spChg chg="del">
          <ac:chgData name="Dincer Konur" userId="0cb337efb386619d" providerId="LiveId" clId="{5BD569B1-74C3-4593-9EC2-60C3C8760E52}" dt="2019-07-31T19:12:29.523" v="439" actId="478"/>
          <ac:spMkLst>
            <pc:docMk/>
            <pc:sldMk cId="3667583221" sldId="713"/>
            <ac:spMk id="6" creationId="{E72266EF-1900-4A02-9104-925BF84B6A87}"/>
          </ac:spMkLst>
        </pc:spChg>
        <pc:spChg chg="add del">
          <ac:chgData name="Dincer Konur" userId="0cb337efb386619d" providerId="LiveId" clId="{5BD569B1-74C3-4593-9EC2-60C3C8760E52}" dt="2019-07-31T19:13:10.942" v="446"/>
          <ac:spMkLst>
            <pc:docMk/>
            <pc:sldMk cId="3667583221" sldId="713"/>
            <ac:spMk id="7" creationId="{836368E8-5B44-4367-8361-444130835885}"/>
          </ac:spMkLst>
        </pc:spChg>
        <pc:spChg chg="add del">
          <ac:chgData name="Dincer Konur" userId="0cb337efb386619d" providerId="LiveId" clId="{5BD569B1-74C3-4593-9EC2-60C3C8760E52}" dt="2019-07-31T19:13:14.704" v="449"/>
          <ac:spMkLst>
            <pc:docMk/>
            <pc:sldMk cId="3667583221" sldId="713"/>
            <ac:spMk id="8" creationId="{6629281E-7DB6-400C-98BF-32097C0781CF}"/>
          </ac:spMkLst>
        </pc:spChg>
        <pc:picChg chg="del">
          <ac:chgData name="Dincer Konur" userId="0cb337efb386619d" providerId="LiveId" clId="{5BD569B1-74C3-4593-9EC2-60C3C8760E52}" dt="2019-07-31T19:12:26.281" v="438" actId="478"/>
          <ac:picMkLst>
            <pc:docMk/>
            <pc:sldMk cId="3667583221" sldId="713"/>
            <ac:picMk id="5" creationId="{D4433F63-473F-4520-A908-59DF0BAD8F55}"/>
          </ac:picMkLst>
        </pc:picChg>
      </pc:sldChg>
      <pc:sldChg chg="addSp modSp add modAnim">
        <pc:chgData name="Dincer Konur" userId="0cb337efb386619d" providerId="LiveId" clId="{5BD569B1-74C3-4593-9EC2-60C3C8760E52}" dt="2019-08-03T00:46:35.146" v="4413"/>
        <pc:sldMkLst>
          <pc:docMk/>
          <pc:sldMk cId="2531153111" sldId="714"/>
        </pc:sldMkLst>
        <pc:spChg chg="mod">
          <ac:chgData name="Dincer Konur" userId="0cb337efb386619d" providerId="LiveId" clId="{5BD569B1-74C3-4593-9EC2-60C3C8760E52}" dt="2019-08-03T00:45:52.410" v="4405" actId="20577"/>
          <ac:spMkLst>
            <pc:docMk/>
            <pc:sldMk cId="2531153111" sldId="714"/>
            <ac:spMk id="3" creationId="{00000000-0000-0000-0000-000000000000}"/>
          </ac:spMkLst>
        </pc:spChg>
        <pc:spChg chg="add mod">
          <ac:chgData name="Dincer Konur" userId="0cb337efb386619d" providerId="LiveId" clId="{5BD569B1-74C3-4593-9EC2-60C3C8760E52}" dt="2019-07-31T19:19:40.886" v="706" actId="1076"/>
          <ac:spMkLst>
            <pc:docMk/>
            <pc:sldMk cId="2531153111" sldId="714"/>
            <ac:spMk id="4" creationId="{6344BBD3-DC45-4B00-8B9D-2941D29A07E5}"/>
          </ac:spMkLst>
        </pc:spChg>
      </pc:sldChg>
      <pc:sldChg chg="addSp delSp modSp add delAnim modAnim">
        <pc:chgData name="Dincer Konur" userId="0cb337efb386619d" providerId="LiveId" clId="{5BD569B1-74C3-4593-9EC2-60C3C8760E52}" dt="2019-08-03T00:47:32.023" v="4416"/>
        <pc:sldMkLst>
          <pc:docMk/>
          <pc:sldMk cId="1006973075" sldId="715"/>
        </pc:sldMkLst>
        <pc:spChg chg="mod">
          <ac:chgData name="Dincer Konur" userId="0cb337efb386619d" providerId="LiveId" clId="{5BD569B1-74C3-4593-9EC2-60C3C8760E52}" dt="2019-07-31T19:41:52.237" v="1247" actId="20577"/>
          <ac:spMkLst>
            <pc:docMk/>
            <pc:sldMk cId="1006973075" sldId="715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1T19:42:00.427" v="1248" actId="478"/>
          <ac:spMkLst>
            <pc:docMk/>
            <pc:sldMk cId="1006973075" sldId="715"/>
            <ac:spMk id="4" creationId="{6344BBD3-DC45-4B00-8B9D-2941D29A07E5}"/>
          </ac:spMkLst>
        </pc:spChg>
        <pc:spChg chg="add mod">
          <ac:chgData name="Dincer Konur" userId="0cb337efb386619d" providerId="LiveId" clId="{5BD569B1-74C3-4593-9EC2-60C3C8760E52}" dt="2019-07-31T19:49:12.356" v="1466" actId="207"/>
          <ac:spMkLst>
            <pc:docMk/>
            <pc:sldMk cId="1006973075" sldId="715"/>
            <ac:spMk id="7" creationId="{A26A413F-749B-4980-A382-6B7F3964FFE0}"/>
          </ac:spMkLst>
        </pc:spChg>
        <pc:spChg chg="add mod">
          <ac:chgData name="Dincer Konur" userId="0cb337efb386619d" providerId="LiveId" clId="{5BD569B1-74C3-4593-9EC2-60C3C8760E52}" dt="2019-07-31T19:49:07.001" v="1465" actId="207"/>
          <ac:spMkLst>
            <pc:docMk/>
            <pc:sldMk cId="1006973075" sldId="715"/>
            <ac:spMk id="8" creationId="{DD3D35B1-540A-4906-A032-2EEB413F4F89}"/>
          </ac:spMkLst>
        </pc:spChg>
        <pc:picChg chg="add del mod">
          <ac:chgData name="Dincer Konur" userId="0cb337efb386619d" providerId="LiveId" clId="{5BD569B1-74C3-4593-9EC2-60C3C8760E52}" dt="2019-07-31T19:46:10.002" v="1252" actId="478"/>
          <ac:picMkLst>
            <pc:docMk/>
            <pc:sldMk cId="1006973075" sldId="715"/>
            <ac:picMk id="5" creationId="{6199A70F-02E9-4789-8987-AA9D9BFE9D53}"/>
          </ac:picMkLst>
        </pc:picChg>
        <pc:picChg chg="add mod">
          <ac:chgData name="Dincer Konur" userId="0cb337efb386619d" providerId="LiveId" clId="{5BD569B1-74C3-4593-9EC2-60C3C8760E52}" dt="2019-07-31T19:46:20.704" v="1255" actId="1076"/>
          <ac:picMkLst>
            <pc:docMk/>
            <pc:sldMk cId="1006973075" sldId="715"/>
            <ac:picMk id="6" creationId="{2BB5F1C3-AE77-482F-B408-0DFC3B06504A}"/>
          </ac:picMkLst>
        </pc:picChg>
        <pc:picChg chg="add del">
          <ac:chgData name="Dincer Konur" userId="0cb337efb386619d" providerId="LiveId" clId="{5BD569B1-74C3-4593-9EC2-60C3C8760E52}" dt="2019-07-31T20:02:27.080" v="1469" actId="478"/>
          <ac:picMkLst>
            <pc:docMk/>
            <pc:sldMk cId="1006973075" sldId="715"/>
            <ac:picMk id="9" creationId="{CC135DC8-8F82-4E3F-9187-5C883AFF1B6F}"/>
          </ac:picMkLst>
        </pc:picChg>
      </pc:sldChg>
      <pc:sldChg chg="addSp delSp modSp add modAnim">
        <pc:chgData name="Dincer Konur" userId="0cb337efb386619d" providerId="LiveId" clId="{5BD569B1-74C3-4593-9EC2-60C3C8760E52}" dt="2019-08-03T00:49:19.840" v="4449" actId="20577"/>
        <pc:sldMkLst>
          <pc:docMk/>
          <pc:sldMk cId="2936801509" sldId="716"/>
        </pc:sldMkLst>
        <pc:spChg chg="mod">
          <ac:chgData name="Dincer Konur" userId="0cb337efb386619d" providerId="LiveId" clId="{5BD569B1-74C3-4593-9EC2-60C3C8760E52}" dt="2019-08-03T00:49:19.840" v="4449" actId="20577"/>
          <ac:spMkLst>
            <pc:docMk/>
            <pc:sldMk cId="2936801509" sldId="716"/>
            <ac:spMk id="3" creationId="{00000000-0000-0000-0000-000000000000}"/>
          </ac:spMkLst>
        </pc:spChg>
        <pc:spChg chg="mod ord">
          <ac:chgData name="Dincer Konur" userId="0cb337efb386619d" providerId="LiveId" clId="{5BD569B1-74C3-4593-9EC2-60C3C8760E52}" dt="2019-07-31T20:03:25.099" v="1540" actId="14100"/>
          <ac:spMkLst>
            <pc:docMk/>
            <pc:sldMk cId="2936801509" sldId="716"/>
            <ac:spMk id="7" creationId="{A26A413F-749B-4980-A382-6B7F3964FFE0}"/>
          </ac:spMkLst>
        </pc:spChg>
        <pc:spChg chg="del">
          <ac:chgData name="Dincer Konur" userId="0cb337efb386619d" providerId="LiveId" clId="{5BD569B1-74C3-4593-9EC2-60C3C8760E52}" dt="2019-07-31T20:02:39.713" v="1473" actId="478"/>
          <ac:spMkLst>
            <pc:docMk/>
            <pc:sldMk cId="2936801509" sldId="716"/>
            <ac:spMk id="8" creationId="{DD3D35B1-540A-4906-A032-2EEB413F4F89}"/>
          </ac:spMkLst>
        </pc:spChg>
        <pc:spChg chg="add mod">
          <ac:chgData name="Dincer Konur" userId="0cb337efb386619d" providerId="LiveId" clId="{5BD569B1-74C3-4593-9EC2-60C3C8760E52}" dt="2019-07-31T20:05:28.356" v="1596" actId="20577"/>
          <ac:spMkLst>
            <pc:docMk/>
            <pc:sldMk cId="2936801509" sldId="716"/>
            <ac:spMk id="10" creationId="{875BA862-8CF2-4614-BCF4-F29C6E740C08}"/>
          </ac:spMkLst>
        </pc:spChg>
        <pc:spChg chg="add mod">
          <ac:chgData name="Dincer Konur" userId="0cb337efb386619d" providerId="LiveId" clId="{5BD569B1-74C3-4593-9EC2-60C3C8760E52}" dt="2019-07-31T20:06:59.298" v="1688" actId="5793"/>
          <ac:spMkLst>
            <pc:docMk/>
            <pc:sldMk cId="2936801509" sldId="716"/>
            <ac:spMk id="11" creationId="{289B0ACC-0493-40F3-8A89-05D45FB31E8A}"/>
          </ac:spMkLst>
        </pc:spChg>
        <pc:picChg chg="add mod">
          <ac:chgData name="Dincer Konur" userId="0cb337efb386619d" providerId="LiveId" clId="{5BD569B1-74C3-4593-9EC2-60C3C8760E52}" dt="2019-07-31T20:05:32.676" v="1597" actId="1076"/>
          <ac:picMkLst>
            <pc:docMk/>
            <pc:sldMk cId="2936801509" sldId="716"/>
            <ac:picMk id="4" creationId="{B586BFE6-C30D-4892-907E-2D5728281B9E}"/>
          </ac:picMkLst>
        </pc:picChg>
        <pc:picChg chg="del">
          <ac:chgData name="Dincer Konur" userId="0cb337efb386619d" providerId="LiveId" clId="{5BD569B1-74C3-4593-9EC2-60C3C8760E52}" dt="2019-07-31T20:02:31.578" v="1470" actId="478"/>
          <ac:picMkLst>
            <pc:docMk/>
            <pc:sldMk cId="2936801509" sldId="716"/>
            <ac:picMk id="6" creationId="{2BB5F1C3-AE77-482F-B408-0DFC3B06504A}"/>
          </ac:picMkLst>
        </pc:picChg>
        <pc:picChg chg="mod">
          <ac:chgData name="Dincer Konur" userId="0cb337efb386619d" providerId="LiveId" clId="{5BD569B1-74C3-4593-9EC2-60C3C8760E52}" dt="2019-07-31T20:02:36.115" v="1472" actId="1076"/>
          <ac:picMkLst>
            <pc:docMk/>
            <pc:sldMk cId="2936801509" sldId="716"/>
            <ac:picMk id="9" creationId="{CC135DC8-8F82-4E3F-9187-5C883AFF1B6F}"/>
          </ac:picMkLst>
        </pc:picChg>
      </pc:sldChg>
      <pc:sldChg chg="addSp delSp modSp add modAnim">
        <pc:chgData name="Dincer Konur" userId="0cb337efb386619d" providerId="LiveId" clId="{5BD569B1-74C3-4593-9EC2-60C3C8760E52}" dt="2019-08-03T01:23:41.359" v="4459"/>
        <pc:sldMkLst>
          <pc:docMk/>
          <pc:sldMk cId="2127903492" sldId="717"/>
        </pc:sldMkLst>
        <pc:spChg chg="mod">
          <ac:chgData name="Dincer Konur" userId="0cb337efb386619d" providerId="LiveId" clId="{5BD569B1-74C3-4593-9EC2-60C3C8760E52}" dt="2019-07-31T20:12:32.563" v="1736" actId="20577"/>
          <ac:spMkLst>
            <pc:docMk/>
            <pc:sldMk cId="2127903492" sldId="717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1T20:07:11.079" v="1690" actId="478"/>
          <ac:spMkLst>
            <pc:docMk/>
            <pc:sldMk cId="2127903492" sldId="717"/>
            <ac:spMk id="7" creationId="{A26A413F-749B-4980-A382-6B7F3964FFE0}"/>
          </ac:spMkLst>
        </pc:spChg>
        <pc:spChg chg="add mod">
          <ac:chgData name="Dincer Konur" userId="0cb337efb386619d" providerId="LiveId" clId="{5BD569B1-74C3-4593-9EC2-60C3C8760E52}" dt="2019-08-03T01:23:41.359" v="4459"/>
          <ac:spMkLst>
            <pc:docMk/>
            <pc:sldMk cId="2127903492" sldId="717"/>
            <ac:spMk id="8" creationId="{B0C8FA4F-C62F-4EB3-A207-6F45BBEAF4DA}"/>
          </ac:spMkLst>
        </pc:spChg>
        <pc:spChg chg="del">
          <ac:chgData name="Dincer Konur" userId="0cb337efb386619d" providerId="LiveId" clId="{5BD569B1-74C3-4593-9EC2-60C3C8760E52}" dt="2019-07-31T20:07:09.666" v="1689" actId="478"/>
          <ac:spMkLst>
            <pc:docMk/>
            <pc:sldMk cId="2127903492" sldId="717"/>
            <ac:spMk id="10" creationId="{875BA862-8CF2-4614-BCF4-F29C6E740C08}"/>
          </ac:spMkLst>
        </pc:spChg>
        <pc:spChg chg="add mod">
          <ac:chgData name="Dincer Konur" userId="0cb337efb386619d" providerId="LiveId" clId="{5BD569B1-74C3-4593-9EC2-60C3C8760E52}" dt="2019-07-31T20:13:47.832" v="1909" actId="14100"/>
          <ac:spMkLst>
            <pc:docMk/>
            <pc:sldMk cId="2127903492" sldId="717"/>
            <ac:spMk id="11" creationId="{E4438268-F3FB-46F9-8448-E093499EF902}"/>
          </ac:spMkLst>
        </pc:spChg>
        <pc:spChg chg="add mod">
          <ac:chgData name="Dincer Konur" userId="0cb337efb386619d" providerId="LiveId" clId="{5BD569B1-74C3-4593-9EC2-60C3C8760E52}" dt="2019-07-31T20:14:32.137" v="2045" actId="313"/>
          <ac:spMkLst>
            <pc:docMk/>
            <pc:sldMk cId="2127903492" sldId="717"/>
            <ac:spMk id="12" creationId="{2AE77DAB-3FE9-4876-B324-D455DA29ED82}"/>
          </ac:spMkLst>
        </pc:spChg>
        <pc:spChg chg="add mod">
          <ac:chgData name="Dincer Konur" userId="0cb337efb386619d" providerId="LiveId" clId="{5BD569B1-74C3-4593-9EC2-60C3C8760E52}" dt="2019-07-31T20:15:00.358" v="2076" actId="14100"/>
          <ac:spMkLst>
            <pc:docMk/>
            <pc:sldMk cId="2127903492" sldId="717"/>
            <ac:spMk id="13" creationId="{1C0F6416-27BF-401E-883E-F83208E986F1}"/>
          </ac:spMkLst>
        </pc:spChg>
        <pc:spChg chg="add mod">
          <ac:chgData name="Dincer Konur" userId="0cb337efb386619d" providerId="LiveId" clId="{5BD569B1-74C3-4593-9EC2-60C3C8760E52}" dt="2019-07-31T20:15:43.480" v="2182" actId="1076"/>
          <ac:spMkLst>
            <pc:docMk/>
            <pc:sldMk cId="2127903492" sldId="717"/>
            <ac:spMk id="14" creationId="{1B39E296-815C-4528-AB7C-4E2CFF96C863}"/>
          </ac:spMkLst>
        </pc:spChg>
        <pc:picChg chg="del">
          <ac:chgData name="Dincer Konur" userId="0cb337efb386619d" providerId="LiveId" clId="{5BD569B1-74C3-4593-9EC2-60C3C8760E52}" dt="2019-07-31T20:07:13.753" v="1692" actId="478"/>
          <ac:picMkLst>
            <pc:docMk/>
            <pc:sldMk cId="2127903492" sldId="717"/>
            <ac:picMk id="4" creationId="{B586BFE6-C30D-4892-907E-2D5728281B9E}"/>
          </ac:picMkLst>
        </pc:picChg>
        <pc:picChg chg="add mod">
          <ac:chgData name="Dincer Konur" userId="0cb337efb386619d" providerId="LiveId" clId="{5BD569B1-74C3-4593-9EC2-60C3C8760E52}" dt="2019-07-31T20:12:40.900" v="1739" actId="1076"/>
          <ac:picMkLst>
            <pc:docMk/>
            <pc:sldMk cId="2127903492" sldId="717"/>
            <ac:picMk id="5" creationId="{A5EB1580-8815-4B6A-A676-1D06CD3B2D24}"/>
          </ac:picMkLst>
        </pc:picChg>
        <pc:picChg chg="del">
          <ac:chgData name="Dincer Konur" userId="0cb337efb386619d" providerId="LiveId" clId="{5BD569B1-74C3-4593-9EC2-60C3C8760E52}" dt="2019-07-31T20:07:12.263" v="1691" actId="478"/>
          <ac:picMkLst>
            <pc:docMk/>
            <pc:sldMk cId="2127903492" sldId="717"/>
            <ac:picMk id="9" creationId="{CC135DC8-8F82-4E3F-9187-5C883AFF1B6F}"/>
          </ac:picMkLst>
        </pc:picChg>
      </pc:sldChg>
      <pc:sldChg chg="addSp delSp modSp add delAnim modAnim">
        <pc:chgData name="Dincer Konur" userId="0cb337efb386619d" providerId="LiveId" clId="{5BD569B1-74C3-4593-9EC2-60C3C8760E52}" dt="2019-08-03T01:23:53.883" v="4460"/>
        <pc:sldMkLst>
          <pc:docMk/>
          <pc:sldMk cId="4285146431" sldId="718"/>
        </pc:sldMkLst>
        <pc:spChg chg="mod">
          <ac:chgData name="Dincer Konur" userId="0cb337efb386619d" providerId="LiveId" clId="{5BD569B1-74C3-4593-9EC2-60C3C8760E52}" dt="2019-08-03T01:23:53.883" v="4460"/>
          <ac:spMkLst>
            <pc:docMk/>
            <pc:sldMk cId="4285146431" sldId="718"/>
            <ac:spMk id="8" creationId="{B0C8FA4F-C62F-4EB3-A207-6F45BBEAF4DA}"/>
          </ac:spMkLst>
        </pc:spChg>
        <pc:spChg chg="mod">
          <ac:chgData name="Dincer Konur" userId="0cb337efb386619d" providerId="LiveId" clId="{5BD569B1-74C3-4593-9EC2-60C3C8760E52}" dt="2019-07-31T20:18:13.915" v="2275" actId="5793"/>
          <ac:spMkLst>
            <pc:docMk/>
            <pc:sldMk cId="4285146431" sldId="718"/>
            <ac:spMk id="11" creationId="{E4438268-F3FB-46F9-8448-E093499EF902}"/>
          </ac:spMkLst>
        </pc:spChg>
        <pc:spChg chg="mod">
          <ac:chgData name="Dincer Konur" userId="0cb337efb386619d" providerId="LiveId" clId="{5BD569B1-74C3-4593-9EC2-60C3C8760E52}" dt="2019-07-31T20:18:53.660" v="2412" actId="14100"/>
          <ac:spMkLst>
            <pc:docMk/>
            <pc:sldMk cId="4285146431" sldId="718"/>
            <ac:spMk id="12" creationId="{2AE77DAB-3FE9-4876-B324-D455DA29ED82}"/>
          </ac:spMkLst>
        </pc:spChg>
        <pc:spChg chg="del">
          <ac:chgData name="Dincer Konur" userId="0cb337efb386619d" providerId="LiveId" clId="{5BD569B1-74C3-4593-9EC2-60C3C8760E52}" dt="2019-07-31T20:17:09.328" v="2186" actId="478"/>
          <ac:spMkLst>
            <pc:docMk/>
            <pc:sldMk cId="4285146431" sldId="718"/>
            <ac:spMk id="13" creationId="{1C0F6416-27BF-401E-883E-F83208E986F1}"/>
          </ac:spMkLst>
        </pc:spChg>
        <pc:spChg chg="del">
          <ac:chgData name="Dincer Konur" userId="0cb337efb386619d" providerId="LiveId" clId="{5BD569B1-74C3-4593-9EC2-60C3C8760E52}" dt="2019-07-31T20:17:04.886" v="2184" actId="478"/>
          <ac:spMkLst>
            <pc:docMk/>
            <pc:sldMk cId="4285146431" sldId="718"/>
            <ac:spMk id="14" creationId="{1B39E296-815C-4528-AB7C-4E2CFF96C863}"/>
          </ac:spMkLst>
        </pc:spChg>
        <pc:picChg chg="add mod ord">
          <ac:chgData name="Dincer Konur" userId="0cb337efb386619d" providerId="LiveId" clId="{5BD569B1-74C3-4593-9EC2-60C3C8760E52}" dt="2019-07-31T20:17:37.423" v="2190" actId="167"/>
          <ac:picMkLst>
            <pc:docMk/>
            <pc:sldMk cId="4285146431" sldId="718"/>
            <ac:picMk id="4" creationId="{964635C9-58C4-43C2-AA52-1D89FCE6C43A}"/>
          </ac:picMkLst>
        </pc:picChg>
        <pc:picChg chg="del">
          <ac:chgData name="Dincer Konur" userId="0cb337efb386619d" providerId="LiveId" clId="{5BD569B1-74C3-4593-9EC2-60C3C8760E52}" dt="2019-07-31T20:17:05.698" v="2185" actId="478"/>
          <ac:picMkLst>
            <pc:docMk/>
            <pc:sldMk cId="4285146431" sldId="718"/>
            <ac:picMk id="5" creationId="{A5EB1580-8815-4B6A-A676-1D06CD3B2D24}"/>
          </ac:picMkLst>
        </pc:picChg>
      </pc:sldChg>
      <pc:sldChg chg="addSp modSp add">
        <pc:chgData name="Dincer Konur" userId="0cb337efb386619d" providerId="LiveId" clId="{5BD569B1-74C3-4593-9EC2-60C3C8760E52}" dt="2019-07-31T21:08:29.172" v="3294" actId="1076"/>
        <pc:sldMkLst>
          <pc:docMk/>
          <pc:sldMk cId="4283292556" sldId="719"/>
        </pc:sldMkLst>
        <pc:spChg chg="mod">
          <ac:chgData name="Dincer Konur" userId="0cb337efb386619d" providerId="LiveId" clId="{5BD569B1-74C3-4593-9EC2-60C3C8760E52}" dt="2019-07-31T20:58:14.007" v="3199" actId="20577"/>
          <ac:spMkLst>
            <pc:docMk/>
            <pc:sldMk cId="4283292556" sldId="719"/>
            <ac:spMk id="3" creationId="{00000000-0000-0000-0000-000000000000}"/>
          </ac:spMkLst>
        </pc:spChg>
        <pc:spChg chg="add mod">
          <ac:chgData name="Dincer Konur" userId="0cb337efb386619d" providerId="LiveId" clId="{5BD569B1-74C3-4593-9EC2-60C3C8760E52}" dt="2019-07-31T20:57:16.879" v="3152" actId="14100"/>
          <ac:spMkLst>
            <pc:docMk/>
            <pc:sldMk cId="4283292556" sldId="719"/>
            <ac:spMk id="5" creationId="{F49275B2-11C7-49A2-B006-20B45ECCDDCA}"/>
          </ac:spMkLst>
        </pc:spChg>
        <pc:spChg chg="add mod">
          <ac:chgData name="Dincer Konur" userId="0cb337efb386619d" providerId="LiveId" clId="{5BD569B1-74C3-4593-9EC2-60C3C8760E52}" dt="2019-07-31T20:57:24.239" v="3167" actId="20577"/>
          <ac:spMkLst>
            <pc:docMk/>
            <pc:sldMk cId="4283292556" sldId="719"/>
            <ac:spMk id="6" creationId="{A524E390-1654-4F49-B7E4-34B1A1055BF9}"/>
          </ac:spMkLst>
        </pc:spChg>
        <pc:spChg chg="add mod">
          <ac:chgData name="Dincer Konur" userId="0cb337efb386619d" providerId="LiveId" clId="{5BD569B1-74C3-4593-9EC2-60C3C8760E52}" dt="2019-07-31T20:58:41.604" v="3282" actId="114"/>
          <ac:spMkLst>
            <pc:docMk/>
            <pc:sldMk cId="4283292556" sldId="719"/>
            <ac:spMk id="7" creationId="{B0D69140-36E3-434F-B1AC-EDFC4470CC12}"/>
          </ac:spMkLst>
        </pc:spChg>
        <pc:spChg chg="add mod">
          <ac:chgData name="Dincer Konur" userId="0cb337efb386619d" providerId="LiveId" clId="{5BD569B1-74C3-4593-9EC2-60C3C8760E52}" dt="2019-07-31T21:08:29.172" v="3294" actId="1076"/>
          <ac:spMkLst>
            <pc:docMk/>
            <pc:sldMk cId="4283292556" sldId="719"/>
            <ac:spMk id="8" creationId="{E1085079-F1BF-4759-BA6D-841AFEA22A41}"/>
          </ac:spMkLst>
        </pc:spChg>
        <pc:picChg chg="add mod">
          <ac:chgData name="Dincer Konur" userId="0cb337efb386619d" providerId="LiveId" clId="{5BD569B1-74C3-4593-9EC2-60C3C8760E52}" dt="2019-07-31T20:57:00.234" v="3149" actId="1076"/>
          <ac:picMkLst>
            <pc:docMk/>
            <pc:sldMk cId="4283292556" sldId="719"/>
            <ac:picMk id="4" creationId="{5E66AED2-1D09-45E4-BC92-93953F09E50B}"/>
          </ac:picMkLst>
        </pc:picChg>
      </pc:sldChg>
      <pc:sldChg chg="addSp delSp modSp add modAnim">
        <pc:chgData name="Dincer Konur" userId="0cb337efb386619d" providerId="LiveId" clId="{5BD569B1-74C3-4593-9EC2-60C3C8760E52}" dt="2019-07-31T21:25:28.027" v="4052" actId="14100"/>
        <pc:sldMkLst>
          <pc:docMk/>
          <pc:sldMk cId="584262458" sldId="720"/>
        </pc:sldMkLst>
        <pc:spChg chg="mod">
          <ac:chgData name="Dincer Konur" userId="0cb337efb386619d" providerId="LiveId" clId="{5BD569B1-74C3-4593-9EC2-60C3C8760E52}" dt="2019-07-31T21:23:04.805" v="3914" actId="20577"/>
          <ac:spMkLst>
            <pc:docMk/>
            <pc:sldMk cId="584262458" sldId="720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1T21:09:33.374" v="3296" actId="478"/>
          <ac:spMkLst>
            <pc:docMk/>
            <pc:sldMk cId="584262458" sldId="720"/>
            <ac:spMk id="5" creationId="{F49275B2-11C7-49A2-B006-20B45ECCDDCA}"/>
          </ac:spMkLst>
        </pc:spChg>
        <pc:spChg chg="del">
          <ac:chgData name="Dincer Konur" userId="0cb337efb386619d" providerId="LiveId" clId="{5BD569B1-74C3-4593-9EC2-60C3C8760E52}" dt="2019-07-31T21:09:33.374" v="3296" actId="478"/>
          <ac:spMkLst>
            <pc:docMk/>
            <pc:sldMk cId="584262458" sldId="720"/>
            <ac:spMk id="6" creationId="{A524E390-1654-4F49-B7E4-34B1A1055BF9}"/>
          </ac:spMkLst>
        </pc:spChg>
        <pc:spChg chg="del">
          <ac:chgData name="Dincer Konur" userId="0cb337efb386619d" providerId="LiveId" clId="{5BD569B1-74C3-4593-9EC2-60C3C8760E52}" dt="2019-07-31T21:09:33.374" v="3296" actId="478"/>
          <ac:spMkLst>
            <pc:docMk/>
            <pc:sldMk cId="584262458" sldId="720"/>
            <ac:spMk id="7" creationId="{B0D69140-36E3-434F-B1AC-EDFC4470CC12}"/>
          </ac:spMkLst>
        </pc:spChg>
        <pc:spChg chg="del">
          <ac:chgData name="Dincer Konur" userId="0cb337efb386619d" providerId="LiveId" clId="{5BD569B1-74C3-4593-9EC2-60C3C8760E52}" dt="2019-07-31T21:09:33.374" v="3296" actId="478"/>
          <ac:spMkLst>
            <pc:docMk/>
            <pc:sldMk cId="584262458" sldId="720"/>
            <ac:spMk id="8" creationId="{E1085079-F1BF-4759-BA6D-841AFEA22A41}"/>
          </ac:spMkLst>
        </pc:spChg>
        <pc:spChg chg="add mod">
          <ac:chgData name="Dincer Konur" userId="0cb337efb386619d" providerId="LiveId" clId="{5BD569B1-74C3-4593-9EC2-60C3C8760E52}" dt="2019-07-31T21:11:38.455" v="3498" actId="1076"/>
          <ac:spMkLst>
            <pc:docMk/>
            <pc:sldMk cId="584262458" sldId="720"/>
            <ac:spMk id="9" creationId="{A821F5A1-A3D5-46CA-9570-929EFC07F7CE}"/>
          </ac:spMkLst>
        </pc:spChg>
        <pc:spChg chg="add mod">
          <ac:chgData name="Dincer Konur" userId="0cb337efb386619d" providerId="LiveId" clId="{5BD569B1-74C3-4593-9EC2-60C3C8760E52}" dt="2019-07-31T21:13:11.831" v="3586" actId="1076"/>
          <ac:spMkLst>
            <pc:docMk/>
            <pc:sldMk cId="584262458" sldId="720"/>
            <ac:spMk id="10" creationId="{EB4E423F-C75C-4265-AF27-A346F75185ED}"/>
          </ac:spMkLst>
        </pc:spChg>
        <pc:spChg chg="add mod">
          <ac:chgData name="Dincer Konur" userId="0cb337efb386619d" providerId="LiveId" clId="{5BD569B1-74C3-4593-9EC2-60C3C8760E52}" dt="2019-07-31T21:24:56.154" v="4046" actId="1076"/>
          <ac:spMkLst>
            <pc:docMk/>
            <pc:sldMk cId="584262458" sldId="720"/>
            <ac:spMk id="11" creationId="{790183BA-E1B5-4928-9B5A-77AD5180C465}"/>
          </ac:spMkLst>
        </pc:spChg>
        <pc:spChg chg="add mod">
          <ac:chgData name="Dincer Konur" userId="0cb337efb386619d" providerId="LiveId" clId="{5BD569B1-74C3-4593-9EC2-60C3C8760E52}" dt="2019-07-31T21:22:44.687" v="3868" actId="20577"/>
          <ac:spMkLst>
            <pc:docMk/>
            <pc:sldMk cId="584262458" sldId="720"/>
            <ac:spMk id="12" creationId="{31B98D73-4CBA-47A8-8F0F-2218DEE1FA38}"/>
          </ac:spMkLst>
        </pc:spChg>
        <pc:spChg chg="add mod">
          <ac:chgData name="Dincer Konur" userId="0cb337efb386619d" providerId="LiveId" clId="{5BD569B1-74C3-4593-9EC2-60C3C8760E52}" dt="2019-07-31T21:24:53.996" v="4045" actId="1076"/>
          <ac:spMkLst>
            <pc:docMk/>
            <pc:sldMk cId="584262458" sldId="720"/>
            <ac:spMk id="13" creationId="{4386E23F-92F4-4AEF-BED6-666A78704EF1}"/>
          </ac:spMkLst>
        </pc:spChg>
        <pc:spChg chg="add mod">
          <ac:chgData name="Dincer Konur" userId="0cb337efb386619d" providerId="LiveId" clId="{5BD569B1-74C3-4593-9EC2-60C3C8760E52}" dt="2019-07-31T21:24:49.197" v="4044" actId="1076"/>
          <ac:spMkLst>
            <pc:docMk/>
            <pc:sldMk cId="584262458" sldId="720"/>
            <ac:spMk id="14" creationId="{56B51B2F-55AA-4321-92B4-0080DCA77A13}"/>
          </ac:spMkLst>
        </pc:spChg>
        <pc:spChg chg="add mod">
          <ac:chgData name="Dincer Konur" userId="0cb337efb386619d" providerId="LiveId" clId="{5BD569B1-74C3-4593-9EC2-60C3C8760E52}" dt="2019-07-31T21:25:08.478" v="4049" actId="1076"/>
          <ac:spMkLst>
            <pc:docMk/>
            <pc:sldMk cId="584262458" sldId="720"/>
            <ac:spMk id="15" creationId="{13D2F5C7-6683-4D85-ACB8-496BC692DAC9}"/>
          </ac:spMkLst>
        </pc:spChg>
        <pc:picChg chg="del">
          <ac:chgData name="Dincer Konur" userId="0cb337efb386619d" providerId="LiveId" clId="{5BD569B1-74C3-4593-9EC2-60C3C8760E52}" dt="2019-07-31T21:09:33.374" v="3296" actId="478"/>
          <ac:picMkLst>
            <pc:docMk/>
            <pc:sldMk cId="584262458" sldId="720"/>
            <ac:picMk id="4" creationId="{5E66AED2-1D09-45E4-BC92-93953F09E50B}"/>
          </ac:picMkLst>
        </pc:picChg>
        <pc:cxnChg chg="add mod">
          <ac:chgData name="Dincer Konur" userId="0cb337efb386619d" providerId="LiveId" clId="{5BD569B1-74C3-4593-9EC2-60C3C8760E52}" dt="2019-07-31T21:25:28.027" v="4052" actId="14100"/>
          <ac:cxnSpMkLst>
            <pc:docMk/>
            <pc:sldMk cId="584262458" sldId="720"/>
            <ac:cxnSpMk id="17" creationId="{72634699-50F3-4201-B8F1-D1D15DA11705}"/>
          </ac:cxnSpMkLst>
        </pc:cxnChg>
        <pc:cxnChg chg="add mod">
          <ac:chgData name="Dincer Konur" userId="0cb337efb386619d" providerId="LiveId" clId="{5BD569B1-74C3-4593-9EC2-60C3C8760E52}" dt="2019-07-31T21:25:20.699" v="4051" actId="11529"/>
          <ac:cxnSpMkLst>
            <pc:docMk/>
            <pc:sldMk cId="584262458" sldId="720"/>
            <ac:cxnSpMk id="19" creationId="{2C4A8223-6E4A-49BA-85B0-B9E9DDDAA41D}"/>
          </ac:cxnSpMkLst>
        </pc:cxnChg>
      </pc:sldChg>
      <pc:sldChg chg="addSp delSp modSp add delAnim">
        <pc:chgData name="Dincer Konur" userId="0cb337efb386619d" providerId="LiveId" clId="{5BD569B1-74C3-4593-9EC2-60C3C8760E52}" dt="2019-07-31T21:29:02.259" v="4363" actId="20577"/>
        <pc:sldMkLst>
          <pc:docMk/>
          <pc:sldMk cId="382502865" sldId="721"/>
        </pc:sldMkLst>
        <pc:spChg chg="mod">
          <ac:chgData name="Dincer Konur" userId="0cb337efb386619d" providerId="LiveId" clId="{5BD569B1-74C3-4593-9EC2-60C3C8760E52}" dt="2019-07-31T21:29:02.259" v="4363" actId="20577"/>
          <ac:spMkLst>
            <pc:docMk/>
            <pc:sldMk cId="382502865" sldId="721"/>
            <ac:spMk id="3" creationId="{00000000-0000-0000-0000-000000000000}"/>
          </ac:spMkLst>
        </pc:spChg>
        <pc:spChg chg="add mod">
          <ac:chgData name="Dincer Konur" userId="0cb337efb386619d" providerId="LiveId" clId="{5BD569B1-74C3-4593-9EC2-60C3C8760E52}" dt="2019-07-31T21:26:35.583" v="4094" actId="1076"/>
          <ac:spMkLst>
            <pc:docMk/>
            <pc:sldMk cId="382502865" sldId="721"/>
            <ac:spMk id="4" creationId="{3DCE8981-4860-4120-A224-0844D71E8D5C}"/>
          </ac:spMkLst>
        </pc:spChg>
        <pc:spChg chg="del">
          <ac:chgData name="Dincer Konur" userId="0cb337efb386619d" providerId="LiveId" clId="{5BD569B1-74C3-4593-9EC2-60C3C8760E52}" dt="2019-07-31T21:25:39.086" v="4054" actId="478"/>
          <ac:spMkLst>
            <pc:docMk/>
            <pc:sldMk cId="382502865" sldId="721"/>
            <ac:spMk id="9" creationId="{A821F5A1-A3D5-46CA-9570-929EFC07F7CE}"/>
          </ac:spMkLst>
        </pc:spChg>
        <pc:spChg chg="del">
          <ac:chgData name="Dincer Konur" userId="0cb337efb386619d" providerId="LiveId" clId="{5BD569B1-74C3-4593-9EC2-60C3C8760E52}" dt="2019-07-31T21:25:39.086" v="4054" actId="478"/>
          <ac:spMkLst>
            <pc:docMk/>
            <pc:sldMk cId="382502865" sldId="721"/>
            <ac:spMk id="10" creationId="{EB4E423F-C75C-4265-AF27-A346F75185ED}"/>
          </ac:spMkLst>
        </pc:spChg>
        <pc:spChg chg="del">
          <ac:chgData name="Dincer Konur" userId="0cb337efb386619d" providerId="LiveId" clId="{5BD569B1-74C3-4593-9EC2-60C3C8760E52}" dt="2019-07-31T21:25:39.086" v="4054" actId="478"/>
          <ac:spMkLst>
            <pc:docMk/>
            <pc:sldMk cId="382502865" sldId="721"/>
            <ac:spMk id="11" creationId="{790183BA-E1B5-4928-9B5A-77AD5180C465}"/>
          </ac:spMkLst>
        </pc:spChg>
        <pc:spChg chg="del">
          <ac:chgData name="Dincer Konur" userId="0cb337efb386619d" providerId="LiveId" clId="{5BD569B1-74C3-4593-9EC2-60C3C8760E52}" dt="2019-07-31T21:25:39.086" v="4054" actId="478"/>
          <ac:spMkLst>
            <pc:docMk/>
            <pc:sldMk cId="382502865" sldId="721"/>
            <ac:spMk id="12" creationId="{31B98D73-4CBA-47A8-8F0F-2218DEE1FA38}"/>
          </ac:spMkLst>
        </pc:spChg>
        <pc:spChg chg="del">
          <ac:chgData name="Dincer Konur" userId="0cb337efb386619d" providerId="LiveId" clId="{5BD569B1-74C3-4593-9EC2-60C3C8760E52}" dt="2019-07-31T21:25:39.086" v="4054" actId="478"/>
          <ac:spMkLst>
            <pc:docMk/>
            <pc:sldMk cId="382502865" sldId="721"/>
            <ac:spMk id="13" creationId="{4386E23F-92F4-4AEF-BED6-666A78704EF1}"/>
          </ac:spMkLst>
        </pc:spChg>
        <pc:spChg chg="del">
          <ac:chgData name="Dincer Konur" userId="0cb337efb386619d" providerId="LiveId" clId="{5BD569B1-74C3-4593-9EC2-60C3C8760E52}" dt="2019-07-31T21:25:39.086" v="4054" actId="478"/>
          <ac:spMkLst>
            <pc:docMk/>
            <pc:sldMk cId="382502865" sldId="721"/>
            <ac:spMk id="14" creationId="{56B51B2F-55AA-4321-92B4-0080DCA77A13}"/>
          </ac:spMkLst>
        </pc:spChg>
        <pc:spChg chg="del">
          <ac:chgData name="Dincer Konur" userId="0cb337efb386619d" providerId="LiveId" clId="{5BD569B1-74C3-4593-9EC2-60C3C8760E52}" dt="2019-07-31T21:25:39.086" v="4054" actId="478"/>
          <ac:spMkLst>
            <pc:docMk/>
            <pc:sldMk cId="382502865" sldId="721"/>
            <ac:spMk id="15" creationId="{13D2F5C7-6683-4D85-ACB8-496BC692DAC9}"/>
          </ac:spMkLst>
        </pc:spChg>
        <pc:cxnChg chg="del">
          <ac:chgData name="Dincer Konur" userId="0cb337efb386619d" providerId="LiveId" clId="{5BD569B1-74C3-4593-9EC2-60C3C8760E52}" dt="2019-07-31T21:25:39.086" v="4054" actId="478"/>
          <ac:cxnSpMkLst>
            <pc:docMk/>
            <pc:sldMk cId="382502865" sldId="721"/>
            <ac:cxnSpMk id="17" creationId="{72634699-50F3-4201-B8F1-D1D15DA11705}"/>
          </ac:cxnSpMkLst>
        </pc:cxnChg>
        <pc:cxnChg chg="del mod">
          <ac:chgData name="Dincer Konur" userId="0cb337efb386619d" providerId="LiveId" clId="{5BD569B1-74C3-4593-9EC2-60C3C8760E52}" dt="2019-07-31T21:25:39.086" v="4054" actId="478"/>
          <ac:cxnSpMkLst>
            <pc:docMk/>
            <pc:sldMk cId="382502865" sldId="721"/>
            <ac:cxnSpMk id="19" creationId="{2C4A8223-6E4A-49BA-85B0-B9E9DDDAA41D}"/>
          </ac:cxnSpMkLst>
        </pc:cxnChg>
      </pc:sldChg>
    </pc:docChg>
  </pc:docChgLst>
  <pc:docChgLst>
    <pc:chgData name="Sahan Konur, Sahika" userId="739a6e03-9a4a-49c6-a350-571b31db94be" providerId="ADAL" clId="{D816177A-AEF1-4BDD-B702-9C3147C293E8}"/>
    <pc:docChg chg="undo custSel addSld delSld modSld sldOrd">
      <pc:chgData name="Sahan Konur, Sahika" userId="739a6e03-9a4a-49c6-a350-571b31db94be" providerId="ADAL" clId="{D816177A-AEF1-4BDD-B702-9C3147C293E8}" dt="2023-10-30T23:10:22.179" v="2444" actId="20577"/>
      <pc:docMkLst>
        <pc:docMk/>
      </pc:docMkLst>
      <pc:sldChg chg="modSp mod">
        <pc:chgData name="Sahan Konur, Sahika" userId="739a6e03-9a4a-49c6-a350-571b31db94be" providerId="ADAL" clId="{D816177A-AEF1-4BDD-B702-9C3147C293E8}" dt="2023-10-25T15:28:50.684" v="2402" actId="20577"/>
        <pc:sldMkLst>
          <pc:docMk/>
          <pc:sldMk cId="2474569206" sldId="260"/>
        </pc:sldMkLst>
        <pc:spChg chg="mod">
          <ac:chgData name="Sahan Konur, Sahika" userId="739a6e03-9a4a-49c6-a350-571b31db94be" providerId="ADAL" clId="{D816177A-AEF1-4BDD-B702-9C3147C293E8}" dt="2023-10-25T15:28:50.684" v="2402" actId="20577"/>
          <ac:spMkLst>
            <pc:docMk/>
            <pc:sldMk cId="2474569206" sldId="260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D816177A-AEF1-4BDD-B702-9C3147C293E8}" dt="2023-10-25T13:54:16.058" v="188" actId="1076"/>
        <pc:sldMkLst>
          <pc:docMk/>
          <pc:sldMk cId="2952425472" sldId="584"/>
        </pc:sldMkLst>
        <pc:spChg chg="mod">
          <ac:chgData name="Sahan Konur, Sahika" userId="739a6e03-9a4a-49c6-a350-571b31db94be" providerId="ADAL" clId="{D816177A-AEF1-4BDD-B702-9C3147C293E8}" dt="2023-10-25T13:54:05.017" v="186" actId="14100"/>
          <ac:spMkLst>
            <pc:docMk/>
            <pc:sldMk cId="2952425472" sldId="584"/>
            <ac:spMk id="3" creationId="{00000000-0000-0000-0000-000000000000}"/>
          </ac:spMkLst>
        </pc:spChg>
        <pc:spChg chg="mod">
          <ac:chgData name="Sahan Konur, Sahika" userId="739a6e03-9a4a-49c6-a350-571b31db94be" providerId="ADAL" clId="{D816177A-AEF1-4BDD-B702-9C3147C293E8}" dt="2023-10-25T13:54:13.107" v="187" actId="1076"/>
          <ac:spMkLst>
            <pc:docMk/>
            <pc:sldMk cId="2952425472" sldId="584"/>
            <ac:spMk id="7" creationId="{00000000-0000-0000-0000-000000000000}"/>
          </ac:spMkLst>
        </pc:spChg>
        <pc:spChg chg="mod">
          <ac:chgData name="Sahan Konur, Sahika" userId="739a6e03-9a4a-49c6-a350-571b31db94be" providerId="ADAL" clId="{D816177A-AEF1-4BDD-B702-9C3147C293E8}" dt="2023-10-25T13:54:16.058" v="188" actId="1076"/>
          <ac:spMkLst>
            <pc:docMk/>
            <pc:sldMk cId="2952425472" sldId="584"/>
            <ac:spMk id="8" creationId="{00000000-0000-0000-0000-000000000000}"/>
          </ac:spMkLst>
        </pc:spChg>
      </pc:sldChg>
      <pc:sldChg chg="modSp mod">
        <pc:chgData name="Sahan Konur, Sahika" userId="739a6e03-9a4a-49c6-a350-571b31db94be" providerId="ADAL" clId="{D816177A-AEF1-4BDD-B702-9C3147C293E8}" dt="2023-10-25T13:49:23.891" v="99" actId="27636"/>
        <pc:sldMkLst>
          <pc:docMk/>
          <pc:sldMk cId="4215876923" sldId="664"/>
        </pc:sldMkLst>
        <pc:spChg chg="mod">
          <ac:chgData name="Sahan Konur, Sahika" userId="739a6e03-9a4a-49c6-a350-571b31db94be" providerId="ADAL" clId="{D816177A-AEF1-4BDD-B702-9C3147C293E8}" dt="2023-10-25T13:49:23.891" v="99" actId="27636"/>
          <ac:spMkLst>
            <pc:docMk/>
            <pc:sldMk cId="4215876923" sldId="664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D816177A-AEF1-4BDD-B702-9C3147C293E8}" dt="2023-10-25T13:49:23.891" v="100" actId="27636"/>
        <pc:sldMkLst>
          <pc:docMk/>
          <pc:sldMk cId="2758004517" sldId="669"/>
        </pc:sldMkLst>
        <pc:spChg chg="mod">
          <ac:chgData name="Sahan Konur, Sahika" userId="739a6e03-9a4a-49c6-a350-571b31db94be" providerId="ADAL" clId="{D816177A-AEF1-4BDD-B702-9C3147C293E8}" dt="2023-10-25T13:49:23.891" v="100" actId="27636"/>
          <ac:spMkLst>
            <pc:docMk/>
            <pc:sldMk cId="2758004517" sldId="669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D816177A-AEF1-4BDD-B702-9C3147C293E8}" dt="2023-10-25T13:49:23.891" v="101" actId="27636"/>
        <pc:sldMkLst>
          <pc:docMk/>
          <pc:sldMk cId="1672314020" sldId="674"/>
        </pc:sldMkLst>
        <pc:spChg chg="mod">
          <ac:chgData name="Sahan Konur, Sahika" userId="739a6e03-9a4a-49c6-a350-571b31db94be" providerId="ADAL" clId="{D816177A-AEF1-4BDD-B702-9C3147C293E8}" dt="2023-10-25T13:49:23.891" v="101" actId="27636"/>
          <ac:spMkLst>
            <pc:docMk/>
            <pc:sldMk cId="1672314020" sldId="674"/>
            <ac:spMk id="3" creationId="{00000000-0000-0000-0000-000000000000}"/>
          </ac:spMkLst>
        </pc:spChg>
      </pc:sldChg>
      <pc:sldChg chg="del">
        <pc:chgData name="Sahan Konur, Sahika" userId="739a6e03-9a4a-49c6-a350-571b31db94be" providerId="ADAL" clId="{D816177A-AEF1-4BDD-B702-9C3147C293E8}" dt="2023-10-25T15:27:40.460" v="2363" actId="47"/>
        <pc:sldMkLst>
          <pc:docMk/>
          <pc:sldMk cId="3372079430" sldId="695"/>
        </pc:sldMkLst>
      </pc:sldChg>
      <pc:sldChg chg="del">
        <pc:chgData name="Sahan Konur, Sahika" userId="739a6e03-9a4a-49c6-a350-571b31db94be" providerId="ADAL" clId="{D816177A-AEF1-4BDD-B702-9C3147C293E8}" dt="2023-10-25T15:27:38.168" v="2362" actId="47"/>
        <pc:sldMkLst>
          <pc:docMk/>
          <pc:sldMk cId="2745387353" sldId="699"/>
        </pc:sldMkLst>
      </pc:sldChg>
      <pc:sldChg chg="del">
        <pc:chgData name="Sahan Konur, Sahika" userId="739a6e03-9a4a-49c6-a350-571b31db94be" providerId="ADAL" clId="{D816177A-AEF1-4BDD-B702-9C3147C293E8}" dt="2023-10-25T15:27:37.120" v="2361" actId="47"/>
        <pc:sldMkLst>
          <pc:docMk/>
          <pc:sldMk cId="1248026491" sldId="700"/>
        </pc:sldMkLst>
      </pc:sldChg>
      <pc:sldChg chg="modSp mod">
        <pc:chgData name="Sahan Konur, Sahika" userId="739a6e03-9a4a-49c6-a350-571b31db94be" providerId="ADAL" clId="{D816177A-AEF1-4BDD-B702-9C3147C293E8}" dt="2023-10-25T13:49:23.923" v="102" actId="27636"/>
        <pc:sldMkLst>
          <pc:docMk/>
          <pc:sldMk cId="1735545120" sldId="701"/>
        </pc:sldMkLst>
        <pc:spChg chg="mod">
          <ac:chgData name="Sahan Konur, Sahika" userId="739a6e03-9a4a-49c6-a350-571b31db94be" providerId="ADAL" clId="{D816177A-AEF1-4BDD-B702-9C3147C293E8}" dt="2023-10-23T22:21:38.413" v="18" actId="20577"/>
          <ac:spMkLst>
            <pc:docMk/>
            <pc:sldMk cId="1735545120" sldId="701"/>
            <ac:spMk id="2" creationId="{00000000-0000-0000-0000-000000000000}"/>
          </ac:spMkLst>
        </pc:spChg>
        <pc:spChg chg="mod">
          <ac:chgData name="Sahan Konur, Sahika" userId="739a6e03-9a4a-49c6-a350-571b31db94be" providerId="ADAL" clId="{D816177A-AEF1-4BDD-B702-9C3147C293E8}" dt="2023-10-25T13:49:23.923" v="102" actId="27636"/>
          <ac:spMkLst>
            <pc:docMk/>
            <pc:sldMk cId="1735545120" sldId="701"/>
            <ac:spMk id="3" creationId="{00000000-0000-0000-0000-000000000000}"/>
          </ac:spMkLst>
        </pc:spChg>
      </pc:sldChg>
      <pc:sldChg chg="modSp">
        <pc:chgData name="Sahan Konur, Sahika" userId="739a6e03-9a4a-49c6-a350-571b31db94be" providerId="ADAL" clId="{D816177A-AEF1-4BDD-B702-9C3147C293E8}" dt="2023-10-30T18:33:50.417" v="2443" actId="20577"/>
        <pc:sldMkLst>
          <pc:docMk/>
          <pc:sldMk cId="4283292556" sldId="719"/>
        </pc:sldMkLst>
        <pc:spChg chg="mod">
          <ac:chgData name="Sahan Konur, Sahika" userId="739a6e03-9a4a-49c6-a350-571b31db94be" providerId="ADAL" clId="{D816177A-AEF1-4BDD-B702-9C3147C293E8}" dt="2023-10-30T18:33:50.417" v="2443" actId="20577"/>
          <ac:spMkLst>
            <pc:docMk/>
            <pc:sldMk cId="4283292556" sldId="719"/>
            <ac:spMk id="3" creationId="{00000000-0000-0000-0000-000000000000}"/>
          </ac:spMkLst>
        </pc:spChg>
      </pc:sldChg>
      <pc:sldChg chg="modSp del mod">
        <pc:chgData name="Sahan Konur, Sahika" userId="739a6e03-9a4a-49c6-a350-571b31db94be" providerId="ADAL" clId="{D816177A-AEF1-4BDD-B702-9C3147C293E8}" dt="2023-10-25T13:48:51.157" v="96" actId="47"/>
        <pc:sldMkLst>
          <pc:docMk/>
          <pc:sldMk cId="412876124" sldId="722"/>
        </pc:sldMkLst>
        <pc:spChg chg="mod">
          <ac:chgData name="Sahan Konur, Sahika" userId="739a6e03-9a4a-49c6-a350-571b31db94be" providerId="ADAL" clId="{D816177A-AEF1-4BDD-B702-9C3147C293E8}" dt="2023-10-25T13:48:13.847" v="33" actId="20577"/>
          <ac:spMkLst>
            <pc:docMk/>
            <pc:sldMk cId="412876124" sldId="722"/>
            <ac:spMk id="3" creationId="{00000000-0000-0000-0000-000000000000}"/>
          </ac:spMkLst>
        </pc:spChg>
      </pc:sldChg>
      <pc:sldChg chg="del">
        <pc:chgData name="Sahan Konur, Sahika" userId="739a6e03-9a4a-49c6-a350-571b31db94be" providerId="ADAL" clId="{D816177A-AEF1-4BDD-B702-9C3147C293E8}" dt="2023-10-25T13:49:20.548" v="98" actId="47"/>
        <pc:sldMkLst>
          <pc:docMk/>
          <pc:sldMk cId="752701782" sldId="723"/>
        </pc:sldMkLst>
      </pc:sldChg>
      <pc:sldChg chg="del">
        <pc:chgData name="Sahan Konur, Sahika" userId="739a6e03-9a4a-49c6-a350-571b31db94be" providerId="ADAL" clId="{D816177A-AEF1-4BDD-B702-9C3147C293E8}" dt="2023-10-25T13:49:41.820" v="106" actId="47"/>
        <pc:sldMkLst>
          <pc:docMk/>
          <pc:sldMk cId="2506160810" sldId="724"/>
        </pc:sldMkLst>
      </pc:sldChg>
      <pc:sldChg chg="del">
        <pc:chgData name="Sahan Konur, Sahika" userId="739a6e03-9a4a-49c6-a350-571b31db94be" providerId="ADAL" clId="{D816177A-AEF1-4BDD-B702-9C3147C293E8}" dt="2023-10-25T13:50:16.798" v="112" actId="47"/>
        <pc:sldMkLst>
          <pc:docMk/>
          <pc:sldMk cId="1115192064" sldId="725"/>
        </pc:sldMkLst>
      </pc:sldChg>
      <pc:sldChg chg="del">
        <pc:chgData name="Sahan Konur, Sahika" userId="739a6e03-9a4a-49c6-a350-571b31db94be" providerId="ADAL" clId="{D816177A-AEF1-4BDD-B702-9C3147C293E8}" dt="2023-10-25T13:50:48.709" v="115" actId="47"/>
        <pc:sldMkLst>
          <pc:docMk/>
          <pc:sldMk cId="1002081274" sldId="726"/>
        </pc:sldMkLst>
      </pc:sldChg>
      <pc:sldChg chg="del">
        <pc:chgData name="Sahan Konur, Sahika" userId="739a6e03-9a4a-49c6-a350-571b31db94be" providerId="ADAL" clId="{D816177A-AEF1-4BDD-B702-9C3147C293E8}" dt="2023-10-25T13:51:04.437" v="118" actId="47"/>
        <pc:sldMkLst>
          <pc:docMk/>
          <pc:sldMk cId="2982433722" sldId="727"/>
        </pc:sldMkLst>
      </pc:sldChg>
      <pc:sldChg chg="modSp add mod">
        <pc:chgData name="Sahan Konur, Sahika" userId="739a6e03-9a4a-49c6-a350-571b31db94be" providerId="ADAL" clId="{D816177A-AEF1-4BDD-B702-9C3147C293E8}" dt="2023-10-25T15:28:45.506" v="2399" actId="20577"/>
        <pc:sldMkLst>
          <pc:docMk/>
          <pc:sldMk cId="64651485" sldId="728"/>
        </pc:sldMkLst>
        <pc:spChg chg="mod">
          <ac:chgData name="Sahan Konur, Sahika" userId="739a6e03-9a4a-49c6-a350-571b31db94be" providerId="ADAL" clId="{D816177A-AEF1-4BDD-B702-9C3147C293E8}" dt="2023-10-25T15:28:45.506" v="2399" actId="20577"/>
          <ac:spMkLst>
            <pc:docMk/>
            <pc:sldMk cId="64651485" sldId="728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D816177A-AEF1-4BDD-B702-9C3147C293E8}" dt="2023-10-25T15:28:31.398" v="2390" actId="20577"/>
        <pc:sldMkLst>
          <pc:docMk/>
          <pc:sldMk cId="2968075051" sldId="729"/>
        </pc:sldMkLst>
        <pc:spChg chg="mod">
          <ac:chgData name="Sahan Konur, Sahika" userId="739a6e03-9a4a-49c6-a350-571b31db94be" providerId="ADAL" clId="{D816177A-AEF1-4BDD-B702-9C3147C293E8}" dt="2023-10-25T15:28:31.398" v="2390" actId="20577"/>
          <ac:spMkLst>
            <pc:docMk/>
            <pc:sldMk cId="2968075051" sldId="729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D816177A-AEF1-4BDD-B702-9C3147C293E8}" dt="2023-10-25T15:28:23.523" v="2386" actId="20577"/>
        <pc:sldMkLst>
          <pc:docMk/>
          <pc:sldMk cId="2822593394" sldId="730"/>
        </pc:sldMkLst>
        <pc:spChg chg="mod">
          <ac:chgData name="Sahan Konur, Sahika" userId="739a6e03-9a4a-49c6-a350-571b31db94be" providerId="ADAL" clId="{D816177A-AEF1-4BDD-B702-9C3147C293E8}" dt="2023-10-25T15:28:23.523" v="2386" actId="20577"/>
          <ac:spMkLst>
            <pc:docMk/>
            <pc:sldMk cId="2822593394" sldId="730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D816177A-AEF1-4BDD-B702-9C3147C293E8}" dt="2023-10-25T15:28:19.050" v="2382" actId="20577"/>
        <pc:sldMkLst>
          <pc:docMk/>
          <pc:sldMk cId="4179334141" sldId="731"/>
        </pc:sldMkLst>
        <pc:spChg chg="mod">
          <ac:chgData name="Sahan Konur, Sahika" userId="739a6e03-9a4a-49c6-a350-571b31db94be" providerId="ADAL" clId="{D816177A-AEF1-4BDD-B702-9C3147C293E8}" dt="2023-10-25T15:28:19.050" v="2382" actId="20577"/>
          <ac:spMkLst>
            <pc:docMk/>
            <pc:sldMk cId="4179334141" sldId="731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D816177A-AEF1-4BDD-B702-9C3147C293E8}" dt="2023-10-25T15:28:08.680" v="2378" actId="20577"/>
        <pc:sldMkLst>
          <pc:docMk/>
          <pc:sldMk cId="3798873416" sldId="732"/>
        </pc:sldMkLst>
        <pc:spChg chg="mod">
          <ac:chgData name="Sahan Konur, Sahika" userId="739a6e03-9a4a-49c6-a350-571b31db94be" providerId="ADAL" clId="{D816177A-AEF1-4BDD-B702-9C3147C293E8}" dt="2023-10-25T15:28:08.680" v="2378" actId="20577"/>
          <ac:spMkLst>
            <pc:docMk/>
            <pc:sldMk cId="3798873416" sldId="732"/>
            <ac:spMk id="3" creationId="{00000000-0000-0000-0000-000000000000}"/>
          </ac:spMkLst>
        </pc:spChg>
      </pc:sldChg>
      <pc:sldChg chg="modSp mod">
        <pc:chgData name="Sahan Konur, Sahika" userId="739a6e03-9a4a-49c6-a350-571b31db94be" providerId="ADAL" clId="{D816177A-AEF1-4BDD-B702-9C3147C293E8}" dt="2023-10-25T15:27:54.925" v="2371" actId="20577"/>
        <pc:sldMkLst>
          <pc:docMk/>
          <pc:sldMk cId="1260910528" sldId="733"/>
        </pc:sldMkLst>
        <pc:spChg chg="mod">
          <ac:chgData name="Sahan Konur, Sahika" userId="739a6e03-9a4a-49c6-a350-571b31db94be" providerId="ADAL" clId="{D816177A-AEF1-4BDD-B702-9C3147C293E8}" dt="2023-10-25T15:27:54.925" v="2371" actId="20577"/>
          <ac:spMkLst>
            <pc:docMk/>
            <pc:sldMk cId="1260910528" sldId="733"/>
            <ac:spMk id="3" creationId="{00000000-0000-0000-0000-000000000000}"/>
          </ac:spMkLst>
        </pc:spChg>
      </pc:sldChg>
      <pc:sldChg chg="modSp del mod">
        <pc:chgData name="Sahan Konur, Sahika" userId="739a6e03-9a4a-49c6-a350-571b31db94be" providerId="ADAL" clId="{D816177A-AEF1-4BDD-B702-9C3147C293E8}" dt="2023-10-25T15:27:56.872" v="2372" actId="47"/>
        <pc:sldMkLst>
          <pc:docMk/>
          <pc:sldMk cId="2550658310" sldId="734"/>
        </pc:sldMkLst>
        <pc:spChg chg="mod">
          <ac:chgData name="Sahan Konur, Sahika" userId="739a6e03-9a4a-49c6-a350-571b31db94be" providerId="ADAL" clId="{D816177A-AEF1-4BDD-B702-9C3147C293E8}" dt="2023-10-25T15:27:45.573" v="2367" actId="20577"/>
          <ac:spMkLst>
            <pc:docMk/>
            <pc:sldMk cId="2550658310" sldId="734"/>
            <ac:spMk id="3" creationId="{00000000-0000-0000-0000-000000000000}"/>
          </ac:spMkLst>
        </pc:spChg>
      </pc:sldChg>
      <pc:sldChg chg="modSp del mod">
        <pc:chgData name="Sahan Konur, Sahika" userId="739a6e03-9a4a-49c6-a350-571b31db94be" providerId="ADAL" clId="{D816177A-AEF1-4BDD-B702-9C3147C293E8}" dt="2023-10-25T15:27:59.072" v="2373" actId="47"/>
        <pc:sldMkLst>
          <pc:docMk/>
          <pc:sldMk cId="770677254" sldId="735"/>
        </pc:sldMkLst>
        <pc:spChg chg="mod">
          <ac:chgData name="Sahan Konur, Sahika" userId="739a6e03-9a4a-49c6-a350-571b31db94be" providerId="ADAL" clId="{D816177A-AEF1-4BDD-B702-9C3147C293E8}" dt="2023-10-25T15:27:33.444" v="2360" actId="20577"/>
          <ac:spMkLst>
            <pc:docMk/>
            <pc:sldMk cId="770677254" sldId="735"/>
            <ac:spMk id="3" creationId="{00000000-0000-0000-0000-000000000000}"/>
          </ac:spMkLst>
        </pc:spChg>
      </pc:sldChg>
      <pc:sldChg chg="modSp new mod modAnim">
        <pc:chgData name="Sahan Konur, Sahika" userId="739a6e03-9a4a-49c6-a350-571b31db94be" providerId="ADAL" clId="{D816177A-AEF1-4BDD-B702-9C3147C293E8}" dt="2023-10-25T15:43:10.325" v="2438"/>
        <pc:sldMkLst>
          <pc:docMk/>
          <pc:sldMk cId="1369624172" sldId="736"/>
        </pc:sldMkLst>
        <pc:spChg chg="mod">
          <ac:chgData name="Sahan Konur, Sahika" userId="739a6e03-9a4a-49c6-a350-571b31db94be" providerId="ADAL" clId="{D816177A-AEF1-4BDD-B702-9C3147C293E8}" dt="2023-10-25T13:56:14.871" v="190"/>
          <ac:spMkLst>
            <pc:docMk/>
            <pc:sldMk cId="1369624172" sldId="736"/>
            <ac:spMk id="2" creationId="{CCD63F21-A4EA-CF9F-AAED-03FCBF0CD519}"/>
          </ac:spMkLst>
        </pc:spChg>
        <pc:spChg chg="mod">
          <ac:chgData name="Sahan Konur, Sahika" userId="739a6e03-9a4a-49c6-a350-571b31db94be" providerId="ADAL" clId="{D816177A-AEF1-4BDD-B702-9C3147C293E8}" dt="2023-10-25T15:42:51.587" v="2434" actId="207"/>
          <ac:spMkLst>
            <pc:docMk/>
            <pc:sldMk cId="1369624172" sldId="736"/>
            <ac:spMk id="3" creationId="{58F7A243-6687-99D3-8186-35BADF04E4E4}"/>
          </ac:spMkLst>
        </pc:spChg>
      </pc:sldChg>
      <pc:sldChg chg="addSp delSp modSp add mod modAnim">
        <pc:chgData name="Sahan Konur, Sahika" userId="739a6e03-9a4a-49c6-a350-571b31db94be" providerId="ADAL" clId="{D816177A-AEF1-4BDD-B702-9C3147C293E8}" dt="2023-10-25T14:51:13.672" v="890"/>
        <pc:sldMkLst>
          <pc:docMk/>
          <pc:sldMk cId="61063474" sldId="737"/>
        </pc:sldMkLst>
        <pc:spChg chg="mod">
          <ac:chgData name="Sahan Konur, Sahika" userId="739a6e03-9a4a-49c6-a350-571b31db94be" providerId="ADAL" clId="{D816177A-AEF1-4BDD-B702-9C3147C293E8}" dt="2023-10-25T14:50:54.778" v="885" actId="5793"/>
          <ac:spMkLst>
            <pc:docMk/>
            <pc:sldMk cId="61063474" sldId="737"/>
            <ac:spMk id="3" creationId="{58F7A243-6687-99D3-8186-35BADF04E4E4}"/>
          </ac:spMkLst>
        </pc:spChg>
        <pc:spChg chg="add del mod">
          <ac:chgData name="Sahan Konur, Sahika" userId="739a6e03-9a4a-49c6-a350-571b31db94be" providerId="ADAL" clId="{D816177A-AEF1-4BDD-B702-9C3147C293E8}" dt="2023-10-25T14:47:13.289" v="781" actId="478"/>
          <ac:spMkLst>
            <pc:docMk/>
            <pc:sldMk cId="61063474" sldId="737"/>
            <ac:spMk id="4" creationId="{221C0204-E9AA-0A3B-F75A-5E7247D7122C}"/>
          </ac:spMkLst>
        </pc:spChg>
        <pc:spChg chg="add mod">
          <ac:chgData name="Sahan Konur, Sahika" userId="739a6e03-9a4a-49c6-a350-571b31db94be" providerId="ADAL" clId="{D816177A-AEF1-4BDD-B702-9C3147C293E8}" dt="2023-10-25T14:48:47.917" v="824" actId="207"/>
          <ac:spMkLst>
            <pc:docMk/>
            <pc:sldMk cId="61063474" sldId="737"/>
            <ac:spMk id="5" creationId="{D4CF9F27-E770-5050-0329-BDBD1DA5AE1E}"/>
          </ac:spMkLst>
        </pc:spChg>
        <pc:spChg chg="add mod">
          <ac:chgData name="Sahan Konur, Sahika" userId="739a6e03-9a4a-49c6-a350-571b31db94be" providerId="ADAL" clId="{D816177A-AEF1-4BDD-B702-9C3147C293E8}" dt="2023-10-25T14:49:38.481" v="875" actId="20577"/>
          <ac:spMkLst>
            <pc:docMk/>
            <pc:sldMk cId="61063474" sldId="737"/>
            <ac:spMk id="6" creationId="{6B18E87F-7312-25C6-4BB2-19797F7ED00F}"/>
          </ac:spMkLst>
        </pc:spChg>
      </pc:sldChg>
      <pc:sldChg chg="modSp add mod ord modAnim">
        <pc:chgData name="Sahan Konur, Sahika" userId="739a6e03-9a4a-49c6-a350-571b31db94be" providerId="ADAL" clId="{D816177A-AEF1-4BDD-B702-9C3147C293E8}" dt="2023-10-25T14:39:47.883" v="600"/>
        <pc:sldMkLst>
          <pc:docMk/>
          <pc:sldMk cId="569904168" sldId="738"/>
        </pc:sldMkLst>
        <pc:spChg chg="mod">
          <ac:chgData name="Sahan Konur, Sahika" userId="739a6e03-9a4a-49c6-a350-571b31db94be" providerId="ADAL" clId="{D816177A-AEF1-4BDD-B702-9C3147C293E8}" dt="2023-10-25T14:39:13.624" v="594"/>
          <ac:spMkLst>
            <pc:docMk/>
            <pc:sldMk cId="569904168" sldId="738"/>
            <ac:spMk id="3" creationId="{58F7A243-6687-99D3-8186-35BADF04E4E4}"/>
          </ac:spMkLst>
        </pc:spChg>
      </pc:sldChg>
      <pc:sldChg chg="delSp modSp add mod delAnim modAnim">
        <pc:chgData name="Sahan Konur, Sahika" userId="739a6e03-9a4a-49c6-a350-571b31db94be" providerId="ADAL" clId="{D816177A-AEF1-4BDD-B702-9C3147C293E8}" dt="2023-10-25T15:06:30.700" v="1873"/>
        <pc:sldMkLst>
          <pc:docMk/>
          <pc:sldMk cId="4018391242" sldId="739"/>
        </pc:sldMkLst>
        <pc:spChg chg="mod">
          <ac:chgData name="Sahan Konur, Sahika" userId="739a6e03-9a4a-49c6-a350-571b31db94be" providerId="ADAL" clId="{D816177A-AEF1-4BDD-B702-9C3147C293E8}" dt="2023-10-25T15:01:09.485" v="1505" actId="20577"/>
          <ac:spMkLst>
            <pc:docMk/>
            <pc:sldMk cId="4018391242" sldId="739"/>
            <ac:spMk id="3" creationId="{58F7A243-6687-99D3-8186-35BADF04E4E4}"/>
          </ac:spMkLst>
        </pc:spChg>
        <pc:spChg chg="del">
          <ac:chgData name="Sahan Konur, Sahika" userId="739a6e03-9a4a-49c6-a350-571b31db94be" providerId="ADAL" clId="{D816177A-AEF1-4BDD-B702-9C3147C293E8}" dt="2023-10-25T14:53:43.729" v="893" actId="478"/>
          <ac:spMkLst>
            <pc:docMk/>
            <pc:sldMk cId="4018391242" sldId="739"/>
            <ac:spMk id="5" creationId="{D4CF9F27-E770-5050-0329-BDBD1DA5AE1E}"/>
          </ac:spMkLst>
        </pc:spChg>
        <pc:spChg chg="del">
          <ac:chgData name="Sahan Konur, Sahika" userId="739a6e03-9a4a-49c6-a350-571b31db94be" providerId="ADAL" clId="{D816177A-AEF1-4BDD-B702-9C3147C293E8}" dt="2023-10-25T14:53:44.939" v="894" actId="478"/>
          <ac:spMkLst>
            <pc:docMk/>
            <pc:sldMk cId="4018391242" sldId="739"/>
            <ac:spMk id="6" creationId="{6B18E87F-7312-25C6-4BB2-19797F7ED00F}"/>
          </ac:spMkLst>
        </pc:spChg>
      </pc:sldChg>
      <pc:sldChg chg="addSp modSp add mod modAnim">
        <pc:chgData name="Sahan Konur, Sahika" userId="739a6e03-9a4a-49c6-a350-571b31db94be" providerId="ADAL" clId="{D816177A-AEF1-4BDD-B702-9C3147C293E8}" dt="2023-10-30T23:10:22.179" v="2444" actId="20577"/>
        <pc:sldMkLst>
          <pc:docMk/>
          <pc:sldMk cId="3107767883" sldId="740"/>
        </pc:sldMkLst>
        <pc:spChg chg="mod">
          <ac:chgData name="Sahan Konur, Sahika" userId="739a6e03-9a4a-49c6-a350-571b31db94be" providerId="ADAL" clId="{D816177A-AEF1-4BDD-B702-9C3147C293E8}" dt="2023-10-30T23:10:22.179" v="2444" actId="20577"/>
          <ac:spMkLst>
            <pc:docMk/>
            <pc:sldMk cId="3107767883" sldId="740"/>
            <ac:spMk id="3" creationId="{58F7A243-6687-99D3-8186-35BADF04E4E4}"/>
          </ac:spMkLst>
        </pc:spChg>
        <pc:spChg chg="add mod">
          <ac:chgData name="Sahan Konur, Sahika" userId="739a6e03-9a4a-49c6-a350-571b31db94be" providerId="ADAL" clId="{D816177A-AEF1-4BDD-B702-9C3147C293E8}" dt="2023-10-25T15:09:30.799" v="2002" actId="571"/>
          <ac:spMkLst>
            <pc:docMk/>
            <pc:sldMk cId="3107767883" sldId="740"/>
            <ac:spMk id="6" creationId="{FB2660B1-1A9D-C54C-49E7-30F38E6FF018}"/>
          </ac:spMkLst>
        </pc:spChg>
        <pc:picChg chg="add mod">
          <ac:chgData name="Sahan Konur, Sahika" userId="739a6e03-9a4a-49c6-a350-571b31db94be" providerId="ADAL" clId="{D816177A-AEF1-4BDD-B702-9C3147C293E8}" dt="2023-10-25T15:03:39.768" v="1621" actId="1076"/>
          <ac:picMkLst>
            <pc:docMk/>
            <pc:sldMk cId="3107767883" sldId="740"/>
            <ac:picMk id="5" creationId="{B64EDB8D-7CA6-CEE6-1DC9-0DA67FF674D9}"/>
          </ac:picMkLst>
        </pc:picChg>
        <pc:picChg chg="add mod">
          <ac:chgData name="Sahan Konur, Sahika" userId="739a6e03-9a4a-49c6-a350-571b31db94be" providerId="ADAL" clId="{D816177A-AEF1-4BDD-B702-9C3147C293E8}" dt="2023-10-25T15:09:30.799" v="2002" actId="571"/>
          <ac:picMkLst>
            <pc:docMk/>
            <pc:sldMk cId="3107767883" sldId="740"/>
            <ac:picMk id="7" creationId="{73A75A57-98D7-CB8E-DD4E-53DF82C890F8}"/>
          </ac:picMkLst>
        </pc:picChg>
      </pc:sldChg>
      <pc:sldChg chg="addSp delSp modSp add mod delAnim modAnim">
        <pc:chgData name="Sahan Konur, Sahika" userId="739a6e03-9a4a-49c6-a350-571b31db94be" providerId="ADAL" clId="{D816177A-AEF1-4BDD-B702-9C3147C293E8}" dt="2023-10-25T15:16:32.074" v="2148"/>
        <pc:sldMkLst>
          <pc:docMk/>
          <pc:sldMk cId="1743642466" sldId="741"/>
        </pc:sldMkLst>
        <pc:spChg chg="mod">
          <ac:chgData name="Sahan Konur, Sahika" userId="739a6e03-9a4a-49c6-a350-571b31db94be" providerId="ADAL" clId="{D816177A-AEF1-4BDD-B702-9C3147C293E8}" dt="2023-10-25T15:12:24.547" v="2076" actId="20577"/>
          <ac:spMkLst>
            <pc:docMk/>
            <pc:sldMk cId="1743642466" sldId="741"/>
            <ac:spMk id="3" creationId="{58F7A243-6687-99D3-8186-35BADF04E4E4}"/>
          </ac:spMkLst>
        </pc:spChg>
        <pc:spChg chg="add mod">
          <ac:chgData name="Sahan Konur, Sahika" userId="739a6e03-9a4a-49c6-a350-571b31db94be" providerId="ADAL" clId="{D816177A-AEF1-4BDD-B702-9C3147C293E8}" dt="2023-10-25T15:11:25.617" v="2025" actId="114"/>
          <ac:spMkLst>
            <pc:docMk/>
            <pc:sldMk cId="1743642466" sldId="741"/>
            <ac:spMk id="4" creationId="{64F26BD6-EA76-E1AF-F0E0-EC6A87F3C360}"/>
          </ac:spMkLst>
        </pc:spChg>
        <pc:spChg chg="add mod">
          <ac:chgData name="Sahan Konur, Sahika" userId="739a6e03-9a4a-49c6-a350-571b31db94be" providerId="ADAL" clId="{D816177A-AEF1-4BDD-B702-9C3147C293E8}" dt="2023-10-25T15:13:27.782" v="2106" actId="1076"/>
          <ac:spMkLst>
            <pc:docMk/>
            <pc:sldMk cId="1743642466" sldId="741"/>
            <ac:spMk id="6" creationId="{7CEC8559-2EC2-A4B3-62F2-DE04AE1E7C06}"/>
          </ac:spMkLst>
        </pc:spChg>
        <pc:spChg chg="add mod">
          <ac:chgData name="Sahan Konur, Sahika" userId="739a6e03-9a4a-49c6-a350-571b31db94be" providerId="ADAL" clId="{D816177A-AEF1-4BDD-B702-9C3147C293E8}" dt="2023-10-25T15:15:19.530" v="2137" actId="114"/>
          <ac:spMkLst>
            <pc:docMk/>
            <pc:sldMk cId="1743642466" sldId="741"/>
            <ac:spMk id="7" creationId="{927509C4-FAA7-4A7D-7D46-49B3D0E3236B}"/>
          </ac:spMkLst>
        </pc:spChg>
        <pc:spChg chg="add mod">
          <ac:chgData name="Sahan Konur, Sahika" userId="739a6e03-9a4a-49c6-a350-571b31db94be" providerId="ADAL" clId="{D816177A-AEF1-4BDD-B702-9C3147C293E8}" dt="2023-10-25T15:13:49.245" v="2112" actId="1076"/>
          <ac:spMkLst>
            <pc:docMk/>
            <pc:sldMk cId="1743642466" sldId="741"/>
            <ac:spMk id="8" creationId="{AF89DD42-E93A-A172-38E0-E6BF11B82032}"/>
          </ac:spMkLst>
        </pc:spChg>
        <pc:spChg chg="add mod">
          <ac:chgData name="Sahan Konur, Sahika" userId="739a6e03-9a4a-49c6-a350-571b31db94be" providerId="ADAL" clId="{D816177A-AEF1-4BDD-B702-9C3147C293E8}" dt="2023-10-25T15:14:22.139" v="2117" actId="1582"/>
          <ac:spMkLst>
            <pc:docMk/>
            <pc:sldMk cId="1743642466" sldId="741"/>
            <ac:spMk id="13" creationId="{9B073B22-7759-2487-C5D2-A5636615BFD4}"/>
          </ac:spMkLst>
        </pc:spChg>
        <pc:graphicFrameChg chg="add del mod replId">
          <ac:chgData name="Sahan Konur, Sahika" userId="739a6e03-9a4a-49c6-a350-571b31db94be" providerId="ADAL" clId="{D816177A-AEF1-4BDD-B702-9C3147C293E8}" dt="2023-10-25T15:12:53.361" v="2083"/>
          <ac:graphicFrameMkLst>
            <pc:docMk/>
            <pc:sldMk cId="1743642466" sldId="741"/>
            <ac:graphicFrameMk id="9" creationId="{927509C4-FAA7-4A7D-7D46-49B3D0E3236B}"/>
          </ac:graphicFrameMkLst>
        </pc:graphicFrameChg>
        <pc:graphicFrameChg chg="add del mod replId">
          <ac:chgData name="Sahan Konur, Sahika" userId="739a6e03-9a4a-49c6-a350-571b31db94be" providerId="ADAL" clId="{D816177A-AEF1-4BDD-B702-9C3147C293E8}" dt="2023-10-25T15:12:57.086" v="2086"/>
          <ac:graphicFrameMkLst>
            <pc:docMk/>
            <pc:sldMk cId="1743642466" sldId="741"/>
            <ac:graphicFrameMk id="11" creationId="{7CEC8559-2EC2-A4B3-62F2-DE04AE1E7C06}"/>
          </ac:graphicFrameMkLst>
        </pc:graphicFrameChg>
        <pc:picChg chg="del">
          <ac:chgData name="Sahan Konur, Sahika" userId="739a6e03-9a4a-49c6-a350-571b31db94be" providerId="ADAL" clId="{D816177A-AEF1-4BDD-B702-9C3147C293E8}" dt="2023-10-25T15:10:06.123" v="2008" actId="478"/>
          <ac:picMkLst>
            <pc:docMk/>
            <pc:sldMk cId="1743642466" sldId="741"/>
            <ac:picMk id="5" creationId="{B64EDB8D-7CA6-CEE6-1DC9-0DA67FF674D9}"/>
          </ac:picMkLst>
        </pc:picChg>
      </pc:sldChg>
      <pc:sldChg chg="addSp delSp modSp add mod delAnim modAnim">
        <pc:chgData name="Sahan Konur, Sahika" userId="739a6e03-9a4a-49c6-a350-571b31db94be" providerId="ADAL" clId="{D816177A-AEF1-4BDD-B702-9C3147C293E8}" dt="2023-10-25T15:40:10.547" v="2432"/>
        <pc:sldMkLst>
          <pc:docMk/>
          <pc:sldMk cId="2151348505" sldId="742"/>
        </pc:sldMkLst>
        <pc:spChg chg="mod">
          <ac:chgData name="Sahan Konur, Sahika" userId="739a6e03-9a4a-49c6-a350-571b31db94be" providerId="ADAL" clId="{D816177A-AEF1-4BDD-B702-9C3147C293E8}" dt="2023-10-25T15:20:46.264" v="2263" actId="2710"/>
          <ac:spMkLst>
            <pc:docMk/>
            <pc:sldMk cId="2151348505" sldId="742"/>
            <ac:spMk id="3" creationId="{58F7A243-6687-99D3-8186-35BADF04E4E4}"/>
          </ac:spMkLst>
        </pc:spChg>
        <pc:spChg chg="del">
          <ac:chgData name="Sahan Konur, Sahika" userId="739a6e03-9a4a-49c6-a350-571b31db94be" providerId="ADAL" clId="{D816177A-AEF1-4BDD-B702-9C3147C293E8}" dt="2023-10-25T15:17:14.131" v="2157" actId="478"/>
          <ac:spMkLst>
            <pc:docMk/>
            <pc:sldMk cId="2151348505" sldId="742"/>
            <ac:spMk id="4" creationId="{64F26BD6-EA76-E1AF-F0E0-EC6A87F3C360}"/>
          </ac:spMkLst>
        </pc:spChg>
        <pc:spChg chg="add mod">
          <ac:chgData name="Sahan Konur, Sahika" userId="739a6e03-9a4a-49c6-a350-571b31db94be" providerId="ADAL" clId="{D816177A-AEF1-4BDD-B702-9C3147C293E8}" dt="2023-10-25T15:20:05.515" v="2257" actId="1076"/>
          <ac:spMkLst>
            <pc:docMk/>
            <pc:sldMk cId="2151348505" sldId="742"/>
            <ac:spMk id="5" creationId="{3D5563AD-A90F-9CB9-7A4A-E1DC1179A9DF}"/>
          </ac:spMkLst>
        </pc:spChg>
        <pc:spChg chg="del">
          <ac:chgData name="Sahan Konur, Sahika" userId="739a6e03-9a4a-49c6-a350-571b31db94be" providerId="ADAL" clId="{D816177A-AEF1-4BDD-B702-9C3147C293E8}" dt="2023-10-25T15:17:12.654" v="2156" actId="478"/>
          <ac:spMkLst>
            <pc:docMk/>
            <pc:sldMk cId="2151348505" sldId="742"/>
            <ac:spMk id="6" creationId="{7CEC8559-2EC2-A4B3-62F2-DE04AE1E7C06}"/>
          </ac:spMkLst>
        </pc:spChg>
        <pc:spChg chg="del">
          <ac:chgData name="Sahan Konur, Sahika" userId="739a6e03-9a4a-49c6-a350-571b31db94be" providerId="ADAL" clId="{D816177A-AEF1-4BDD-B702-9C3147C293E8}" dt="2023-10-25T15:17:05.889" v="2154" actId="478"/>
          <ac:spMkLst>
            <pc:docMk/>
            <pc:sldMk cId="2151348505" sldId="742"/>
            <ac:spMk id="7" creationId="{927509C4-FAA7-4A7D-7D46-49B3D0E3236B}"/>
          </ac:spMkLst>
        </pc:spChg>
        <pc:spChg chg="del mod">
          <ac:chgData name="Sahan Konur, Sahika" userId="739a6e03-9a4a-49c6-a350-571b31db94be" providerId="ADAL" clId="{D816177A-AEF1-4BDD-B702-9C3147C293E8}" dt="2023-10-25T15:17:02.098" v="2152" actId="478"/>
          <ac:spMkLst>
            <pc:docMk/>
            <pc:sldMk cId="2151348505" sldId="742"/>
            <ac:spMk id="8" creationId="{AF89DD42-E93A-A172-38E0-E6BF11B82032}"/>
          </ac:spMkLst>
        </pc:spChg>
        <pc:spChg chg="add del mod">
          <ac:chgData name="Sahan Konur, Sahika" userId="739a6e03-9a4a-49c6-a350-571b31db94be" providerId="ADAL" clId="{D816177A-AEF1-4BDD-B702-9C3147C293E8}" dt="2023-10-25T15:18:01.893" v="2171" actId="478"/>
          <ac:spMkLst>
            <pc:docMk/>
            <pc:sldMk cId="2151348505" sldId="742"/>
            <ac:spMk id="9" creationId="{71104906-DF31-09A3-94FE-622206F9CC55}"/>
          </ac:spMkLst>
        </pc:spChg>
        <pc:spChg chg="del">
          <ac:chgData name="Sahan Konur, Sahika" userId="739a6e03-9a4a-49c6-a350-571b31db94be" providerId="ADAL" clId="{D816177A-AEF1-4BDD-B702-9C3147C293E8}" dt="2023-10-25T15:17:03.618" v="2153" actId="478"/>
          <ac:spMkLst>
            <pc:docMk/>
            <pc:sldMk cId="2151348505" sldId="742"/>
            <ac:spMk id="13" creationId="{9B073B22-7759-2487-C5D2-A5636615BFD4}"/>
          </ac:spMkLst>
        </pc:spChg>
        <pc:spChg chg="add mod">
          <ac:chgData name="Sahan Konur, Sahika" userId="739a6e03-9a4a-49c6-a350-571b31db94be" providerId="ADAL" clId="{D816177A-AEF1-4BDD-B702-9C3147C293E8}" dt="2023-10-25T15:20:57.641" v="2264" actId="1076"/>
          <ac:spMkLst>
            <pc:docMk/>
            <pc:sldMk cId="2151348505" sldId="742"/>
            <ac:spMk id="14" creationId="{B16714D9-F718-8732-E65C-CCAE4B6597C1}"/>
          </ac:spMkLst>
        </pc:spChg>
        <pc:spChg chg="add mod">
          <ac:chgData name="Sahan Konur, Sahika" userId="739a6e03-9a4a-49c6-a350-571b31db94be" providerId="ADAL" clId="{D816177A-AEF1-4BDD-B702-9C3147C293E8}" dt="2023-10-25T15:21:01.894" v="2265" actId="1076"/>
          <ac:spMkLst>
            <pc:docMk/>
            <pc:sldMk cId="2151348505" sldId="742"/>
            <ac:spMk id="15" creationId="{3F07424A-627B-803D-A7CB-AAD2DF41D769}"/>
          </ac:spMkLst>
        </pc:spChg>
        <pc:spChg chg="add mod">
          <ac:chgData name="Sahan Konur, Sahika" userId="739a6e03-9a4a-49c6-a350-571b31db94be" providerId="ADAL" clId="{D816177A-AEF1-4BDD-B702-9C3147C293E8}" dt="2023-10-25T15:21:54.393" v="2302" actId="20577"/>
          <ac:spMkLst>
            <pc:docMk/>
            <pc:sldMk cId="2151348505" sldId="742"/>
            <ac:spMk id="16" creationId="{EC1E69FA-0809-E6DD-9DFD-08DE992390D0}"/>
          </ac:spMkLst>
        </pc:spChg>
        <pc:spChg chg="add mod">
          <ac:chgData name="Sahan Konur, Sahika" userId="739a6e03-9a4a-49c6-a350-571b31db94be" providerId="ADAL" clId="{D816177A-AEF1-4BDD-B702-9C3147C293E8}" dt="2023-10-25T15:22:22.693" v="2333" actId="20577"/>
          <ac:spMkLst>
            <pc:docMk/>
            <pc:sldMk cId="2151348505" sldId="742"/>
            <ac:spMk id="17" creationId="{C0F2C858-9CEE-ADC5-D21F-54EF22BDA6D2}"/>
          </ac:spMkLst>
        </pc:spChg>
        <pc:graphicFrameChg chg="add del mod replId">
          <ac:chgData name="Sahan Konur, Sahika" userId="739a6e03-9a4a-49c6-a350-571b31db94be" providerId="ADAL" clId="{D816177A-AEF1-4BDD-B702-9C3147C293E8}" dt="2023-10-25T15:17:54.497" v="2167"/>
          <ac:graphicFrameMkLst>
            <pc:docMk/>
            <pc:sldMk cId="2151348505" sldId="742"/>
            <ac:graphicFrameMk id="10" creationId="{71104906-DF31-09A3-94FE-622206F9CC55}"/>
          </ac:graphicFrameMkLst>
        </pc:graphicFrameChg>
      </pc:sldChg>
      <pc:sldChg chg="addSp delSp modSp add mod">
        <pc:chgData name="Sahan Konur, Sahika" userId="739a6e03-9a4a-49c6-a350-571b31db94be" providerId="ADAL" clId="{D816177A-AEF1-4BDD-B702-9C3147C293E8}" dt="2023-10-25T15:25:07.455" v="2343" actId="1076"/>
        <pc:sldMkLst>
          <pc:docMk/>
          <pc:sldMk cId="1888217796" sldId="743"/>
        </pc:sldMkLst>
        <pc:spChg chg="mod">
          <ac:chgData name="Sahan Konur, Sahika" userId="739a6e03-9a4a-49c6-a350-571b31db94be" providerId="ADAL" clId="{D816177A-AEF1-4BDD-B702-9C3147C293E8}" dt="2023-10-25T15:24:58.412" v="2340" actId="20577"/>
          <ac:spMkLst>
            <pc:docMk/>
            <pc:sldMk cId="1888217796" sldId="743"/>
            <ac:spMk id="3" creationId="{58F7A243-6687-99D3-8186-35BADF04E4E4}"/>
          </ac:spMkLst>
        </pc:spChg>
        <pc:spChg chg="del">
          <ac:chgData name="Sahan Konur, Sahika" userId="739a6e03-9a4a-49c6-a350-571b31db94be" providerId="ADAL" clId="{D816177A-AEF1-4BDD-B702-9C3147C293E8}" dt="2023-10-25T15:24:50.434" v="2335" actId="478"/>
          <ac:spMkLst>
            <pc:docMk/>
            <pc:sldMk cId="1888217796" sldId="743"/>
            <ac:spMk id="5" creationId="{3D5563AD-A90F-9CB9-7A4A-E1DC1179A9DF}"/>
          </ac:spMkLst>
        </pc:spChg>
        <pc:spChg chg="del">
          <ac:chgData name="Sahan Konur, Sahika" userId="739a6e03-9a4a-49c6-a350-571b31db94be" providerId="ADAL" clId="{D816177A-AEF1-4BDD-B702-9C3147C293E8}" dt="2023-10-25T15:24:52.022" v="2336" actId="478"/>
          <ac:spMkLst>
            <pc:docMk/>
            <pc:sldMk cId="1888217796" sldId="743"/>
            <ac:spMk id="14" creationId="{B16714D9-F718-8732-E65C-CCAE4B6597C1}"/>
          </ac:spMkLst>
        </pc:spChg>
        <pc:spChg chg="del">
          <ac:chgData name="Sahan Konur, Sahika" userId="739a6e03-9a4a-49c6-a350-571b31db94be" providerId="ADAL" clId="{D816177A-AEF1-4BDD-B702-9C3147C293E8}" dt="2023-10-25T15:24:53.341" v="2337" actId="478"/>
          <ac:spMkLst>
            <pc:docMk/>
            <pc:sldMk cId="1888217796" sldId="743"/>
            <ac:spMk id="15" creationId="{3F07424A-627B-803D-A7CB-AAD2DF41D769}"/>
          </ac:spMkLst>
        </pc:spChg>
        <pc:spChg chg="del">
          <ac:chgData name="Sahan Konur, Sahika" userId="739a6e03-9a4a-49c6-a350-571b31db94be" providerId="ADAL" clId="{D816177A-AEF1-4BDD-B702-9C3147C293E8}" dt="2023-10-25T15:24:54.691" v="2338" actId="478"/>
          <ac:spMkLst>
            <pc:docMk/>
            <pc:sldMk cId="1888217796" sldId="743"/>
            <ac:spMk id="16" creationId="{EC1E69FA-0809-E6DD-9DFD-08DE992390D0}"/>
          </ac:spMkLst>
        </pc:spChg>
        <pc:spChg chg="del">
          <ac:chgData name="Sahan Konur, Sahika" userId="739a6e03-9a4a-49c6-a350-571b31db94be" providerId="ADAL" clId="{D816177A-AEF1-4BDD-B702-9C3147C293E8}" dt="2023-10-25T15:24:56.042" v="2339" actId="478"/>
          <ac:spMkLst>
            <pc:docMk/>
            <pc:sldMk cId="1888217796" sldId="743"/>
            <ac:spMk id="17" creationId="{C0F2C858-9CEE-ADC5-D21F-54EF22BDA6D2}"/>
          </ac:spMkLst>
        </pc:spChg>
        <pc:picChg chg="add mod">
          <ac:chgData name="Sahan Konur, Sahika" userId="739a6e03-9a4a-49c6-a350-571b31db94be" providerId="ADAL" clId="{D816177A-AEF1-4BDD-B702-9C3147C293E8}" dt="2023-10-25T15:25:07.455" v="2343" actId="1076"/>
          <ac:picMkLst>
            <pc:docMk/>
            <pc:sldMk cId="1888217796" sldId="743"/>
            <ac:picMk id="6" creationId="{527751AC-3883-1275-FF48-DC59BC9EEF16}"/>
          </ac:picMkLst>
        </pc:picChg>
      </pc:sldChg>
      <pc:sldChg chg="addSp delSp modSp add mod">
        <pc:chgData name="Sahan Konur, Sahika" userId="739a6e03-9a4a-49c6-a350-571b31db94be" providerId="ADAL" clId="{D816177A-AEF1-4BDD-B702-9C3147C293E8}" dt="2023-10-25T15:33:32.520" v="2405" actId="1076"/>
        <pc:sldMkLst>
          <pc:docMk/>
          <pc:sldMk cId="3261828179" sldId="744"/>
        </pc:sldMkLst>
        <pc:picChg chg="add mod">
          <ac:chgData name="Sahan Konur, Sahika" userId="739a6e03-9a4a-49c6-a350-571b31db94be" providerId="ADAL" clId="{D816177A-AEF1-4BDD-B702-9C3147C293E8}" dt="2023-10-25T15:33:32.520" v="2405" actId="1076"/>
          <ac:picMkLst>
            <pc:docMk/>
            <pc:sldMk cId="3261828179" sldId="744"/>
            <ac:picMk id="5" creationId="{673B59FC-F309-340E-8B66-574551410963}"/>
          </ac:picMkLst>
        </pc:picChg>
        <pc:picChg chg="del">
          <ac:chgData name="Sahan Konur, Sahika" userId="739a6e03-9a4a-49c6-a350-571b31db94be" providerId="ADAL" clId="{D816177A-AEF1-4BDD-B702-9C3147C293E8}" dt="2023-10-25T15:32:58.445" v="2403" actId="478"/>
          <ac:picMkLst>
            <pc:docMk/>
            <pc:sldMk cId="3261828179" sldId="744"/>
            <ac:picMk id="6" creationId="{527751AC-3883-1275-FF48-DC59BC9EEF16}"/>
          </ac:picMkLst>
        </pc:picChg>
      </pc:sldChg>
      <pc:sldChg chg="addSp delSp modSp add mod modAnim">
        <pc:chgData name="Sahan Konur, Sahika" userId="739a6e03-9a4a-49c6-a350-571b31db94be" providerId="ADAL" clId="{D816177A-AEF1-4BDD-B702-9C3147C293E8}" dt="2023-10-25T15:36:38.058" v="2426"/>
        <pc:sldMkLst>
          <pc:docMk/>
          <pc:sldMk cId="617645120" sldId="745"/>
        </pc:sldMkLst>
        <pc:picChg chg="del">
          <ac:chgData name="Sahan Konur, Sahika" userId="739a6e03-9a4a-49c6-a350-571b31db94be" providerId="ADAL" clId="{D816177A-AEF1-4BDD-B702-9C3147C293E8}" dt="2023-10-25T15:34:08.092" v="2407" actId="478"/>
          <ac:picMkLst>
            <pc:docMk/>
            <pc:sldMk cId="617645120" sldId="745"/>
            <ac:picMk id="5" creationId="{673B59FC-F309-340E-8B66-574551410963}"/>
          </ac:picMkLst>
        </pc:picChg>
        <pc:picChg chg="add mod">
          <ac:chgData name="Sahan Konur, Sahika" userId="739a6e03-9a4a-49c6-a350-571b31db94be" providerId="ADAL" clId="{D816177A-AEF1-4BDD-B702-9C3147C293E8}" dt="2023-10-25T15:34:15.282" v="2411" actId="1076"/>
          <ac:picMkLst>
            <pc:docMk/>
            <pc:sldMk cId="617645120" sldId="745"/>
            <ac:picMk id="6" creationId="{199B1536-1EB5-C306-9A45-962F9C4D372D}"/>
          </ac:picMkLst>
        </pc:picChg>
        <pc:picChg chg="add mod">
          <ac:chgData name="Sahan Konur, Sahika" userId="739a6e03-9a4a-49c6-a350-571b31db94be" providerId="ADAL" clId="{D816177A-AEF1-4BDD-B702-9C3147C293E8}" dt="2023-10-25T15:35:11.027" v="2417" actId="1076"/>
          <ac:picMkLst>
            <pc:docMk/>
            <pc:sldMk cId="617645120" sldId="745"/>
            <ac:picMk id="8" creationId="{3E69A34F-6704-A69E-8BF3-BFD1D41B93A9}"/>
          </ac:picMkLst>
        </pc:picChg>
        <pc:picChg chg="add mod">
          <ac:chgData name="Sahan Konur, Sahika" userId="739a6e03-9a4a-49c6-a350-571b31db94be" providerId="ADAL" clId="{D816177A-AEF1-4BDD-B702-9C3147C293E8}" dt="2023-10-25T15:36:34.383" v="2425" actId="14100"/>
          <ac:picMkLst>
            <pc:docMk/>
            <pc:sldMk cId="617645120" sldId="745"/>
            <ac:picMk id="10" creationId="{C816C731-6877-589E-4C85-1B605B97994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8A81C-13E0-402A-9BD9-36F3DFFB46F8}" type="datetimeFigureOut">
              <a:rPr lang="en-US" smtClean="0"/>
              <a:t>11/2/24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376B9-9838-4376-9895-3384D05A8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6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34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50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73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03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38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80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86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6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16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6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54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94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94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968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244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70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33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344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7093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77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860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300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848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167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667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42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2B67-1FE0-4470-B55B-3CC11D24CADD}" type="datetime1">
              <a:rPr lang="en-US" smtClean="0"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3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002" y="365125"/>
            <a:ext cx="11478410" cy="839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5002" y="6356350"/>
            <a:ext cx="3226398" cy="365125"/>
          </a:xfrm>
        </p:spPr>
        <p:txBody>
          <a:bodyPr/>
          <a:lstStyle/>
          <a:p>
            <a:fld id="{1353BFE4-7670-4C28-92F7-8FCF0FD57118}" type="datetime1">
              <a:rPr lang="en-US" smtClean="0"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22812" cy="365125"/>
          </a:xfrm>
        </p:spPr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55002" y="1193795"/>
            <a:ext cx="1147841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79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1F0A-5054-4219-9A96-DB543FB4EFD5}" type="datetime1">
              <a:rPr lang="en-US" smtClean="0"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2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AD19-473A-4066-B1E0-68343C5132D6}" type="datetime1">
              <a:rPr lang="en-US" smtClean="0"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4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E0FC2-52DB-4282-89B9-05C3BBBBC7B9}" type="datetime1">
              <a:rPr lang="en-US" smtClean="0"/>
              <a:t>11/2/24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1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5194-1803-4C82-8079-F4C50D2E86E0}" type="datetime1">
              <a:rPr lang="en-US" smtClean="0"/>
              <a:t>11/2/24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3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B8836-251C-4B0D-A69F-3D40347DD622}" type="datetime1">
              <a:rPr lang="en-US" smtClean="0"/>
              <a:t>11/2/24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5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5A95-0B6A-4566-A8AE-17A99E17AA43}" type="datetime1">
              <a:rPr lang="en-US" smtClean="0"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01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09B7-F020-41E3-BB39-6A5B3AE8FEC4}" type="datetime1">
              <a:rPr lang="en-US" smtClean="0"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42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F8F7-4165-4684-A498-E5E8E09A9509}" type="datetime1">
              <a:rPr lang="en-US" smtClean="0"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6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46EA-4182-4A67-B641-818480444DAC}" type="datetime1">
              <a:rPr lang="en-US" smtClean="0"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6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C6168-8311-497C-A3AF-702D84FBDFB2}" type="datetime1">
              <a:rPr lang="en-US" smtClean="0"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0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tiff"/><Relationship Id="rId5" Type="http://schemas.openxmlformats.org/officeDocument/2006/relationships/image" Target="../media/image10.tiff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cipy.org/doc/scipy/reference/generated/scipy.optimize.minimize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682433"/>
            <a:ext cx="11487150" cy="2387600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prstClr val="black"/>
                </a:solidFill>
              </a:rPr>
              <a:t>ANLY 5332</a:t>
            </a:r>
            <a:br>
              <a:rPr lang="en-US" sz="5400" dirty="0">
                <a:solidFill>
                  <a:prstClr val="black"/>
                </a:solidFill>
              </a:rPr>
            </a:br>
            <a:br>
              <a:rPr lang="en-US" sz="3200" dirty="0">
                <a:solidFill>
                  <a:prstClr val="black"/>
                </a:solidFill>
              </a:rPr>
            </a:br>
            <a:br>
              <a:rPr lang="en-US" sz="3200" dirty="0">
                <a:solidFill>
                  <a:prstClr val="black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Department of Information Systems and Analytics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McCoy College of Business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Texas State University</a:t>
            </a:r>
            <a:endParaRPr lang="en-US" sz="44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Nonlinear Optimization</a:t>
            </a:r>
          </a:p>
        </p:txBody>
      </p:sp>
    </p:spTree>
    <p:extLst>
      <p:ext uri="{BB962C8B-B14F-4D97-AF65-F5344CB8AC3E}">
        <p14:creationId xmlns:p14="http://schemas.microsoft.com/office/powerpoint/2010/main" val="1735545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Nonlinear Programming Introduction (Chapter 8.1)</a:t>
            </a:r>
          </a:p>
          <a:p>
            <a:pPr lvl="1"/>
            <a:r>
              <a:rPr lang="en-US" dirty="0"/>
              <a:t>Nonlinear functions and Local vs. Global Optimality</a:t>
            </a:r>
          </a:p>
          <a:p>
            <a:r>
              <a:rPr lang="en-US" dirty="0"/>
              <a:t>Excel Solver’s Nonlinear Optimization (Chapter 8.2)</a:t>
            </a:r>
          </a:p>
          <a:p>
            <a:r>
              <a:rPr lang="en-US" dirty="0"/>
              <a:t>Separable Programming (Chapter 8.3)</a:t>
            </a:r>
          </a:p>
          <a:p>
            <a:r>
              <a:rPr lang="en-US" dirty="0" err="1"/>
              <a:t>Scipy</a:t>
            </a:r>
            <a:r>
              <a:rPr lang="en-US" dirty="0"/>
              <a:t> for Nonlinear Optimization (not in the textbook)</a:t>
            </a:r>
          </a:p>
          <a:p>
            <a:r>
              <a:rPr lang="en-US" dirty="0"/>
              <a:t>Cases</a:t>
            </a:r>
          </a:p>
          <a:p>
            <a:pPr lvl="1"/>
            <a:r>
              <a:rPr lang="en-US" dirty="0"/>
              <a:t>Economic Order Quantity Model (not in the textbook)</a:t>
            </a:r>
          </a:p>
          <a:p>
            <a:pPr lvl="1"/>
            <a:r>
              <a:rPr lang="en-US" dirty="0"/>
              <a:t>Simple Linear Regression Model (not in the textbook)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569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Nonlinear Programming Introduction (Chapter 8.1)</a:t>
            </a:r>
          </a:p>
          <a:p>
            <a:pPr lvl="1"/>
            <a:r>
              <a:rPr lang="en-US" dirty="0"/>
              <a:t>Nonlinear functions and Local vs. Global Optimality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Excel Solver’s Nonlinear Optimization (Chapter 8.2)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Separable Programming (Chapter 8.3)</a:t>
            </a:r>
          </a:p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Scipy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for Nonlinear Optimization (not in the textbook)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Cases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Economic Order Quantity Model (not in the textbook)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Simple Linear Regression Model (not in the textbook)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5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518044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linear programming</a:t>
            </a:r>
          </a:p>
          <a:p>
            <a:pPr lvl="1"/>
            <a:r>
              <a:rPr lang="en-US" dirty="0"/>
              <a:t>All of the functions (objective function and constraints) are linear</a:t>
            </a:r>
          </a:p>
          <a:p>
            <a:pPr lvl="1"/>
            <a:r>
              <a:rPr lang="en-US" dirty="0"/>
              <a:t>Constant marginal returns</a:t>
            </a:r>
          </a:p>
          <a:p>
            <a:pPr lvl="2"/>
            <a:r>
              <a:rPr lang="en-US" dirty="0"/>
              <a:t>Constant per unit profit</a:t>
            </a:r>
          </a:p>
          <a:p>
            <a:pPr lvl="2"/>
            <a:r>
              <a:rPr lang="en-US" dirty="0"/>
              <a:t>Constant per unit cost</a:t>
            </a:r>
          </a:p>
          <a:p>
            <a:pPr lvl="2"/>
            <a:r>
              <a:rPr lang="en-US" dirty="0"/>
              <a:t>Constant per unit resource usage</a:t>
            </a:r>
          </a:p>
          <a:p>
            <a:r>
              <a:rPr lang="en-US" dirty="0"/>
              <a:t>Nonlinear programming is used to model </a:t>
            </a:r>
            <a:r>
              <a:rPr lang="en-US" i="1" dirty="0" err="1"/>
              <a:t>nonproportional</a:t>
            </a:r>
            <a:r>
              <a:rPr lang="en-US" i="1" dirty="0"/>
              <a:t> relationships</a:t>
            </a:r>
            <a:r>
              <a:rPr lang="en-US" dirty="0"/>
              <a:t> between</a:t>
            </a:r>
          </a:p>
          <a:p>
            <a:pPr lvl="1"/>
            <a:r>
              <a:rPr lang="en-US" dirty="0"/>
              <a:t>Activity levels and the overall measure of performance (objective function)</a:t>
            </a:r>
          </a:p>
          <a:p>
            <a:pPr lvl="1"/>
            <a:r>
              <a:rPr lang="en-US" dirty="0"/>
              <a:t>Activity levels and the resources usage or contributions (constraints)</a:t>
            </a:r>
          </a:p>
          <a:p>
            <a:r>
              <a:rPr lang="en-US" dirty="0"/>
              <a:t>In non-linear programming</a:t>
            </a:r>
          </a:p>
          <a:p>
            <a:pPr lvl="1"/>
            <a:r>
              <a:rPr lang="en-US" dirty="0"/>
              <a:t>Some functions are nonlinear</a:t>
            </a:r>
          </a:p>
          <a:p>
            <a:pPr lvl="1"/>
            <a:r>
              <a:rPr lang="en-US" dirty="0"/>
              <a:t>Varying marginal returns</a:t>
            </a:r>
          </a:p>
          <a:p>
            <a:pPr lvl="1"/>
            <a:endParaRPr lang="en-US" dirty="0"/>
          </a:p>
        </p:txBody>
      </p:sp>
      <p:sp>
        <p:nvSpPr>
          <p:cNvPr id="7" name="Right Brace 6"/>
          <p:cNvSpPr/>
          <p:nvPr/>
        </p:nvSpPr>
        <p:spPr bwMode="auto">
          <a:xfrm>
            <a:off x="4992204" y="2286490"/>
            <a:ext cx="381000" cy="990600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6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73204" y="2353760"/>
            <a:ext cx="1716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Proportionality of the linear functions</a:t>
            </a:r>
          </a:p>
        </p:txBody>
      </p:sp>
    </p:spTree>
    <p:extLst>
      <p:ext uri="{BB962C8B-B14F-4D97-AF65-F5344CB8AC3E}">
        <p14:creationId xmlns:p14="http://schemas.microsoft.com/office/powerpoint/2010/main" val="295242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relations: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378" y="1948158"/>
            <a:ext cx="6988771" cy="422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34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Nonlinear relations:</a:t>
            </a:r>
          </a:p>
          <a:p>
            <a:pPr lvl="1"/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170535"/>
              </p:ext>
            </p:extLst>
          </p:nvPr>
        </p:nvGraphicFramePr>
        <p:xfrm>
          <a:off x="1886755" y="2732200"/>
          <a:ext cx="8153400" cy="333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803392" imgH="5245608" progId="Word.Document.8">
                  <p:embed/>
                </p:oleObj>
              </mc:Choice>
              <mc:Fallback>
                <p:oleObj name="Document" r:id="rId3" imgW="5803392" imgH="5245608" progId="Word.Document.8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54781"/>
                      <a:stretch>
                        <a:fillRect/>
                      </a:stretch>
                    </p:blipFill>
                    <p:spPr bwMode="auto">
                      <a:xfrm>
                        <a:off x="1886755" y="2732200"/>
                        <a:ext cx="8153400" cy="333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648755" y="2103550"/>
            <a:ext cx="28749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/>
              <a:t>Decreasing Marginal Returns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6992155" y="1798750"/>
            <a:ext cx="28749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/>
              <a:t>Piecewise Linear with</a:t>
            </a:r>
            <a:br>
              <a:rPr lang="en-US" sz="1800"/>
            </a:br>
            <a:r>
              <a:rPr lang="en-US" sz="1800"/>
              <a:t>Decreasing Marginal Returns</a:t>
            </a:r>
          </a:p>
        </p:txBody>
      </p:sp>
    </p:spTree>
    <p:extLst>
      <p:ext uri="{BB962C8B-B14F-4D97-AF65-F5344CB8AC3E}">
        <p14:creationId xmlns:p14="http://schemas.microsoft.com/office/powerpoint/2010/main" val="725532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Nonlinear relations:</a:t>
            </a:r>
          </a:p>
          <a:p>
            <a:pPr lvl="1"/>
            <a:endParaRPr lang="en-US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887595" y="2017340"/>
            <a:ext cx="28749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/>
              <a:t>Decreasing Marginal Returns</a:t>
            </a:r>
            <a:br>
              <a:rPr lang="en-US" sz="1800"/>
            </a:br>
            <a:r>
              <a:rPr lang="en-US" sz="1800"/>
              <a:t>Except for Discontinuities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7272270" y="2291978"/>
            <a:ext cx="27987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800"/>
              <a:t>Increasing Marginal Returns</a:t>
            </a:r>
          </a:p>
        </p:txBody>
      </p:sp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311076"/>
              </p:ext>
            </p:extLst>
          </p:nvPr>
        </p:nvGraphicFramePr>
        <p:xfrm>
          <a:off x="2014470" y="2779340"/>
          <a:ext cx="82296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803392" imgH="5245608" progId="Word.Document.8">
                  <p:embed/>
                </p:oleObj>
              </mc:Choice>
              <mc:Fallback>
                <p:oleObj name="Document" r:id="rId3" imgW="5803392" imgH="5245608" progId="Word.Document.8">
                  <p:embed/>
                  <p:pic>
                    <p:nvPicPr>
                      <p:cNvPr id="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2890"/>
                      <a:stretch>
                        <a:fillRect/>
                      </a:stretch>
                    </p:blipFill>
                    <p:spPr bwMode="auto">
                      <a:xfrm>
                        <a:off x="2014470" y="2779340"/>
                        <a:ext cx="8229600" cy="350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19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Constructing the nonlinear formula(s) needed for a nonlinear programming model is considerably more difficult than developing the linear formulas used in linear programming.</a:t>
            </a:r>
          </a:p>
          <a:p>
            <a:r>
              <a:rPr lang="en-US" dirty="0"/>
              <a:t>Solving a nonlinear programming model is often much more difficult (if it is possible at all) than solving a linear programming model.</a:t>
            </a:r>
          </a:p>
          <a:p>
            <a:r>
              <a:rPr lang="en-US" dirty="0"/>
              <a:t>We cannot use Simplex method:</a:t>
            </a:r>
          </a:p>
          <a:p>
            <a:pPr lvl="1"/>
            <a:endParaRPr lang="en-US" dirty="0"/>
          </a:p>
        </p:txBody>
      </p:sp>
      <p:pic>
        <p:nvPicPr>
          <p:cNvPr id="7" name="Picture 2" descr="C:\Users\konurd\Desktop\Graphical Simplex - 3D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753" y="4128307"/>
            <a:ext cx="3025461" cy="221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357612" y="4704155"/>
            <a:ext cx="4848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may not have those nice corner points as in the case of  linear programming or the objective function will not be optimized at a corner point</a:t>
            </a:r>
          </a:p>
        </p:txBody>
      </p:sp>
    </p:spTree>
    <p:extLst>
      <p:ext uri="{BB962C8B-B14F-4D97-AF65-F5344CB8AC3E}">
        <p14:creationId xmlns:p14="http://schemas.microsoft.com/office/powerpoint/2010/main" val="212916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important class of nonlinear functions:</a:t>
            </a:r>
          </a:p>
          <a:p>
            <a:pPr lvl="1"/>
            <a:r>
              <a:rPr lang="en-US" dirty="0"/>
              <a:t>Convex: Increasing marginal returns</a:t>
            </a:r>
          </a:p>
          <a:p>
            <a:pPr lvl="2"/>
            <a:r>
              <a:rPr lang="en-US" dirty="0"/>
              <a:t>A function is </a:t>
            </a:r>
            <a:r>
              <a:rPr lang="en-US" b="1" dirty="0"/>
              <a:t>convex</a:t>
            </a:r>
            <a:r>
              <a:rPr lang="en-US" dirty="0"/>
              <a:t> if the line connecting any two points on the function falls entirely above the function (u-shaped)</a:t>
            </a:r>
          </a:p>
          <a:p>
            <a:pPr lvl="1"/>
            <a:r>
              <a:rPr lang="en-US" dirty="0"/>
              <a:t>Concave: Decreasing marginal returns</a:t>
            </a:r>
          </a:p>
          <a:p>
            <a:pPr lvl="2"/>
            <a:r>
              <a:rPr lang="en-US" dirty="0"/>
              <a:t>A function is </a:t>
            </a:r>
            <a:r>
              <a:rPr lang="en-US" b="1" dirty="0"/>
              <a:t>concave</a:t>
            </a:r>
            <a:r>
              <a:rPr lang="en-US" dirty="0"/>
              <a:t> if the line connecting any two points on the function falls entirely below the function (n-shaped)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2" descr="C:\Users\konurd\Desktop\index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78" y="4113969"/>
            <a:ext cx="31242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566" y="3957613"/>
            <a:ext cx="5685745" cy="249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5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variable unconstrainted models: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878" y="3086368"/>
            <a:ext cx="2971196" cy="26243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735" y="3193306"/>
            <a:ext cx="2874175" cy="24143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040" y="1901573"/>
            <a:ext cx="461087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Minimizing a convex function 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en-US" sz="2000" dirty="0">
                <a:sym typeface="Wingdings" panose="05000000000000000000" pitchFamily="2" charset="2"/>
              </a:rPr>
              <a:t>take the first derivative, 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make it equal to 0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8970" y="1901573"/>
            <a:ext cx="498170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Maximizing a concave function 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en-US" sz="2000" dirty="0">
                <a:sym typeface="Wingdings" panose="05000000000000000000" pitchFamily="2" charset="2"/>
              </a:rPr>
              <a:t>take the first derivative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en-US" sz="2000" dirty="0">
                <a:sym typeface="Wingdings" panose="05000000000000000000" pitchFamily="2" charset="2"/>
              </a:rPr>
              <a:t>make it equal to 0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6377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than one variables: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8" name="Picture 2" descr="C:\Users\konurd\Desktop\image00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41" y="1858671"/>
            <a:ext cx="2532783" cy="215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C:\Users\konurd\Desktop\image00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40" y="4357647"/>
            <a:ext cx="2532784" cy="213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5509" y="4072217"/>
            <a:ext cx="3541393" cy="26560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0137" y="1629799"/>
            <a:ext cx="3996765" cy="29937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70634" y="2934642"/>
            <a:ext cx="231714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2-dimensional problems, the objective function can be visualized with the help of </a:t>
            </a:r>
            <a:r>
              <a:rPr lang="en-US" b="1" dirty="0"/>
              <a:t>level curves</a:t>
            </a:r>
            <a:r>
              <a:rPr lang="en-US" dirty="0"/>
              <a:t> also referred as </a:t>
            </a:r>
            <a:r>
              <a:rPr lang="en-US" b="1" dirty="0"/>
              <a:t>contours </a:t>
            </a:r>
            <a:r>
              <a:rPr lang="en-US" dirty="0"/>
              <a:t>or</a:t>
            </a:r>
            <a:r>
              <a:rPr lang="en-US" b="1" dirty="0"/>
              <a:t> heat maps</a:t>
            </a:r>
          </a:p>
        </p:txBody>
      </p:sp>
    </p:spTree>
    <p:extLst>
      <p:ext uri="{BB962C8B-B14F-4D97-AF65-F5344CB8AC3E}">
        <p14:creationId xmlns:p14="http://schemas.microsoft.com/office/powerpoint/2010/main" val="1102915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One-Size-Fits-All Method:</a:t>
            </a:r>
          </a:p>
          <a:p>
            <a:pPr lvl="1"/>
            <a:r>
              <a:rPr lang="en-US" dirty="0"/>
              <a:t>There is no algorithm that can solve an arbitrary non-linear program</a:t>
            </a:r>
          </a:p>
          <a:p>
            <a:pPr lvl="1"/>
            <a:r>
              <a:rPr lang="en-US" dirty="0"/>
              <a:t>Efficient algorithms exist for solving convex optimization problems</a:t>
            </a:r>
          </a:p>
          <a:p>
            <a:pPr lvl="2"/>
            <a:r>
              <a:rPr lang="en-US" dirty="0"/>
              <a:t>These algorithms provide “good” but not necessarily optimal solutions to non-convex problems. </a:t>
            </a:r>
          </a:p>
          <a:p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586" y="3015975"/>
            <a:ext cx="2852375" cy="326745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656" y="3015975"/>
            <a:ext cx="2827859" cy="32685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 flipH="1">
            <a:off x="1721478" y="6269100"/>
            <a:ext cx="35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Corner Points are not well-defined</a:t>
            </a:r>
          </a:p>
        </p:txBody>
      </p:sp>
      <p:sp>
        <p:nvSpPr>
          <p:cNvPr id="15" name="TextBox 14"/>
          <p:cNvSpPr txBox="1"/>
          <p:nvPr/>
        </p:nvSpPr>
        <p:spPr>
          <a:xfrm flipH="1">
            <a:off x="6520586" y="6269100"/>
            <a:ext cx="3615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Optimal Solution could be interior</a:t>
            </a:r>
          </a:p>
        </p:txBody>
      </p:sp>
    </p:spTree>
    <p:extLst>
      <p:ext uri="{BB962C8B-B14F-4D97-AF65-F5344CB8AC3E}">
        <p14:creationId xmlns:p14="http://schemas.microsoft.com/office/powerpoint/2010/main" val="193142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vs. Global Optimality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Optima:</a:t>
            </a:r>
          </a:p>
          <a:p>
            <a:pPr lvl="1"/>
            <a:r>
              <a:rPr lang="en-US" dirty="0"/>
              <a:t>a solution that is better than any other feasible solution in its local neighborhood. </a:t>
            </a:r>
          </a:p>
          <a:p>
            <a:r>
              <a:rPr lang="en-US" dirty="0"/>
              <a:t>Global Optima: </a:t>
            </a:r>
          </a:p>
          <a:p>
            <a:pPr lvl="1"/>
            <a:r>
              <a:rPr lang="en-US" dirty="0"/>
              <a:t>a solution that is better than any other feasible solution in the entire feasible region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13893" y="3386064"/>
            <a:ext cx="50904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Maximize 	0.5</a:t>
            </a:r>
            <a:r>
              <a:rPr lang="en-US" i="1" dirty="0"/>
              <a:t>x</a:t>
            </a:r>
            <a:r>
              <a:rPr lang="en-US" baseline="30000" dirty="0"/>
              <a:t>5</a:t>
            </a:r>
            <a:r>
              <a:rPr lang="en-US" dirty="0"/>
              <a:t> – 6</a:t>
            </a:r>
            <a:r>
              <a:rPr lang="en-US" i="1" dirty="0"/>
              <a:t>x</a:t>
            </a:r>
            <a:r>
              <a:rPr lang="en-US" baseline="30000" dirty="0"/>
              <a:t>4</a:t>
            </a:r>
            <a:r>
              <a:rPr lang="en-US" dirty="0"/>
              <a:t> + 24.5</a:t>
            </a:r>
            <a:r>
              <a:rPr lang="en-US" i="1" dirty="0"/>
              <a:t>x</a:t>
            </a:r>
            <a:r>
              <a:rPr lang="en-US" baseline="30000" dirty="0"/>
              <a:t>3</a:t>
            </a:r>
            <a:r>
              <a:rPr lang="en-US" dirty="0"/>
              <a:t> – 39</a:t>
            </a:r>
            <a:r>
              <a:rPr lang="en-US" i="1" dirty="0"/>
              <a:t>x</a:t>
            </a:r>
            <a:r>
              <a:rPr lang="en-US" baseline="30000" dirty="0"/>
              <a:t>2</a:t>
            </a:r>
            <a:r>
              <a:rPr lang="en-US" dirty="0"/>
              <a:t> + 20</a:t>
            </a:r>
            <a:r>
              <a:rPr lang="en-US" i="1" dirty="0"/>
              <a:t>x</a:t>
            </a:r>
            <a:endParaRPr lang="en-US" dirty="0"/>
          </a:p>
          <a:p>
            <a:r>
              <a:rPr lang="en-US" dirty="0"/>
              <a:t>subject to 	</a:t>
            </a:r>
            <a:r>
              <a:rPr lang="en-US" i="1" dirty="0"/>
              <a:t>x</a:t>
            </a:r>
            <a:r>
              <a:rPr lang="en-US" dirty="0"/>
              <a:t> ≤ 5</a:t>
            </a:r>
          </a:p>
          <a:p>
            <a:r>
              <a:rPr lang="en-US" dirty="0"/>
              <a:t>		</a:t>
            </a:r>
            <a:r>
              <a:rPr lang="en-US" i="1" dirty="0"/>
              <a:t>x</a:t>
            </a:r>
            <a:r>
              <a:rPr lang="en-US" dirty="0"/>
              <a:t> ≥ 0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064" y="3744698"/>
            <a:ext cx="5180527" cy="2626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ular Callout 10"/>
          <p:cNvSpPr/>
          <p:nvPr/>
        </p:nvSpPr>
        <p:spPr bwMode="auto">
          <a:xfrm>
            <a:off x="2414790" y="3386064"/>
            <a:ext cx="3148884" cy="358634"/>
          </a:xfrm>
          <a:prstGeom prst="wedgeRectCallout">
            <a:avLst>
              <a:gd name="adj1" fmla="val 40728"/>
              <a:gd name="adj2" fmla="val 228231"/>
            </a:avLst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6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77932" y="4416971"/>
            <a:ext cx="1973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Nonlinear function</a:t>
            </a:r>
          </a:p>
        </p:txBody>
      </p:sp>
    </p:spTree>
    <p:extLst>
      <p:ext uri="{BB962C8B-B14F-4D97-AF65-F5344CB8AC3E}">
        <p14:creationId xmlns:p14="http://schemas.microsoft.com/office/powerpoint/2010/main" val="299233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 animBg="1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vs. Global Optimality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and global optimal solutions</a:t>
            </a:r>
          </a:p>
          <a:p>
            <a:pPr lvl="1"/>
            <a:r>
              <a:rPr lang="en-US" dirty="0"/>
              <a:t>Local maximum vs. global maximum and Local minimum vs. global minimum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2" y="2662872"/>
            <a:ext cx="9108584" cy="3925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6336406" y="2662872"/>
            <a:ext cx="180304" cy="221996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763814" y="5998134"/>
            <a:ext cx="180304" cy="221996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735132" y="4965678"/>
            <a:ext cx="180304" cy="221996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651160" y="3563357"/>
            <a:ext cx="180304" cy="221996"/>
          </a:xfrm>
          <a:prstGeom prst="ellipse">
            <a:avLst/>
          </a:prstGeom>
          <a:solidFill>
            <a:schemeClr val="bg1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ular Callout 14"/>
          <p:cNvSpPr/>
          <p:nvPr/>
        </p:nvSpPr>
        <p:spPr bwMode="auto">
          <a:xfrm>
            <a:off x="837542" y="2932249"/>
            <a:ext cx="1625959" cy="812449"/>
          </a:xfrm>
          <a:prstGeom prst="wedgeRectCallout">
            <a:avLst>
              <a:gd name="adj1" fmla="val 122733"/>
              <a:gd name="adj2" fmla="val 3447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6" charset="-128"/>
              </a:rPr>
              <a:t>Local maximum</a:t>
            </a:r>
          </a:p>
        </p:txBody>
      </p:sp>
      <p:sp>
        <p:nvSpPr>
          <p:cNvPr id="16" name="Rectangular Callout 15"/>
          <p:cNvSpPr/>
          <p:nvPr/>
        </p:nvSpPr>
        <p:spPr bwMode="auto">
          <a:xfrm>
            <a:off x="1016357" y="5364514"/>
            <a:ext cx="1625959" cy="812449"/>
          </a:xfrm>
          <a:prstGeom prst="wedgeRectCallout">
            <a:avLst>
              <a:gd name="adj1" fmla="val 182931"/>
              <a:gd name="adj2" fmla="val -78072"/>
            </a:avLst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6" charset="-128"/>
              </a:rPr>
              <a:t>Local minimum</a:t>
            </a:r>
          </a:p>
        </p:txBody>
      </p:sp>
      <p:sp>
        <p:nvSpPr>
          <p:cNvPr id="17" name="Rectangular Callout 16"/>
          <p:cNvSpPr/>
          <p:nvPr/>
        </p:nvSpPr>
        <p:spPr bwMode="auto">
          <a:xfrm>
            <a:off x="9201536" y="2367645"/>
            <a:ext cx="1625959" cy="812449"/>
          </a:xfrm>
          <a:prstGeom prst="wedgeRectCallout">
            <a:avLst>
              <a:gd name="adj1" fmla="val -212316"/>
              <a:gd name="adj2" fmla="val 2773"/>
            </a:avLst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6" charset="-128"/>
              </a:rPr>
              <a:t>Global maximum</a:t>
            </a:r>
          </a:p>
        </p:txBody>
      </p:sp>
      <p:sp>
        <p:nvSpPr>
          <p:cNvPr id="18" name="Rectangular Callout 17"/>
          <p:cNvSpPr/>
          <p:nvPr/>
        </p:nvSpPr>
        <p:spPr bwMode="auto">
          <a:xfrm>
            <a:off x="9721400" y="5286649"/>
            <a:ext cx="1625959" cy="812449"/>
          </a:xfrm>
          <a:prstGeom prst="wedgeRectCallout">
            <a:avLst>
              <a:gd name="adj1" fmla="val -162415"/>
              <a:gd name="adj2" fmla="val 51914"/>
            </a:avLst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6" charset="-128"/>
              </a:rPr>
              <a:t>Global minimum</a:t>
            </a:r>
          </a:p>
        </p:txBody>
      </p:sp>
      <p:sp>
        <p:nvSpPr>
          <p:cNvPr id="19" name="Oval 18"/>
          <p:cNvSpPr/>
          <p:nvPr/>
        </p:nvSpPr>
        <p:spPr>
          <a:xfrm>
            <a:off x="8143286" y="4464086"/>
            <a:ext cx="180304" cy="221996"/>
          </a:xfrm>
          <a:prstGeom prst="ellipse">
            <a:avLst/>
          </a:prstGeom>
          <a:solidFill>
            <a:schemeClr val="bg1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ular Callout 19"/>
          <p:cNvSpPr/>
          <p:nvPr/>
        </p:nvSpPr>
        <p:spPr bwMode="auto">
          <a:xfrm>
            <a:off x="9277699" y="3718084"/>
            <a:ext cx="1625959" cy="812449"/>
          </a:xfrm>
          <a:prstGeom prst="wedgeRectCallout">
            <a:avLst>
              <a:gd name="adj1" fmla="val -112514"/>
              <a:gd name="adj2" fmla="val 59840"/>
            </a:avLst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6" charset="-128"/>
              </a:rPr>
              <a:t>Local maximum</a:t>
            </a:r>
          </a:p>
        </p:txBody>
      </p:sp>
      <p:sp>
        <p:nvSpPr>
          <p:cNvPr id="21" name="Rectangular Callout 20"/>
          <p:cNvSpPr/>
          <p:nvPr/>
        </p:nvSpPr>
        <p:spPr bwMode="auto">
          <a:xfrm>
            <a:off x="542401" y="4283070"/>
            <a:ext cx="1625959" cy="812449"/>
          </a:xfrm>
          <a:prstGeom prst="wedgeRectCallout">
            <a:avLst>
              <a:gd name="adj1" fmla="val 121941"/>
              <a:gd name="adj2" fmla="val -14664"/>
            </a:avLst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6" charset="-128"/>
              </a:rPr>
              <a:t>Local minimum</a:t>
            </a:r>
          </a:p>
        </p:txBody>
      </p:sp>
      <p:sp>
        <p:nvSpPr>
          <p:cNvPr id="22" name="Oval 21"/>
          <p:cNvSpPr/>
          <p:nvPr/>
        </p:nvSpPr>
        <p:spPr>
          <a:xfrm>
            <a:off x="3271442" y="4464086"/>
            <a:ext cx="180304" cy="221996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8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vs. Global Optimality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and global optimal solutions</a:t>
            </a:r>
          </a:p>
          <a:p>
            <a:pPr lvl="1"/>
            <a:r>
              <a:rPr lang="en-US" dirty="0"/>
              <a:t>A global optimum is also a local optimum</a:t>
            </a:r>
          </a:p>
          <a:p>
            <a:pPr lvl="2"/>
            <a:r>
              <a:rPr lang="en-US" dirty="0"/>
              <a:t>But a local optimum is not necessarily a global optimum</a:t>
            </a:r>
          </a:p>
          <a:p>
            <a:pPr lvl="1"/>
            <a:r>
              <a:rPr lang="en-US" dirty="0"/>
              <a:t>There might be multiple local optima as well as multiple global optima (in case of alternative optima)</a:t>
            </a:r>
          </a:p>
          <a:p>
            <a:pPr lvl="1"/>
            <a:r>
              <a:rPr lang="en-US" dirty="0"/>
              <a:t>A local minimum can be greater than a local maximum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545" y="3886365"/>
            <a:ext cx="471487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6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Nonlinear Programming Introduction (Chapter 8.1)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Nonlinear functions and Local vs. Global Optimality</a:t>
            </a:r>
          </a:p>
          <a:p>
            <a:r>
              <a:rPr lang="en-US" dirty="0"/>
              <a:t>Excel Solver’s Nonlinear Optimization (Chapter 8.2)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Separable Programming (Chapter 8.3)</a:t>
            </a:r>
          </a:p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Scipy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for Nonlinear Optimization (not in the textbook)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Cases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Economic Order Quantity Model (not in the textbook)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Simple Linear Regression Model (not in the textbook)</a:t>
            </a:r>
          </a:p>
          <a:p>
            <a:pPr marL="2286000" lvl="5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075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Solver’s Nonlinear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Excel Solver has a solving method for nonlinear models</a:t>
            </a:r>
          </a:p>
          <a:p>
            <a:pPr lvl="1"/>
            <a:r>
              <a:rPr lang="en-US" dirty="0"/>
              <a:t>GRG Nonlinear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Infeasibility and unboundedness outcomes are the same:</a:t>
            </a:r>
          </a:p>
          <a:p>
            <a:pPr lvl="2"/>
            <a:r>
              <a:rPr lang="en-US" dirty="0"/>
              <a:t>“Solver could not find a feasible solution” for infeasibility</a:t>
            </a:r>
          </a:p>
          <a:p>
            <a:pPr lvl="2"/>
            <a:r>
              <a:rPr lang="en-US" dirty="0"/>
              <a:t>“Objective Cell values do not converge” for unboundedness</a:t>
            </a:r>
          </a:p>
          <a:p>
            <a:r>
              <a:rPr lang="en-US" b="1" u="sng" dirty="0">
                <a:solidFill>
                  <a:srgbClr val="C00000"/>
                </a:solidFill>
              </a:rPr>
              <a:t>Example: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/>
              <a:t>Multiple local maxima (Chapter 8.1)</a:t>
            </a:r>
          </a:p>
          <a:p>
            <a:endParaRPr lang="en-US" b="1" u="sng" dirty="0">
              <a:solidFill>
                <a:srgbClr val="C00000"/>
              </a:solidFill>
            </a:endParaRPr>
          </a:p>
          <a:p>
            <a:endParaRPr lang="en-US" b="1" u="sng" dirty="0">
              <a:solidFill>
                <a:srgbClr val="C00000"/>
              </a:solidFill>
            </a:endParaRPr>
          </a:p>
          <a:p>
            <a:endParaRPr lang="en-US" b="1" u="sng" dirty="0">
              <a:solidFill>
                <a:srgbClr val="C00000"/>
              </a:solidFill>
            </a:endParaRPr>
          </a:p>
          <a:p>
            <a:endParaRPr lang="en-US" b="1" u="sng" dirty="0">
              <a:solidFill>
                <a:srgbClr val="C00000"/>
              </a:solidFill>
            </a:endParaRP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54805" y="4987490"/>
            <a:ext cx="92126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Maximize 		Profit = 0.5</a:t>
            </a:r>
            <a:r>
              <a:rPr lang="en-US" sz="2800" i="1" dirty="0"/>
              <a:t>x</a:t>
            </a:r>
            <a:r>
              <a:rPr lang="en-US" sz="2800" baseline="30000" dirty="0"/>
              <a:t>5</a:t>
            </a:r>
            <a:r>
              <a:rPr lang="en-US" sz="2800" dirty="0"/>
              <a:t> – 6</a:t>
            </a:r>
            <a:r>
              <a:rPr lang="en-US" sz="2800" i="1" dirty="0"/>
              <a:t>x</a:t>
            </a:r>
            <a:r>
              <a:rPr lang="en-US" sz="2800" baseline="30000" dirty="0"/>
              <a:t>4</a:t>
            </a:r>
            <a:r>
              <a:rPr lang="en-US" sz="2800" dirty="0"/>
              <a:t> + 24.5</a:t>
            </a:r>
            <a:r>
              <a:rPr lang="en-US" sz="2800" i="1" dirty="0"/>
              <a:t>x</a:t>
            </a:r>
            <a:r>
              <a:rPr lang="en-US" sz="2800" baseline="30000" dirty="0"/>
              <a:t>3</a:t>
            </a:r>
            <a:r>
              <a:rPr lang="en-US" sz="2800" dirty="0"/>
              <a:t> – 39</a:t>
            </a:r>
            <a:r>
              <a:rPr lang="en-US" sz="2800" i="1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+ 20</a:t>
            </a:r>
            <a:r>
              <a:rPr lang="en-US" sz="2800" i="1" dirty="0"/>
              <a:t>x</a:t>
            </a:r>
            <a:endParaRPr lang="en-US" sz="2800" dirty="0"/>
          </a:p>
          <a:p>
            <a:r>
              <a:rPr lang="en-US" sz="2800" dirty="0"/>
              <a:t>subject to 		</a:t>
            </a:r>
            <a:r>
              <a:rPr lang="en-US" sz="2800" i="1" dirty="0"/>
              <a:t>x</a:t>
            </a:r>
            <a:r>
              <a:rPr lang="en-US" sz="2800" dirty="0"/>
              <a:t> ≤ 5</a:t>
            </a:r>
          </a:p>
          <a:p>
            <a:r>
              <a:rPr lang="en-US" sz="2800" dirty="0"/>
              <a:t>			</a:t>
            </a:r>
            <a:r>
              <a:rPr lang="en-US" sz="2800" i="1" dirty="0"/>
              <a:t>x</a:t>
            </a:r>
            <a:r>
              <a:rPr lang="en-US" sz="2800" dirty="0"/>
              <a:t> ≥ 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182" y="1841651"/>
            <a:ext cx="49720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25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Solver’s Nonlinear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Depending on the starting solution, the returned solution can change</a:t>
            </a:r>
          </a:p>
          <a:p>
            <a:endParaRPr lang="en-US" b="1" u="sng" dirty="0">
              <a:solidFill>
                <a:srgbClr val="C00000"/>
              </a:solidFill>
            </a:endParaRPr>
          </a:p>
          <a:p>
            <a:endParaRPr lang="en-US" b="1" u="sng" dirty="0">
              <a:solidFill>
                <a:srgbClr val="C00000"/>
              </a:solidFill>
            </a:endParaRPr>
          </a:p>
          <a:p>
            <a:endParaRPr lang="en-US" b="1" u="sng" dirty="0">
              <a:solidFill>
                <a:srgbClr val="C00000"/>
              </a:solidFill>
            </a:endParaRPr>
          </a:p>
          <a:p>
            <a:endParaRPr lang="en-US" b="1" u="sng" dirty="0">
              <a:solidFill>
                <a:srgbClr val="C00000"/>
              </a:solidFill>
            </a:endParaRP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385891"/>
              </p:ext>
            </p:extLst>
          </p:nvPr>
        </p:nvGraphicFramePr>
        <p:xfrm>
          <a:off x="1345842" y="1804116"/>
          <a:ext cx="3429000" cy="1535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136392" imgH="1405128" progId="Excel.Sheet.8">
                  <p:embed/>
                </p:oleObj>
              </mc:Choice>
              <mc:Fallback>
                <p:oleObj name="Worksheet" r:id="rId3" imgW="3136392" imgH="1405128" progId="Excel.Sheet.8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5842" y="1804116"/>
                        <a:ext cx="3429000" cy="1535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950974"/>
              </p:ext>
            </p:extLst>
          </p:nvPr>
        </p:nvGraphicFramePr>
        <p:xfrm>
          <a:off x="1345842" y="3459879"/>
          <a:ext cx="3448493" cy="154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136392" imgH="1405128" progId="Excel.Sheet.8">
                  <p:embed/>
                </p:oleObj>
              </mc:Choice>
              <mc:Fallback>
                <p:oleObj name="Worksheet" r:id="rId5" imgW="3136392" imgH="1405128" progId="Excel.Sheet.8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5842" y="3459879"/>
                        <a:ext cx="3448493" cy="154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034771"/>
              </p:ext>
            </p:extLst>
          </p:nvPr>
        </p:nvGraphicFramePr>
        <p:xfrm>
          <a:off x="1345842" y="5080716"/>
          <a:ext cx="3429000" cy="1535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3136392" imgH="1405128" progId="Excel.Sheet.8">
                  <p:embed/>
                </p:oleObj>
              </mc:Choice>
              <mc:Fallback>
                <p:oleObj name="Worksheet" r:id="rId7" imgW="3136392" imgH="1405128" progId="Excel.Sheet.8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5842" y="5080716"/>
                        <a:ext cx="3429000" cy="1535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5208996" y="2202737"/>
            <a:ext cx="1770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Starting with x=0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8996" y="4047531"/>
            <a:ext cx="1770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Starting with x=3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08995" y="5664003"/>
            <a:ext cx="1945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Starting with x=4.7</a:t>
            </a:r>
          </a:p>
        </p:txBody>
      </p:sp>
    </p:spTree>
    <p:extLst>
      <p:ext uri="{BB962C8B-B14F-4D97-AF65-F5344CB8AC3E}">
        <p14:creationId xmlns:p14="http://schemas.microsoft.com/office/powerpoint/2010/main" val="145567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Solver’s Nonlinear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8716128" cy="486453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Solver outputs:</a:t>
            </a:r>
          </a:p>
          <a:p>
            <a:pPr lvl="1"/>
            <a:r>
              <a:rPr lang="en-US" dirty="0"/>
              <a:t>“Solver found a solution. All constraints and optimality conditions are satisfied.”</a:t>
            </a:r>
          </a:p>
          <a:p>
            <a:pPr lvl="2"/>
            <a:r>
              <a:rPr lang="en-US" dirty="0"/>
              <a:t>Good message! </a:t>
            </a:r>
          </a:p>
          <a:p>
            <a:pPr lvl="2"/>
            <a:r>
              <a:rPr lang="en-US" dirty="0"/>
              <a:t>A local optimal solution is identified.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“Solver has converged to the current solution. All constraints are satisfied.”</a:t>
            </a:r>
          </a:p>
          <a:p>
            <a:pPr lvl="2"/>
            <a:r>
              <a:rPr lang="en-US" dirty="0"/>
              <a:t>Not so-good message! </a:t>
            </a:r>
          </a:p>
          <a:p>
            <a:pPr lvl="2"/>
            <a:r>
              <a:rPr lang="en-US" dirty="0"/>
              <a:t>Not necessarily a local optimal solution.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“Solver cannot improve the current solution. All constraints are satisfied.”</a:t>
            </a:r>
          </a:p>
          <a:p>
            <a:pPr lvl="2"/>
            <a:r>
              <a:rPr lang="en-US" dirty="0"/>
              <a:t>Worst message! </a:t>
            </a:r>
          </a:p>
          <a:p>
            <a:pPr lvl="2"/>
            <a:r>
              <a:rPr lang="en-US" dirty="0"/>
              <a:t>Not necessarily a local optimal solution, solver is trapped in a cycle. </a:t>
            </a:r>
          </a:p>
          <a:p>
            <a:pPr lvl="1"/>
            <a:endParaRPr lang="en-US" dirty="0"/>
          </a:p>
          <a:p>
            <a:endParaRPr lang="en-US" b="1" u="sng" dirty="0">
              <a:solidFill>
                <a:srgbClr val="C00000"/>
              </a:solidFill>
            </a:endParaRPr>
          </a:p>
          <a:p>
            <a:endParaRPr lang="en-US" b="1" u="sng" dirty="0">
              <a:solidFill>
                <a:srgbClr val="C00000"/>
              </a:solidFill>
            </a:endParaRPr>
          </a:p>
          <a:p>
            <a:endParaRPr lang="en-US" b="1" u="sng" dirty="0">
              <a:solidFill>
                <a:srgbClr val="C00000"/>
              </a:solidFill>
            </a:endParaRPr>
          </a:p>
          <a:p>
            <a:endParaRPr lang="en-US" b="1" u="sng" dirty="0">
              <a:solidFill>
                <a:srgbClr val="C00000"/>
              </a:solidFill>
            </a:endParaRP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2884" y="3615080"/>
            <a:ext cx="2738773" cy="16523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130" y="1757195"/>
            <a:ext cx="2762282" cy="167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87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Solver’s Nonlinear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it work?</a:t>
            </a:r>
          </a:p>
          <a:p>
            <a:pPr lvl="1"/>
            <a:r>
              <a:rPr lang="en-US" dirty="0"/>
              <a:t>If objective is to maximize, starting from the starting solution, climb-up</a:t>
            </a:r>
          </a:p>
          <a:p>
            <a:pPr lvl="1"/>
            <a:r>
              <a:rPr lang="en-US" dirty="0"/>
              <a:t>If objective is to minimize, starting from the starting solution, climb-down</a:t>
            </a:r>
          </a:p>
          <a:p>
            <a:pPr lvl="1"/>
            <a:endParaRPr lang="en-US" dirty="0"/>
          </a:p>
          <a:p>
            <a:endParaRPr lang="en-US" b="1" u="sng" dirty="0">
              <a:solidFill>
                <a:srgbClr val="C00000"/>
              </a:solidFill>
            </a:endParaRPr>
          </a:p>
          <a:p>
            <a:endParaRPr lang="en-US" b="1" u="sng" dirty="0">
              <a:solidFill>
                <a:srgbClr val="C00000"/>
              </a:solidFill>
            </a:endParaRPr>
          </a:p>
          <a:p>
            <a:endParaRPr lang="en-US" b="1" u="sng" dirty="0">
              <a:solidFill>
                <a:srgbClr val="C00000"/>
              </a:solidFill>
            </a:endParaRPr>
          </a:p>
          <a:p>
            <a:endParaRPr lang="en-US" b="1" u="sng" dirty="0">
              <a:solidFill>
                <a:srgbClr val="C00000"/>
              </a:solidFill>
            </a:endParaRP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4590" y="2839843"/>
            <a:ext cx="7743424" cy="333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Arrow Connector 11"/>
          <p:cNvCxnSpPr/>
          <p:nvPr/>
        </p:nvCxnSpPr>
        <p:spPr>
          <a:xfrm flipV="1">
            <a:off x="1056068" y="3641388"/>
            <a:ext cx="309093" cy="85000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477296" y="2958808"/>
            <a:ext cx="180304" cy="9015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5149404" y="4508403"/>
            <a:ext cx="105176" cy="48312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647260" y="2839843"/>
            <a:ext cx="6096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No guarantee that we will find the global optimum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Unless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We are maximizing a concave function subject to linear constraints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We are minimizing a convex function subject to linear constraints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75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Solver’s Nonlinear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Case: </a:t>
            </a:r>
            <a:r>
              <a:rPr lang="en-US" b="1" u="sng" dirty="0" err="1"/>
              <a:t>Wyndor</a:t>
            </a:r>
            <a:r>
              <a:rPr lang="en-US" b="1" u="sng" dirty="0"/>
              <a:t> Glass Co. with Marketing Costs (Chapter 8.2)</a:t>
            </a:r>
          </a:p>
          <a:p>
            <a:pPr lvl="1"/>
            <a:r>
              <a:rPr lang="en-US" dirty="0"/>
              <a:t>We still have the plant time availability constraints</a:t>
            </a:r>
          </a:p>
          <a:p>
            <a:pPr lvl="1"/>
            <a:r>
              <a:rPr lang="en-US" dirty="0"/>
              <a:t>D: number of doors</a:t>
            </a:r>
          </a:p>
          <a:p>
            <a:pPr lvl="1"/>
            <a:r>
              <a:rPr lang="en-US" dirty="0"/>
              <a:t>W: number of windows</a:t>
            </a:r>
          </a:p>
          <a:p>
            <a:pPr lvl="1"/>
            <a:r>
              <a:rPr lang="en-US" dirty="0"/>
              <a:t>Constraints:</a:t>
            </a:r>
          </a:p>
          <a:p>
            <a:pPr lvl="2"/>
            <a:r>
              <a:rPr lang="en-US" sz="1800" i="1" dirty="0"/>
              <a:t>D</a:t>
            </a:r>
            <a:r>
              <a:rPr lang="en-US" sz="1800" dirty="0"/>
              <a:t> ≤ 4  		(Plant 1 availability)</a:t>
            </a:r>
          </a:p>
          <a:p>
            <a:pPr lvl="2"/>
            <a:r>
              <a:rPr lang="en-US" sz="1800" dirty="0"/>
              <a:t>2</a:t>
            </a:r>
            <a:r>
              <a:rPr lang="en-US" sz="1800" i="1" dirty="0"/>
              <a:t>W</a:t>
            </a:r>
            <a:r>
              <a:rPr lang="en-US" sz="1800" dirty="0"/>
              <a:t> ≤ 12  	(Plant 2 availability)</a:t>
            </a:r>
          </a:p>
          <a:p>
            <a:pPr lvl="2"/>
            <a:r>
              <a:rPr lang="en-US" sz="1800" dirty="0"/>
              <a:t>3</a:t>
            </a:r>
            <a:r>
              <a:rPr lang="en-US" sz="1800" i="1" dirty="0"/>
              <a:t>D</a:t>
            </a:r>
            <a:r>
              <a:rPr lang="en-US" sz="1800" dirty="0"/>
              <a:t> + 2</a:t>
            </a:r>
            <a:r>
              <a:rPr lang="en-US" sz="1800" i="1" dirty="0"/>
              <a:t>W</a:t>
            </a:r>
            <a:r>
              <a:rPr lang="en-US" sz="1800" dirty="0"/>
              <a:t> ≤ 18	(Plant 3 availability)</a:t>
            </a:r>
          </a:p>
          <a:p>
            <a:pPr lvl="1"/>
            <a:endParaRPr lang="en-US" sz="2200" dirty="0"/>
          </a:p>
          <a:p>
            <a:pPr lvl="2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20003" y="4519672"/>
            <a:ext cx="3172663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/>
            <a:r>
              <a:rPr lang="en-US" u="sng" dirty="0"/>
              <a:t>Net profit for D doors:  </a:t>
            </a:r>
          </a:p>
          <a:p>
            <a:pPr lvl="1" algn="ctr"/>
            <a:r>
              <a:rPr lang="en-US" sz="2800" dirty="0"/>
              <a:t>$375D   -    $25D</a:t>
            </a:r>
            <a:r>
              <a:rPr lang="en-US" sz="2800" baseline="30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616449" y="4460740"/>
                <a:ext cx="3520516" cy="9807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ctr"/>
                <a:r>
                  <a:rPr lang="en-US" u="sng" dirty="0"/>
                  <a:t>Net profit for W windows:  </a:t>
                </a:r>
              </a:p>
              <a:p>
                <a:pPr lvl="1"/>
                <a:r>
                  <a:rPr lang="en-US" sz="2800" dirty="0"/>
                  <a:t>$700W   -    $66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800" dirty="0"/>
                  <a:t>W</a:t>
                </a:r>
                <a:r>
                  <a:rPr lang="en-US" sz="2800" baseline="30000" dirty="0"/>
                  <a:t>2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449" y="4460740"/>
                <a:ext cx="3520516" cy="980781"/>
              </a:xfrm>
              <a:prstGeom prst="rect">
                <a:avLst/>
              </a:prstGeom>
              <a:blipFill rotWithShape="0">
                <a:blip r:embed="rId3"/>
                <a:stretch>
                  <a:fillRect t="-3727" r="-346" b="-8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/>
          <p:cNvSpPr/>
          <p:nvPr/>
        </p:nvSpPr>
        <p:spPr bwMode="auto">
          <a:xfrm rot="5400000">
            <a:off x="1578066" y="4908121"/>
            <a:ext cx="457200" cy="1066800"/>
          </a:xfrm>
          <a:prstGeom prst="rightBrac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Arial" charset="0"/>
              <a:ea typeface="ＭＳ Ｐゴシック" pitchFamily="16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6066" y="5755759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$375 is the gross profit for one door</a:t>
            </a:r>
          </a:p>
        </p:txBody>
      </p:sp>
      <p:sp>
        <p:nvSpPr>
          <p:cNvPr id="9" name="Right Brace 8"/>
          <p:cNvSpPr/>
          <p:nvPr/>
        </p:nvSpPr>
        <p:spPr bwMode="auto">
          <a:xfrm rot="5400000">
            <a:off x="3330666" y="4908121"/>
            <a:ext cx="457200" cy="1066800"/>
          </a:xfrm>
          <a:prstGeom prst="rightBrac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Arial" charset="0"/>
              <a:ea typeface="ＭＳ Ｐゴシック" pitchFamily="16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44866" y="5755759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$25D</a:t>
            </a:r>
            <a:r>
              <a:rPr lang="en-US" baseline="30000" dirty="0"/>
              <a:t>2</a:t>
            </a:r>
            <a:r>
              <a:rPr lang="en-US" dirty="0"/>
              <a:t> is the marketing cost for D doors</a:t>
            </a:r>
          </a:p>
        </p:txBody>
      </p:sp>
      <p:sp>
        <p:nvSpPr>
          <p:cNvPr id="11" name="Right Brace 10"/>
          <p:cNvSpPr/>
          <p:nvPr/>
        </p:nvSpPr>
        <p:spPr bwMode="auto">
          <a:xfrm rot="5400000">
            <a:off x="5475333" y="4950563"/>
            <a:ext cx="457200" cy="1066800"/>
          </a:xfrm>
          <a:prstGeom prst="rightBrac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Arial" charset="0"/>
              <a:ea typeface="ＭＳ Ｐゴシック" pitchFamily="16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13333" y="5798201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$700 is the gross profit for one window</a:t>
            </a:r>
          </a:p>
        </p:txBody>
      </p:sp>
      <p:sp>
        <p:nvSpPr>
          <p:cNvPr id="13" name="Right Brace 12"/>
          <p:cNvSpPr/>
          <p:nvPr/>
        </p:nvSpPr>
        <p:spPr bwMode="auto">
          <a:xfrm rot="5400000">
            <a:off x="7227933" y="4950563"/>
            <a:ext cx="457200" cy="1066800"/>
          </a:xfrm>
          <a:prstGeom prst="rightBrac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Arial" charset="0"/>
              <a:ea typeface="ＭＳ Ｐゴシック" pitchFamily="16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42133" y="5798201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$66 2/3 W</a:t>
            </a:r>
            <a:r>
              <a:rPr lang="en-US" baseline="30000" dirty="0"/>
              <a:t>2</a:t>
            </a:r>
            <a:r>
              <a:rPr lang="en-US" dirty="0"/>
              <a:t> is the marketing cost for W windows</a:t>
            </a:r>
          </a:p>
        </p:txBody>
      </p:sp>
    </p:spTree>
    <p:extLst>
      <p:ext uri="{BB962C8B-B14F-4D97-AF65-F5344CB8AC3E}">
        <p14:creationId xmlns:p14="http://schemas.microsoft.com/office/powerpoint/2010/main" val="389992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Solver’s Nonlinear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Case: </a:t>
            </a:r>
            <a:r>
              <a:rPr lang="en-US" b="1" u="sng" dirty="0" err="1"/>
              <a:t>Wyndor</a:t>
            </a:r>
            <a:r>
              <a:rPr lang="en-US" b="1" u="sng" dirty="0"/>
              <a:t> Glass Co. with Marketing Costs</a:t>
            </a:r>
          </a:p>
          <a:p>
            <a:r>
              <a:rPr lang="en-US" dirty="0"/>
              <a:t>Decreasing marginal returns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261" y="2236006"/>
            <a:ext cx="4901806" cy="324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764136" y="1325312"/>
                <a:ext cx="6096000" cy="305295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The algebraic model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lvl="1"/>
                <a:r>
                  <a:rPr lang="en-US" sz="2000" dirty="0"/>
                  <a:t>Maximize 	</a:t>
                </a:r>
                <a:r>
                  <a:rPr lang="en-US" sz="2000" i="1" dirty="0"/>
                  <a:t>P</a:t>
                </a:r>
                <a:r>
                  <a:rPr lang="en-US" sz="2000" dirty="0"/>
                  <a:t> = $375D - $25D</a:t>
                </a:r>
                <a:r>
                  <a:rPr lang="en-US" sz="2000" baseline="30000" dirty="0"/>
                  <a:t>2 </a:t>
                </a:r>
                <a:r>
                  <a:rPr lang="en-US" sz="2000" dirty="0"/>
                  <a:t>  + $700W  -  $66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/>
                  <a:t>W</a:t>
                </a:r>
                <a:r>
                  <a:rPr lang="en-US" sz="2000" baseline="30000" dirty="0"/>
                  <a:t>2</a:t>
                </a:r>
                <a:br>
                  <a:rPr lang="en-US" sz="2000" dirty="0"/>
                </a:br>
                <a:r>
                  <a:rPr lang="en-US" sz="2000" dirty="0"/>
                  <a:t>subject to	</a:t>
                </a:r>
                <a:r>
                  <a:rPr lang="en-US" sz="2000" i="1" dirty="0"/>
                  <a:t>D</a:t>
                </a:r>
                <a:r>
                  <a:rPr lang="en-US" sz="2000" dirty="0"/>
                  <a:t> ≤ 4  		(Plant 1 availability)</a:t>
                </a:r>
                <a:br>
                  <a:rPr lang="en-US" sz="2000" dirty="0"/>
                </a:br>
                <a:r>
                  <a:rPr lang="en-US" sz="2000" dirty="0"/>
                  <a:t>		2</a:t>
                </a:r>
                <a:r>
                  <a:rPr lang="en-US" sz="2000" i="1" dirty="0"/>
                  <a:t>W</a:t>
                </a:r>
                <a:r>
                  <a:rPr lang="en-US" sz="2000" dirty="0"/>
                  <a:t> ≤ 12  	(Plant 2 availability)</a:t>
                </a:r>
              </a:p>
              <a:p>
                <a:pPr lvl="1"/>
                <a:r>
                  <a:rPr lang="en-US" sz="2000" dirty="0"/>
                  <a:t>		3</a:t>
                </a:r>
                <a:r>
                  <a:rPr lang="en-US" sz="2000" i="1" dirty="0"/>
                  <a:t>D</a:t>
                </a:r>
                <a:r>
                  <a:rPr lang="en-US" sz="2000" dirty="0"/>
                  <a:t> + 2</a:t>
                </a:r>
                <a:r>
                  <a:rPr lang="en-US" sz="2000" i="1" dirty="0"/>
                  <a:t>W</a:t>
                </a:r>
                <a:r>
                  <a:rPr lang="en-US" sz="2000" dirty="0"/>
                  <a:t> ≤ 18	(Plant 3 availability)</a:t>
                </a:r>
                <a:endParaRPr lang="en-US" dirty="0"/>
              </a:p>
              <a:p>
                <a:pPr lvl="1"/>
                <a:r>
                  <a:rPr lang="en-US" sz="2000" i="1" dirty="0"/>
                  <a:t>		D</a:t>
                </a:r>
                <a:r>
                  <a:rPr lang="en-US" sz="2000" dirty="0"/>
                  <a:t> ≥ 0, </a:t>
                </a:r>
                <a:r>
                  <a:rPr lang="en-US" sz="2000" i="1" dirty="0"/>
                  <a:t>W</a:t>
                </a:r>
                <a:r>
                  <a:rPr lang="en-US" sz="2000" dirty="0"/>
                  <a:t> ≥ 0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136" y="1325312"/>
                <a:ext cx="6096000" cy="3052952"/>
              </a:xfrm>
              <a:prstGeom prst="rect">
                <a:avLst/>
              </a:prstGeom>
              <a:blipFill rotWithShape="0">
                <a:blip r:embed="rId4"/>
                <a:stretch>
                  <a:fillRect l="-1800" b="-2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3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Solver’s Nonlinear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/>
              <a:t>Case: </a:t>
            </a:r>
            <a:r>
              <a:rPr lang="en-US" b="1" u="sng" dirty="0" err="1"/>
              <a:t>Wyndor</a:t>
            </a:r>
            <a:r>
              <a:rPr lang="en-US" b="1" u="sng" dirty="0"/>
              <a:t> Glass Co. with Marketing Costs</a:t>
            </a:r>
          </a:p>
          <a:p>
            <a:r>
              <a:rPr lang="en-US" dirty="0"/>
              <a:t>Spreadsheet model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Global optimum…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651453"/>
              </p:ext>
            </p:extLst>
          </p:nvPr>
        </p:nvGraphicFramePr>
        <p:xfrm>
          <a:off x="608527" y="2504280"/>
          <a:ext cx="5768975" cy="328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762530" imgH="2714625" progId="Excel.Sheet.8">
                  <p:embed/>
                </p:oleObj>
              </mc:Choice>
              <mc:Fallback>
                <p:oleObj name="Worksheet" r:id="rId2" imgW="4762530" imgH="2714625" progId="Excel.Sheet.8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527" y="2504280"/>
                        <a:ext cx="5768975" cy="328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207" y="2040998"/>
            <a:ext cx="5999964" cy="4135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00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Nonlinear Programming Introduction (Chapter 8.1)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Nonlinear functions and Local vs. Global Optimality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Excel Solver’s Nonlinear Optimization (Chapter 8.2)</a:t>
            </a:r>
          </a:p>
          <a:p>
            <a:r>
              <a:rPr lang="en-US" dirty="0"/>
              <a:t>Separable Programming (Chapter 8.3)</a:t>
            </a:r>
          </a:p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Scipy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for Nonlinear Optimization (not in the textbook)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Cases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Economic Order Quantity Model (not in the textbook)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Simple Linear Regression Model (not in the textbook)</a:t>
            </a:r>
          </a:p>
          <a:p>
            <a:pPr marL="2286000" lvl="5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593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Separable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Separable programming can be used in creating approximate (and sometimes equal) linear programming models for some nonlinear programming models</a:t>
            </a:r>
          </a:p>
          <a:p>
            <a:r>
              <a:rPr lang="en-US" b="1" u="sng" dirty="0"/>
              <a:t>Case: </a:t>
            </a:r>
            <a:r>
              <a:rPr lang="en-US" b="1" u="sng" dirty="0" err="1"/>
              <a:t>Wyndor</a:t>
            </a:r>
            <a:r>
              <a:rPr lang="en-US" b="1" u="sng" dirty="0"/>
              <a:t> Glass Co. with Overtime (Chapter 8.3)</a:t>
            </a:r>
          </a:p>
          <a:p>
            <a:pPr lvl="1"/>
            <a:r>
              <a:rPr lang="en-US" dirty="0" err="1"/>
              <a:t>Wyndor</a:t>
            </a:r>
            <a:r>
              <a:rPr lang="en-US" dirty="0"/>
              <a:t> Glass has accepted a special order for hand-crafted goods to be made in plants 1 and 2 throughout the next four months. Filling this order will require borrowing certain employees from the work crews of regular products.</a:t>
            </a:r>
          </a:p>
          <a:p>
            <a:pPr lvl="2"/>
            <a:r>
              <a:rPr lang="en-US" dirty="0"/>
              <a:t>The remaining workers will need to work overtime to utilize the full production capacity of each plant’s machinery for the regular products.</a:t>
            </a:r>
          </a:p>
          <a:p>
            <a:pPr lvl="2"/>
            <a:r>
              <a:rPr lang="en-US" dirty="0"/>
              <a:t>The original constraints of Hours Used ≤ Hours Available are still valid. However, the objective function will need to be modified because of the additional cost of using overtime work.</a:t>
            </a:r>
          </a:p>
          <a:p>
            <a:pPr lvl="2"/>
            <a:r>
              <a:rPr lang="en-US" dirty="0"/>
              <a:t>In particular, because of the additional cost, the profit per unit will be reduced for those units that require overtime.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337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Separable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Case: </a:t>
            </a:r>
            <a:r>
              <a:rPr lang="en-US" b="1" u="sng" dirty="0" err="1"/>
              <a:t>Wyndor</a:t>
            </a:r>
            <a:r>
              <a:rPr lang="en-US" b="1" u="sng" dirty="0"/>
              <a:t> Glass Co. with Overtime (Chapter 8.3)</a:t>
            </a:r>
          </a:p>
          <a:p>
            <a:pPr lvl="1"/>
            <a:r>
              <a:rPr lang="en-US" dirty="0"/>
              <a:t>We have the following data:</a:t>
            </a:r>
          </a:p>
          <a:p>
            <a:endParaRPr lang="en-US" sz="3600" dirty="0"/>
          </a:p>
        </p:txBody>
      </p:sp>
      <p:graphicFrame>
        <p:nvGraphicFramePr>
          <p:cNvPr id="5" name="Group 1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6105480"/>
              </p:ext>
            </p:extLst>
          </p:nvPr>
        </p:nvGraphicFramePr>
        <p:xfrm>
          <a:off x="85430" y="2211678"/>
          <a:ext cx="4661382" cy="1950780"/>
        </p:xfrm>
        <a:graphic>
          <a:graphicData uri="http://schemas.openxmlformats.org/drawingml/2006/table">
            <a:tbl>
              <a:tblPr/>
              <a:tblGrid>
                <a:gridCol w="861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6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38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" charset="0"/>
                      </a:endParaRPr>
                    </a:p>
                  </a:txBody>
                  <a:tcPr marT="45726" marB="45726" anchor="b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Maximum Weekly Production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" charset="0"/>
                      </a:endParaRPr>
                    </a:p>
                  </a:txBody>
                  <a:tcPr marT="45726" marB="4572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Profit per Unit Produced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" charset="0"/>
                      </a:endParaRPr>
                    </a:p>
                  </a:txBody>
                  <a:tcPr marT="45726" marB="4572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8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Product</a:t>
                      </a:r>
                    </a:p>
                  </a:txBody>
                  <a:tcPr marT="45726" marB="45726" anchor="b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Regular Time</a:t>
                      </a:r>
                    </a:p>
                  </a:txBody>
                  <a:tcPr marT="45726" marB="4572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Over-time</a:t>
                      </a:r>
                    </a:p>
                  </a:txBody>
                  <a:tcPr marT="45726" marB="45726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Total</a:t>
                      </a:r>
                    </a:p>
                  </a:txBody>
                  <a:tcPr marT="45726" marB="45726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Regular Time</a:t>
                      </a:r>
                    </a:p>
                  </a:txBody>
                  <a:tcPr marT="45726" marB="4572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Over-time</a:t>
                      </a:r>
                    </a:p>
                  </a:txBody>
                  <a:tcPr marT="45726" marB="45726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8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Doors</a:t>
                      </a:r>
                    </a:p>
                  </a:txBody>
                  <a:tcPr marT="45726" marB="4572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3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1</a:t>
                      </a:r>
                    </a:p>
                  </a:txBody>
                  <a:tcPr marT="45726" marB="4572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4</a:t>
                      </a:r>
                    </a:p>
                  </a:txBody>
                  <a:tcPr marT="45726" marB="4572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$300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$200</a:t>
                      </a:r>
                    </a:p>
                  </a:txBody>
                  <a:tcPr marT="45726" marB="4572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8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Windows</a:t>
                      </a:r>
                    </a:p>
                  </a:txBody>
                  <a:tcPr marT="45726" marB="4572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3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3</a:t>
                      </a:r>
                    </a:p>
                  </a:txBody>
                  <a:tcPr marT="45726" marB="4572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6</a:t>
                      </a:r>
                    </a:p>
                  </a:txBody>
                  <a:tcPr marT="45726" marB="4572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500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100</a:t>
                      </a:r>
                    </a:p>
                  </a:txBody>
                  <a:tcPr marT="45726" marB="4572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802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" charset="0"/>
                      </a:endParaRPr>
                    </a:p>
                  </a:txBody>
                  <a:tcPr marT="45726" marB="45726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775" y="2113385"/>
            <a:ext cx="6500674" cy="4425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380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Separable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b="1" dirty="0"/>
              <a:t>How does separable programming work?</a:t>
            </a:r>
          </a:p>
          <a:p>
            <a:pPr lvl="1"/>
            <a:r>
              <a:rPr lang="en-US" dirty="0"/>
              <a:t>For each activity that violates the proportionality assumption, separate its profit graph into parts, with a line segment in each part.</a:t>
            </a:r>
          </a:p>
          <a:p>
            <a:pPr lvl="1"/>
            <a:r>
              <a:rPr lang="en-US" dirty="0"/>
              <a:t>Then, instead of using a single decision variable to represent the level of each such activity, introduce a separate new decision variable for each line segment on that activity’s profit graph.</a:t>
            </a:r>
          </a:p>
          <a:p>
            <a:pPr lvl="1"/>
            <a:r>
              <a:rPr lang="en-US" dirty="0"/>
              <a:t>Since the proportionality assumption holds for these new decision variables, formulate a linear programming model in terms of these variables.</a:t>
            </a:r>
          </a:p>
          <a:p>
            <a:pPr eaLnBrk="1" hangingPunct="1"/>
            <a:r>
              <a:rPr lang="en-US" dirty="0"/>
              <a:t>For the </a:t>
            </a:r>
            <a:r>
              <a:rPr lang="en-US" dirty="0" err="1"/>
              <a:t>Wyndor</a:t>
            </a:r>
            <a:r>
              <a:rPr lang="en-US" dirty="0"/>
              <a:t> problem, these new decision variables are</a:t>
            </a:r>
          </a:p>
          <a:p>
            <a:pPr lvl="1" eaLnBrk="1" hangingPunct="1"/>
            <a:r>
              <a:rPr lang="en-US" i="1" dirty="0"/>
              <a:t>D</a:t>
            </a:r>
            <a:r>
              <a:rPr lang="en-US" i="1" baseline="-25000" dirty="0"/>
              <a:t>R</a:t>
            </a:r>
            <a:r>
              <a:rPr lang="en-US" dirty="0"/>
              <a:t> = Number of doors produced per week on regular time</a:t>
            </a:r>
          </a:p>
          <a:p>
            <a:pPr lvl="1" eaLnBrk="1" hangingPunct="1"/>
            <a:r>
              <a:rPr lang="en-US" i="1" dirty="0"/>
              <a:t>D</a:t>
            </a:r>
            <a:r>
              <a:rPr lang="en-US" i="1" baseline="-25000" dirty="0"/>
              <a:t>O</a:t>
            </a:r>
            <a:r>
              <a:rPr lang="en-US" dirty="0"/>
              <a:t> = Number of doors produced per week on overtime</a:t>
            </a:r>
          </a:p>
          <a:p>
            <a:pPr lvl="1" eaLnBrk="1" hangingPunct="1"/>
            <a:r>
              <a:rPr lang="en-US" i="1" dirty="0"/>
              <a:t>W</a:t>
            </a:r>
            <a:r>
              <a:rPr lang="en-US" i="1" baseline="-25000" dirty="0"/>
              <a:t>R</a:t>
            </a:r>
            <a:r>
              <a:rPr lang="en-US" dirty="0"/>
              <a:t> = Number of windows produced per week on regular time</a:t>
            </a:r>
          </a:p>
          <a:p>
            <a:pPr lvl="1" eaLnBrk="1" hangingPunct="1"/>
            <a:r>
              <a:rPr lang="en-US" i="1" dirty="0"/>
              <a:t>W</a:t>
            </a:r>
            <a:r>
              <a:rPr lang="en-US" i="1" baseline="-25000" dirty="0"/>
              <a:t>O</a:t>
            </a:r>
            <a:r>
              <a:rPr lang="en-US" dirty="0"/>
              <a:t> = Number of windows produced per week on overtime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7231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Separable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Case: </a:t>
            </a:r>
            <a:r>
              <a:rPr lang="en-US" b="1" u="sng" dirty="0" err="1"/>
              <a:t>Wyndor</a:t>
            </a:r>
            <a:r>
              <a:rPr lang="en-US" b="1" u="sng" dirty="0"/>
              <a:t> Glass Co. with Overtime</a:t>
            </a:r>
          </a:p>
          <a:p>
            <a:r>
              <a:rPr lang="en-US" dirty="0"/>
              <a:t>Algebraic model:</a:t>
            </a:r>
          </a:p>
          <a:p>
            <a:pPr marL="0" indent="0">
              <a:buNone/>
            </a:pPr>
            <a:r>
              <a:rPr lang="en-US" sz="2400" dirty="0"/>
              <a:t>	Maximize profit=300D</a:t>
            </a:r>
            <a:r>
              <a:rPr lang="en-US" sz="2400" baseline="-25000" dirty="0"/>
              <a:t>R </a:t>
            </a:r>
            <a:r>
              <a:rPr lang="en-US" sz="2400" dirty="0"/>
              <a:t>+200D</a:t>
            </a:r>
            <a:r>
              <a:rPr lang="en-US" sz="2400" baseline="-25000" dirty="0"/>
              <a:t>O </a:t>
            </a:r>
            <a:r>
              <a:rPr lang="en-US" sz="2400" dirty="0"/>
              <a:t>+500W</a:t>
            </a:r>
            <a:r>
              <a:rPr lang="en-US" sz="2400" baseline="-25000" dirty="0"/>
              <a:t>R</a:t>
            </a:r>
            <a:r>
              <a:rPr lang="en-US" sz="2400" dirty="0"/>
              <a:t>  + 100W</a:t>
            </a:r>
            <a:r>
              <a:rPr lang="en-US" sz="2400" baseline="-25000" dirty="0"/>
              <a:t>O</a:t>
            </a:r>
          </a:p>
          <a:p>
            <a:pPr marL="0" indent="0">
              <a:buNone/>
            </a:pPr>
            <a:r>
              <a:rPr lang="en-US" sz="2400" baseline="-25000" dirty="0"/>
              <a:t>	</a:t>
            </a:r>
            <a:r>
              <a:rPr lang="en-US" sz="2400" dirty="0"/>
              <a:t>subject to 	D</a:t>
            </a:r>
            <a:r>
              <a:rPr lang="en-US" sz="2400" baseline="-25000" dirty="0"/>
              <a:t>R </a:t>
            </a:r>
            <a:r>
              <a:rPr lang="en-US" sz="2400" dirty="0"/>
              <a:t>&lt;=3, D</a:t>
            </a:r>
            <a:r>
              <a:rPr lang="en-US" sz="2400" baseline="-25000" dirty="0"/>
              <a:t>O </a:t>
            </a:r>
            <a:r>
              <a:rPr lang="en-US" sz="2400" dirty="0"/>
              <a:t>&lt;=1, W</a:t>
            </a:r>
            <a:r>
              <a:rPr lang="en-US" sz="2400" baseline="-25000" dirty="0"/>
              <a:t>R</a:t>
            </a:r>
            <a:r>
              <a:rPr lang="en-US" sz="2400" dirty="0"/>
              <a:t> &lt;=3, W</a:t>
            </a:r>
            <a:r>
              <a:rPr lang="en-US" sz="2400" baseline="-25000" dirty="0"/>
              <a:t>O </a:t>
            </a:r>
            <a:r>
              <a:rPr lang="en-US" sz="2400" dirty="0"/>
              <a:t>&lt;=3</a:t>
            </a:r>
            <a:r>
              <a:rPr lang="en-US" sz="2400" baseline="-25000" dirty="0"/>
              <a:t>     </a:t>
            </a:r>
          </a:p>
          <a:p>
            <a:pPr marL="0" indent="0">
              <a:buNone/>
            </a:pPr>
            <a:r>
              <a:rPr lang="en-US" sz="2400" dirty="0"/>
              <a:t>			D</a:t>
            </a:r>
            <a:r>
              <a:rPr lang="en-US" sz="2400" baseline="-25000" dirty="0"/>
              <a:t>R </a:t>
            </a:r>
            <a:r>
              <a:rPr lang="en-US" sz="2400" dirty="0"/>
              <a:t>+D</a:t>
            </a:r>
            <a:r>
              <a:rPr lang="en-US" sz="2400" baseline="-25000" dirty="0"/>
              <a:t>O </a:t>
            </a:r>
            <a:r>
              <a:rPr lang="en-US" sz="2400" dirty="0"/>
              <a:t>&lt;=4</a:t>
            </a:r>
          </a:p>
          <a:p>
            <a:pPr marL="0" indent="0">
              <a:buNone/>
            </a:pPr>
            <a:r>
              <a:rPr lang="en-US" sz="2400" dirty="0"/>
              <a:t>			2(W</a:t>
            </a:r>
            <a:r>
              <a:rPr lang="en-US" sz="2400" baseline="-25000" dirty="0"/>
              <a:t>R</a:t>
            </a:r>
            <a:r>
              <a:rPr lang="en-US" sz="2400" dirty="0"/>
              <a:t> + W</a:t>
            </a:r>
            <a:r>
              <a:rPr lang="en-US" sz="2400" baseline="-25000" dirty="0"/>
              <a:t>O </a:t>
            </a:r>
            <a:r>
              <a:rPr lang="en-US" sz="2400" dirty="0"/>
              <a:t>)&lt;=12</a:t>
            </a:r>
          </a:p>
          <a:p>
            <a:pPr marL="0" indent="0">
              <a:buNone/>
            </a:pPr>
            <a:r>
              <a:rPr lang="en-US" sz="2400" dirty="0"/>
              <a:t>			3(D</a:t>
            </a:r>
            <a:r>
              <a:rPr lang="en-US" sz="2400" baseline="-25000" dirty="0"/>
              <a:t>R </a:t>
            </a:r>
            <a:r>
              <a:rPr lang="en-US" sz="2400" dirty="0"/>
              <a:t>+D</a:t>
            </a:r>
            <a:r>
              <a:rPr lang="en-US" sz="2400" baseline="-25000" dirty="0"/>
              <a:t>O</a:t>
            </a:r>
            <a:r>
              <a:rPr lang="en-US" sz="2400" dirty="0"/>
              <a:t>)+ 2(W</a:t>
            </a:r>
            <a:r>
              <a:rPr lang="en-US" sz="2400" baseline="-25000" dirty="0"/>
              <a:t>R</a:t>
            </a:r>
            <a:r>
              <a:rPr lang="en-US" sz="2400" dirty="0"/>
              <a:t> + W</a:t>
            </a:r>
            <a:r>
              <a:rPr lang="en-US" sz="2400" baseline="-25000" dirty="0"/>
              <a:t>O</a:t>
            </a:r>
            <a:r>
              <a:rPr lang="en-US" sz="2400" dirty="0"/>
              <a:t>)&lt;=18</a:t>
            </a:r>
          </a:p>
          <a:p>
            <a:pPr marL="0" indent="0">
              <a:buNone/>
            </a:pPr>
            <a:r>
              <a:rPr lang="en-US" sz="2400" dirty="0"/>
              <a:t>			D</a:t>
            </a:r>
            <a:r>
              <a:rPr lang="en-US" sz="2400" baseline="-25000" dirty="0"/>
              <a:t>R </a:t>
            </a:r>
            <a:r>
              <a:rPr lang="en-US" sz="2400" dirty="0"/>
              <a:t>&gt;=0, D</a:t>
            </a:r>
            <a:r>
              <a:rPr lang="en-US" sz="2400" baseline="-25000" dirty="0"/>
              <a:t>O </a:t>
            </a:r>
            <a:r>
              <a:rPr lang="en-US" sz="2400" dirty="0"/>
              <a:t>&gt;=0, W</a:t>
            </a:r>
            <a:r>
              <a:rPr lang="en-US" sz="2400" baseline="-25000" dirty="0"/>
              <a:t>R</a:t>
            </a:r>
            <a:r>
              <a:rPr lang="en-US" sz="2400" dirty="0"/>
              <a:t> &gt;=0, W</a:t>
            </a:r>
            <a:r>
              <a:rPr lang="en-US" sz="2400" baseline="-25000" dirty="0"/>
              <a:t>O </a:t>
            </a:r>
            <a:r>
              <a:rPr lang="en-US" sz="2400" dirty="0"/>
              <a:t>&gt;=0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NOTE: </a:t>
            </a:r>
            <a:r>
              <a:rPr lang="en-US" sz="2000" dirty="0"/>
              <a:t>This will work since we have decreasing marginal profit… We know that if D</a:t>
            </a:r>
            <a:r>
              <a:rPr lang="en-US" sz="2000" baseline="-25000" dirty="0"/>
              <a:t>R </a:t>
            </a:r>
            <a:r>
              <a:rPr lang="en-US" sz="2000" dirty="0"/>
              <a:t>&lt;=3, then D</a:t>
            </a:r>
            <a:r>
              <a:rPr lang="en-US" sz="2000" baseline="-25000" dirty="0"/>
              <a:t>O </a:t>
            </a:r>
            <a:r>
              <a:rPr lang="en-US" sz="2000" dirty="0"/>
              <a:t>=0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4874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Separable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Case: </a:t>
            </a:r>
            <a:r>
              <a:rPr lang="en-US" b="1" u="sng" dirty="0" err="1"/>
              <a:t>Wyndor</a:t>
            </a:r>
            <a:r>
              <a:rPr lang="en-US" b="1" u="sng" dirty="0"/>
              <a:t> Glass Co. with Overtime</a:t>
            </a:r>
          </a:p>
          <a:p>
            <a:r>
              <a:rPr lang="en-US" dirty="0"/>
              <a:t>Spreadsheet model: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endParaRPr lang="en-US" sz="20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688251"/>
              </p:ext>
            </p:extLst>
          </p:nvPr>
        </p:nvGraphicFramePr>
        <p:xfrm>
          <a:off x="2131807" y="2305049"/>
          <a:ext cx="7924800" cy="423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062472" imgH="3240024" progId="Excel.Sheet.8">
                  <p:embed/>
                </p:oleObj>
              </mc:Choice>
              <mc:Fallback>
                <p:oleObj name="Worksheet" r:id="rId3" imgW="6062472" imgH="3240024" progId="Excel.Sheet.8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1807" y="2305049"/>
                        <a:ext cx="7924800" cy="423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221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Separable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</a:t>
            </a:r>
            <a:r>
              <a:rPr lang="en-US" dirty="0" err="1"/>
              <a:t>Wyndor</a:t>
            </a:r>
            <a:r>
              <a:rPr lang="en-US" dirty="0"/>
              <a:t> problem with both overtime costs and nonlinear marketing costs (pg288-291)</a:t>
            </a:r>
          </a:p>
          <a:p>
            <a:pPr lvl="1"/>
            <a:r>
              <a:rPr lang="en-US" dirty="0"/>
              <a:t>Converting decreasing marginal profits to piecewise decreasing marginal profits (this is approximation)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468" y="3543300"/>
            <a:ext cx="4794932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432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Nonlinear Programming Introduction (Chapter 8.1)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Nonlinear functions and Local vs. Global Optimality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Excel Solver’s Nonlinear Optimization (Chapter 8.2)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Separable Programming (Chapter 8.3)</a:t>
            </a:r>
          </a:p>
          <a:p>
            <a:r>
              <a:rPr lang="en-US" dirty="0" err="1"/>
              <a:t>Scipy</a:t>
            </a:r>
            <a:r>
              <a:rPr lang="en-US" dirty="0"/>
              <a:t> for Nonlinear Optimization (not in the textbook)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Cases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Economic Order Quantity Model (not in the textbook)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Simple Linear Regression Model (not in the textbook)</a:t>
            </a:r>
          </a:p>
          <a:p>
            <a:pPr marL="2286000" lvl="5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3341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3F21-A4EA-CF9F-AAED-03FCBF0C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</a:t>
            </a:r>
            <a:r>
              <a:rPr lang="en-US" dirty="0"/>
              <a:t> for Nonlinear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7A243-6687-99D3-8186-35BADF04E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install </a:t>
            </a:r>
            <a:r>
              <a:rPr lang="en-US" dirty="0" err="1"/>
              <a:t>Scipy</a:t>
            </a:r>
            <a:r>
              <a:rPr lang="en-US" dirty="0"/>
              <a:t> using Anaconda:</a:t>
            </a:r>
          </a:p>
          <a:p>
            <a:pPr lvl="1"/>
            <a:r>
              <a:rPr lang="en-US" dirty="0"/>
              <a:t>Open the anaconda prompt</a:t>
            </a:r>
          </a:p>
          <a:p>
            <a:pPr lvl="1"/>
            <a:r>
              <a:rPr lang="en-US" dirty="0"/>
              <a:t>Type the following command:</a:t>
            </a:r>
          </a:p>
          <a:p>
            <a:pPr marL="914400" lvl="2" indent="0" algn="ctr">
              <a:buNone/>
            </a:pPr>
            <a:r>
              <a:rPr lang="en-US" b="1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conda</a:t>
            </a:r>
            <a:r>
              <a:rPr lang="en-US" b="1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 install -c anaconda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scipy</a:t>
            </a:r>
            <a:r>
              <a:rPr lang="en-US" b="1" i="0" dirty="0">
                <a:solidFill>
                  <a:srgbClr val="000000"/>
                </a:solidFill>
                <a:effectLst/>
                <a:latin typeface="Gulim" panose="020B0600000101010101" pitchFamily="34" charset="-127"/>
                <a:ea typeface="Gulim" panose="020B0600000101010101" pitchFamily="34" charset="-127"/>
              </a:rPr>
              <a:t> </a:t>
            </a:r>
          </a:p>
          <a:p>
            <a:pPr marL="0" indent="0">
              <a:buNone/>
            </a:pPr>
            <a:endParaRPr lang="en-US" b="1" dirty="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r>
              <a:rPr lang="en-US" i="0" dirty="0">
                <a:solidFill>
                  <a:srgbClr val="000000"/>
                </a:solidFill>
                <a:effectLst/>
                <a:ea typeface="Gulim" panose="020B0600000101010101" pitchFamily="34" charset="-127"/>
              </a:rPr>
              <a:t> We can use the optimization package to solve:</a:t>
            </a:r>
          </a:p>
          <a:p>
            <a:pPr lvl="1"/>
            <a:r>
              <a:rPr lang="en-US" dirty="0">
                <a:solidFill>
                  <a:srgbClr val="000000"/>
                </a:solidFill>
                <a:ea typeface="Gulim" panose="020B0600000101010101" pitchFamily="34" charset="-127"/>
              </a:rPr>
              <a:t>linear programming problems (continuous variables)</a:t>
            </a:r>
          </a:p>
          <a:p>
            <a:pPr lvl="1"/>
            <a:r>
              <a:rPr lang="en-US" i="0" dirty="0">
                <a:solidFill>
                  <a:srgbClr val="000000"/>
                </a:solidFill>
                <a:effectLst/>
                <a:ea typeface="Gulim" panose="020B0600000101010101" pitchFamily="34" charset="-127"/>
              </a:rPr>
              <a:t>nonlinear programming problems (continuous variables)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90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3F21-A4EA-CF9F-AAED-03FCBF0C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</a:t>
            </a:r>
            <a:r>
              <a:rPr lang="en-US" dirty="0"/>
              <a:t> for Nonlinear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7A243-6687-99D3-8186-35BADF04E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scipy.optimize.minimize</a:t>
            </a:r>
            <a:r>
              <a:rPr lang="en-US" b="1" dirty="0"/>
              <a:t>(fun, x0, method=‘’, </a:t>
            </a:r>
            <a:r>
              <a:rPr lang="en-US" b="1" dirty="0">
                <a:solidFill>
                  <a:srgbClr val="C00000"/>
                </a:solidFill>
              </a:rPr>
              <a:t>bounds=None, constraints=()</a:t>
            </a:r>
            <a:r>
              <a:rPr lang="en-US" b="1" dirty="0"/>
              <a:t>)</a:t>
            </a:r>
          </a:p>
          <a:p>
            <a:pPr lvl="1"/>
            <a:r>
              <a:rPr lang="en-US" b="1" i="1" dirty="0"/>
              <a:t>fun</a:t>
            </a:r>
            <a:r>
              <a:rPr lang="en-US" dirty="0"/>
              <a:t>: objective function</a:t>
            </a:r>
          </a:p>
          <a:p>
            <a:pPr lvl="1"/>
            <a:r>
              <a:rPr lang="en-US" b="1" i="1" dirty="0"/>
              <a:t>x0</a:t>
            </a:r>
            <a:r>
              <a:rPr lang="en-US" dirty="0"/>
              <a:t>: initial values for decision variables </a:t>
            </a:r>
          </a:p>
          <a:p>
            <a:pPr lvl="1"/>
            <a:r>
              <a:rPr lang="en-US" b="1" i="1" dirty="0"/>
              <a:t>method</a:t>
            </a:r>
            <a:r>
              <a:rPr lang="en-US" dirty="0"/>
              <a:t>: specify a specific method, ‘SLSQP’ is a commonly used method, but there are more available </a:t>
            </a:r>
          </a:p>
          <a:p>
            <a:pPr lvl="1"/>
            <a:r>
              <a:rPr lang="en-US" b="1" i="1" dirty="0"/>
              <a:t>bounds</a:t>
            </a:r>
            <a:r>
              <a:rPr lang="en-US" dirty="0"/>
              <a:t>: bounds for the decision variables</a:t>
            </a:r>
          </a:p>
          <a:p>
            <a:pPr lvl="1"/>
            <a:r>
              <a:rPr lang="en-US" b="1" i="1" dirty="0"/>
              <a:t>constraints</a:t>
            </a:r>
            <a:r>
              <a:rPr lang="en-US" dirty="0"/>
              <a:t>: constraints </a:t>
            </a:r>
          </a:p>
          <a:p>
            <a:r>
              <a:rPr lang="en-US" dirty="0"/>
              <a:t>For further explanation visit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https://docs.scipy.org/doc/scipy/reference/generated/scipy.optimize.minimize.html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62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3F21-A4EA-CF9F-AAED-03FCBF0C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</a:t>
            </a:r>
            <a:r>
              <a:rPr lang="en-US" dirty="0"/>
              <a:t> for Nonlinear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F7A243-6687-99D3-8186-35BADF04E4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Scipy.optimize.minimize accepts formulation in the following format: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Minimize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		                 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dirty="0"/>
                  <a:t>Retrieve the solution:</a:t>
                </a:r>
              </a:p>
              <a:p>
                <a:pPr lvl="1"/>
                <a:r>
                  <a:rPr lang="en-US" dirty="0"/>
                  <a:t>For example, </a:t>
                </a:r>
                <a:r>
                  <a:rPr lang="en-US" b="1" dirty="0"/>
                  <a:t>solution = </a:t>
                </a:r>
                <a:r>
                  <a:rPr lang="en-US" b="1" dirty="0" err="1"/>
                  <a:t>scipy.optimize.minimize</a:t>
                </a:r>
                <a:r>
                  <a:rPr lang="en-US" b="1" dirty="0"/>
                  <a:t>(fun, x0, method=‘’, …)</a:t>
                </a:r>
              </a:p>
              <a:p>
                <a:pPr lvl="1"/>
                <a:r>
                  <a:rPr lang="en-US" dirty="0"/>
                  <a:t>Objective function value: </a:t>
                </a:r>
                <a:r>
                  <a:rPr lang="en-US" b="1" dirty="0" err="1"/>
                  <a:t>result.fun</a:t>
                </a:r>
                <a:endParaRPr lang="en-US" b="1" dirty="0"/>
              </a:p>
              <a:p>
                <a:pPr lvl="1"/>
                <a:r>
                  <a:rPr lang="en-US" dirty="0"/>
                  <a:t>Optimal solution:</a:t>
                </a:r>
                <a:r>
                  <a:rPr lang="en-US" b="1" dirty="0"/>
                  <a:t>. </a:t>
                </a:r>
                <a:r>
                  <a:rPr lang="en-US" b="1" dirty="0" err="1"/>
                  <a:t>Result.x</a:t>
                </a:r>
                <a:endParaRPr lang="en-US" b="1" dirty="0"/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F7A243-6687-99D3-8186-35BADF04E4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CF9F27-E770-5050-0329-BDBD1DA5AE1E}"/>
                  </a:ext>
                </a:extLst>
              </p:cNvPr>
              <p:cNvSpPr txBox="1"/>
              <p:nvPr/>
            </p:nvSpPr>
            <p:spPr>
              <a:xfrm>
                <a:off x="4489807" y="2352782"/>
                <a:ext cx="57227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maximize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minimize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CF9F27-E770-5050-0329-BDBD1DA5A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807" y="2352782"/>
                <a:ext cx="5722704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18E87F-7312-25C6-4BB2-19797F7ED00F}"/>
                  </a:ext>
                </a:extLst>
              </p:cNvPr>
              <p:cNvSpPr txBox="1"/>
              <p:nvPr/>
            </p:nvSpPr>
            <p:spPr>
              <a:xfrm>
                <a:off x="4416176" y="2967335"/>
                <a:ext cx="57227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≤0 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↔−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18E87F-7312-25C6-4BB2-19797F7ED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176" y="2967335"/>
                <a:ext cx="572270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06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3F21-A4EA-CF9F-AAED-03FCBF0C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</a:t>
            </a:r>
            <a:r>
              <a:rPr lang="en-US" dirty="0"/>
              <a:t> for Nonlinear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F7A243-6687-99D3-8186-35BADF04E4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Investment Portfolio Optimization</a:t>
                </a:r>
              </a:p>
              <a:p>
                <a:r>
                  <a:rPr lang="en-US" dirty="0"/>
                  <a:t>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different stocks we consider investing in</a:t>
                </a:r>
              </a:p>
              <a:p>
                <a:r>
                  <a:rPr lang="en-US" dirty="0"/>
                  <a:t>For a given amount of investment budget (in dollars), we need to decide what portion of the money to invest in each of these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stocks and this choice will create our portfolio.</a:t>
                </a:r>
              </a:p>
              <a:p>
                <a:r>
                  <a:rPr lang="en-US" dirty="0"/>
                  <a:t>We will need to look at two key characteristics of the portfolio:</a:t>
                </a:r>
              </a:p>
              <a:p>
                <a:pPr lvl="1"/>
                <a:r>
                  <a:rPr lang="en-US" dirty="0"/>
                  <a:t>Expected Return</a:t>
                </a:r>
              </a:p>
              <a:p>
                <a:pPr lvl="1"/>
                <a:r>
                  <a:rPr lang="en-US" dirty="0"/>
                  <a:t>Risk (measured by the variance of the return)</a:t>
                </a:r>
              </a:p>
              <a:p>
                <a:r>
                  <a:rPr lang="en-US" dirty="0"/>
                  <a:t>An efficient portfolio is a combination of stocks that has the minimal risk for a given level of expected return.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F7A243-6687-99D3-8186-35BADF04E4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2" t="-2005" r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839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3F21-A4EA-CF9F-AAED-03FCBF0C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</a:t>
            </a:r>
            <a:r>
              <a:rPr lang="en-US" dirty="0"/>
              <a:t> for Nonlinear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F7A243-6687-99D3-8186-35BADF04E4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Investment Portfolio Optimization</a:t>
                </a:r>
              </a:p>
              <a:p>
                <a:pPr marL="0" indent="0">
                  <a:buNone/>
                </a:pPr>
                <a:r>
                  <a:rPr lang="en-US" sz="2400" dirty="0"/>
                  <a:t>We calculate the following statistics of this given dataset:</a:t>
                </a:r>
              </a:p>
              <a:p>
                <a:r>
                  <a:rPr lang="en-US" sz="2400" dirty="0"/>
                  <a:t>Mean monthly return of each stock </a:t>
                </a:r>
              </a:p>
              <a:p>
                <a:pPr marL="457200" lvl="1" indent="0">
                  <a:buNone/>
                </a:pPr>
                <a:endParaRPr lang="en-US" sz="2000" i="1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=1, 2, 3, 4, 5</m:t>
                      </m:r>
                    </m:oMath>
                  </m:oMathPara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sz="2400" dirty="0"/>
                  <a:t>Covariance matrix of monthly returns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=1, 2, 3, 4, 5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F7A243-6687-99D3-8186-35BADF04E4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2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64EDB8D-7CA6-CEE6-1DC9-0DA67FF67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406" y="1454691"/>
            <a:ext cx="4163006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6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3F21-A4EA-CF9F-AAED-03FCBF0C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</a:t>
            </a:r>
            <a:r>
              <a:rPr lang="en-US" dirty="0"/>
              <a:t> for Nonlinear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7A243-6687-99D3-8186-35BADF04E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Investment Portfolio Optimization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Expected return: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Variance of return:</a:t>
            </a:r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F26BD6-EA76-E1AF-F0E0-EC6A87F3C360}"/>
                  </a:ext>
                </a:extLst>
              </p:cNvPr>
              <p:cNvSpPr txBox="1"/>
              <p:nvPr/>
            </p:nvSpPr>
            <p:spPr>
              <a:xfrm>
                <a:off x="2256000" y="1864484"/>
                <a:ext cx="7368107" cy="120032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Ε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Calibri"/>
                    <a:cs typeface="Calibri"/>
                  </a:rPr>
                  <a:t>:    Expected return of stock </a:t>
                </a:r>
                <a:r>
                  <a:rPr kumimoji="1" lang="en-US" altLang="zh-CN" i="1" dirty="0" err="1">
                    <a:latin typeface="Calibri"/>
                    <a:cs typeface="Calibri"/>
                  </a:rPr>
                  <a:t>i</a:t>
                </a:r>
                <a:r>
                  <a:rPr kumimoji="1" lang="en-US" altLang="zh-CN" i="1" dirty="0">
                    <a:latin typeface="Calibri"/>
                    <a:cs typeface="Calibri"/>
                  </a:rPr>
                  <a:t>,               I = 1,…,5  </a:t>
                </a:r>
                <a:r>
                  <a:rPr kumimoji="1" lang="en-US" altLang="zh-CN" b="1" i="1" dirty="0">
                    <a:latin typeface="Calibri"/>
                    <a:cs typeface="Calibri"/>
                  </a:rPr>
                  <a:t>(parameter)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i="0" dirty="0" smtClean="0">
                        <a:latin typeface="Cambria Math" panose="02040503050406030204" pitchFamily="18" charset="0"/>
                        <a:cs typeface="Calibri"/>
                      </a:rPr>
                      <m:t>cov</m:t>
                    </m:r>
                    <m:r>
                      <a:rPr kumimoji="1" lang="en-US" altLang="zh-CN" i="1" baseline="-25000" dirty="0" err="1">
                        <a:latin typeface="Cambria Math" panose="02040503050406030204" pitchFamily="18" charset="0"/>
                        <a:cs typeface="Calibri"/>
                      </a:rPr>
                      <m:t>𝑖𝑗</m:t>
                    </m:r>
                  </m:oMath>
                </a14:m>
                <a:r>
                  <a:rPr kumimoji="1" lang="en-US" altLang="zh-CN" dirty="0">
                    <a:latin typeface="Calibri"/>
                    <a:cs typeface="Calibri"/>
                  </a:rPr>
                  <a:t>: Covariance of stock</a:t>
                </a:r>
                <a:r>
                  <a:rPr kumimoji="1" lang="en-US" altLang="zh-CN" i="1" dirty="0">
                    <a:latin typeface="Calibri"/>
                    <a:cs typeface="Calibri"/>
                  </a:rPr>
                  <a:t> </a:t>
                </a:r>
                <a:r>
                  <a:rPr kumimoji="1" lang="en-US" altLang="zh-CN" i="1" dirty="0" err="1">
                    <a:latin typeface="Calibri"/>
                    <a:cs typeface="Calibri"/>
                  </a:rPr>
                  <a:t>i</a:t>
                </a:r>
                <a:r>
                  <a:rPr kumimoji="1" lang="en-US" altLang="zh-CN" dirty="0">
                    <a:latin typeface="Calibri"/>
                    <a:cs typeface="Calibri"/>
                  </a:rPr>
                  <a:t> and stock </a:t>
                </a:r>
                <a:r>
                  <a:rPr kumimoji="1" lang="en-US" altLang="zh-CN" i="1" dirty="0">
                    <a:latin typeface="Calibri"/>
                    <a:cs typeface="Calibri"/>
                  </a:rPr>
                  <a:t>j,  </a:t>
                </a:r>
                <a:r>
                  <a:rPr kumimoji="1" lang="en-US" altLang="zh-CN" i="1" dirty="0" err="1">
                    <a:latin typeface="Calibri"/>
                    <a:cs typeface="Calibri"/>
                  </a:rPr>
                  <a:t>i,j</a:t>
                </a:r>
                <a:r>
                  <a:rPr kumimoji="1" lang="en-US" altLang="zh-CN" i="1" dirty="0">
                    <a:latin typeface="Calibri"/>
                    <a:cs typeface="Calibri"/>
                  </a:rPr>
                  <a:t> = 1,…,5  </a:t>
                </a:r>
                <a:r>
                  <a:rPr kumimoji="1" lang="en-US" altLang="zh-CN" b="1" i="1" dirty="0">
                    <a:latin typeface="Calibri"/>
                    <a:cs typeface="Calibri"/>
                  </a:rPr>
                  <a:t>(parameter)</a:t>
                </a:r>
              </a:p>
              <a:p>
                <a:endParaRPr kumimoji="1" lang="en-US" altLang="zh-CN" dirty="0">
                  <a:solidFill>
                    <a:srgbClr val="0000FF"/>
                  </a:solidFill>
                  <a:latin typeface="Calibri"/>
                  <a:cs typeface="Calibri"/>
                </a:endParaRPr>
              </a:p>
              <a:p>
                <a:r>
                  <a:rPr kumimoji="1" lang="en-US" altLang="zh-CN" dirty="0" err="1">
                    <a:solidFill>
                      <a:srgbClr val="C00000"/>
                    </a:solidFill>
                    <a:latin typeface="Calibri"/>
                    <a:cs typeface="Calibri"/>
                  </a:rPr>
                  <a:t>w</a:t>
                </a:r>
                <a:r>
                  <a:rPr kumimoji="1" lang="en-US" altLang="zh-CN" baseline="-25000" dirty="0" err="1">
                    <a:solidFill>
                      <a:srgbClr val="C00000"/>
                    </a:solidFill>
                    <a:latin typeface="Calibri"/>
                    <a:cs typeface="Calibri"/>
                  </a:rPr>
                  <a:t>i</a:t>
                </a:r>
                <a:r>
                  <a:rPr kumimoji="1" lang="en-US" altLang="zh-CN" dirty="0">
                    <a:solidFill>
                      <a:srgbClr val="C00000"/>
                    </a:solidFill>
                    <a:latin typeface="Calibri"/>
                    <a:cs typeface="Calibri"/>
                  </a:rPr>
                  <a:t>:   </a:t>
                </a:r>
                <a:r>
                  <a:rPr kumimoji="1" lang="en-US" altLang="zh-CN" b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Proportion the portfolio invested in stock </a:t>
                </a:r>
                <a:r>
                  <a:rPr kumimoji="1" lang="en-US" altLang="zh-CN" b="1" i="1" dirty="0" err="1">
                    <a:solidFill>
                      <a:srgbClr val="C00000"/>
                    </a:solidFill>
                    <a:latin typeface="Calibri"/>
                    <a:cs typeface="Calibri"/>
                  </a:rPr>
                  <a:t>i</a:t>
                </a:r>
                <a:r>
                  <a:rPr kumimoji="1" lang="en-US" altLang="zh-CN" b="1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, </a:t>
                </a:r>
                <a:r>
                  <a:rPr kumimoji="1" lang="en-US" altLang="zh-CN" b="1" i="1" dirty="0" err="1">
                    <a:solidFill>
                      <a:srgbClr val="C00000"/>
                    </a:solidFill>
                    <a:latin typeface="Calibri"/>
                    <a:cs typeface="Calibri"/>
                  </a:rPr>
                  <a:t>i</a:t>
                </a:r>
                <a:r>
                  <a:rPr kumimoji="1" lang="en-US" altLang="zh-CN" b="1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=1,2,…, </a:t>
                </a:r>
                <a:r>
                  <a:rPr kumimoji="1" lang="en-US" altLang="zh-CN" b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 (decision variable)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F26BD6-EA76-E1AF-F0E0-EC6A87F3C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6000" y="1864484"/>
                <a:ext cx="7368107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7CEC8559-2EC2-A4B3-62F2-DE04AE1E7C06}"/>
                  </a:ext>
                </a:extLst>
              </p:cNvPr>
              <p:cNvSpPr txBox="1"/>
              <p:nvPr/>
            </p:nvSpPr>
            <p:spPr>
              <a:xfrm>
                <a:off x="4591638" y="3744698"/>
                <a:ext cx="3005138" cy="929918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𝑝𝑜𝑟𝑡𝑓𝑜𝑙𝑖𝑜</m:t>
                          </m:r>
                        </m:sub>
                      </m:sSub>
                      <m:r>
                        <a:rPr lang="en-US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7CEC8559-2EC2-A4B3-62F2-DE04AE1E7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638" y="3744698"/>
                <a:ext cx="3005138" cy="9299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927509C4-FAA7-4A7D-7D46-49B3D0E3236B}"/>
                  </a:ext>
                </a:extLst>
              </p:cNvPr>
              <p:cNvSpPr txBox="1"/>
              <p:nvPr/>
            </p:nvSpPr>
            <p:spPr>
              <a:xfrm>
                <a:off x="3905874" y="5383213"/>
                <a:ext cx="4380252" cy="92991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var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𝑝𝑜𝑟𝑡𝑓𝑜𝑙𝑖𝑜</m:t>
                              </m:r>
                            </m:sub>
                          </m:sSub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=1,...,5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cov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927509C4-FAA7-4A7D-7D46-49B3D0E32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874" y="5383213"/>
                <a:ext cx="4380252" cy="9299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F89DD42-E93A-A172-38E0-E6BF11B82032}"/>
              </a:ext>
            </a:extLst>
          </p:cNvPr>
          <p:cNvSpPr txBox="1"/>
          <p:nvPr/>
        </p:nvSpPr>
        <p:spPr>
          <a:xfrm>
            <a:off x="8022093" y="5383213"/>
            <a:ext cx="2135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 nonlinear function </a:t>
            </a:r>
          </a:p>
          <a:p>
            <a:r>
              <a:rPr lang="en-US" i="1" dirty="0"/>
              <a:t>of </a:t>
            </a:r>
            <a:r>
              <a:rPr lang="en-US" i="1" dirty="0" err="1">
                <a:solidFill>
                  <a:srgbClr val="C00000"/>
                </a:solidFill>
              </a:rPr>
              <a:t>w</a:t>
            </a:r>
            <a:r>
              <a:rPr lang="en-US" i="1" baseline="-25000" dirty="0" err="1">
                <a:solidFill>
                  <a:srgbClr val="C00000"/>
                </a:solidFill>
              </a:rPr>
              <a:t>i</a:t>
            </a:r>
            <a:endParaRPr lang="en-US" i="1" baseline="-25000" dirty="0">
              <a:solidFill>
                <a:srgbClr val="C00000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B073B22-7759-2487-C5D2-A5636615BFD4}"/>
              </a:ext>
            </a:extLst>
          </p:cNvPr>
          <p:cNvSpPr/>
          <p:nvPr/>
        </p:nvSpPr>
        <p:spPr>
          <a:xfrm>
            <a:off x="5372770" y="5364451"/>
            <a:ext cx="2172021" cy="929918"/>
          </a:xfrm>
          <a:prstGeom prst="round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4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3F21-A4EA-CF9F-AAED-03FCBF0C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</a:t>
            </a:r>
            <a:r>
              <a:rPr lang="en-US" dirty="0"/>
              <a:t> for Nonlinear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7A243-6687-99D3-8186-35BADF04E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Investment Portfolio Optimization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For any given level of </a:t>
            </a:r>
            <a:r>
              <a:rPr lang="en-US" sz="2400" i="1" u="sng" dirty="0"/>
              <a:t>required return</a:t>
            </a:r>
            <a:r>
              <a:rPr lang="en-US" sz="2400" u="sng" dirty="0"/>
              <a:t> </a:t>
            </a:r>
            <a:r>
              <a:rPr lang="en-US" sz="2400" i="1" u="sng" dirty="0"/>
              <a:t>E</a:t>
            </a:r>
            <a:r>
              <a:rPr lang="en-US" sz="2400" i="1" u="sng" baseline="-25000" dirty="0"/>
              <a:t>0</a:t>
            </a:r>
            <a:r>
              <a:rPr lang="en-US" sz="2400" u="sng" dirty="0"/>
              <a:t> </a:t>
            </a:r>
            <a:r>
              <a:rPr lang="en-US" sz="2400" dirty="0"/>
              <a:t>(in between the lowest individual stock return and the highest individual stock return), we will look for the </a:t>
            </a:r>
            <a:r>
              <a:rPr lang="en-US" sz="2400" i="1" dirty="0"/>
              <a:t>portfolio </a:t>
            </a:r>
            <a:r>
              <a:rPr lang="en-US" sz="2400" dirty="0"/>
              <a:t>that yields the </a:t>
            </a:r>
            <a:r>
              <a:rPr lang="en-US" sz="2400" i="1" dirty="0"/>
              <a:t>lowest variance of return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563AD-A90F-9CB9-7A4A-E1DC1179A9DF}"/>
              </a:ext>
            </a:extLst>
          </p:cNvPr>
          <p:cNvSpPr txBox="1"/>
          <p:nvPr/>
        </p:nvSpPr>
        <p:spPr>
          <a:xfrm>
            <a:off x="474034" y="3237552"/>
            <a:ext cx="4479799" cy="3046988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Decision variables: </a:t>
            </a:r>
          </a:p>
          <a:p>
            <a:endParaRPr lang="en-US" sz="1600" i="1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i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Proportion of each stock in the portfolio</a:t>
            </a:r>
          </a:p>
          <a:p>
            <a:endParaRPr lang="en-US" sz="1600" b="1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Objective: 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Minimize  Variance of the Portfolio</a:t>
            </a:r>
          </a:p>
          <a:p>
            <a:endParaRPr lang="en-US" sz="1600" i="1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Constraints: 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Expected Return of the Portfolio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 a given level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Sum of proportions is 1   	   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Non-negative constraint 	</a:t>
            </a:r>
            <a:endParaRPr lang="en-US" sz="1600" i="1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6714D9-F718-8732-E65C-CCAE4B6597C1}"/>
                  </a:ext>
                </a:extLst>
              </p:cNvPr>
              <p:cNvSpPr txBox="1"/>
              <p:nvPr/>
            </p:nvSpPr>
            <p:spPr>
              <a:xfrm>
                <a:off x="5072865" y="3237552"/>
                <a:ext cx="6097712" cy="7958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minimize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=1,...,5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cov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6714D9-F718-8732-E65C-CCAE4B659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865" y="3237552"/>
                <a:ext cx="6097712" cy="7958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F07424A-627B-803D-A7CB-AAD2DF41D769}"/>
                  </a:ext>
                </a:extLst>
              </p:cNvPr>
              <p:cNvSpPr txBox="1"/>
              <p:nvPr/>
            </p:nvSpPr>
            <p:spPr>
              <a:xfrm>
                <a:off x="6955240" y="4033411"/>
                <a:ext cx="2876764" cy="785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=1, 2, …, 5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F07424A-627B-803D-A7CB-AAD2DF41D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240" y="4033411"/>
                <a:ext cx="2876764" cy="7857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1E69FA-0809-E6DD-9DFD-08DE992390D0}"/>
                  </a:ext>
                </a:extLst>
              </p:cNvPr>
              <p:cNvSpPr txBox="1"/>
              <p:nvPr/>
            </p:nvSpPr>
            <p:spPr>
              <a:xfrm>
                <a:off x="7048073" y="4860652"/>
                <a:ext cx="3041150" cy="785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=1, 2, …, 5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1E69FA-0809-E6DD-9DFD-08DE99239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073" y="4860652"/>
                <a:ext cx="3041150" cy="7857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F2C858-9CEE-ADC5-D21F-54EF22BDA6D2}"/>
                  </a:ext>
                </a:extLst>
              </p:cNvPr>
              <p:cNvSpPr txBox="1"/>
              <p:nvPr/>
            </p:nvSpPr>
            <p:spPr>
              <a:xfrm>
                <a:off x="7027160" y="5707147"/>
                <a:ext cx="3041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 2, 3, 4, 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F2C858-9CEE-ADC5-D21F-54EF22BDA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160" y="5707147"/>
                <a:ext cx="304115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34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  <p:bldP spid="15" grpId="0"/>
      <p:bldP spid="16" grpId="0"/>
      <p:bldP spid="1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3F21-A4EA-CF9F-AAED-03FCBF0C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</a:t>
            </a:r>
            <a:r>
              <a:rPr lang="en-US" dirty="0"/>
              <a:t> for Nonlinear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7A243-6687-99D3-8186-35BADF04E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Investment Portfolio Optimization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7751AC-3883-1275-FF48-DC59BC9EE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62" y="1848454"/>
            <a:ext cx="10462421" cy="451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177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3F21-A4EA-CF9F-AAED-03FCBF0C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</a:t>
            </a:r>
            <a:r>
              <a:rPr lang="en-US" dirty="0"/>
              <a:t> for Nonlinear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7A243-6687-99D3-8186-35BADF04E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Investment Portfolio Optimization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3B59FC-F309-340E-8B66-574551410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02" y="1940454"/>
            <a:ext cx="6839905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281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3F21-A4EA-CF9F-AAED-03FCBF0C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</a:t>
            </a:r>
            <a:r>
              <a:rPr lang="en-US" dirty="0"/>
              <a:t> for Nonlinear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7A243-6687-99D3-8186-35BADF04E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Investment Portfolio Optimization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9B1536-1EB5-C306-9A45-962F9C4D3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02" y="1797547"/>
            <a:ext cx="4871200" cy="50604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69A34F-6704-A69E-8BF3-BFD1D41B9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879" y="3714311"/>
            <a:ext cx="5811061" cy="31436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16C731-6877-589E-4C85-1B605B979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617" y="1725982"/>
            <a:ext cx="4598414" cy="513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64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Nonlinear Programming Introduction (Chapter 8.1)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Nonlinear functions and Local vs. Global Optimality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Excel Solver’s Nonlinear Optimization (Chapter 8.2)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Separable Programming (Chapter 8.3)</a:t>
            </a:r>
          </a:p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Scipy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for Nonlinear Optimization (not in the textbook)</a:t>
            </a:r>
          </a:p>
          <a:p>
            <a:r>
              <a:rPr lang="en-US" dirty="0"/>
              <a:t>Cases</a:t>
            </a:r>
          </a:p>
          <a:p>
            <a:pPr lvl="1"/>
            <a:r>
              <a:rPr lang="en-US" dirty="0"/>
              <a:t>Economic Order Quantity Model (not in the textbook)</a:t>
            </a:r>
          </a:p>
          <a:p>
            <a:pPr lvl="1"/>
            <a:r>
              <a:rPr lang="en-US" dirty="0"/>
              <a:t>Simple Linear Regression Model (not in the textbook)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KKT Overview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734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Order Quantity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very commonly used inventory control model</a:t>
            </a:r>
          </a:p>
          <a:p>
            <a:pPr lvl="1"/>
            <a:r>
              <a:rPr lang="en-US" dirty="0"/>
              <a:t>Check your smart phones: there is an EOQ application</a:t>
            </a:r>
          </a:p>
          <a:p>
            <a:r>
              <a:rPr lang="en-US" dirty="0"/>
              <a:t>Economic Order Quantity Model:</a:t>
            </a:r>
          </a:p>
          <a:p>
            <a:pPr lvl="1"/>
            <a:r>
              <a:rPr lang="en-US" dirty="0"/>
              <a:t>You know how many items you will sell in a year</a:t>
            </a:r>
          </a:p>
          <a:p>
            <a:pPr lvl="1"/>
            <a:r>
              <a:rPr lang="en-US" dirty="0"/>
              <a:t>You know the cost of holding one item in inventory for one year</a:t>
            </a:r>
          </a:p>
          <a:p>
            <a:pPr lvl="1"/>
            <a:r>
              <a:rPr lang="en-US" dirty="0"/>
              <a:t>You want to determine how many to ship each time when you replenish your inventory</a:t>
            </a:r>
          </a:p>
          <a:p>
            <a:pPr lvl="1"/>
            <a:r>
              <a:rPr lang="en-US" dirty="0"/>
              <a:t>There is a fixed cost with each shipment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Question: </a:t>
            </a:r>
            <a:r>
              <a:rPr lang="en-US" dirty="0"/>
              <a:t>What is the order quantity that will minimize your costs per unit time?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52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Economic Order Quantity Model</a:t>
            </a:r>
          </a:p>
        </p:txBody>
      </p:sp>
      <p:sp>
        <p:nvSpPr>
          <p:cNvPr id="3" name="Content Placeholder 2"/>
          <p:cNvSpPr>
            <a:spLocks noGrp="1" noChangeAspect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inventory vs. time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8611"/>
            <a:ext cx="9845842" cy="35070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Line Callout 1 (Border and Accent Bar) 7"/>
              <p:cNvSpPr/>
              <p:nvPr/>
            </p:nvSpPr>
            <p:spPr>
              <a:xfrm>
                <a:off x="5029200" y="2328611"/>
                <a:ext cx="2454442" cy="871789"/>
              </a:xfrm>
              <a:prstGeom prst="accentBorderCallout1">
                <a:avLst>
                  <a:gd name="adj1" fmla="val 18750"/>
                  <a:gd name="adj2" fmla="val -8333"/>
                  <a:gd name="adj3" fmla="val 217167"/>
                  <a:gd name="adj4" fmla="val -48627"/>
                </a:avLst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Slope = -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: demand rate</a:t>
                </a:r>
              </a:p>
            </p:txBody>
          </p:sp>
        </mc:Choice>
        <mc:Fallback xmlns="">
          <p:sp>
            <p:nvSpPr>
              <p:cNvPr id="8" name="Line Callout 1 (Border and Accent Bar)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2328611"/>
                <a:ext cx="2454442" cy="871789"/>
              </a:xfrm>
              <a:prstGeom prst="accentBorderCallout1">
                <a:avLst>
                  <a:gd name="adj1" fmla="val 18750"/>
                  <a:gd name="adj2" fmla="val -8333"/>
                  <a:gd name="adj3" fmla="val 217167"/>
                  <a:gd name="adj4" fmla="val -48627"/>
                </a:avLst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Callout 1 (Border and Accent Bar) 9"/>
          <p:cNvSpPr/>
          <p:nvPr/>
        </p:nvSpPr>
        <p:spPr>
          <a:xfrm>
            <a:off x="5953628" y="5796015"/>
            <a:ext cx="2454442" cy="655221"/>
          </a:xfrm>
          <a:prstGeom prst="accentBorderCallout1">
            <a:avLst>
              <a:gd name="adj1" fmla="val 37113"/>
              <a:gd name="adj2" fmla="val -3431"/>
              <a:gd name="adj3" fmla="val -41745"/>
              <a:gd name="adj4" fmla="val -33431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Next order of Q units is received</a:t>
            </a:r>
          </a:p>
        </p:txBody>
      </p:sp>
      <p:sp>
        <p:nvSpPr>
          <p:cNvPr id="11" name="Right Brace 10"/>
          <p:cNvSpPr/>
          <p:nvPr/>
        </p:nvSpPr>
        <p:spPr>
          <a:xfrm rot="16200000" flipH="1">
            <a:off x="3603211" y="4553706"/>
            <a:ext cx="541919" cy="2310062"/>
          </a:xfrm>
          <a:prstGeom prst="rightBrace">
            <a:avLst>
              <a:gd name="adj1" fmla="val 8333"/>
              <a:gd name="adj2" fmla="val 49281"/>
            </a:avLst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104146" y="5943601"/>
                <a:ext cx="15159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146" y="5943601"/>
                <a:ext cx="1515979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4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Order Quantity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 noChangeAspect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each cycle, inventory is held and an order is received</a:t>
                </a:r>
              </a:p>
              <a:p>
                <a:r>
                  <a:rPr lang="en-US" dirty="0"/>
                  <a:t>Each cycle,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units are received and consumed 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years</a:t>
                </a:r>
              </a:p>
              <a:p>
                <a:pPr lvl="1"/>
                <a:r>
                  <a:rPr lang="en-US" dirty="0"/>
                  <a:t>Note that, 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is the annual demand</a:t>
                </a:r>
              </a:p>
              <a:p>
                <a:pPr marL="457200" lvl="1" indent="0">
                  <a:buNone/>
                </a:pPr>
                <a:r>
                  <a:rPr lang="en-US" b="0" dirty="0"/>
                  <a:t>        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dirty="0"/>
                  <a:t>  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0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ine Callout 1 (Border and Accent Bar) 8"/>
          <p:cNvSpPr/>
          <p:nvPr/>
        </p:nvSpPr>
        <p:spPr>
          <a:xfrm>
            <a:off x="975360" y="3522916"/>
            <a:ext cx="2454442" cy="655221"/>
          </a:xfrm>
          <a:prstGeom prst="accentBorderCallout1">
            <a:avLst>
              <a:gd name="adj1" fmla="val 31604"/>
              <a:gd name="adj2" fmla="val 104412"/>
              <a:gd name="adj3" fmla="val -43581"/>
              <a:gd name="adj4" fmla="val 131765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Replenishment cycle length (in years)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87942" y="4325024"/>
                <a:ext cx="7173428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For instance: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/>
                  <a:t>Annual demand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=12,000</m:t>
                    </m:r>
                  </m:oMath>
                </a14:m>
                <a:r>
                  <a:rPr lang="en-US" dirty="0"/>
                  <a:t> units.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/>
                  <a:t>Each order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=1,000</m:t>
                    </m:r>
                  </m:oMath>
                </a14:m>
                <a:r>
                  <a:rPr lang="en-US" dirty="0"/>
                  <a:t> units.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/>
                  <a:t>An order each month, so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=1,000/12,000=1/12</m:t>
                    </m:r>
                  </m:oMath>
                </a14:m>
                <a:r>
                  <a:rPr lang="en-US" dirty="0"/>
                  <a:t> years = 1 month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/>
                  <a:t>In total,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12,000/1,000= 12 </m:t>
                    </m:r>
                  </m:oMath>
                </a14:m>
                <a:r>
                  <a:rPr lang="en-US" dirty="0"/>
                  <a:t>orders per year. 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942" y="4325024"/>
                <a:ext cx="7173428" cy="2031325"/>
              </a:xfrm>
              <a:prstGeom prst="rect">
                <a:avLst/>
              </a:prstGeom>
              <a:blipFill rotWithShape="0">
                <a:blip r:embed="rId3"/>
                <a:stretch>
                  <a:fillRect l="-680" t="-1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ine Callout 1 (Border and Accent Bar) 6"/>
          <p:cNvSpPr/>
          <p:nvPr/>
        </p:nvSpPr>
        <p:spPr>
          <a:xfrm>
            <a:off x="7038361" y="3195305"/>
            <a:ext cx="2454442" cy="655221"/>
          </a:xfrm>
          <a:prstGeom prst="accentBorderCallout1">
            <a:avLst>
              <a:gd name="adj1" fmla="val 45560"/>
              <a:gd name="adj2" fmla="val -5956"/>
              <a:gd name="adj3" fmla="val -3459"/>
              <a:gd name="adj4" fmla="val -30294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Number of orders received in a year</a:t>
            </a:r>
          </a:p>
        </p:txBody>
      </p:sp>
    </p:spTree>
    <p:extLst>
      <p:ext uri="{BB962C8B-B14F-4D97-AF65-F5344CB8AC3E}">
        <p14:creationId xmlns:p14="http://schemas.microsoft.com/office/powerpoint/2010/main" val="288831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514" y="2701122"/>
            <a:ext cx="4331369" cy="16873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Order Quantity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 noChangeAspect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cost parameters: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: fixed cost per order</a:t>
                </a:r>
              </a:p>
              <a:p>
                <a:pPr lvl="2"/>
                <a:r>
                  <a:rPr lang="en-US" dirty="0"/>
                  <a:t>Recall that we have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</m:oMath>
                </a14:m>
                <a:r>
                  <a:rPr lang="en-US" dirty="0"/>
                  <a:t> orders per year, thus, annual ordering cost is: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: inventory holding cost per unit per year</a:t>
                </a:r>
              </a:p>
              <a:p>
                <a:pPr lvl="2"/>
                <a:r>
                  <a:rPr lang="en-US" dirty="0"/>
                  <a:t>We keep half of the order quantity in inventory, i.e., Q/2</a:t>
                </a:r>
              </a:p>
              <a:p>
                <a:pPr lvl="2"/>
                <a:r>
                  <a:rPr lang="en-US" dirty="0"/>
                  <a:t>Thus, average annual inventory cost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i="1" dirty="0"/>
              </a:p>
              <a:p>
                <a:pPr lvl="1"/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: unit cost (procurement and other variable costs) </a:t>
                </a:r>
              </a:p>
              <a:p>
                <a:pPr lvl="2"/>
                <a:r>
                  <a:rPr lang="en-US" dirty="0"/>
                  <a:t>Over a year, our total procurement amount is the annual demand</a:t>
                </a:r>
              </a:p>
              <a:p>
                <a:pPr lvl="2"/>
                <a:r>
                  <a:rPr lang="en-US" dirty="0"/>
                  <a:t>Therefore, our annual procurement cost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0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>
            <a:off x="8610598" y="3737744"/>
            <a:ext cx="2880360" cy="1143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73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Order Quantity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 noChangeAspect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EOQ model:</a:t>
                </a:r>
              </a:p>
              <a:p>
                <a:pPr lvl="2"/>
                <a:r>
                  <a:rPr lang="en-US" sz="2800" dirty="0"/>
                  <a:t>Total Annual cost is: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dirty="0"/>
                  <a:t>Annual procurement cost is constant (i.e., does not depend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So, we want to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that will minimize [ordering + holding] costs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0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010" y="1344705"/>
            <a:ext cx="2971800" cy="1257300"/>
          </a:xfrm>
          <a:prstGeom prst="rect">
            <a:avLst/>
          </a:prstGeom>
        </p:spPr>
      </p:pic>
      <p:sp>
        <p:nvSpPr>
          <p:cNvPr id="9" name="Line Callout 1 (Border and Accent Bar) 8"/>
          <p:cNvSpPr/>
          <p:nvPr/>
        </p:nvSpPr>
        <p:spPr>
          <a:xfrm>
            <a:off x="2644308" y="2845078"/>
            <a:ext cx="2454442" cy="1067465"/>
          </a:xfrm>
          <a:prstGeom prst="accentBorderCallout1">
            <a:avLst>
              <a:gd name="adj1" fmla="val 31604"/>
              <a:gd name="adj2" fmla="val 104412"/>
              <a:gd name="adj3" fmla="val -49090"/>
              <a:gd name="adj4" fmla="val 120981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Annual procurement (including variable transportation) cost</a:t>
            </a:r>
          </a:p>
        </p:txBody>
      </p:sp>
      <p:sp>
        <p:nvSpPr>
          <p:cNvPr id="11" name="Line Callout 1 (Border and Accent Bar) 10"/>
          <p:cNvSpPr/>
          <p:nvPr/>
        </p:nvSpPr>
        <p:spPr>
          <a:xfrm>
            <a:off x="8525831" y="2602005"/>
            <a:ext cx="2454442" cy="655221"/>
          </a:xfrm>
          <a:prstGeom prst="accentBorderCallout1">
            <a:avLst>
              <a:gd name="adj1" fmla="val 49967"/>
              <a:gd name="adj2" fmla="val -3921"/>
              <a:gd name="adj3" fmla="val -32563"/>
              <a:gd name="adj4" fmla="val -14804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Annual inventory holding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07176" y="2980301"/>
            <a:ext cx="2454442" cy="65522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Annual order setup cost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5607176" y="2895667"/>
            <a:ext cx="24544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6719723" y="2575885"/>
            <a:ext cx="114674" cy="31978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206" y="5246452"/>
            <a:ext cx="4711407" cy="115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7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Order Quantity Model</a:t>
            </a:r>
          </a:p>
        </p:txBody>
      </p:sp>
      <p:sp>
        <p:nvSpPr>
          <p:cNvPr id="3" name="Content Placeholder 2"/>
          <p:cNvSpPr>
            <a:spLocks noGrp="1" noChangeAspect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cost-minimizing order quantity, EOQ: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03" y="1774821"/>
            <a:ext cx="7343023" cy="41867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136" y="1558396"/>
            <a:ext cx="3752850" cy="100012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3224464" y="4078705"/>
            <a:ext cx="0" cy="1359569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456" y="3485544"/>
            <a:ext cx="2276475" cy="390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582" y="4903753"/>
            <a:ext cx="1800225" cy="952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014" y="5537343"/>
            <a:ext cx="342900" cy="419100"/>
          </a:xfrm>
          <a:prstGeom prst="rect">
            <a:avLst/>
          </a:prstGeom>
        </p:spPr>
      </p:pic>
      <p:sp>
        <p:nvSpPr>
          <p:cNvPr id="11" name="Down Arrow 10"/>
          <p:cNvSpPr/>
          <p:nvPr/>
        </p:nvSpPr>
        <p:spPr>
          <a:xfrm>
            <a:off x="9841832" y="2671011"/>
            <a:ext cx="373729" cy="577515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9841831" y="4077802"/>
            <a:ext cx="373729" cy="577515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0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Regression:</a:t>
            </a:r>
          </a:p>
          <a:p>
            <a:pPr lvl="1"/>
            <a:r>
              <a:rPr lang="en-US" dirty="0"/>
              <a:t>You have a set of observations (data points)</a:t>
            </a:r>
          </a:p>
          <a:p>
            <a:pPr lvl="1"/>
            <a:r>
              <a:rPr lang="en-US" dirty="0"/>
              <a:t>And you want to use these data to explain the relation between two variables</a:t>
            </a:r>
          </a:p>
          <a:p>
            <a:pPr lvl="2"/>
            <a:r>
              <a:rPr lang="en-US" dirty="0"/>
              <a:t>One variable is explanatory variable X</a:t>
            </a:r>
          </a:p>
          <a:p>
            <a:pPr lvl="2"/>
            <a:r>
              <a:rPr lang="en-US" dirty="0"/>
              <a:t>The other is the dependent variable Y</a:t>
            </a:r>
          </a:p>
          <a:p>
            <a:pPr lvl="2"/>
            <a:r>
              <a:rPr lang="en-US" dirty="0"/>
              <a:t>You believe that you have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So, Y is linearly proportional to X</a:t>
            </a:r>
          </a:p>
          <a:p>
            <a:pPr lvl="2"/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Question: </a:t>
            </a:r>
            <a:r>
              <a:rPr lang="en-US" dirty="0"/>
              <a:t>Using your observations, find the values of B</a:t>
            </a:r>
            <a:r>
              <a:rPr lang="en-US" baseline="-25000" dirty="0"/>
              <a:t>0</a:t>
            </a:r>
            <a:r>
              <a:rPr lang="en-US" dirty="0"/>
              <a:t> and B</a:t>
            </a:r>
            <a:r>
              <a:rPr lang="en-US" baseline="-25000" dirty="0"/>
              <a:t>1</a:t>
            </a:r>
            <a:r>
              <a:rPr lang="en-US" dirty="0"/>
              <a:t> such that the relation between Y and X is best captured (i.e., find the best line)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382" y="3420848"/>
            <a:ext cx="19431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744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Least squares method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313" y="1799217"/>
            <a:ext cx="5486400" cy="3403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825" y="5202500"/>
            <a:ext cx="5667375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405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optimization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F is convex… then the optimal solution</a:t>
            </a:r>
          </a:p>
          <a:p>
            <a:pPr lvl="1"/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832" y="1883536"/>
            <a:ext cx="6762750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702" y="4423894"/>
            <a:ext cx="281940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9767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10295</TotalTime>
  <Words>3049</Words>
  <Application>Microsoft Macintosh PowerPoint</Application>
  <PresentationFormat>Widescreen</PresentationFormat>
  <Paragraphs>503</Paragraphs>
  <Slides>51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Gulim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Document</vt:lpstr>
      <vt:lpstr>Worksheet</vt:lpstr>
      <vt:lpstr>ANLY 5332   Department of Information Systems and Analytics McCoy College of Business Texas State University</vt:lpstr>
      <vt:lpstr>Outline</vt:lpstr>
      <vt:lpstr>Outline</vt:lpstr>
      <vt:lpstr>Nonlinear Programming</vt:lpstr>
      <vt:lpstr>Nonlinear Programming</vt:lpstr>
      <vt:lpstr>Nonlinear Functions</vt:lpstr>
      <vt:lpstr>Nonlinear Functions</vt:lpstr>
      <vt:lpstr>Nonlinear Functions</vt:lpstr>
      <vt:lpstr>Nonlinear Functions</vt:lpstr>
      <vt:lpstr>Nonlinear Functions</vt:lpstr>
      <vt:lpstr>Nonlinear Functions</vt:lpstr>
      <vt:lpstr>Nonlinear Functions</vt:lpstr>
      <vt:lpstr>Local vs. Global Optimality</vt:lpstr>
      <vt:lpstr>Local vs. Global Optimality</vt:lpstr>
      <vt:lpstr>Local vs. Global Optimality</vt:lpstr>
      <vt:lpstr>Outline</vt:lpstr>
      <vt:lpstr>Excel Solver’s Nonlinear Optimization</vt:lpstr>
      <vt:lpstr>Excel Solver’s Nonlinear Optimization</vt:lpstr>
      <vt:lpstr>Excel Solver’s Nonlinear Optimization</vt:lpstr>
      <vt:lpstr>Excel Solver’s Nonlinear Optimization</vt:lpstr>
      <vt:lpstr>Excel Solver’s Nonlinear Optimization</vt:lpstr>
      <vt:lpstr>Excel Solver’s Nonlinear Optimization</vt:lpstr>
      <vt:lpstr>Excel Solver’s Nonlinear Optimization</vt:lpstr>
      <vt:lpstr>Outline</vt:lpstr>
      <vt:lpstr>Separable Programming</vt:lpstr>
      <vt:lpstr>Separable Programming</vt:lpstr>
      <vt:lpstr>Separable Programming</vt:lpstr>
      <vt:lpstr>Separable Programming</vt:lpstr>
      <vt:lpstr>Separable Programming</vt:lpstr>
      <vt:lpstr>Separable Programming</vt:lpstr>
      <vt:lpstr>Outline</vt:lpstr>
      <vt:lpstr>Scipy for Nonlinear Optimization</vt:lpstr>
      <vt:lpstr>Scipy for Nonlinear Optimization</vt:lpstr>
      <vt:lpstr>Scipy for Nonlinear Optimization</vt:lpstr>
      <vt:lpstr>Scipy for Nonlinear Optimization</vt:lpstr>
      <vt:lpstr>Scipy for Nonlinear Optimization</vt:lpstr>
      <vt:lpstr>Scipy for Nonlinear Optimization</vt:lpstr>
      <vt:lpstr>Scipy for Nonlinear Optimization</vt:lpstr>
      <vt:lpstr>Scipy for Nonlinear Optimization</vt:lpstr>
      <vt:lpstr>Scipy for Nonlinear Optimization</vt:lpstr>
      <vt:lpstr>Scipy for Nonlinear Optimization</vt:lpstr>
      <vt:lpstr>Outline</vt:lpstr>
      <vt:lpstr>Economic Order Quantity Model</vt:lpstr>
      <vt:lpstr>Economic Order Quantity Model</vt:lpstr>
      <vt:lpstr>Economic Order Quantity Model</vt:lpstr>
      <vt:lpstr>Economic Order Quantity Model</vt:lpstr>
      <vt:lpstr>Economic Order Quantity Model</vt:lpstr>
      <vt:lpstr>Economic Order Quantity Model</vt:lpstr>
      <vt:lpstr>Simple Linear Regression</vt:lpstr>
      <vt:lpstr>Simple Linear Regression</vt:lpstr>
      <vt:lpstr>Simple Linear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Lin, Zewei (linzw)</cp:lastModifiedBy>
  <cp:revision>441</cp:revision>
  <dcterms:created xsi:type="dcterms:W3CDTF">2018-08-17T02:14:39Z</dcterms:created>
  <dcterms:modified xsi:type="dcterms:W3CDTF">2024-11-04T02:13:02Z</dcterms:modified>
</cp:coreProperties>
</file>